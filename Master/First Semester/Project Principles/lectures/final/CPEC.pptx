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notesSlides/notesSlide6.xml" ContentType="application/vnd.openxmlformats-officedocument.presentationml.notesSlide+xml"/>
  <Override PartName="/ppt/slides/slide9.xml" ContentType="application/vnd.openxmlformats-officedocument.presentationml.slide+xml"/>
  <Override PartName="/ppt/notesSlides/notesSlide7.xml" ContentType="application/vnd.openxmlformats-officedocument.presentationml.notesSlide+xml"/>
  <Override PartName="/ppt/slides/slide10.xml" ContentType="application/vnd.openxmlformats-officedocument.presentationml.slide+xml"/>
  <Override PartName="/ppt/notesSlides/notesSlide8.xml" ContentType="application/vnd.openxmlformats-officedocument.presentationml.notesSlide+xml"/>
  <Override PartName="/ppt/slides/slide11.xml" ContentType="application/vnd.openxmlformats-officedocument.presentationml.slide+xml"/>
  <Override PartName="/ppt/notesSlides/notesSlide9.xml" ContentType="application/vnd.openxmlformats-officedocument.presentationml.notesSlide+xml"/>
  <Override PartName="/ppt/slides/slide12.xml" ContentType="application/vnd.openxmlformats-officedocument.presentationml.slide+xml"/>
  <Override PartName="/ppt/notesSlides/notesSlide10.xml" ContentType="application/vnd.openxmlformats-officedocument.presentationml.notesSlide+xml"/>
  <Override PartName="/ppt/slides/slide13.xml" ContentType="application/vnd.openxmlformats-officedocument.presentationml.slide+xml"/>
  <Override PartName="/ppt/notesSlides/notesSlide11.xml" ContentType="application/vnd.openxmlformats-officedocument.presentationml.notesSlide+xml"/>
  <Override PartName="/ppt/slides/slide14.xml" ContentType="application/vnd.openxmlformats-officedocument.presentationml.slide+xml"/>
  <Override PartName="/ppt/notesSlides/notesSlide12.xml" ContentType="application/vnd.openxmlformats-officedocument.presentationml.notesSlide+xml"/>
  <Override PartName="/ppt/slides/slide15.xml" ContentType="application/vnd.openxmlformats-officedocument.presentationml.slide+xml"/>
  <Override PartName="/ppt/notesSlides/notesSlide13.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4.xml" ContentType="application/vnd.openxmlformats-officedocument.presentationml.notesSlide+xml"/>
  <Override PartName="/ppt/slides/slide21.xml" ContentType="application/vnd.openxmlformats-officedocument.presentationml.slide+xml"/>
  <Override PartName="/ppt/notesSlides/notesSlide15.xml" ContentType="application/vnd.openxmlformats-officedocument.presentationml.notesSlide+xml"/>
  <Override PartName="/ppt/slides/slide22.xml" ContentType="application/vnd.openxmlformats-officedocument.presentationml.slide+xml"/>
  <Override PartName="/ppt/notesSlides/notesSlide16.xml" ContentType="application/vnd.openxmlformats-officedocument.presentationml.notes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24.xml" ContentType="application/vnd.openxmlformats-officedocument.presentationml.slide+xml"/>
  <Override PartName="/ppt/notesSlides/notesSlide18.xml" ContentType="application/vnd.openxmlformats-officedocument.presentationml.notesSlide+xml"/>
  <Override PartName="/ppt/slides/slide25.xml" ContentType="application/vnd.openxmlformats-officedocument.presentationml.slide+xml"/>
  <Override PartName="/ppt/notesSlides/notesSlide19.xml" ContentType="application/vnd.openxmlformats-officedocument.presentationml.notesSlide+xml"/>
  <Override PartName="/ppt/slides/slide2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type="screen16x9" cy="5143500" cx="9144000"/>
  <p:notesSz cx="6858000" cy="9144000"/>
  <p:embeddedFontLst>
    <p:embeddedFont>
      <p:font typeface="Calibri" panose="020F0502020204030204" pitchFamily="34" charset="0"/>
      <p:regular r:id="rId29"/>
      <p:bold r:id="rId30"/>
      <p:italic r:id="rId31"/>
      <p:boldItalic r:id="rId32"/>
    </p:embeddedFont>
    <p:embeddedFont>
      <p:font typeface="Raleway" panose="020B0604020202020204" charset="0"/>
      <p:regular r:id="rId33"/>
      <p:bold r:id="rId34"/>
      <p:italic r:id="rId35"/>
      <p:boldItalic r:id="rId36"/>
    </p:embeddedFont>
    <p:embeddedFont>
      <p:font typeface="Zalando Sans Expanded ExtraLight" panose="020B0604020202020204" charset="0"/>
      <p:regular r:id="rId37"/>
      <p:bold r:id="rId38"/>
      <p:italic r:id="rId39"/>
      <p:boldItalic r:id="rId40"/>
    </p:embeddedFont>
    <p:embeddedFont>
      <p:font typeface="Zalando Sans Expanded Medium" panose="020B0604020202020204" charset="0"/>
      <p:regular r:id="rId41"/>
      <p:bold r:id="rId42"/>
      <p:italic r:id="rId43"/>
      <p:boldItalic r:id="rId44"/>
    </p:embeddedFont>
    <p:embeddedFont>
      <p:font typeface="Zalando Sans Expanded Light" panose="020B0604020202020204" charset="0"/>
      <p:regular r:id="rId45"/>
      <p:bold r:id="rId46"/>
      <p:italic r:id="rId47"/>
      <p:boldItalic r:id="rId48"/>
    </p:embeddedFont>
    <p:embeddedFont>
      <p:font typeface="Arimo" panose="020B0604020202020204" charset="0"/>
      <p:regular r:id="rId49"/>
      <p:bold r:id="rId50"/>
      <p:italic r:id="rId51"/>
      <p:boldItalic r:id="rId52"/>
    </p:embeddedFont>
    <p:embeddedFont>
      <p:font typeface="Open Sans" panose="020B0604020202020204" charset="0"/>
      <p:regular r:id="rId53"/>
      <p:bold r:id="rId54"/>
      <p:italic r:id="rId55"/>
      <p:boldItalic r:id="rId56"/>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FDFEFE"/>
    <a:srgbClr val="4F5B4D"/>
  </p:clrMru>
</p:presentationPr>
</file>

<file path=ppt/tableStyles.xml><?xml version="1.0" encoding="utf-8"?>
<a:tblStyleLst xmlns:a="http://schemas.openxmlformats.org/drawingml/2006/main" def="{5C22544A-7EE6-4342-B048-85BDC9FD1C3A}">
  <a:tblStyle styleId="{C5A4E55F-381D-4733-BEA4-331D9C89C4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p:scale>
          <a:sx n="91" d="100"/>
          <a:sy n="91" d="100"/>
        </p:scale>
        <p:origin x="786" y="7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font" Target="fonts/font7.fntdata"/><Relationship Id="rId36" Type="http://schemas.openxmlformats.org/officeDocument/2006/relationships/font" Target="fonts/font8.fntdata"/><Relationship Id="rId37" Type="http://schemas.openxmlformats.org/officeDocument/2006/relationships/font" Target="fonts/font9.fntdata"/><Relationship Id="rId38" Type="http://schemas.openxmlformats.org/officeDocument/2006/relationships/font" Target="fonts/font10.fntdata"/><Relationship Id="rId39" Type="http://schemas.openxmlformats.org/officeDocument/2006/relationships/font" Target="fonts/font11.fntdata"/><Relationship Id="rId40" Type="http://schemas.openxmlformats.org/officeDocument/2006/relationships/font" Target="fonts/font12.fntdata"/><Relationship Id="rId41" Type="http://schemas.openxmlformats.org/officeDocument/2006/relationships/font" Target="fonts/font13.fntdata"/><Relationship Id="rId42" Type="http://schemas.openxmlformats.org/officeDocument/2006/relationships/font" Target="fonts/font14.fntdata"/><Relationship Id="rId43" Type="http://schemas.openxmlformats.org/officeDocument/2006/relationships/font" Target="fonts/font15.fntdata"/><Relationship Id="rId44" Type="http://schemas.openxmlformats.org/officeDocument/2006/relationships/font" Target="fonts/font16.fntdata"/><Relationship Id="rId45" Type="http://schemas.openxmlformats.org/officeDocument/2006/relationships/font" Target="fonts/font17.fntdata"/><Relationship Id="rId46" Type="http://schemas.openxmlformats.org/officeDocument/2006/relationships/font" Target="fonts/font18.fntdata"/><Relationship Id="rId47" Type="http://schemas.openxmlformats.org/officeDocument/2006/relationships/font" Target="fonts/font19.fntdata"/><Relationship Id="rId48" Type="http://schemas.openxmlformats.org/officeDocument/2006/relationships/font" Target="fonts/font20.fntdata"/><Relationship Id="rId49" Type="http://schemas.openxmlformats.org/officeDocument/2006/relationships/font" Target="fonts/font21.fntdata"/><Relationship Id="rId50" Type="http://schemas.openxmlformats.org/officeDocument/2006/relationships/font" Target="fonts/font22.fntdata"/><Relationship Id="rId51" Type="http://schemas.openxmlformats.org/officeDocument/2006/relationships/font" Target="fonts/font23.fntdata"/><Relationship Id="rId52" Type="http://schemas.openxmlformats.org/officeDocument/2006/relationships/font" Target="fonts/font24.fntdata"/><Relationship Id="rId53" Type="http://schemas.openxmlformats.org/officeDocument/2006/relationships/font" Target="fonts/font25.fntdata"/><Relationship Id="rId54" Type="http://schemas.openxmlformats.org/officeDocument/2006/relationships/font" Target="fonts/font26.fntdata"/><Relationship Id="rId55" Type="http://schemas.openxmlformats.org/officeDocument/2006/relationships/font" Target="fonts/font27.fntdata"/><Relationship Id="rId56" Type="http://schemas.openxmlformats.org/officeDocument/2006/relationships/font" Target="fonts/font28.fntdata"/><Relationship Id="rId57" Type="http://schemas.openxmlformats.org/officeDocument/2006/relationships/tableStyles" Target="tableStyles.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37" name="Shape 2"/>
        <p:cNvGrpSpPr/>
        <p:nvPr/>
      </p:nvGrpSpPr>
      <p:grpSpPr>
        <a:xfrm>
          <a:off x="0" y="0"/>
          <a:ext cx="0" cy="0"/>
          <a:chOff x="0" y="0"/>
          <a:chExt cx="0" cy="0"/>
        </a:xfrm>
      </p:grpSpPr>
      <p:sp>
        <p:nvSpPr>
          <p:cNvPr id="1048721" name="Google Shape;3;n"/>
          <p:cNvSpPr>
            <a:spLocks noChangeAspect="1" noRot="1" noGrp="1"/>
          </p:cNvSpPr>
          <p:nvPr>
            <p:ph type="sldImg" idx="2"/>
          </p:nvPr>
        </p:nvSpPr>
        <p:spPr>
          <a:xfrm>
            <a:off x="381300" y="685800"/>
            <a:ext cx="609607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22" name="Google Shape;4;n"/>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 name="Shape 135"/>
        <p:cNvGrpSpPr/>
        <p:nvPr/>
      </p:nvGrpSpPr>
      <p:grpSpPr>
        <a:xfrm>
          <a:off x="0" y="0"/>
          <a:ext cx="0" cy="0"/>
          <a:chOff x="0" y="0"/>
          <a:chExt cx="0" cy="0"/>
        </a:xfrm>
      </p:grpSpPr>
      <p:sp>
        <p:nvSpPr>
          <p:cNvPr id="1048585" name="Google Shape;136;ged3401ed36_1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586" name="Google Shape;137;ged3401ed36_1_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213"/>
        <p:cNvGrpSpPr/>
        <p:nvPr/>
      </p:nvGrpSpPr>
      <p:grpSpPr>
        <a:xfrm>
          <a:off x="0" y="0"/>
          <a:ext cx="0" cy="0"/>
          <a:chOff x="0" y="0"/>
          <a:chExt cx="0" cy="0"/>
        </a:xfrm>
      </p:grpSpPr>
      <p:sp>
        <p:nvSpPr>
          <p:cNvPr id="1048593" name="Google Shape;214;ge1d838b627_4_19: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594" name="Google Shape;215;ge1d838b627_4_19: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293"/>
        <p:cNvGrpSpPr/>
        <p:nvPr/>
      </p:nvGrpSpPr>
      <p:grpSpPr>
        <a:xfrm>
          <a:off x="0" y="0"/>
          <a:ext cx="0" cy="0"/>
          <a:chOff x="0" y="0"/>
          <a:chExt cx="0" cy="0"/>
        </a:xfrm>
      </p:grpSpPr>
      <p:sp>
        <p:nvSpPr>
          <p:cNvPr id="1048598" name="Google Shape;294;g33fb61485ab_0_8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599" name="Google Shape;295;g33fb61485ab_0_8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293"/>
        <p:cNvGrpSpPr/>
        <p:nvPr/>
      </p:nvGrpSpPr>
      <p:grpSpPr>
        <a:xfrm>
          <a:off x="0" y="0"/>
          <a:ext cx="0" cy="0"/>
          <a:chOff x="0" y="0"/>
          <a:chExt cx="0" cy="0"/>
        </a:xfrm>
      </p:grpSpPr>
      <p:sp>
        <p:nvSpPr>
          <p:cNvPr id="1048601" name="Google Shape;294;g33fb61485ab_0_8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02" name="Google Shape;295;g33fb61485ab_0_8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241"/>
        <p:cNvGrpSpPr/>
        <p:nvPr/>
      </p:nvGrpSpPr>
      <p:grpSpPr>
        <a:xfrm>
          <a:off x="0" y="0"/>
          <a:ext cx="0" cy="0"/>
          <a:chOff x="0" y="0"/>
          <a:chExt cx="0" cy="0"/>
        </a:xfrm>
      </p:grpSpPr>
      <p:sp>
        <p:nvSpPr>
          <p:cNvPr id="1048613"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14"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213"/>
        <p:cNvGrpSpPr/>
        <p:nvPr/>
      </p:nvGrpSpPr>
      <p:grpSpPr>
        <a:xfrm>
          <a:off x="0" y="0"/>
          <a:ext cx="0" cy="0"/>
          <a:chOff x="0" y="0"/>
          <a:chExt cx="0" cy="0"/>
        </a:xfrm>
      </p:grpSpPr>
      <p:sp>
        <p:nvSpPr>
          <p:cNvPr id="1048631" name="Google Shape;214;ge1d838b627_4_19: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32" name="Google Shape;215;ge1d838b627_4_19: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 name="Shape 241"/>
        <p:cNvGrpSpPr/>
        <p:nvPr/>
      </p:nvGrpSpPr>
      <p:grpSpPr>
        <a:xfrm>
          <a:off x="0" y="0"/>
          <a:ext cx="0" cy="0"/>
          <a:chOff x="0" y="0"/>
          <a:chExt cx="0" cy="0"/>
        </a:xfrm>
      </p:grpSpPr>
      <p:sp>
        <p:nvSpPr>
          <p:cNvPr id="1048638"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39"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 name="Shape 213"/>
        <p:cNvGrpSpPr/>
        <p:nvPr/>
      </p:nvGrpSpPr>
      <p:grpSpPr>
        <a:xfrm>
          <a:off x="0" y="0"/>
          <a:ext cx="0" cy="0"/>
          <a:chOff x="0" y="0"/>
          <a:chExt cx="0" cy="0"/>
        </a:xfrm>
      </p:grpSpPr>
      <p:sp>
        <p:nvSpPr>
          <p:cNvPr id="1048642" name="Google Shape;214;ge1d838b627_4_19: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43" name="Google Shape;215;ge1d838b627_4_19: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253"/>
        <p:cNvGrpSpPr/>
        <p:nvPr/>
      </p:nvGrpSpPr>
      <p:grpSpPr>
        <a:xfrm>
          <a:off x="0" y="0"/>
          <a:ext cx="0" cy="0"/>
          <a:chOff x="0" y="0"/>
          <a:chExt cx="0" cy="0"/>
        </a:xfrm>
      </p:grpSpPr>
      <p:sp>
        <p:nvSpPr>
          <p:cNvPr id="1048661" name="Google Shape;254;ge1d838b627_4_10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62" name="Google Shape;255;ge1d838b627_4_10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241"/>
        <p:cNvGrpSpPr/>
        <p:nvPr/>
      </p:nvGrpSpPr>
      <p:grpSpPr>
        <a:xfrm>
          <a:off x="0" y="0"/>
          <a:ext cx="0" cy="0"/>
          <a:chOff x="0" y="0"/>
          <a:chExt cx="0" cy="0"/>
        </a:xfrm>
      </p:grpSpPr>
      <p:sp>
        <p:nvSpPr>
          <p:cNvPr id="1048665"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66"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253"/>
        <p:cNvGrpSpPr/>
        <p:nvPr/>
      </p:nvGrpSpPr>
      <p:grpSpPr>
        <a:xfrm>
          <a:off x="0" y="0"/>
          <a:ext cx="0" cy="0"/>
          <a:chOff x="0" y="0"/>
          <a:chExt cx="0" cy="0"/>
        </a:xfrm>
      </p:grpSpPr>
      <p:sp>
        <p:nvSpPr>
          <p:cNvPr id="1048669" name="Google Shape;254;ge1d838b627_4_10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70" name="Google Shape;255;ge1d838b627_4_10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241"/>
        <p:cNvGrpSpPr/>
        <p:nvPr/>
      </p:nvGrpSpPr>
      <p:grpSpPr>
        <a:xfrm>
          <a:off x="0" y="0"/>
          <a:ext cx="0" cy="0"/>
          <a:chOff x="0" y="0"/>
          <a:chExt cx="0" cy="0"/>
        </a:xfrm>
      </p:grpSpPr>
      <p:sp>
        <p:nvSpPr>
          <p:cNvPr id="1048673"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74"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213"/>
        <p:cNvGrpSpPr/>
        <p:nvPr/>
      </p:nvGrpSpPr>
      <p:grpSpPr>
        <a:xfrm>
          <a:off x="0" y="0"/>
          <a:ext cx="0" cy="0"/>
          <a:chOff x="0" y="0"/>
          <a:chExt cx="0" cy="0"/>
        </a:xfrm>
      </p:grpSpPr>
      <p:sp>
        <p:nvSpPr>
          <p:cNvPr id="1048677" name="Google Shape;214;ge1d838b627_4_19: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78" name="Google Shape;215;ge1d838b627_4_19: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241"/>
        <p:cNvGrpSpPr/>
        <p:nvPr/>
      </p:nvGrpSpPr>
      <p:grpSpPr>
        <a:xfrm>
          <a:off x="0" y="0"/>
          <a:ext cx="0" cy="0"/>
          <a:chOff x="0" y="0"/>
          <a:chExt cx="0" cy="0"/>
        </a:xfrm>
      </p:grpSpPr>
      <p:sp>
        <p:nvSpPr>
          <p:cNvPr id="1048682"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83"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241"/>
        <p:cNvGrpSpPr/>
        <p:nvPr/>
      </p:nvGrpSpPr>
      <p:grpSpPr>
        <a:xfrm>
          <a:off x="0" y="0"/>
          <a:ext cx="0" cy="0"/>
          <a:chOff x="0" y="0"/>
          <a:chExt cx="0" cy="0"/>
        </a:xfrm>
      </p:grpSpPr>
      <p:sp>
        <p:nvSpPr>
          <p:cNvPr id="1048686"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87"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241"/>
        <p:cNvGrpSpPr/>
        <p:nvPr/>
      </p:nvGrpSpPr>
      <p:grpSpPr>
        <a:xfrm>
          <a:off x="0" y="0"/>
          <a:ext cx="0" cy="0"/>
          <a:chOff x="0" y="0"/>
          <a:chExt cx="0" cy="0"/>
        </a:xfrm>
      </p:grpSpPr>
      <p:sp>
        <p:nvSpPr>
          <p:cNvPr id="1048691"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92"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241"/>
        <p:cNvGrpSpPr/>
        <p:nvPr/>
      </p:nvGrpSpPr>
      <p:grpSpPr>
        <a:xfrm>
          <a:off x="0" y="0"/>
          <a:ext cx="0" cy="0"/>
          <a:chOff x="0" y="0"/>
          <a:chExt cx="0" cy="0"/>
        </a:xfrm>
      </p:grpSpPr>
      <p:sp>
        <p:nvSpPr>
          <p:cNvPr id="1048696"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97"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241"/>
        <p:cNvGrpSpPr/>
        <p:nvPr/>
      </p:nvGrpSpPr>
      <p:grpSpPr>
        <a:xfrm>
          <a:off x="0" y="0"/>
          <a:ext cx="0" cy="0"/>
          <a:chOff x="0" y="0"/>
          <a:chExt cx="0" cy="0"/>
        </a:xfrm>
      </p:grpSpPr>
      <p:sp>
        <p:nvSpPr>
          <p:cNvPr id="1048701" name="Google Shape;242;ge1d838b627_4_3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702" name="Google Shape;243;ge1d838b627_4_3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253"/>
        <p:cNvGrpSpPr/>
        <p:nvPr/>
      </p:nvGrpSpPr>
      <p:grpSpPr>
        <a:xfrm>
          <a:off x="0" y="0"/>
          <a:ext cx="0" cy="0"/>
          <a:chOff x="0" y="0"/>
          <a:chExt cx="0" cy="0"/>
        </a:xfrm>
      </p:grpSpPr>
      <p:sp>
        <p:nvSpPr>
          <p:cNvPr id="1048705" name="Google Shape;254;ge1d838b627_4_10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706" name="Google Shape;255;ge1d838b627_4_10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27" name="Shape 8"/>
        <p:cNvGrpSpPr/>
        <p:nvPr/>
      </p:nvGrpSpPr>
      <p:grpSpPr>
        <a:xfrm>
          <a:off x="0" y="0"/>
          <a:ext cx="0" cy="0"/>
          <a:chOff x="0" y="0"/>
          <a:chExt cx="0" cy="0"/>
        </a:xfrm>
      </p:grpSpPr>
      <p:sp>
        <p:nvSpPr>
          <p:cNvPr id="1048578" name="Google Shape;9;p2"/>
          <p:cNvSpPr/>
          <p:nvPr/>
        </p:nvSpPr>
        <p:spPr>
          <a:xfrm>
            <a:off x="0" y="-8100"/>
            <a:ext cx="9144000" cy="5159700"/>
          </a:xfrm>
          <a:prstGeom prst="rect"/>
          <a:solidFill>
            <a:srgbClr val="4F5B4D"/>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579" name="Google Shape;10;p2"/>
          <p:cNvSpPr txBox="1">
            <a:spLocks noGrp="1"/>
          </p:cNvSpPr>
          <p:nvPr>
            <p:ph type="ctrTitle"/>
          </p:nvPr>
        </p:nvSpPr>
        <p:spPr>
          <a:xfrm>
            <a:off x="2215075" y="1276155"/>
            <a:ext cx="6323700" cy="2452800"/>
          </a:xfrm>
          <a:prstGeom prst="rect"/>
        </p:spPr>
        <p:txBody>
          <a:bodyPr anchor="b" anchorCtr="0" bIns="91425" lIns="91425" rIns="91425" spcFirstLastPara="1" tIns="91425" wrap="square">
            <a:noAutofit/>
          </a:bodyPr>
          <a:lstStyle>
            <a:lvl1pPr algn="r" lvl="0">
              <a:spcBef>
                <a:spcPts val="0"/>
              </a:spcBef>
              <a:spcAft>
                <a:spcPts val="0"/>
              </a:spcAft>
              <a:buClr>
                <a:srgbClr val="191919"/>
              </a:buClr>
              <a:buSzPts val="5200"/>
              <a:buNone/>
              <a:defRPr b="0" sz="5000"/>
            </a:lvl1pPr>
            <a:lvl2pPr algn="ctr" lvl="1">
              <a:spcBef>
                <a:spcPts val="0"/>
              </a:spcBef>
              <a:spcAft>
                <a:spcPts val="0"/>
              </a:spcAft>
              <a:buClr>
                <a:srgbClr val="191919"/>
              </a:buClr>
              <a:buSzPts val="5200"/>
              <a:buNone/>
              <a:defRPr sz="5200">
                <a:solidFill>
                  <a:srgbClr val="191919"/>
                </a:solidFill>
              </a:defRPr>
            </a:lvl2pPr>
            <a:lvl3pPr algn="ctr" lvl="2">
              <a:spcBef>
                <a:spcPts val="0"/>
              </a:spcBef>
              <a:spcAft>
                <a:spcPts val="0"/>
              </a:spcAft>
              <a:buClr>
                <a:srgbClr val="191919"/>
              </a:buClr>
              <a:buSzPts val="5200"/>
              <a:buNone/>
              <a:defRPr sz="5200">
                <a:solidFill>
                  <a:srgbClr val="191919"/>
                </a:solidFill>
              </a:defRPr>
            </a:lvl3pPr>
            <a:lvl4pPr algn="ctr" lvl="3">
              <a:spcBef>
                <a:spcPts val="0"/>
              </a:spcBef>
              <a:spcAft>
                <a:spcPts val="0"/>
              </a:spcAft>
              <a:buClr>
                <a:srgbClr val="191919"/>
              </a:buClr>
              <a:buSzPts val="5200"/>
              <a:buNone/>
              <a:defRPr sz="5200">
                <a:solidFill>
                  <a:srgbClr val="191919"/>
                </a:solidFill>
              </a:defRPr>
            </a:lvl4pPr>
            <a:lvl5pPr algn="ctr" lvl="4">
              <a:spcBef>
                <a:spcPts val="0"/>
              </a:spcBef>
              <a:spcAft>
                <a:spcPts val="0"/>
              </a:spcAft>
              <a:buClr>
                <a:srgbClr val="191919"/>
              </a:buClr>
              <a:buSzPts val="5200"/>
              <a:buNone/>
              <a:defRPr sz="5200">
                <a:solidFill>
                  <a:srgbClr val="191919"/>
                </a:solidFill>
              </a:defRPr>
            </a:lvl5pPr>
            <a:lvl6pPr algn="ctr" lvl="5">
              <a:spcBef>
                <a:spcPts val="0"/>
              </a:spcBef>
              <a:spcAft>
                <a:spcPts val="0"/>
              </a:spcAft>
              <a:buClr>
                <a:srgbClr val="191919"/>
              </a:buClr>
              <a:buSzPts val="5200"/>
              <a:buNone/>
              <a:defRPr sz="5200">
                <a:solidFill>
                  <a:srgbClr val="191919"/>
                </a:solidFill>
              </a:defRPr>
            </a:lvl6pPr>
            <a:lvl7pPr algn="ctr" lvl="6">
              <a:spcBef>
                <a:spcPts val="0"/>
              </a:spcBef>
              <a:spcAft>
                <a:spcPts val="0"/>
              </a:spcAft>
              <a:buClr>
                <a:srgbClr val="191919"/>
              </a:buClr>
              <a:buSzPts val="5200"/>
              <a:buNone/>
              <a:defRPr sz="5200">
                <a:solidFill>
                  <a:srgbClr val="191919"/>
                </a:solidFill>
              </a:defRPr>
            </a:lvl7pPr>
            <a:lvl8pPr algn="ctr" lvl="7">
              <a:spcBef>
                <a:spcPts val="0"/>
              </a:spcBef>
              <a:spcAft>
                <a:spcPts val="0"/>
              </a:spcAft>
              <a:buClr>
                <a:srgbClr val="191919"/>
              </a:buClr>
              <a:buSzPts val="5200"/>
              <a:buNone/>
              <a:defRPr sz="5200">
                <a:solidFill>
                  <a:srgbClr val="191919"/>
                </a:solidFill>
              </a:defRPr>
            </a:lvl8pPr>
            <a:lvl9pPr algn="ctr" lvl="8">
              <a:spcBef>
                <a:spcPts val="0"/>
              </a:spcBef>
              <a:spcAft>
                <a:spcPts val="0"/>
              </a:spcAft>
              <a:buClr>
                <a:srgbClr val="191919"/>
              </a:buClr>
              <a:buSzPts val="5200"/>
              <a:buNone/>
              <a:defRPr sz="5200">
                <a:solidFill>
                  <a:srgbClr val="191919"/>
                </a:solidFill>
              </a:defRPr>
            </a:lvl9pPr>
          </a:lstStyle>
          <a:p/>
        </p:txBody>
      </p:sp>
      <p:sp>
        <p:nvSpPr>
          <p:cNvPr id="1048580" name="Google Shape;11;p2"/>
          <p:cNvSpPr txBox="1">
            <a:spLocks noGrp="1"/>
          </p:cNvSpPr>
          <p:nvPr>
            <p:ph type="subTitle" idx="1"/>
          </p:nvPr>
        </p:nvSpPr>
        <p:spPr>
          <a:xfrm>
            <a:off x="5930025" y="4216675"/>
            <a:ext cx="2608800" cy="565500"/>
          </a:xfrm>
          <a:prstGeom prst="rect"/>
          <a:ln>
            <a:noFill/>
          </a:ln>
        </p:spPr>
        <p:txBody>
          <a:bodyPr anchor="t" anchorCtr="0" bIns="91425" lIns="91425" rIns="91425" spcFirstLastPara="1" tIns="91425" wrap="square">
            <a:noAutofit/>
          </a:bodyPr>
          <a:lstStyle>
            <a:lvl1pPr algn="r" lvl="0">
              <a:lnSpc>
                <a:spcPct val="100000"/>
              </a:lnSpc>
              <a:spcBef>
                <a:spcPts val="0"/>
              </a:spcBef>
              <a:spcAft>
                <a:spcPts val="0"/>
              </a:spcAft>
              <a:buSzPts val="1400"/>
              <a:buNone/>
              <a:defRPr>
                <a:solidFill>
                  <a:schemeClr val="lt1"/>
                </a:solidFill>
                <a:latin typeface="Arimo"/>
                <a:ea typeface="Arimo"/>
                <a:cs typeface="Arimo"/>
                <a:sym typeface="Arimo"/>
              </a:defRPr>
            </a:lvl1pPr>
            <a:lvl2pPr algn="ctr" lvl="1">
              <a:lnSpc>
                <a:spcPct val="100000"/>
              </a:lnSpc>
              <a:spcBef>
                <a:spcPts val="0"/>
              </a:spcBef>
              <a:spcAft>
                <a:spcPts val="0"/>
              </a:spcAft>
              <a:buSzPts val="1800"/>
              <a:buNone/>
              <a:defRPr sz="1800"/>
            </a:lvl2pPr>
            <a:lvl3pPr algn="ctr" lvl="2">
              <a:lnSpc>
                <a:spcPct val="100000"/>
              </a:lnSpc>
              <a:spcBef>
                <a:spcPts val="0"/>
              </a:spcBef>
              <a:spcAft>
                <a:spcPts val="0"/>
              </a:spcAft>
              <a:buSzPts val="1800"/>
              <a:buNone/>
              <a:defRPr sz="1800"/>
            </a:lvl3pPr>
            <a:lvl4pPr algn="ctr" lvl="3">
              <a:lnSpc>
                <a:spcPct val="100000"/>
              </a:lnSpc>
              <a:spcBef>
                <a:spcPts val="0"/>
              </a:spcBef>
              <a:spcAft>
                <a:spcPts val="0"/>
              </a:spcAft>
              <a:buSzPts val="1800"/>
              <a:buNone/>
              <a:defRPr sz="1800"/>
            </a:lvl4pPr>
            <a:lvl5pPr algn="ctr" lvl="4">
              <a:lnSpc>
                <a:spcPct val="100000"/>
              </a:lnSpc>
              <a:spcBef>
                <a:spcPts val="0"/>
              </a:spcBef>
              <a:spcAft>
                <a:spcPts val="0"/>
              </a:spcAft>
              <a:buSzPts val="1800"/>
              <a:buNone/>
              <a:defRPr sz="1800"/>
            </a:lvl5pPr>
            <a:lvl6pPr algn="ctr" lvl="5">
              <a:lnSpc>
                <a:spcPct val="100000"/>
              </a:lnSpc>
              <a:spcBef>
                <a:spcPts val="0"/>
              </a:spcBef>
              <a:spcAft>
                <a:spcPts val="0"/>
              </a:spcAft>
              <a:buSzPts val="1800"/>
              <a:buNone/>
              <a:defRPr sz="1800"/>
            </a:lvl6pPr>
            <a:lvl7pPr algn="ctr" lvl="6">
              <a:lnSpc>
                <a:spcPct val="100000"/>
              </a:lnSpc>
              <a:spcBef>
                <a:spcPts val="0"/>
              </a:spcBef>
              <a:spcAft>
                <a:spcPts val="0"/>
              </a:spcAft>
              <a:buSzPts val="1800"/>
              <a:buNone/>
              <a:defRPr sz="1800"/>
            </a:lvl7pPr>
            <a:lvl8pPr algn="ctr" lvl="7">
              <a:lnSpc>
                <a:spcPct val="100000"/>
              </a:lnSpc>
              <a:spcBef>
                <a:spcPts val="0"/>
              </a:spcBef>
              <a:spcAft>
                <a:spcPts val="0"/>
              </a:spcAft>
              <a:buSzPts val="1800"/>
              <a:buNone/>
              <a:defRPr sz="1800"/>
            </a:lvl8pPr>
            <a:lvl9pPr algn="ctr" lvl="8">
              <a:lnSpc>
                <a:spcPct val="100000"/>
              </a:lnSpc>
              <a:spcBef>
                <a:spcPts val="0"/>
              </a:spcBef>
              <a:spcAft>
                <a:spcPts val="0"/>
              </a:spcAft>
              <a:buSzPts val="1800"/>
              <a:buNone/>
              <a:defRPr sz="1800"/>
            </a:lvl9pPr>
          </a:lstStyle>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34" name="Shape 16"/>
        <p:cNvGrpSpPr/>
        <p:nvPr/>
      </p:nvGrpSpPr>
      <p:grpSpPr>
        <a:xfrm>
          <a:off x="0" y="0"/>
          <a:ext cx="0" cy="0"/>
          <a:chOff x="0" y="0"/>
          <a:chExt cx="0" cy="0"/>
        </a:xfrm>
      </p:grpSpPr>
      <p:sp>
        <p:nvSpPr>
          <p:cNvPr id="1048714" name="Google Shape;17;p4"/>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715" name="Google Shape;18;p4"/>
          <p:cNvSpPr txBox="1">
            <a:spLocks noGrp="1"/>
          </p:cNvSpPr>
          <p:nvPr>
            <p:ph type="title"/>
          </p:nvPr>
        </p:nvSpPr>
        <p:spPr>
          <a:xfrm>
            <a:off x="720000" y="445025"/>
            <a:ext cx="7704000" cy="572700"/>
          </a:xfrm>
          <a:prstGeom prst="rect"/>
          <a:ln>
            <a:noFill/>
          </a:ln>
        </p:spPr>
        <p:txBody>
          <a:bodyPr anchor="t" anchorCtr="0" bIns="91425" lIns="91425" rIns="91425" spcFirstLastPara="1" tIns="91425" wrap="square">
            <a:noAutofit/>
          </a:bodyPr>
          <a:lstStyle>
            <a:lvl1pPr algn="ct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048716" name="Google Shape;19;p4"/>
          <p:cNvSpPr txBox="1">
            <a:spLocks noGrp="1"/>
          </p:cNvSpPr>
          <p:nvPr>
            <p:ph type="body" idx="1"/>
          </p:nvPr>
        </p:nvSpPr>
        <p:spPr>
          <a:xfrm>
            <a:off x="720000" y="1152475"/>
            <a:ext cx="7704000" cy="3416400"/>
          </a:xfrm>
          <a:prstGeom prst="rect"/>
        </p:spPr>
        <p:txBody>
          <a:bodyPr anchor="t" anchorCtr="0" bIns="91425" lIns="91425" rIns="91425" spcFirstLastPara="1" tIns="91425" wrap="square">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63" name="Shape 20"/>
        <p:cNvGrpSpPr/>
        <p:nvPr/>
      </p:nvGrpSpPr>
      <p:grpSpPr>
        <a:xfrm>
          <a:off x="0" y="0"/>
          <a:ext cx="0" cy="0"/>
          <a:chOff x="0" y="0"/>
          <a:chExt cx="0" cy="0"/>
        </a:xfrm>
      </p:grpSpPr>
      <p:sp>
        <p:nvSpPr>
          <p:cNvPr id="1048605" name="Google Shape;21;p5"/>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606" name="Google Shape;22;p5"/>
          <p:cNvSpPr txBox="1">
            <a:spLocks noGrp="1"/>
          </p:cNvSpPr>
          <p:nvPr>
            <p:ph type="subTitle" idx="1"/>
          </p:nvPr>
        </p:nvSpPr>
        <p:spPr>
          <a:xfrm>
            <a:off x="1876098" y="1445383"/>
            <a:ext cx="5334000" cy="572700"/>
          </a:xfrm>
          <a:prstGeom prst="rect"/>
        </p:spPr>
        <p:txBody>
          <a:bodyPr anchor="b" anchorCtr="0" bIns="91425" lIns="91425" rIns="91425" spcFirstLastPara="1" tIns="91425" wrap="square">
            <a:noAutofit/>
          </a:bodyPr>
          <a:lstStyle>
            <a:lvl1pPr lvl="0">
              <a:lnSpc>
                <a:spcPct val="100000"/>
              </a:lnSpc>
              <a:spcBef>
                <a:spcPts val="0"/>
              </a:spcBef>
              <a:spcAft>
                <a:spcPts val="0"/>
              </a:spcAft>
              <a:buSzPts val="2400"/>
              <a:buFont typeface="Raleway"/>
              <a:buNone/>
              <a:defRPr sz="1600">
                <a:solidFill>
                  <a:schemeClr val="dk2"/>
                </a:solidFill>
                <a:latin typeface="Zalando Sans Expanded Light"/>
                <a:ea typeface="Zalando Sans Expanded Light"/>
                <a:cs typeface="Zalando Sans Expanded Light"/>
                <a:sym typeface="Zalando Sans Expanded Light"/>
              </a:defRPr>
            </a:lvl1pPr>
            <a:lvl2pPr algn="ctr" lvl="1">
              <a:lnSpc>
                <a:spcPct val="100000"/>
              </a:lnSpc>
              <a:spcBef>
                <a:spcPts val="0"/>
              </a:spcBef>
              <a:spcAft>
                <a:spcPts val="0"/>
              </a:spcAft>
              <a:buSzPts val="2400"/>
              <a:buFont typeface="Raleway"/>
              <a:buNone/>
              <a:defRPr b="1" sz="2400">
                <a:latin typeface="Raleway"/>
                <a:ea typeface="Raleway"/>
                <a:cs typeface="Raleway"/>
                <a:sym typeface="Raleway"/>
              </a:defRPr>
            </a:lvl2pPr>
            <a:lvl3pPr algn="ctr" lvl="2">
              <a:lnSpc>
                <a:spcPct val="100000"/>
              </a:lnSpc>
              <a:spcBef>
                <a:spcPts val="0"/>
              </a:spcBef>
              <a:spcAft>
                <a:spcPts val="0"/>
              </a:spcAft>
              <a:buSzPts val="2400"/>
              <a:buFont typeface="Raleway"/>
              <a:buNone/>
              <a:defRPr b="1" sz="2400">
                <a:latin typeface="Raleway"/>
                <a:ea typeface="Raleway"/>
                <a:cs typeface="Raleway"/>
                <a:sym typeface="Raleway"/>
              </a:defRPr>
            </a:lvl3pPr>
            <a:lvl4pPr algn="ctr" lvl="3">
              <a:lnSpc>
                <a:spcPct val="100000"/>
              </a:lnSpc>
              <a:spcBef>
                <a:spcPts val="0"/>
              </a:spcBef>
              <a:spcAft>
                <a:spcPts val="0"/>
              </a:spcAft>
              <a:buSzPts val="2400"/>
              <a:buFont typeface="Raleway"/>
              <a:buNone/>
              <a:defRPr b="1" sz="2400">
                <a:latin typeface="Raleway"/>
                <a:ea typeface="Raleway"/>
                <a:cs typeface="Raleway"/>
                <a:sym typeface="Raleway"/>
              </a:defRPr>
            </a:lvl4pPr>
            <a:lvl5pPr algn="ctr" lvl="4">
              <a:lnSpc>
                <a:spcPct val="100000"/>
              </a:lnSpc>
              <a:spcBef>
                <a:spcPts val="0"/>
              </a:spcBef>
              <a:spcAft>
                <a:spcPts val="0"/>
              </a:spcAft>
              <a:buSzPts val="2400"/>
              <a:buFont typeface="Raleway"/>
              <a:buNone/>
              <a:defRPr b="1" sz="2400">
                <a:latin typeface="Raleway"/>
                <a:ea typeface="Raleway"/>
                <a:cs typeface="Raleway"/>
                <a:sym typeface="Raleway"/>
              </a:defRPr>
            </a:lvl5pPr>
            <a:lvl6pPr algn="ctr" lvl="5">
              <a:lnSpc>
                <a:spcPct val="100000"/>
              </a:lnSpc>
              <a:spcBef>
                <a:spcPts val="0"/>
              </a:spcBef>
              <a:spcAft>
                <a:spcPts val="0"/>
              </a:spcAft>
              <a:buSzPts val="2400"/>
              <a:buFont typeface="Raleway"/>
              <a:buNone/>
              <a:defRPr b="1" sz="2400">
                <a:latin typeface="Raleway"/>
                <a:ea typeface="Raleway"/>
                <a:cs typeface="Raleway"/>
                <a:sym typeface="Raleway"/>
              </a:defRPr>
            </a:lvl6pPr>
            <a:lvl7pPr algn="ctr" lvl="6">
              <a:lnSpc>
                <a:spcPct val="100000"/>
              </a:lnSpc>
              <a:spcBef>
                <a:spcPts val="0"/>
              </a:spcBef>
              <a:spcAft>
                <a:spcPts val="0"/>
              </a:spcAft>
              <a:buSzPts val="2400"/>
              <a:buFont typeface="Raleway"/>
              <a:buNone/>
              <a:defRPr b="1" sz="2400">
                <a:latin typeface="Raleway"/>
                <a:ea typeface="Raleway"/>
                <a:cs typeface="Raleway"/>
                <a:sym typeface="Raleway"/>
              </a:defRPr>
            </a:lvl7pPr>
            <a:lvl8pPr algn="ctr" lvl="7">
              <a:lnSpc>
                <a:spcPct val="100000"/>
              </a:lnSpc>
              <a:spcBef>
                <a:spcPts val="0"/>
              </a:spcBef>
              <a:spcAft>
                <a:spcPts val="0"/>
              </a:spcAft>
              <a:buSzPts val="2400"/>
              <a:buFont typeface="Raleway"/>
              <a:buNone/>
              <a:defRPr b="1" sz="2400">
                <a:latin typeface="Raleway"/>
                <a:ea typeface="Raleway"/>
                <a:cs typeface="Raleway"/>
                <a:sym typeface="Raleway"/>
              </a:defRPr>
            </a:lvl8pPr>
            <a:lvl9pPr algn="ct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48607" name="Google Shape;23;p5"/>
          <p:cNvSpPr txBox="1">
            <a:spLocks noGrp="1"/>
          </p:cNvSpPr>
          <p:nvPr>
            <p:ph type="subTitle" idx="2"/>
          </p:nvPr>
        </p:nvSpPr>
        <p:spPr>
          <a:xfrm>
            <a:off x="1876098" y="3255961"/>
            <a:ext cx="5334000" cy="572700"/>
          </a:xfrm>
          <a:prstGeom prst="rect"/>
        </p:spPr>
        <p:txBody>
          <a:bodyPr anchor="b" anchorCtr="0" bIns="91425" lIns="91425" rIns="91425" spcFirstLastPara="1" tIns="91425" wrap="square">
            <a:noAutofit/>
          </a:bodyPr>
          <a:lstStyle>
            <a:lvl1pPr lvl="0" rtl="0">
              <a:lnSpc>
                <a:spcPct val="100000"/>
              </a:lnSpc>
              <a:spcBef>
                <a:spcPts val="0"/>
              </a:spcBef>
              <a:spcAft>
                <a:spcPts val="0"/>
              </a:spcAft>
              <a:buSzPts val="2400"/>
              <a:buFont typeface="Raleway"/>
              <a:buNone/>
              <a:defRPr sz="1600">
                <a:solidFill>
                  <a:schemeClr val="dk2"/>
                </a:solidFill>
                <a:latin typeface="Zalando Sans Expanded Light"/>
                <a:ea typeface="Zalando Sans Expanded Light"/>
                <a:cs typeface="Zalando Sans Expanded Light"/>
                <a:sym typeface="Zalando Sans Expanded Light"/>
              </a:defRPr>
            </a:lvl1pPr>
            <a:lvl2pPr algn="ctr" lvl="1" rtl="0">
              <a:lnSpc>
                <a:spcPct val="100000"/>
              </a:lnSpc>
              <a:spcBef>
                <a:spcPts val="0"/>
              </a:spcBef>
              <a:spcAft>
                <a:spcPts val="0"/>
              </a:spcAft>
              <a:buSzPts val="2400"/>
              <a:buFont typeface="Raleway"/>
              <a:buNone/>
              <a:defRPr b="1" sz="2400">
                <a:latin typeface="Raleway"/>
                <a:ea typeface="Raleway"/>
                <a:cs typeface="Raleway"/>
                <a:sym typeface="Raleway"/>
              </a:defRPr>
            </a:lvl2pPr>
            <a:lvl3pPr algn="ctr" lvl="2" rtl="0">
              <a:lnSpc>
                <a:spcPct val="100000"/>
              </a:lnSpc>
              <a:spcBef>
                <a:spcPts val="0"/>
              </a:spcBef>
              <a:spcAft>
                <a:spcPts val="0"/>
              </a:spcAft>
              <a:buSzPts val="2400"/>
              <a:buFont typeface="Raleway"/>
              <a:buNone/>
              <a:defRPr b="1" sz="2400">
                <a:latin typeface="Raleway"/>
                <a:ea typeface="Raleway"/>
                <a:cs typeface="Raleway"/>
                <a:sym typeface="Raleway"/>
              </a:defRPr>
            </a:lvl3pPr>
            <a:lvl4pPr algn="ctr" lvl="3" rtl="0">
              <a:lnSpc>
                <a:spcPct val="100000"/>
              </a:lnSpc>
              <a:spcBef>
                <a:spcPts val="0"/>
              </a:spcBef>
              <a:spcAft>
                <a:spcPts val="0"/>
              </a:spcAft>
              <a:buSzPts val="2400"/>
              <a:buFont typeface="Raleway"/>
              <a:buNone/>
              <a:defRPr b="1" sz="2400">
                <a:latin typeface="Raleway"/>
                <a:ea typeface="Raleway"/>
                <a:cs typeface="Raleway"/>
                <a:sym typeface="Raleway"/>
              </a:defRPr>
            </a:lvl4pPr>
            <a:lvl5pPr algn="ctr" lvl="4" rtl="0">
              <a:lnSpc>
                <a:spcPct val="100000"/>
              </a:lnSpc>
              <a:spcBef>
                <a:spcPts val="0"/>
              </a:spcBef>
              <a:spcAft>
                <a:spcPts val="0"/>
              </a:spcAft>
              <a:buSzPts val="2400"/>
              <a:buFont typeface="Raleway"/>
              <a:buNone/>
              <a:defRPr b="1" sz="2400">
                <a:latin typeface="Raleway"/>
                <a:ea typeface="Raleway"/>
                <a:cs typeface="Raleway"/>
                <a:sym typeface="Raleway"/>
              </a:defRPr>
            </a:lvl5pPr>
            <a:lvl6pPr algn="ctr" lvl="5" rtl="0">
              <a:lnSpc>
                <a:spcPct val="100000"/>
              </a:lnSpc>
              <a:spcBef>
                <a:spcPts val="0"/>
              </a:spcBef>
              <a:spcAft>
                <a:spcPts val="0"/>
              </a:spcAft>
              <a:buSzPts val="2400"/>
              <a:buFont typeface="Raleway"/>
              <a:buNone/>
              <a:defRPr b="1" sz="2400">
                <a:latin typeface="Raleway"/>
                <a:ea typeface="Raleway"/>
                <a:cs typeface="Raleway"/>
                <a:sym typeface="Raleway"/>
              </a:defRPr>
            </a:lvl6pPr>
            <a:lvl7pPr algn="ctr" lvl="6" rtl="0">
              <a:lnSpc>
                <a:spcPct val="100000"/>
              </a:lnSpc>
              <a:spcBef>
                <a:spcPts val="0"/>
              </a:spcBef>
              <a:spcAft>
                <a:spcPts val="0"/>
              </a:spcAft>
              <a:buSzPts val="2400"/>
              <a:buFont typeface="Raleway"/>
              <a:buNone/>
              <a:defRPr b="1" sz="2400">
                <a:latin typeface="Raleway"/>
                <a:ea typeface="Raleway"/>
                <a:cs typeface="Raleway"/>
                <a:sym typeface="Raleway"/>
              </a:defRPr>
            </a:lvl7pPr>
            <a:lvl8pPr algn="ctr" lvl="7" rtl="0">
              <a:lnSpc>
                <a:spcPct val="100000"/>
              </a:lnSpc>
              <a:spcBef>
                <a:spcPts val="0"/>
              </a:spcBef>
              <a:spcAft>
                <a:spcPts val="0"/>
              </a:spcAft>
              <a:buSzPts val="2400"/>
              <a:buFont typeface="Raleway"/>
              <a:buNone/>
              <a:defRPr b="1" sz="2400">
                <a:latin typeface="Raleway"/>
                <a:ea typeface="Raleway"/>
                <a:cs typeface="Raleway"/>
                <a:sym typeface="Raleway"/>
              </a:defRPr>
            </a:lvl8pPr>
            <a:lvl9pPr algn="ct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48608" name="Google Shape;24;p5"/>
          <p:cNvSpPr txBox="1">
            <a:spLocks noGrp="1"/>
          </p:cNvSpPr>
          <p:nvPr>
            <p:ph type="subTitle" idx="3"/>
          </p:nvPr>
        </p:nvSpPr>
        <p:spPr>
          <a:xfrm>
            <a:off x="1876098" y="1937356"/>
            <a:ext cx="5334000" cy="8097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400"/>
              <a:buNone/>
              <a:defRPr sz="1200"/>
            </a:lvl1pPr>
            <a:lvl2pPr algn="ctr" lvl="1" rtl="0">
              <a:lnSpc>
                <a:spcPct val="100000"/>
              </a:lnSpc>
              <a:spcBef>
                <a:spcPts val="0"/>
              </a:spcBef>
              <a:spcAft>
                <a:spcPts val="0"/>
              </a:spcAft>
              <a:buSzPts val="1400"/>
              <a:buNone/>
            </a:lvl2pPr>
            <a:lvl3pPr algn="ctr" lvl="2" rtl="0">
              <a:lnSpc>
                <a:spcPct val="100000"/>
              </a:lnSpc>
              <a:spcBef>
                <a:spcPts val="0"/>
              </a:spcBef>
              <a:spcAft>
                <a:spcPts val="0"/>
              </a:spcAft>
              <a:buSzPts val="1400"/>
              <a:buNone/>
            </a:lvl3pPr>
            <a:lvl4pPr algn="ctr" lvl="3" rtl="0">
              <a:lnSpc>
                <a:spcPct val="100000"/>
              </a:lnSpc>
              <a:spcBef>
                <a:spcPts val="0"/>
              </a:spcBef>
              <a:spcAft>
                <a:spcPts val="0"/>
              </a:spcAft>
              <a:buSzPts val="1400"/>
              <a:buNone/>
            </a:lvl4pPr>
            <a:lvl5pPr algn="ctr" lvl="4" rtl="0">
              <a:lnSpc>
                <a:spcPct val="100000"/>
              </a:lnSpc>
              <a:spcBef>
                <a:spcPts val="0"/>
              </a:spcBef>
              <a:spcAft>
                <a:spcPts val="0"/>
              </a:spcAft>
              <a:buSzPts val="1400"/>
              <a:buNone/>
            </a:lvl5pPr>
            <a:lvl6pPr algn="ctr" lvl="5" rtl="0">
              <a:lnSpc>
                <a:spcPct val="100000"/>
              </a:lnSpc>
              <a:spcBef>
                <a:spcPts val="0"/>
              </a:spcBef>
              <a:spcAft>
                <a:spcPts val="0"/>
              </a:spcAft>
              <a:buSzPts val="1400"/>
              <a:buNone/>
            </a:lvl6pPr>
            <a:lvl7pPr algn="ctr" lvl="6" rtl="0">
              <a:lnSpc>
                <a:spcPct val="100000"/>
              </a:lnSpc>
              <a:spcBef>
                <a:spcPts val="0"/>
              </a:spcBef>
              <a:spcAft>
                <a:spcPts val="0"/>
              </a:spcAft>
              <a:buSzPts val="1400"/>
              <a:buNone/>
            </a:lvl7pPr>
            <a:lvl8pPr algn="ctr" lvl="7" rtl="0">
              <a:lnSpc>
                <a:spcPct val="100000"/>
              </a:lnSpc>
              <a:spcBef>
                <a:spcPts val="0"/>
              </a:spcBef>
              <a:spcAft>
                <a:spcPts val="0"/>
              </a:spcAft>
              <a:buSzPts val="1400"/>
              <a:buNone/>
            </a:lvl8pPr>
            <a:lvl9pPr algn="ctr" lvl="8" rtl="0">
              <a:lnSpc>
                <a:spcPct val="100000"/>
              </a:lnSpc>
              <a:spcBef>
                <a:spcPts val="0"/>
              </a:spcBef>
              <a:spcAft>
                <a:spcPts val="0"/>
              </a:spcAft>
              <a:buSzPts val="1400"/>
              <a:buNone/>
            </a:lvl9pPr>
          </a:lstStyle>
          <a:p/>
        </p:txBody>
      </p:sp>
      <p:sp>
        <p:nvSpPr>
          <p:cNvPr id="1048609" name="Google Shape;25;p5"/>
          <p:cNvSpPr txBox="1">
            <a:spLocks noGrp="1"/>
          </p:cNvSpPr>
          <p:nvPr>
            <p:ph type="subTitle" idx="4"/>
          </p:nvPr>
        </p:nvSpPr>
        <p:spPr>
          <a:xfrm>
            <a:off x="1876098" y="3747933"/>
            <a:ext cx="5334000" cy="8097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400"/>
              <a:buNone/>
              <a:defRPr sz="1200"/>
            </a:lvl1pPr>
            <a:lvl2pPr algn="ctr" lvl="1" rtl="0">
              <a:lnSpc>
                <a:spcPct val="100000"/>
              </a:lnSpc>
              <a:spcBef>
                <a:spcPts val="0"/>
              </a:spcBef>
              <a:spcAft>
                <a:spcPts val="0"/>
              </a:spcAft>
              <a:buSzPts val="1400"/>
              <a:buNone/>
            </a:lvl2pPr>
            <a:lvl3pPr algn="ctr" lvl="2" rtl="0">
              <a:lnSpc>
                <a:spcPct val="100000"/>
              </a:lnSpc>
              <a:spcBef>
                <a:spcPts val="0"/>
              </a:spcBef>
              <a:spcAft>
                <a:spcPts val="0"/>
              </a:spcAft>
              <a:buSzPts val="1400"/>
              <a:buNone/>
            </a:lvl3pPr>
            <a:lvl4pPr algn="ctr" lvl="3" rtl="0">
              <a:lnSpc>
                <a:spcPct val="100000"/>
              </a:lnSpc>
              <a:spcBef>
                <a:spcPts val="0"/>
              </a:spcBef>
              <a:spcAft>
                <a:spcPts val="0"/>
              </a:spcAft>
              <a:buSzPts val="1400"/>
              <a:buNone/>
            </a:lvl4pPr>
            <a:lvl5pPr algn="ctr" lvl="4" rtl="0">
              <a:lnSpc>
                <a:spcPct val="100000"/>
              </a:lnSpc>
              <a:spcBef>
                <a:spcPts val="0"/>
              </a:spcBef>
              <a:spcAft>
                <a:spcPts val="0"/>
              </a:spcAft>
              <a:buSzPts val="1400"/>
              <a:buNone/>
            </a:lvl5pPr>
            <a:lvl6pPr algn="ctr" lvl="5" rtl="0">
              <a:lnSpc>
                <a:spcPct val="100000"/>
              </a:lnSpc>
              <a:spcBef>
                <a:spcPts val="0"/>
              </a:spcBef>
              <a:spcAft>
                <a:spcPts val="0"/>
              </a:spcAft>
              <a:buSzPts val="1400"/>
              <a:buNone/>
            </a:lvl6pPr>
            <a:lvl7pPr algn="ctr" lvl="6" rtl="0">
              <a:lnSpc>
                <a:spcPct val="100000"/>
              </a:lnSpc>
              <a:spcBef>
                <a:spcPts val="0"/>
              </a:spcBef>
              <a:spcAft>
                <a:spcPts val="0"/>
              </a:spcAft>
              <a:buSzPts val="1400"/>
              <a:buNone/>
            </a:lvl7pPr>
            <a:lvl8pPr algn="ctr" lvl="7" rtl="0">
              <a:lnSpc>
                <a:spcPct val="100000"/>
              </a:lnSpc>
              <a:spcBef>
                <a:spcPts val="0"/>
              </a:spcBef>
              <a:spcAft>
                <a:spcPts val="0"/>
              </a:spcAft>
              <a:buSzPts val="1400"/>
              <a:buNone/>
            </a:lvl8pPr>
            <a:lvl9pPr algn="ctr" lvl="8" rtl="0">
              <a:lnSpc>
                <a:spcPct val="100000"/>
              </a:lnSpc>
              <a:spcBef>
                <a:spcPts val="0"/>
              </a:spcBef>
              <a:spcAft>
                <a:spcPts val="0"/>
              </a:spcAft>
              <a:buSzPts val="1400"/>
              <a:buNone/>
            </a:lvl9pPr>
          </a:lstStyle>
          <a:p/>
        </p:txBody>
      </p:sp>
      <p:sp>
        <p:nvSpPr>
          <p:cNvPr id="1048610" name="Google Shape;26;p5"/>
          <p:cNvSpPr txBox="1">
            <a:spLocks noGrp="1"/>
          </p:cNvSpPr>
          <p:nvPr>
            <p:ph type="title"/>
          </p:nvPr>
        </p:nvSpPr>
        <p:spPr>
          <a:xfrm>
            <a:off x="6939000" y="295014"/>
            <a:ext cx="1976400" cy="745800"/>
          </a:xfrm>
          <a:prstGeom prst="rect"/>
          <a:ln>
            <a:noFill/>
          </a:ln>
        </p:spPr>
        <p:txBody>
          <a:bodyPr anchor="t" anchorCtr="0" bIns="91425" lIns="91425" rIns="91425" spcFirstLastPara="1" tIns="91425" wrap="square">
            <a:noAutofit/>
          </a:bodyPr>
          <a:lstStyle>
            <a:lvl1pPr algn="r" lvl="0" rtl="0">
              <a:spcBef>
                <a:spcPts val="0"/>
              </a:spcBef>
              <a:spcAft>
                <a:spcPts val="0"/>
              </a:spcAft>
              <a:buSzPts val="2600"/>
              <a:buNone/>
              <a:defRPr sz="2600"/>
            </a:lvl1pPr>
            <a:lvl2pPr lvl="1" rtl="0">
              <a:spcBef>
                <a:spcPts val="0"/>
              </a:spcBef>
              <a:spcAft>
                <a:spcPts val="0"/>
              </a:spcAft>
              <a:buSzPts val="2600"/>
              <a:buNone/>
            </a:lvl2pPr>
            <a:lvl3pPr lvl="2" rtl="0">
              <a:spcBef>
                <a:spcPts val="0"/>
              </a:spcBef>
              <a:spcAft>
                <a:spcPts val="0"/>
              </a:spcAft>
              <a:buSzPts val="2600"/>
              <a:buNone/>
            </a:lvl3pPr>
            <a:lvl4pPr lvl="3" rtl="0">
              <a:spcBef>
                <a:spcPts val="0"/>
              </a:spcBef>
              <a:spcAft>
                <a:spcPts val="0"/>
              </a:spcAft>
              <a:buSzPts val="2600"/>
              <a:buNone/>
            </a:lvl4pPr>
            <a:lvl5pPr lvl="4" rtl="0">
              <a:spcBef>
                <a:spcPts val="0"/>
              </a:spcBef>
              <a:spcAft>
                <a:spcPts val="0"/>
              </a:spcAft>
              <a:buSzPts val="2600"/>
              <a:buNone/>
            </a:lvl5pPr>
            <a:lvl6pPr lvl="5" rtl="0">
              <a:spcBef>
                <a:spcPts val="0"/>
              </a:spcBef>
              <a:spcAft>
                <a:spcPts val="0"/>
              </a:spcAft>
              <a:buSzPts val="2600"/>
              <a:buNone/>
            </a:lvl6pPr>
            <a:lvl7pPr lvl="6" rtl="0">
              <a:spcBef>
                <a:spcPts val="0"/>
              </a:spcBef>
              <a:spcAft>
                <a:spcPts val="0"/>
              </a:spcAft>
              <a:buSzPts val="2600"/>
              <a:buNone/>
            </a:lvl7pPr>
            <a:lvl8pPr lvl="7" rtl="0">
              <a:spcBef>
                <a:spcPts val="0"/>
              </a:spcBef>
              <a:spcAft>
                <a:spcPts val="0"/>
              </a:spcAft>
              <a:buSzPts val="2600"/>
              <a:buNone/>
            </a:lvl8pPr>
            <a:lvl9pPr lvl="8" rtl="0">
              <a:spcBef>
                <a:spcPts val="0"/>
              </a:spcBef>
              <a:spcAft>
                <a:spcPts val="0"/>
              </a:spcAft>
              <a:buSzPts val="2600"/>
              <a:buNone/>
            </a:lvl9pPr>
          </a:lstStyle>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35" name="Shape 30"/>
        <p:cNvGrpSpPr/>
        <p:nvPr/>
      </p:nvGrpSpPr>
      <p:grpSpPr>
        <a:xfrm>
          <a:off x="0" y="0"/>
          <a:ext cx="0" cy="0"/>
          <a:chOff x="0" y="0"/>
          <a:chExt cx="0" cy="0"/>
        </a:xfrm>
      </p:grpSpPr>
      <p:sp>
        <p:nvSpPr>
          <p:cNvPr id="1048717" name="Google Shape;31;p7"/>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718" name="Google Shape;32;p7"/>
          <p:cNvSpPr txBox="1">
            <a:spLocks noGrp="1"/>
          </p:cNvSpPr>
          <p:nvPr>
            <p:ph type="title"/>
          </p:nvPr>
        </p:nvSpPr>
        <p:spPr>
          <a:xfrm>
            <a:off x="228600" y="228600"/>
            <a:ext cx="3998400" cy="1445700"/>
          </a:xfrm>
          <a:prstGeom prst="rect"/>
          <a:ln>
            <a:noFill/>
          </a:ln>
        </p:spPr>
        <p:txBody>
          <a:bodyPr anchor="t" anchorCtr="0" bIns="91425" lIns="91425" rIns="91425" spcFirstLastPara="1" tIns="91425" wrap="square">
            <a:noAutofit/>
          </a:bodyPr>
          <a:lstStyle>
            <a:lvl1pPr lvl="0" rtl="0">
              <a:spcBef>
                <a:spcPts val="0"/>
              </a:spcBef>
              <a:spcAft>
                <a:spcPts val="0"/>
              </a:spcAft>
              <a:buSzPts val="2600"/>
              <a:buNone/>
              <a:defRPr sz="2600"/>
            </a:lvl1pPr>
            <a:lvl2pPr lvl="1" rtl="0">
              <a:spcBef>
                <a:spcPts val="0"/>
              </a:spcBef>
              <a:spcAft>
                <a:spcPts val="0"/>
              </a:spcAft>
              <a:buSzPts val="2600"/>
              <a:buNone/>
            </a:lvl2pPr>
            <a:lvl3pPr lvl="2" rtl="0">
              <a:spcBef>
                <a:spcPts val="0"/>
              </a:spcBef>
              <a:spcAft>
                <a:spcPts val="0"/>
              </a:spcAft>
              <a:buSzPts val="2600"/>
              <a:buNone/>
            </a:lvl3pPr>
            <a:lvl4pPr lvl="3" rtl="0">
              <a:spcBef>
                <a:spcPts val="0"/>
              </a:spcBef>
              <a:spcAft>
                <a:spcPts val="0"/>
              </a:spcAft>
              <a:buSzPts val="2600"/>
              <a:buNone/>
            </a:lvl4pPr>
            <a:lvl5pPr lvl="4" rtl="0">
              <a:spcBef>
                <a:spcPts val="0"/>
              </a:spcBef>
              <a:spcAft>
                <a:spcPts val="0"/>
              </a:spcAft>
              <a:buSzPts val="2600"/>
              <a:buNone/>
            </a:lvl5pPr>
            <a:lvl6pPr lvl="5" rtl="0">
              <a:spcBef>
                <a:spcPts val="0"/>
              </a:spcBef>
              <a:spcAft>
                <a:spcPts val="0"/>
              </a:spcAft>
              <a:buSzPts val="2600"/>
              <a:buNone/>
            </a:lvl6pPr>
            <a:lvl7pPr lvl="6" rtl="0">
              <a:spcBef>
                <a:spcPts val="0"/>
              </a:spcBef>
              <a:spcAft>
                <a:spcPts val="0"/>
              </a:spcAft>
              <a:buSzPts val="2600"/>
              <a:buNone/>
            </a:lvl7pPr>
            <a:lvl8pPr lvl="7" rtl="0">
              <a:spcBef>
                <a:spcPts val="0"/>
              </a:spcBef>
              <a:spcAft>
                <a:spcPts val="0"/>
              </a:spcAft>
              <a:buSzPts val="2600"/>
              <a:buNone/>
            </a:lvl8pPr>
            <a:lvl9pPr lvl="8" rtl="0">
              <a:spcBef>
                <a:spcPts val="0"/>
              </a:spcBef>
              <a:spcAft>
                <a:spcPts val="0"/>
              </a:spcAft>
              <a:buSzPts val="2600"/>
              <a:buNone/>
            </a:lvl9pPr>
          </a:lstStyle>
          <a:p/>
        </p:txBody>
      </p:sp>
      <p:sp>
        <p:nvSpPr>
          <p:cNvPr id="1048719" name="Google Shape;33;p7"/>
          <p:cNvSpPr txBox="1">
            <a:spLocks noGrp="1"/>
          </p:cNvSpPr>
          <p:nvPr>
            <p:ph type="body" idx="1"/>
          </p:nvPr>
        </p:nvSpPr>
        <p:spPr>
          <a:xfrm>
            <a:off x="1609625" y="2066125"/>
            <a:ext cx="3824100" cy="2532600"/>
          </a:xfrm>
          <a:prstGeom prst="rect"/>
        </p:spPr>
        <p:txBody>
          <a:bodyPr anchor="t" anchorCtr="0" bIns="91425" lIns="91425" rIns="91425" spcFirstLastPara="1" tIns="91425" wrap="square">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lvl2pPr>
            <a:lvl3pPr indent="-317500" lvl="2" marL="1371600" rtl="0">
              <a:lnSpc>
                <a:spcPct val="115000"/>
              </a:lnSpc>
              <a:spcBef>
                <a:spcPts val="0"/>
              </a:spcBef>
              <a:spcAft>
                <a:spcPts val="0"/>
              </a:spcAft>
              <a:buSzPts val="1400"/>
              <a:buChar char="■"/>
            </a:lvl3pPr>
            <a:lvl4pPr indent="-317500" lvl="3" marL="1828800" rtl="0">
              <a:lnSpc>
                <a:spcPct val="115000"/>
              </a:lnSpc>
              <a:spcBef>
                <a:spcPts val="0"/>
              </a:spcBef>
              <a:spcAft>
                <a:spcPts val="0"/>
              </a:spcAft>
              <a:buSzPts val="1400"/>
              <a:buChar char="●"/>
            </a:lvl4pPr>
            <a:lvl5pPr indent="-317500" lvl="4" marL="2286000" rtl="0">
              <a:lnSpc>
                <a:spcPct val="115000"/>
              </a:lnSpc>
              <a:spcBef>
                <a:spcPts val="0"/>
              </a:spcBef>
              <a:spcAft>
                <a:spcPts val="0"/>
              </a:spcAft>
              <a:buSzPts val="1400"/>
              <a:buChar char="○"/>
            </a:lvl5pPr>
            <a:lvl6pPr indent="-317500" lvl="5" marL="2743200" rtl="0">
              <a:lnSpc>
                <a:spcPct val="115000"/>
              </a:lnSpc>
              <a:spcBef>
                <a:spcPts val="0"/>
              </a:spcBef>
              <a:spcAft>
                <a:spcPts val="0"/>
              </a:spcAft>
              <a:buSzPts val="1400"/>
              <a:buChar char="■"/>
            </a:lvl6pPr>
            <a:lvl7pPr indent="-317500" lvl="6" marL="3200400" rtl="0">
              <a:lnSpc>
                <a:spcPct val="115000"/>
              </a:lnSpc>
              <a:spcBef>
                <a:spcPts val="0"/>
              </a:spcBef>
              <a:spcAft>
                <a:spcPts val="0"/>
              </a:spcAft>
              <a:buSzPts val="1400"/>
              <a:buChar char="●"/>
            </a:lvl7pPr>
            <a:lvl8pPr indent="-317500" lvl="7" marL="3657600" rtl="0">
              <a:lnSpc>
                <a:spcPct val="115000"/>
              </a:lnSpc>
              <a:spcBef>
                <a:spcPts val="0"/>
              </a:spcBef>
              <a:spcAft>
                <a:spcPts val="0"/>
              </a:spcAft>
              <a:buSzPts val="1400"/>
              <a:buChar char="○"/>
            </a:lvl8pPr>
            <a:lvl9pPr indent="-317500" lvl="8" marL="4114800" rtl="0">
              <a:lnSpc>
                <a:spcPct val="115000"/>
              </a:lnSpc>
              <a:spcBef>
                <a:spcPts val="0"/>
              </a:spcBef>
              <a:spcAft>
                <a:spcPts val="0"/>
              </a:spcAft>
              <a:buSzPts val="1400"/>
              <a:buChar char="■"/>
            </a:lvl9pPr>
          </a:lstStyle>
          <a:p/>
        </p:txBody>
      </p:sp>
      <p:sp>
        <p:nvSpPr>
          <p:cNvPr id="1048720" name="Google Shape;34;p7"/>
          <p:cNvSpPr>
            <a:spLocks noGrp="1"/>
          </p:cNvSpPr>
          <p:nvPr>
            <p:ph type="pic" idx="2"/>
          </p:nvPr>
        </p:nvSpPr>
        <p:spPr>
          <a:xfrm>
            <a:off x="5715849" y="0"/>
            <a:ext cx="3428100" cy="5143500"/>
          </a:xfrm>
          <a:prstGeom prst="rect"/>
          <a:noFill/>
          <a:ln>
            <a:noFill/>
          </a:ln>
        </p:spPr>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32" name="Shape 35"/>
        <p:cNvGrpSpPr/>
        <p:nvPr/>
      </p:nvGrpSpPr>
      <p:grpSpPr>
        <a:xfrm>
          <a:off x="0" y="0"/>
          <a:ext cx="0" cy="0"/>
          <a:chOff x="0" y="0"/>
          <a:chExt cx="0" cy="0"/>
        </a:xfrm>
      </p:grpSpPr>
      <p:sp>
        <p:nvSpPr>
          <p:cNvPr id="1048709" name="Google Shape;36;p8"/>
          <p:cNvSpPr/>
          <p:nvPr/>
        </p:nvSpPr>
        <p:spPr>
          <a:xfrm>
            <a:off x="0" y="0"/>
            <a:ext cx="9144000" cy="5159700"/>
          </a:xfrm>
          <a:prstGeom prst="rect"/>
          <a:solidFill>
            <a:schemeClr val="accent3"/>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710" name="Google Shape;37;p8"/>
          <p:cNvSpPr txBox="1">
            <a:spLocks noGrp="1"/>
          </p:cNvSpPr>
          <p:nvPr>
            <p:ph type="title"/>
          </p:nvPr>
        </p:nvSpPr>
        <p:spPr>
          <a:xfrm>
            <a:off x="1388100" y="1307100"/>
            <a:ext cx="6367800" cy="2529300"/>
          </a:xfrm>
          <a:prstGeom prst="rect"/>
          <a:ln>
            <a:noFill/>
          </a:ln>
        </p:spPr>
        <p:txBody>
          <a:bodyPr anchor="ctr" anchorCtr="0" bIns="91425" lIns="91425" rIns="91425" spcFirstLastPara="1" tIns="91425" wrap="square">
            <a:noAutofit/>
          </a:bodyPr>
          <a:lstStyle>
            <a:lvl1pPr algn="ctr" lvl="0">
              <a:spcBef>
                <a:spcPts val="0"/>
              </a:spcBef>
              <a:spcAft>
                <a:spcPts val="0"/>
              </a:spcAft>
              <a:buSzPts val="6000"/>
              <a:buNone/>
              <a:defRPr sz="6000"/>
            </a:lvl1pPr>
            <a:lvl2pPr algn="ctr" lvl="1">
              <a:spcBef>
                <a:spcPts val="0"/>
              </a:spcBef>
              <a:spcAft>
                <a:spcPts val="0"/>
              </a:spcAft>
              <a:buSzPts val="6000"/>
              <a:buNone/>
              <a:defRPr sz="6000"/>
            </a:lvl2pPr>
            <a:lvl3pPr algn="ctr" lvl="2">
              <a:spcBef>
                <a:spcPts val="0"/>
              </a:spcBef>
              <a:spcAft>
                <a:spcPts val="0"/>
              </a:spcAft>
              <a:buSzPts val="6000"/>
              <a:buNone/>
              <a:defRPr sz="6000"/>
            </a:lvl3pPr>
            <a:lvl4pPr algn="ctr" lvl="3">
              <a:spcBef>
                <a:spcPts val="0"/>
              </a:spcBef>
              <a:spcAft>
                <a:spcPts val="0"/>
              </a:spcAft>
              <a:buSzPts val="6000"/>
              <a:buNone/>
              <a:defRPr sz="6000"/>
            </a:lvl4pPr>
            <a:lvl5pPr algn="ctr" lvl="4">
              <a:spcBef>
                <a:spcPts val="0"/>
              </a:spcBef>
              <a:spcAft>
                <a:spcPts val="0"/>
              </a:spcAft>
              <a:buSzPts val="6000"/>
              <a:buNone/>
              <a:defRPr sz="6000"/>
            </a:lvl5pPr>
            <a:lvl6pPr algn="ctr" lvl="5">
              <a:spcBef>
                <a:spcPts val="0"/>
              </a:spcBef>
              <a:spcAft>
                <a:spcPts val="0"/>
              </a:spcAft>
              <a:buSzPts val="6000"/>
              <a:buNone/>
              <a:defRPr sz="6000"/>
            </a:lvl6pPr>
            <a:lvl7pPr algn="ctr" lvl="6">
              <a:spcBef>
                <a:spcPts val="0"/>
              </a:spcBef>
              <a:spcAft>
                <a:spcPts val="0"/>
              </a:spcAft>
              <a:buSzPts val="6000"/>
              <a:buNone/>
              <a:defRPr sz="6000"/>
            </a:lvl7pPr>
            <a:lvl8pPr algn="ctr" lvl="7">
              <a:spcBef>
                <a:spcPts val="0"/>
              </a:spcBef>
              <a:spcAft>
                <a:spcPts val="0"/>
              </a:spcAft>
              <a:buSzPts val="6000"/>
              <a:buNone/>
              <a:defRPr sz="6000"/>
            </a:lvl8pPr>
            <a:lvl9pPr algn="ctr" lvl="8">
              <a:spcBef>
                <a:spcPts val="0"/>
              </a:spcBef>
              <a:spcAft>
                <a:spcPts val="0"/>
              </a:spcAft>
              <a:buSzPts val="6000"/>
              <a:buNone/>
              <a:defRPr sz="6000"/>
            </a:lvl9pPr>
          </a:lstStyle>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8" name="Shape 38"/>
        <p:cNvGrpSpPr/>
        <p:nvPr/>
      </p:nvGrpSpPr>
      <p:grpSpPr>
        <a:xfrm>
          <a:off x="0" y="0"/>
          <a:ext cx="0" cy="0"/>
          <a:chOff x="0" y="0"/>
          <a:chExt cx="0" cy="0"/>
        </a:xfrm>
      </p:grpSpPr>
      <p:sp>
        <p:nvSpPr>
          <p:cNvPr id="1048615" name="Google Shape;39;p9"/>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616" name="Google Shape;40;p9"/>
          <p:cNvSpPr txBox="1">
            <a:spLocks noGrp="1"/>
          </p:cNvSpPr>
          <p:nvPr>
            <p:ph type="subTitle" idx="1"/>
          </p:nvPr>
        </p:nvSpPr>
        <p:spPr>
          <a:xfrm>
            <a:off x="720064" y="1580125"/>
            <a:ext cx="3597000" cy="23898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400"/>
              <a:buNone/>
            </a:lvl1pPr>
            <a:lvl2pPr lvl="1" rtl="0">
              <a:lnSpc>
                <a:spcPct val="100000"/>
              </a:lnSpc>
              <a:spcBef>
                <a:spcPts val="0"/>
              </a:spcBef>
              <a:spcAft>
                <a:spcPts val="0"/>
              </a:spcAft>
              <a:buSzPts val="1400"/>
              <a:buNone/>
            </a:lvl2pPr>
            <a:lvl3pPr lvl="2" rtl="0">
              <a:lnSpc>
                <a:spcPct val="100000"/>
              </a:lnSpc>
              <a:spcBef>
                <a:spcPts val="0"/>
              </a:spcBef>
              <a:spcAft>
                <a:spcPts val="0"/>
              </a:spcAft>
              <a:buSzPts val="1400"/>
              <a:buNone/>
            </a:lvl3pPr>
            <a:lvl4pPr lvl="3" rtl="0">
              <a:lnSpc>
                <a:spcPct val="100000"/>
              </a:lnSpc>
              <a:spcBef>
                <a:spcPts val="0"/>
              </a:spcBef>
              <a:spcAft>
                <a:spcPts val="0"/>
              </a:spcAft>
              <a:buSzPts val="1400"/>
              <a:buNone/>
            </a:lvl4pPr>
            <a:lvl5pPr lvl="4" rtl="0">
              <a:lnSpc>
                <a:spcPct val="100000"/>
              </a:lnSpc>
              <a:spcBef>
                <a:spcPts val="0"/>
              </a:spcBef>
              <a:spcAft>
                <a:spcPts val="0"/>
              </a:spcAft>
              <a:buSzPts val="1400"/>
              <a:buNone/>
            </a:lvl5pPr>
            <a:lvl6pPr lvl="5" rtl="0">
              <a:lnSpc>
                <a:spcPct val="100000"/>
              </a:lnSpc>
              <a:spcBef>
                <a:spcPts val="0"/>
              </a:spcBef>
              <a:spcAft>
                <a:spcPts val="0"/>
              </a:spcAft>
              <a:buSzPts val="1400"/>
              <a:buNone/>
            </a:lvl6pPr>
            <a:lvl7pPr lvl="6" rtl="0">
              <a:lnSpc>
                <a:spcPct val="100000"/>
              </a:lnSpc>
              <a:spcBef>
                <a:spcPts val="0"/>
              </a:spcBef>
              <a:spcAft>
                <a:spcPts val="0"/>
              </a:spcAft>
              <a:buSzPts val="1400"/>
              <a:buNone/>
            </a:lvl7pPr>
            <a:lvl8pPr lvl="7" rtl="0">
              <a:lnSpc>
                <a:spcPct val="100000"/>
              </a:lnSpc>
              <a:spcBef>
                <a:spcPts val="0"/>
              </a:spcBef>
              <a:spcAft>
                <a:spcPts val="0"/>
              </a:spcAft>
              <a:buSzPts val="1400"/>
              <a:buNone/>
            </a:lvl8pPr>
            <a:lvl9pPr lvl="8" rtl="0">
              <a:lnSpc>
                <a:spcPct val="100000"/>
              </a:lnSpc>
              <a:spcBef>
                <a:spcPts val="0"/>
              </a:spcBef>
              <a:spcAft>
                <a:spcPts val="0"/>
              </a:spcAft>
              <a:buSzPts val="1400"/>
              <a:buNone/>
            </a:lvl9pPr>
          </a:lstStyle>
          <a:p/>
        </p:txBody>
      </p:sp>
      <p:sp>
        <p:nvSpPr>
          <p:cNvPr id="1048617" name="Google Shape;41;p9"/>
          <p:cNvSpPr txBox="1">
            <a:spLocks noGrp="1"/>
          </p:cNvSpPr>
          <p:nvPr>
            <p:ph type="title"/>
          </p:nvPr>
        </p:nvSpPr>
        <p:spPr>
          <a:xfrm>
            <a:off x="720000" y="445025"/>
            <a:ext cx="7704000" cy="572700"/>
          </a:xfrm>
          <a:prstGeom prst="rect"/>
          <a:ln>
            <a:noFill/>
          </a:ln>
        </p:spPr>
        <p:txBody>
          <a:bodyPr anchor="t" anchorCtr="0" bIns="91425" lIns="91425" rIns="91425" spcFirstLastPara="1" tIns="91425" wrap="square">
            <a:noAutofit/>
          </a:bodyPr>
          <a:lstStyle>
            <a:lvl1pPr algn="ctr" lvl="0" rtl="0">
              <a:spcBef>
                <a:spcPts val="0"/>
              </a:spcBef>
              <a:spcAft>
                <a:spcPts val="0"/>
              </a:spcAft>
              <a:buSzPts val="2600"/>
              <a:buNone/>
              <a:defRPr sz="2600"/>
            </a:lvl1pPr>
            <a:lvl2pPr lvl="1" rtl="0">
              <a:spcBef>
                <a:spcPts val="0"/>
              </a:spcBef>
              <a:spcAft>
                <a:spcPts val="0"/>
              </a:spcAft>
              <a:buSzPts val="2600"/>
              <a:buNone/>
            </a:lvl2pPr>
            <a:lvl3pPr lvl="2" rtl="0">
              <a:spcBef>
                <a:spcPts val="0"/>
              </a:spcBef>
              <a:spcAft>
                <a:spcPts val="0"/>
              </a:spcAft>
              <a:buSzPts val="2600"/>
              <a:buNone/>
            </a:lvl3pPr>
            <a:lvl4pPr lvl="3" rtl="0">
              <a:spcBef>
                <a:spcPts val="0"/>
              </a:spcBef>
              <a:spcAft>
                <a:spcPts val="0"/>
              </a:spcAft>
              <a:buSzPts val="2600"/>
              <a:buNone/>
            </a:lvl4pPr>
            <a:lvl5pPr lvl="4" rtl="0">
              <a:spcBef>
                <a:spcPts val="0"/>
              </a:spcBef>
              <a:spcAft>
                <a:spcPts val="0"/>
              </a:spcAft>
              <a:buSzPts val="2600"/>
              <a:buNone/>
            </a:lvl5pPr>
            <a:lvl6pPr lvl="5" rtl="0">
              <a:spcBef>
                <a:spcPts val="0"/>
              </a:spcBef>
              <a:spcAft>
                <a:spcPts val="0"/>
              </a:spcAft>
              <a:buSzPts val="2600"/>
              <a:buNone/>
            </a:lvl6pPr>
            <a:lvl7pPr lvl="6" rtl="0">
              <a:spcBef>
                <a:spcPts val="0"/>
              </a:spcBef>
              <a:spcAft>
                <a:spcPts val="0"/>
              </a:spcAft>
              <a:buSzPts val="2600"/>
              <a:buNone/>
            </a:lvl7pPr>
            <a:lvl8pPr lvl="7" rtl="0">
              <a:spcBef>
                <a:spcPts val="0"/>
              </a:spcBef>
              <a:spcAft>
                <a:spcPts val="0"/>
              </a:spcAft>
              <a:buSzPts val="2600"/>
              <a:buNone/>
            </a:lvl8pPr>
            <a:lvl9pPr lvl="8" rtl="0">
              <a:spcBef>
                <a:spcPts val="0"/>
              </a:spcBef>
              <a:spcAft>
                <a:spcPts val="0"/>
              </a:spcAft>
              <a:buSzPts val="2600"/>
              <a:buNone/>
            </a:lvl9pPr>
          </a:lstStyle>
          <a:p/>
        </p:txBody>
      </p:sp>
      <p:sp>
        <p:nvSpPr>
          <p:cNvPr id="1048618" name="Google Shape;42;p9"/>
          <p:cNvSpPr txBox="1">
            <a:spLocks noGrp="1"/>
          </p:cNvSpPr>
          <p:nvPr>
            <p:ph type="subTitle" idx="2"/>
          </p:nvPr>
        </p:nvSpPr>
        <p:spPr>
          <a:xfrm>
            <a:off x="4826936" y="1580125"/>
            <a:ext cx="3597000" cy="23898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400"/>
              <a:buNone/>
            </a:lvl1pPr>
            <a:lvl2pPr lvl="1" rtl="0">
              <a:lnSpc>
                <a:spcPct val="100000"/>
              </a:lnSpc>
              <a:spcBef>
                <a:spcPts val="0"/>
              </a:spcBef>
              <a:spcAft>
                <a:spcPts val="0"/>
              </a:spcAft>
              <a:buSzPts val="1400"/>
              <a:buNone/>
            </a:lvl2pPr>
            <a:lvl3pPr lvl="2" rtl="0">
              <a:lnSpc>
                <a:spcPct val="100000"/>
              </a:lnSpc>
              <a:spcBef>
                <a:spcPts val="0"/>
              </a:spcBef>
              <a:spcAft>
                <a:spcPts val="0"/>
              </a:spcAft>
              <a:buSzPts val="1400"/>
              <a:buNone/>
            </a:lvl3pPr>
            <a:lvl4pPr lvl="3" rtl="0">
              <a:lnSpc>
                <a:spcPct val="100000"/>
              </a:lnSpc>
              <a:spcBef>
                <a:spcPts val="0"/>
              </a:spcBef>
              <a:spcAft>
                <a:spcPts val="0"/>
              </a:spcAft>
              <a:buSzPts val="1400"/>
              <a:buNone/>
            </a:lvl4pPr>
            <a:lvl5pPr lvl="4" rtl="0">
              <a:lnSpc>
                <a:spcPct val="100000"/>
              </a:lnSpc>
              <a:spcBef>
                <a:spcPts val="0"/>
              </a:spcBef>
              <a:spcAft>
                <a:spcPts val="0"/>
              </a:spcAft>
              <a:buSzPts val="1400"/>
              <a:buNone/>
            </a:lvl5pPr>
            <a:lvl6pPr lvl="5" rtl="0">
              <a:lnSpc>
                <a:spcPct val="100000"/>
              </a:lnSpc>
              <a:spcBef>
                <a:spcPts val="0"/>
              </a:spcBef>
              <a:spcAft>
                <a:spcPts val="0"/>
              </a:spcAft>
              <a:buSzPts val="1400"/>
              <a:buNone/>
            </a:lvl6pPr>
            <a:lvl7pPr lvl="6" rtl="0">
              <a:lnSpc>
                <a:spcPct val="100000"/>
              </a:lnSpc>
              <a:spcBef>
                <a:spcPts val="0"/>
              </a:spcBef>
              <a:spcAft>
                <a:spcPts val="0"/>
              </a:spcAft>
              <a:buSzPts val="1400"/>
              <a:buNone/>
            </a:lvl7pPr>
            <a:lvl8pPr lvl="7" rtl="0">
              <a:lnSpc>
                <a:spcPct val="100000"/>
              </a:lnSpc>
              <a:spcBef>
                <a:spcPts val="0"/>
              </a:spcBef>
              <a:spcAft>
                <a:spcPts val="0"/>
              </a:spcAft>
              <a:buSzPts val="1400"/>
              <a:buNone/>
            </a:lvl8pPr>
            <a:lvl9pPr lvl="8" rtl="0">
              <a:lnSpc>
                <a:spcPct val="100000"/>
              </a:lnSpc>
              <a:spcBef>
                <a:spcPts val="0"/>
              </a:spcBef>
              <a:spcAft>
                <a:spcPts val="0"/>
              </a:spcAft>
              <a:buSzPts val="1400"/>
              <a:buNone/>
            </a:lvl9pPr>
          </a:lstStyle>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33" name="Shape 46"/>
        <p:cNvGrpSpPr/>
        <p:nvPr/>
      </p:nvGrpSpPr>
      <p:grpSpPr>
        <a:xfrm>
          <a:off x="0" y="0"/>
          <a:ext cx="0" cy="0"/>
          <a:chOff x="0" y="0"/>
          <a:chExt cx="0" cy="0"/>
        </a:xfrm>
      </p:grpSpPr>
      <p:sp>
        <p:nvSpPr>
          <p:cNvPr id="1048711" name="Google Shape;47;p11"/>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712" name="Google Shape;48;p11"/>
          <p:cNvSpPr txBox="1">
            <a:spLocks noGrp="1"/>
          </p:cNvSpPr>
          <p:nvPr>
            <p:ph type="title" hasCustomPrompt="1"/>
          </p:nvPr>
        </p:nvSpPr>
        <p:spPr>
          <a:xfrm>
            <a:off x="1284000" y="1952850"/>
            <a:ext cx="6576000" cy="799500"/>
          </a:xfrm>
          <a:prstGeom prst="rect"/>
        </p:spPr>
        <p:txBody>
          <a:bodyPr anchor="b" anchorCtr="0" bIns="91425" lIns="91425" rIns="91425" spcFirstLastPara="1" tIns="91425" wrap="square">
            <a:noAutofit/>
          </a:bodyPr>
          <a:lstStyle>
            <a:lvl1pPr algn="ctr" lvl="0">
              <a:spcBef>
                <a:spcPts val="0"/>
              </a:spcBef>
              <a:spcAft>
                <a:spcPts val="0"/>
              </a:spcAft>
              <a:buSzPts val="9600"/>
              <a:buNone/>
              <a:defRPr sz="6000">
                <a:solidFill>
                  <a:schemeClr val="accent1"/>
                </a:solidFill>
              </a:defRPr>
            </a:lvl1pPr>
            <a:lvl2pPr algn="ctr" lvl="1">
              <a:spcBef>
                <a:spcPts val="0"/>
              </a:spcBef>
              <a:spcAft>
                <a:spcPts val="0"/>
              </a:spcAft>
              <a:buSzPts val="9600"/>
              <a:buNone/>
              <a:defRPr sz="9600"/>
            </a:lvl2pPr>
            <a:lvl3pPr algn="ctr" lvl="2">
              <a:spcBef>
                <a:spcPts val="0"/>
              </a:spcBef>
              <a:spcAft>
                <a:spcPts val="0"/>
              </a:spcAft>
              <a:buSzPts val="9600"/>
              <a:buNone/>
              <a:defRPr sz="9600"/>
            </a:lvl3pPr>
            <a:lvl4pPr algn="ctr" lvl="3">
              <a:spcBef>
                <a:spcPts val="0"/>
              </a:spcBef>
              <a:spcAft>
                <a:spcPts val="0"/>
              </a:spcAft>
              <a:buSzPts val="9600"/>
              <a:buNone/>
              <a:defRPr sz="9600"/>
            </a:lvl4pPr>
            <a:lvl5pPr algn="ctr" lvl="4">
              <a:spcBef>
                <a:spcPts val="0"/>
              </a:spcBef>
              <a:spcAft>
                <a:spcPts val="0"/>
              </a:spcAft>
              <a:buSzPts val="9600"/>
              <a:buNone/>
              <a:defRPr sz="9600"/>
            </a:lvl5pPr>
            <a:lvl6pPr algn="ctr" lvl="5">
              <a:spcBef>
                <a:spcPts val="0"/>
              </a:spcBef>
              <a:spcAft>
                <a:spcPts val="0"/>
              </a:spcAft>
              <a:buSzPts val="9600"/>
              <a:buNone/>
              <a:defRPr sz="9600"/>
            </a:lvl6pPr>
            <a:lvl7pPr algn="ctr" lvl="6">
              <a:spcBef>
                <a:spcPts val="0"/>
              </a:spcBef>
              <a:spcAft>
                <a:spcPts val="0"/>
              </a:spcAft>
              <a:buSzPts val="9600"/>
              <a:buNone/>
              <a:defRPr sz="9600"/>
            </a:lvl7pPr>
            <a:lvl8pPr algn="ctr" lvl="7">
              <a:spcBef>
                <a:spcPts val="0"/>
              </a:spcBef>
              <a:spcAft>
                <a:spcPts val="0"/>
              </a:spcAft>
              <a:buSzPts val="9600"/>
              <a:buNone/>
              <a:defRPr sz="9600"/>
            </a:lvl8pPr>
            <a:lvl9pPr algn="ctr" lvl="8">
              <a:spcBef>
                <a:spcPts val="0"/>
              </a:spcBef>
              <a:spcAft>
                <a:spcPts val="0"/>
              </a:spcAft>
              <a:buSzPts val="9600"/>
              <a:buNone/>
              <a:defRPr sz="9600"/>
            </a:lvl9pPr>
          </a:lstStyle>
          <a:p>
            <a:r>
              <a:t>xx%</a:t>
            </a:r>
          </a:p>
        </p:txBody>
      </p:sp>
      <p:sp>
        <p:nvSpPr>
          <p:cNvPr id="1048713" name="Google Shape;49;p11"/>
          <p:cNvSpPr txBox="1">
            <a:spLocks noGrp="1"/>
          </p:cNvSpPr>
          <p:nvPr>
            <p:ph type="subTitle" idx="1"/>
          </p:nvPr>
        </p:nvSpPr>
        <p:spPr>
          <a:xfrm>
            <a:off x="1284000" y="2816250"/>
            <a:ext cx="6576000" cy="374400"/>
          </a:xfrm>
          <a:prstGeom prst="rect"/>
          <a:ln>
            <a:noFill/>
          </a:ln>
        </p:spPr>
        <p:txBody>
          <a:bodyPr anchor="t" anchorCtr="0" bIns="91425" lIns="91425" rIns="91425" spcFirstLastPara="1" tIns="91425" wrap="square">
            <a:noAutofit/>
          </a:bodyPr>
          <a:lstStyle>
            <a:lvl1pPr algn="ctr" lvl="0" rtl="0">
              <a:lnSpc>
                <a:spcPct val="100000"/>
              </a:lnSpc>
              <a:spcBef>
                <a:spcPts val="0"/>
              </a:spcBef>
              <a:spcAft>
                <a:spcPts val="0"/>
              </a:spcAft>
              <a:buSzPts val="1600"/>
              <a:buNone/>
              <a:defRPr sz="1600"/>
            </a:lvl1pPr>
            <a:lvl2pPr algn="ctr" lvl="1" rtl="0">
              <a:lnSpc>
                <a:spcPct val="100000"/>
              </a:lnSpc>
              <a:spcBef>
                <a:spcPts val="0"/>
              </a:spcBef>
              <a:spcAft>
                <a:spcPts val="0"/>
              </a:spcAft>
              <a:buSzPts val="1600"/>
              <a:buNone/>
              <a:defRPr sz="1600"/>
            </a:lvl2pPr>
            <a:lvl3pPr algn="ctr" lvl="2" rtl="0">
              <a:lnSpc>
                <a:spcPct val="100000"/>
              </a:lnSpc>
              <a:spcBef>
                <a:spcPts val="0"/>
              </a:spcBef>
              <a:spcAft>
                <a:spcPts val="0"/>
              </a:spcAft>
              <a:buSzPts val="1600"/>
              <a:buNone/>
              <a:defRPr sz="1600"/>
            </a:lvl3pPr>
            <a:lvl4pPr algn="ctr" lvl="3" rtl="0">
              <a:lnSpc>
                <a:spcPct val="100000"/>
              </a:lnSpc>
              <a:spcBef>
                <a:spcPts val="0"/>
              </a:spcBef>
              <a:spcAft>
                <a:spcPts val="0"/>
              </a:spcAft>
              <a:buSzPts val="1600"/>
              <a:buNone/>
              <a:defRPr sz="1600"/>
            </a:lvl4pPr>
            <a:lvl5pPr algn="ctr" lvl="4" rtl="0">
              <a:lnSpc>
                <a:spcPct val="100000"/>
              </a:lnSpc>
              <a:spcBef>
                <a:spcPts val="0"/>
              </a:spcBef>
              <a:spcAft>
                <a:spcPts val="0"/>
              </a:spcAft>
              <a:buSzPts val="1600"/>
              <a:buNone/>
              <a:defRPr sz="1600"/>
            </a:lvl5pPr>
            <a:lvl6pPr algn="ctr" lvl="5" rtl="0">
              <a:lnSpc>
                <a:spcPct val="100000"/>
              </a:lnSpc>
              <a:spcBef>
                <a:spcPts val="0"/>
              </a:spcBef>
              <a:spcAft>
                <a:spcPts val="0"/>
              </a:spcAft>
              <a:buSzPts val="1600"/>
              <a:buNone/>
              <a:defRPr sz="1600"/>
            </a:lvl6pPr>
            <a:lvl7pPr algn="ctr" lvl="6" rtl="0">
              <a:lnSpc>
                <a:spcPct val="100000"/>
              </a:lnSpc>
              <a:spcBef>
                <a:spcPts val="0"/>
              </a:spcBef>
              <a:spcAft>
                <a:spcPts val="0"/>
              </a:spcAft>
              <a:buSzPts val="1600"/>
              <a:buNone/>
              <a:defRPr sz="1600"/>
            </a:lvl7pPr>
            <a:lvl8pPr algn="ctr" lvl="7" rtl="0">
              <a:lnSpc>
                <a:spcPct val="100000"/>
              </a:lnSpc>
              <a:spcBef>
                <a:spcPts val="0"/>
              </a:spcBef>
              <a:spcAft>
                <a:spcPts val="0"/>
              </a:spcAft>
              <a:buSzPts val="1600"/>
              <a:buNone/>
              <a:defRPr sz="1600"/>
            </a:lvl8pPr>
            <a:lvl9pPr algn="ctr" lvl="8" rtl="0">
              <a:lnSpc>
                <a:spcPct val="100000"/>
              </a:lnSpc>
              <a:spcBef>
                <a:spcPts val="0"/>
              </a:spcBef>
              <a:spcAft>
                <a:spcPts val="0"/>
              </a:spcAft>
              <a:buSzPts val="1600"/>
              <a:buNone/>
              <a:defRPr sz="1600"/>
            </a:lvl9pPr>
          </a:lstStyle>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36" name="Shape 50"/>
        <p:cNvGrpSpPr/>
        <p:nvPr/>
      </p:nvGrpSpPr>
      <p:grpSpPr>
        <a:xfrm>
          <a:off x="0" y="0"/>
          <a:ext cx="0" cy="0"/>
          <a:chOff x="0" y="0"/>
          <a:chExt cx="0" cy="0"/>
        </a:xfrm>
      </p:grpSpPr>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48" name="Shape 74"/>
        <p:cNvGrpSpPr/>
        <p:nvPr/>
      </p:nvGrpSpPr>
      <p:grpSpPr>
        <a:xfrm>
          <a:off x="0" y="0"/>
          <a:ext cx="0" cy="0"/>
          <a:chOff x="0" y="0"/>
          <a:chExt cx="0" cy="0"/>
        </a:xfrm>
      </p:grpSpPr>
      <p:sp>
        <p:nvSpPr>
          <p:cNvPr id="1048587" name="Google Shape;75;p15"/>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588" name="Google Shape;76;p15"/>
          <p:cNvSpPr txBox="1">
            <a:spLocks noGrp="1"/>
          </p:cNvSpPr>
          <p:nvPr>
            <p:ph type="title"/>
          </p:nvPr>
        </p:nvSpPr>
        <p:spPr>
          <a:xfrm>
            <a:off x="228600" y="297795"/>
            <a:ext cx="5320800" cy="1252200"/>
          </a:xfrm>
          <a:prstGeom prst="rect"/>
          <a:ln>
            <a:noFill/>
          </a:ln>
        </p:spPr>
        <p:txBody>
          <a:bodyPr anchor="t" anchorCtr="0" bIns="91425" lIns="91425" rIns="91425" spcFirstLastPara="1" tIns="91425" wrap="square">
            <a:noAutofit/>
          </a:bodyPr>
          <a:lstStyle>
            <a:lvl1pPr lvl="0">
              <a:spcBef>
                <a:spcPts val="0"/>
              </a:spcBef>
              <a:spcAft>
                <a:spcPts val="0"/>
              </a:spcAft>
              <a:buSzPts val="2600"/>
              <a:buNone/>
              <a:defRPr sz="2600"/>
            </a:lvl1pPr>
            <a:lvl2pPr lvl="1">
              <a:spcBef>
                <a:spcPts val="0"/>
              </a:spcBef>
              <a:spcAft>
                <a:spcPts val="0"/>
              </a:spcAft>
              <a:buSzPts val="2600"/>
              <a:buNone/>
            </a:lvl2pPr>
            <a:lvl3pPr lvl="2">
              <a:spcBef>
                <a:spcPts val="0"/>
              </a:spcBef>
              <a:spcAft>
                <a:spcPts val="0"/>
              </a:spcAft>
              <a:buSzPts val="2600"/>
              <a:buNone/>
            </a:lvl3pPr>
            <a:lvl4pPr lvl="3">
              <a:spcBef>
                <a:spcPts val="0"/>
              </a:spcBef>
              <a:spcAft>
                <a:spcPts val="0"/>
              </a:spcAft>
              <a:buSzPts val="2600"/>
              <a:buNone/>
            </a:lvl4pPr>
            <a:lvl5pPr lvl="4">
              <a:spcBef>
                <a:spcPts val="0"/>
              </a:spcBef>
              <a:spcAft>
                <a:spcPts val="0"/>
              </a:spcAft>
              <a:buSzPts val="2600"/>
              <a:buNone/>
            </a:lvl5pPr>
            <a:lvl6pPr lvl="5">
              <a:spcBef>
                <a:spcPts val="0"/>
              </a:spcBef>
              <a:spcAft>
                <a:spcPts val="0"/>
              </a:spcAft>
              <a:buSzPts val="2600"/>
              <a:buNone/>
            </a:lvl6pPr>
            <a:lvl7pPr lvl="6">
              <a:spcBef>
                <a:spcPts val="0"/>
              </a:spcBef>
              <a:spcAft>
                <a:spcPts val="0"/>
              </a:spcAft>
              <a:buSzPts val="2600"/>
              <a:buNone/>
            </a:lvl7pPr>
            <a:lvl8pPr lvl="7">
              <a:spcBef>
                <a:spcPts val="0"/>
              </a:spcBef>
              <a:spcAft>
                <a:spcPts val="0"/>
              </a:spcAft>
              <a:buSzPts val="2600"/>
              <a:buNone/>
            </a:lvl8pPr>
            <a:lvl9pPr lvl="8">
              <a:spcBef>
                <a:spcPts val="0"/>
              </a:spcBef>
              <a:spcAft>
                <a:spcPts val="0"/>
              </a:spcAft>
              <a:buSzPts val="2600"/>
              <a:buNone/>
            </a:lvl9pPr>
          </a:lstStyle>
          <a:p/>
        </p:txBody>
      </p:sp>
      <p:sp>
        <p:nvSpPr>
          <p:cNvPr id="1048589" name="Google Shape;77;p15"/>
          <p:cNvSpPr txBox="1">
            <a:spLocks noGrp="1"/>
          </p:cNvSpPr>
          <p:nvPr>
            <p:ph type="body" idx="1"/>
          </p:nvPr>
        </p:nvSpPr>
        <p:spPr>
          <a:xfrm>
            <a:off x="943650" y="2308310"/>
            <a:ext cx="4359000" cy="1917300"/>
          </a:xfrm>
          <a:prstGeom prst="rect"/>
        </p:spPr>
        <p:txBody>
          <a:bodyPr anchor="t" anchorCtr="0" bIns="91425" lIns="91425" rIns="91425" spcFirstLastPara="1" tIns="91425" wrap="square">
            <a:noAutofit/>
          </a:bodyPr>
          <a:lstStyle>
            <a:lvl1pPr indent="-317500" lvl="0" marL="457200">
              <a:lnSpc>
                <a:spcPct val="100000"/>
              </a:lnSpc>
              <a:spcBef>
                <a:spcPts val="0"/>
              </a:spcBef>
              <a:spcAft>
                <a:spcPts val="0"/>
              </a:spcAft>
              <a:buClr>
                <a:schemeClr val="accent3"/>
              </a:buClr>
              <a:buSzPts val="1400"/>
              <a:buChar char="●"/>
              <a:defRPr sz="1400"/>
            </a:lvl1pPr>
            <a:lvl2pPr indent="-317500" lvl="1" marL="914400">
              <a:lnSpc>
                <a:spcPct val="115000"/>
              </a:lnSpc>
              <a:spcBef>
                <a:spcPts val="0"/>
              </a:spcBef>
              <a:spcAft>
                <a:spcPts val="0"/>
              </a:spcAft>
              <a:buSzPts val="1400"/>
              <a:buChar char="○"/>
            </a:lvl2pPr>
            <a:lvl3pPr indent="-317500" lvl="2" marL="1371600">
              <a:lnSpc>
                <a:spcPct val="115000"/>
              </a:lnSpc>
              <a:spcBef>
                <a:spcPts val="0"/>
              </a:spcBef>
              <a:spcAft>
                <a:spcPts val="0"/>
              </a:spcAft>
              <a:buSzPts val="1400"/>
              <a:buChar char="■"/>
            </a:lvl3pPr>
            <a:lvl4pPr indent="-317500" lvl="3" marL="1828800">
              <a:lnSpc>
                <a:spcPct val="115000"/>
              </a:lnSpc>
              <a:spcBef>
                <a:spcPts val="0"/>
              </a:spcBef>
              <a:spcAft>
                <a:spcPts val="0"/>
              </a:spcAft>
              <a:buSzPts val="1400"/>
              <a:buChar char="●"/>
            </a:lvl4pPr>
            <a:lvl5pPr indent="-317500" lvl="4" marL="2286000">
              <a:lnSpc>
                <a:spcPct val="115000"/>
              </a:lnSpc>
              <a:spcBef>
                <a:spcPts val="0"/>
              </a:spcBef>
              <a:spcAft>
                <a:spcPts val="0"/>
              </a:spcAft>
              <a:buSzPts val="1400"/>
              <a:buChar char="○"/>
            </a:lvl5pPr>
            <a:lvl6pPr indent="-317500" lvl="5" marL="2743200">
              <a:lnSpc>
                <a:spcPct val="115000"/>
              </a:lnSpc>
              <a:spcBef>
                <a:spcPts val="0"/>
              </a:spcBef>
              <a:spcAft>
                <a:spcPts val="0"/>
              </a:spcAft>
              <a:buSzPts val="1400"/>
              <a:buChar char="■"/>
            </a:lvl6pPr>
            <a:lvl7pPr indent="-317500" lvl="6" marL="3200400">
              <a:lnSpc>
                <a:spcPct val="115000"/>
              </a:lnSpc>
              <a:spcBef>
                <a:spcPts val="0"/>
              </a:spcBef>
              <a:spcAft>
                <a:spcPts val="0"/>
              </a:spcAft>
              <a:buSzPts val="1400"/>
              <a:buChar char="●"/>
            </a:lvl7pPr>
            <a:lvl8pPr indent="-317500" lvl="7" marL="3657600">
              <a:lnSpc>
                <a:spcPct val="115000"/>
              </a:lnSpc>
              <a:spcBef>
                <a:spcPts val="0"/>
              </a:spcBef>
              <a:spcAft>
                <a:spcPts val="0"/>
              </a:spcAft>
              <a:buSzPts val="1400"/>
              <a:buChar char="○"/>
            </a:lvl8pPr>
            <a:lvl9pPr indent="-317500" lvl="8" marL="4114800">
              <a:lnSpc>
                <a:spcPct val="115000"/>
              </a:lnSpc>
              <a:spcBef>
                <a:spcPts val="0"/>
              </a:spcBef>
              <a:spcAft>
                <a:spcPts val="0"/>
              </a:spcAft>
              <a:buSzPts val="1400"/>
              <a:buChar char="■"/>
            </a:lvl9pPr>
          </a:lstStyle>
          <a:p/>
        </p:txBody>
      </p:sp>
      <p:sp>
        <p:nvSpPr>
          <p:cNvPr id="1048590" name="Google Shape;78;p15"/>
          <p:cNvSpPr>
            <a:spLocks noGrp="1"/>
          </p:cNvSpPr>
          <p:nvPr>
            <p:ph type="pic" idx="2"/>
          </p:nvPr>
        </p:nvSpPr>
        <p:spPr>
          <a:xfrm>
            <a:off x="6345175" y="0"/>
            <a:ext cx="2798700" cy="5143500"/>
          </a:xfrm>
          <a:prstGeom prst="rect"/>
          <a:noFill/>
          <a:ln>
            <a:noFill/>
          </a:ln>
        </p:spPr>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52" name="Shape 79"/>
        <p:cNvGrpSpPr/>
        <p:nvPr/>
      </p:nvGrpSpPr>
      <p:grpSpPr>
        <a:xfrm>
          <a:off x="0" y="0"/>
          <a:ext cx="0" cy="0"/>
          <a:chOff x="0" y="0"/>
          <a:chExt cx="0" cy="0"/>
        </a:xfrm>
      </p:grpSpPr>
      <p:sp>
        <p:nvSpPr>
          <p:cNvPr id="1048595" name="Google Shape;80;p16"/>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596" name="Google Shape;81;p16"/>
          <p:cNvSpPr txBox="1">
            <a:spLocks noGrp="1"/>
          </p:cNvSpPr>
          <p:nvPr>
            <p:ph type="title"/>
          </p:nvPr>
        </p:nvSpPr>
        <p:spPr>
          <a:xfrm>
            <a:off x="228600" y="300465"/>
            <a:ext cx="2155200" cy="822600"/>
          </a:xfrm>
          <a:prstGeom prst="rect"/>
          <a:ln>
            <a:noFill/>
          </a:ln>
        </p:spPr>
        <p:txBody>
          <a:bodyPr anchor="t" anchorCtr="0" bIns="91425" lIns="91425" rIns="91425" spcFirstLastPara="1" tIns="91425" wrap="square">
            <a:noAutofit/>
          </a:bodyPr>
          <a:lstStyle>
            <a:lvl1pPr lvl="0" rtl="0">
              <a:spcBef>
                <a:spcPts val="0"/>
              </a:spcBef>
              <a:spcAft>
                <a:spcPts val="0"/>
              </a:spcAft>
              <a:buSzPts val="2600"/>
              <a:buNone/>
              <a:defRPr sz="2600"/>
            </a:lvl1pPr>
            <a:lvl2pPr lvl="1" rtl="0">
              <a:spcBef>
                <a:spcPts val="0"/>
              </a:spcBef>
              <a:spcAft>
                <a:spcPts val="0"/>
              </a:spcAft>
              <a:buSzPts val="2600"/>
              <a:buNone/>
            </a:lvl2pPr>
            <a:lvl3pPr lvl="2" rtl="0">
              <a:spcBef>
                <a:spcPts val="0"/>
              </a:spcBef>
              <a:spcAft>
                <a:spcPts val="0"/>
              </a:spcAft>
              <a:buSzPts val="2600"/>
              <a:buNone/>
            </a:lvl3pPr>
            <a:lvl4pPr lvl="3" rtl="0">
              <a:spcBef>
                <a:spcPts val="0"/>
              </a:spcBef>
              <a:spcAft>
                <a:spcPts val="0"/>
              </a:spcAft>
              <a:buSzPts val="2600"/>
              <a:buNone/>
            </a:lvl4pPr>
            <a:lvl5pPr lvl="4" rtl="0">
              <a:spcBef>
                <a:spcPts val="0"/>
              </a:spcBef>
              <a:spcAft>
                <a:spcPts val="0"/>
              </a:spcAft>
              <a:buSzPts val="2600"/>
              <a:buNone/>
            </a:lvl5pPr>
            <a:lvl6pPr lvl="5" rtl="0">
              <a:spcBef>
                <a:spcPts val="0"/>
              </a:spcBef>
              <a:spcAft>
                <a:spcPts val="0"/>
              </a:spcAft>
              <a:buSzPts val="2600"/>
              <a:buNone/>
            </a:lvl6pPr>
            <a:lvl7pPr lvl="6" rtl="0">
              <a:spcBef>
                <a:spcPts val="0"/>
              </a:spcBef>
              <a:spcAft>
                <a:spcPts val="0"/>
              </a:spcAft>
              <a:buSzPts val="2600"/>
              <a:buNone/>
            </a:lvl7pPr>
            <a:lvl8pPr lvl="7" rtl="0">
              <a:spcBef>
                <a:spcPts val="0"/>
              </a:spcBef>
              <a:spcAft>
                <a:spcPts val="0"/>
              </a:spcAft>
              <a:buSzPts val="2600"/>
              <a:buNone/>
            </a:lvl8pPr>
            <a:lvl9pPr lvl="8" rtl="0">
              <a:spcBef>
                <a:spcPts val="0"/>
              </a:spcBef>
              <a:spcAft>
                <a:spcPts val="0"/>
              </a:spcAft>
              <a:buSzPts val="2600"/>
              <a:buNone/>
            </a:lvl9pPr>
          </a:lstStyle>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61" name="Shape 82"/>
        <p:cNvGrpSpPr/>
        <p:nvPr/>
      </p:nvGrpSpPr>
      <p:grpSpPr>
        <a:xfrm>
          <a:off x="0" y="0"/>
          <a:ext cx="0" cy="0"/>
          <a:chOff x="0" y="0"/>
          <a:chExt cx="0" cy="0"/>
        </a:xfrm>
      </p:grpSpPr>
      <p:sp>
        <p:nvSpPr>
          <p:cNvPr id="1048603" name="Google Shape;83;p17"/>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604" name="Google Shape;84;p17"/>
          <p:cNvSpPr txBox="1">
            <a:spLocks noGrp="1"/>
          </p:cNvSpPr>
          <p:nvPr>
            <p:ph type="title"/>
          </p:nvPr>
        </p:nvSpPr>
        <p:spPr>
          <a:xfrm>
            <a:off x="4313975" y="301300"/>
            <a:ext cx="4596600" cy="750000"/>
          </a:xfrm>
          <a:prstGeom prst="rect"/>
          <a:ln>
            <a:noFill/>
          </a:ln>
        </p:spPr>
        <p:txBody>
          <a:bodyPr anchor="t" anchorCtr="0" bIns="91425" lIns="91425" rIns="91425" spcFirstLastPara="1" tIns="91425" wrap="square">
            <a:noAutofit/>
          </a:bodyPr>
          <a:lstStyle>
            <a:lvl1pPr algn="r" lvl="0" rtl="0">
              <a:spcBef>
                <a:spcPts val="0"/>
              </a:spcBef>
              <a:spcAft>
                <a:spcPts val="0"/>
              </a:spcAft>
              <a:buSzPts val="2600"/>
              <a:buNone/>
              <a:defRPr sz="2600"/>
            </a:lvl1pPr>
            <a:lvl2pPr lvl="1" rtl="0">
              <a:spcBef>
                <a:spcPts val="0"/>
              </a:spcBef>
              <a:spcAft>
                <a:spcPts val="0"/>
              </a:spcAft>
              <a:buSzPts val="2600"/>
              <a:buNone/>
            </a:lvl2pPr>
            <a:lvl3pPr lvl="2" rtl="0">
              <a:spcBef>
                <a:spcPts val="0"/>
              </a:spcBef>
              <a:spcAft>
                <a:spcPts val="0"/>
              </a:spcAft>
              <a:buSzPts val="2600"/>
              <a:buNone/>
            </a:lvl3pPr>
            <a:lvl4pPr lvl="3" rtl="0">
              <a:spcBef>
                <a:spcPts val="0"/>
              </a:spcBef>
              <a:spcAft>
                <a:spcPts val="0"/>
              </a:spcAft>
              <a:buSzPts val="2600"/>
              <a:buNone/>
            </a:lvl4pPr>
            <a:lvl5pPr lvl="4" rtl="0">
              <a:spcBef>
                <a:spcPts val="0"/>
              </a:spcBef>
              <a:spcAft>
                <a:spcPts val="0"/>
              </a:spcAft>
              <a:buSzPts val="2600"/>
              <a:buNone/>
            </a:lvl5pPr>
            <a:lvl6pPr lvl="5" rtl="0">
              <a:spcBef>
                <a:spcPts val="0"/>
              </a:spcBef>
              <a:spcAft>
                <a:spcPts val="0"/>
              </a:spcAft>
              <a:buSzPts val="2600"/>
              <a:buNone/>
            </a:lvl6pPr>
            <a:lvl7pPr lvl="6" rtl="0">
              <a:spcBef>
                <a:spcPts val="0"/>
              </a:spcBef>
              <a:spcAft>
                <a:spcPts val="0"/>
              </a:spcAft>
              <a:buSzPts val="2600"/>
              <a:buNone/>
            </a:lvl7pPr>
            <a:lvl8pPr lvl="7" rtl="0">
              <a:spcBef>
                <a:spcPts val="0"/>
              </a:spcBef>
              <a:spcAft>
                <a:spcPts val="0"/>
              </a:spcAft>
              <a:buSzPts val="2600"/>
              <a:buNone/>
            </a:lvl8pPr>
            <a:lvl9pPr lvl="8" rtl="0">
              <a:spcBef>
                <a:spcPts val="0"/>
              </a:spcBef>
              <a:spcAft>
                <a:spcPts val="0"/>
              </a:spcAft>
              <a:buSzPts val="2600"/>
              <a:buNone/>
            </a:lvl9pPr>
          </a:lstStyle>
          <a:p/>
        </p:txBody>
      </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80" name="Shape 85"/>
        <p:cNvGrpSpPr/>
        <p:nvPr/>
      </p:nvGrpSpPr>
      <p:grpSpPr>
        <a:xfrm>
          <a:off x="0" y="0"/>
          <a:ext cx="0" cy="0"/>
          <a:chOff x="0" y="0"/>
          <a:chExt cx="0" cy="0"/>
        </a:xfrm>
      </p:grpSpPr>
      <p:sp>
        <p:nvSpPr>
          <p:cNvPr id="1048644" name="Google Shape;86;p18"/>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
        <p:nvSpPr>
          <p:cNvPr id="1048645" name="Google Shape;87;p18"/>
          <p:cNvSpPr txBox="1">
            <a:spLocks noGrp="1"/>
          </p:cNvSpPr>
          <p:nvPr>
            <p:ph type="subTitle" idx="1"/>
          </p:nvPr>
        </p:nvSpPr>
        <p:spPr>
          <a:xfrm>
            <a:off x="1963625" y="2613505"/>
            <a:ext cx="5307000" cy="943500"/>
          </a:xfrm>
          <a:prstGeom prst="rect"/>
        </p:spPr>
        <p:txBody>
          <a:bodyPr anchor="t" anchorCtr="0" bIns="91425" lIns="91425" rIns="91425" spcFirstLastPara="1" tIns="91425" wrap="square">
            <a:noAutofit/>
          </a:bodyPr>
          <a:lstStyle>
            <a:lvl1pPr lvl="0">
              <a:lnSpc>
                <a:spcPct val="100000"/>
              </a:lnSpc>
              <a:spcBef>
                <a:spcPts val="0"/>
              </a:spcBef>
              <a:spcAft>
                <a:spcPts val="0"/>
              </a:spcAft>
              <a:buSzPts val="1400"/>
              <a:buNone/>
              <a:defRPr sz="1200"/>
            </a:lvl1pPr>
            <a:lvl2pPr algn="ctr" lvl="1">
              <a:lnSpc>
                <a:spcPct val="100000"/>
              </a:lnSpc>
              <a:spcBef>
                <a:spcPts val="0"/>
              </a:spcBef>
              <a:spcAft>
                <a:spcPts val="0"/>
              </a:spcAft>
              <a:buSzPts val="1400"/>
              <a:buNone/>
            </a:lvl2pPr>
            <a:lvl3pPr algn="ctr" lvl="2">
              <a:lnSpc>
                <a:spcPct val="100000"/>
              </a:lnSpc>
              <a:spcBef>
                <a:spcPts val="0"/>
              </a:spcBef>
              <a:spcAft>
                <a:spcPts val="0"/>
              </a:spcAft>
              <a:buSzPts val="1400"/>
              <a:buNone/>
            </a:lvl3pPr>
            <a:lvl4pPr algn="ctr" lvl="3">
              <a:lnSpc>
                <a:spcPct val="100000"/>
              </a:lnSpc>
              <a:spcBef>
                <a:spcPts val="0"/>
              </a:spcBef>
              <a:spcAft>
                <a:spcPts val="0"/>
              </a:spcAft>
              <a:buSzPts val="1400"/>
              <a:buNone/>
            </a:lvl4pPr>
            <a:lvl5pPr algn="ctr" lvl="4">
              <a:lnSpc>
                <a:spcPct val="100000"/>
              </a:lnSpc>
              <a:spcBef>
                <a:spcPts val="0"/>
              </a:spcBef>
              <a:spcAft>
                <a:spcPts val="0"/>
              </a:spcAft>
              <a:buSzPts val="1400"/>
              <a:buNone/>
            </a:lvl5pPr>
            <a:lvl6pPr algn="ctr" lvl="5">
              <a:lnSpc>
                <a:spcPct val="100000"/>
              </a:lnSpc>
              <a:spcBef>
                <a:spcPts val="0"/>
              </a:spcBef>
              <a:spcAft>
                <a:spcPts val="0"/>
              </a:spcAft>
              <a:buSzPts val="1400"/>
              <a:buNone/>
            </a:lvl6pPr>
            <a:lvl7pPr algn="ctr" lvl="6">
              <a:lnSpc>
                <a:spcPct val="100000"/>
              </a:lnSpc>
              <a:spcBef>
                <a:spcPts val="0"/>
              </a:spcBef>
              <a:spcAft>
                <a:spcPts val="0"/>
              </a:spcAft>
              <a:buSzPts val="1400"/>
              <a:buNone/>
            </a:lvl7pPr>
            <a:lvl8pPr algn="ctr" lvl="7">
              <a:lnSpc>
                <a:spcPct val="100000"/>
              </a:lnSpc>
              <a:spcBef>
                <a:spcPts val="0"/>
              </a:spcBef>
              <a:spcAft>
                <a:spcPts val="0"/>
              </a:spcAft>
              <a:buSzPts val="1400"/>
              <a:buNone/>
            </a:lvl8pPr>
            <a:lvl9pPr algn="ctr" lvl="8">
              <a:lnSpc>
                <a:spcPct val="100000"/>
              </a:lnSpc>
              <a:spcBef>
                <a:spcPts val="0"/>
              </a:spcBef>
              <a:spcAft>
                <a:spcPts val="0"/>
              </a:spcAft>
              <a:buSzPts val="1400"/>
              <a:buNone/>
            </a:lvl9pPr>
          </a:lstStyle>
          <a:p/>
        </p:txBody>
      </p:sp>
      <p:sp>
        <p:nvSpPr>
          <p:cNvPr id="1048646" name="Google Shape;88;p18"/>
          <p:cNvSpPr txBox="1">
            <a:spLocks noGrp="1"/>
          </p:cNvSpPr>
          <p:nvPr>
            <p:ph type="subTitle" idx="2"/>
          </p:nvPr>
        </p:nvSpPr>
        <p:spPr>
          <a:xfrm>
            <a:off x="1963625" y="1490416"/>
            <a:ext cx="5307000" cy="943500"/>
          </a:xfrm>
          <a:prstGeom prst="rect"/>
        </p:spPr>
        <p:txBody>
          <a:bodyPr anchor="t" anchorCtr="0" bIns="91425" lIns="91425" rIns="91425" spcFirstLastPara="1" tIns="91425" wrap="square">
            <a:noAutofit/>
          </a:bodyPr>
          <a:lstStyle>
            <a:lvl1pPr lvl="0">
              <a:lnSpc>
                <a:spcPct val="100000"/>
              </a:lnSpc>
              <a:spcBef>
                <a:spcPts val="0"/>
              </a:spcBef>
              <a:spcAft>
                <a:spcPts val="0"/>
              </a:spcAft>
              <a:buSzPts val="1400"/>
              <a:buNone/>
              <a:defRPr sz="1200"/>
            </a:lvl1pPr>
            <a:lvl2pPr algn="ctr" lvl="1">
              <a:lnSpc>
                <a:spcPct val="100000"/>
              </a:lnSpc>
              <a:spcBef>
                <a:spcPts val="0"/>
              </a:spcBef>
              <a:spcAft>
                <a:spcPts val="0"/>
              </a:spcAft>
              <a:buSzPts val="1400"/>
              <a:buNone/>
            </a:lvl2pPr>
            <a:lvl3pPr algn="ctr" lvl="2">
              <a:lnSpc>
                <a:spcPct val="100000"/>
              </a:lnSpc>
              <a:spcBef>
                <a:spcPts val="0"/>
              </a:spcBef>
              <a:spcAft>
                <a:spcPts val="0"/>
              </a:spcAft>
              <a:buSzPts val="1400"/>
              <a:buNone/>
            </a:lvl3pPr>
            <a:lvl4pPr algn="ctr" lvl="3">
              <a:lnSpc>
                <a:spcPct val="100000"/>
              </a:lnSpc>
              <a:spcBef>
                <a:spcPts val="0"/>
              </a:spcBef>
              <a:spcAft>
                <a:spcPts val="0"/>
              </a:spcAft>
              <a:buSzPts val="1400"/>
              <a:buNone/>
            </a:lvl4pPr>
            <a:lvl5pPr algn="ctr" lvl="4">
              <a:lnSpc>
                <a:spcPct val="100000"/>
              </a:lnSpc>
              <a:spcBef>
                <a:spcPts val="0"/>
              </a:spcBef>
              <a:spcAft>
                <a:spcPts val="0"/>
              </a:spcAft>
              <a:buSzPts val="1400"/>
              <a:buNone/>
            </a:lvl5pPr>
            <a:lvl6pPr algn="ctr" lvl="5">
              <a:lnSpc>
                <a:spcPct val="100000"/>
              </a:lnSpc>
              <a:spcBef>
                <a:spcPts val="0"/>
              </a:spcBef>
              <a:spcAft>
                <a:spcPts val="0"/>
              </a:spcAft>
              <a:buSzPts val="1400"/>
              <a:buNone/>
            </a:lvl6pPr>
            <a:lvl7pPr algn="ctr" lvl="6">
              <a:lnSpc>
                <a:spcPct val="100000"/>
              </a:lnSpc>
              <a:spcBef>
                <a:spcPts val="0"/>
              </a:spcBef>
              <a:spcAft>
                <a:spcPts val="0"/>
              </a:spcAft>
              <a:buSzPts val="1400"/>
              <a:buNone/>
            </a:lvl7pPr>
            <a:lvl8pPr algn="ctr" lvl="7">
              <a:lnSpc>
                <a:spcPct val="100000"/>
              </a:lnSpc>
              <a:spcBef>
                <a:spcPts val="0"/>
              </a:spcBef>
              <a:spcAft>
                <a:spcPts val="0"/>
              </a:spcAft>
              <a:buSzPts val="1400"/>
              <a:buNone/>
            </a:lvl8pPr>
            <a:lvl9pPr algn="ctr" lvl="8">
              <a:lnSpc>
                <a:spcPct val="100000"/>
              </a:lnSpc>
              <a:spcBef>
                <a:spcPts val="0"/>
              </a:spcBef>
              <a:spcAft>
                <a:spcPts val="0"/>
              </a:spcAft>
              <a:buSzPts val="1400"/>
              <a:buNone/>
            </a:lvl9pPr>
          </a:lstStyle>
          <a:p/>
        </p:txBody>
      </p:sp>
      <p:sp>
        <p:nvSpPr>
          <p:cNvPr id="1048647" name="Google Shape;89;p18"/>
          <p:cNvSpPr txBox="1">
            <a:spLocks noGrp="1"/>
          </p:cNvSpPr>
          <p:nvPr>
            <p:ph type="subTitle" idx="3"/>
          </p:nvPr>
        </p:nvSpPr>
        <p:spPr>
          <a:xfrm>
            <a:off x="1963630" y="3736743"/>
            <a:ext cx="5307000" cy="943500"/>
          </a:xfrm>
          <a:prstGeom prst="rect"/>
        </p:spPr>
        <p:txBody>
          <a:bodyPr anchor="t" anchorCtr="0" bIns="91425" lIns="91425" rIns="91425" spcFirstLastPara="1" tIns="91425" wrap="square">
            <a:noAutofit/>
          </a:bodyPr>
          <a:lstStyle>
            <a:lvl1pPr lvl="0">
              <a:lnSpc>
                <a:spcPct val="100000"/>
              </a:lnSpc>
              <a:spcBef>
                <a:spcPts val="0"/>
              </a:spcBef>
              <a:spcAft>
                <a:spcPts val="0"/>
              </a:spcAft>
              <a:buSzPts val="1400"/>
              <a:buNone/>
              <a:defRPr sz="1200"/>
            </a:lvl1pPr>
            <a:lvl2pPr algn="ctr" lvl="1">
              <a:lnSpc>
                <a:spcPct val="100000"/>
              </a:lnSpc>
              <a:spcBef>
                <a:spcPts val="0"/>
              </a:spcBef>
              <a:spcAft>
                <a:spcPts val="0"/>
              </a:spcAft>
              <a:buSzPts val="1400"/>
              <a:buNone/>
            </a:lvl2pPr>
            <a:lvl3pPr algn="ctr" lvl="2">
              <a:lnSpc>
                <a:spcPct val="100000"/>
              </a:lnSpc>
              <a:spcBef>
                <a:spcPts val="0"/>
              </a:spcBef>
              <a:spcAft>
                <a:spcPts val="0"/>
              </a:spcAft>
              <a:buSzPts val="1400"/>
              <a:buNone/>
            </a:lvl3pPr>
            <a:lvl4pPr algn="ctr" lvl="3">
              <a:lnSpc>
                <a:spcPct val="100000"/>
              </a:lnSpc>
              <a:spcBef>
                <a:spcPts val="0"/>
              </a:spcBef>
              <a:spcAft>
                <a:spcPts val="0"/>
              </a:spcAft>
              <a:buSzPts val="1400"/>
              <a:buNone/>
            </a:lvl4pPr>
            <a:lvl5pPr algn="ctr" lvl="4">
              <a:lnSpc>
                <a:spcPct val="100000"/>
              </a:lnSpc>
              <a:spcBef>
                <a:spcPts val="0"/>
              </a:spcBef>
              <a:spcAft>
                <a:spcPts val="0"/>
              </a:spcAft>
              <a:buSzPts val="1400"/>
              <a:buNone/>
            </a:lvl5pPr>
            <a:lvl6pPr algn="ctr" lvl="5">
              <a:lnSpc>
                <a:spcPct val="100000"/>
              </a:lnSpc>
              <a:spcBef>
                <a:spcPts val="0"/>
              </a:spcBef>
              <a:spcAft>
                <a:spcPts val="0"/>
              </a:spcAft>
              <a:buSzPts val="1400"/>
              <a:buNone/>
            </a:lvl6pPr>
            <a:lvl7pPr algn="ctr" lvl="6">
              <a:lnSpc>
                <a:spcPct val="100000"/>
              </a:lnSpc>
              <a:spcBef>
                <a:spcPts val="0"/>
              </a:spcBef>
              <a:spcAft>
                <a:spcPts val="0"/>
              </a:spcAft>
              <a:buSzPts val="1400"/>
              <a:buNone/>
            </a:lvl7pPr>
            <a:lvl8pPr algn="ctr" lvl="7">
              <a:lnSpc>
                <a:spcPct val="100000"/>
              </a:lnSpc>
              <a:spcBef>
                <a:spcPts val="0"/>
              </a:spcBef>
              <a:spcAft>
                <a:spcPts val="0"/>
              </a:spcAft>
              <a:buSzPts val="1400"/>
              <a:buNone/>
            </a:lvl8pPr>
            <a:lvl9pPr algn="ctr" lvl="8">
              <a:lnSpc>
                <a:spcPct val="100000"/>
              </a:lnSpc>
              <a:spcBef>
                <a:spcPts val="0"/>
              </a:spcBef>
              <a:spcAft>
                <a:spcPts val="0"/>
              </a:spcAft>
              <a:buSzPts val="1400"/>
              <a:buNone/>
            </a:lvl9pPr>
          </a:lstStyle>
          <a:p/>
        </p:txBody>
      </p:sp>
      <p:sp>
        <p:nvSpPr>
          <p:cNvPr id="1048648" name="Google Shape;90;p18"/>
          <p:cNvSpPr txBox="1">
            <a:spLocks noGrp="1"/>
          </p:cNvSpPr>
          <p:nvPr>
            <p:ph type="title" hasCustomPrompt="1"/>
          </p:nvPr>
        </p:nvSpPr>
        <p:spPr>
          <a:xfrm>
            <a:off x="1333381" y="2708834"/>
            <a:ext cx="678900" cy="310800"/>
          </a:xfrm>
          <a:prstGeom prst="rect"/>
          <a:noFill/>
        </p:spPr>
        <p:txBody>
          <a:bodyPr anchor="ctr" anchorCtr="0" bIns="91425" lIns="91425" rIns="91425" spcFirstLastPara="1" tIns="91425" wrap="square">
            <a:noAutofit/>
          </a:bodyPr>
          <a:lstStyle>
            <a:lvl1pPr lvl="0">
              <a:spcBef>
                <a:spcPts val="0"/>
              </a:spcBef>
              <a:spcAft>
                <a:spcPts val="0"/>
              </a:spcAft>
              <a:buSzPts val="3000"/>
              <a:buNone/>
              <a:defRPr sz="2000">
                <a:solidFill>
                  <a:schemeClr val="accent3"/>
                </a:solidFill>
                <a:latin typeface="Zalando Sans Expanded Medium"/>
                <a:ea typeface="Zalando Sans Expanded Medium"/>
                <a:cs typeface="Zalando Sans Expanded Medium"/>
                <a:sym typeface="Zalando Sans Expanded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48649" name="Google Shape;91;p18"/>
          <p:cNvSpPr txBox="1">
            <a:spLocks noGrp="1"/>
          </p:cNvSpPr>
          <p:nvPr>
            <p:ph type="title" idx="4" hasCustomPrompt="1"/>
          </p:nvPr>
        </p:nvSpPr>
        <p:spPr>
          <a:xfrm>
            <a:off x="1333381" y="1585896"/>
            <a:ext cx="677700" cy="310500"/>
          </a:xfrm>
          <a:prstGeom prst="rect"/>
        </p:spPr>
        <p:txBody>
          <a:bodyPr anchor="ctr" anchorCtr="0" bIns="91425" lIns="91425" rIns="91425" spcFirstLastPara="1" tIns="91425" wrap="square">
            <a:noAutofit/>
          </a:bodyPr>
          <a:lstStyle>
            <a:lvl1pPr lvl="0">
              <a:spcBef>
                <a:spcPts val="0"/>
              </a:spcBef>
              <a:spcAft>
                <a:spcPts val="0"/>
              </a:spcAft>
              <a:buSzPts val="3000"/>
              <a:buNone/>
              <a:defRPr sz="2000">
                <a:solidFill>
                  <a:schemeClr val="accent3"/>
                </a:solidFill>
                <a:latin typeface="Zalando Sans Expanded Medium"/>
                <a:ea typeface="Zalando Sans Expanded Medium"/>
                <a:cs typeface="Zalando Sans Expanded Medium"/>
                <a:sym typeface="Zalando Sans Expanded Medium"/>
              </a:defRPr>
            </a:lvl1pPr>
            <a:lvl2pPr algn="ctr" lvl="1">
              <a:spcBef>
                <a:spcPts val="0"/>
              </a:spcBef>
              <a:spcAft>
                <a:spcPts val="0"/>
              </a:spcAft>
              <a:buSzPts val="9600"/>
              <a:buNone/>
              <a:defRPr sz="9600"/>
            </a:lvl2pPr>
            <a:lvl3pPr algn="ctr" lvl="2">
              <a:spcBef>
                <a:spcPts val="0"/>
              </a:spcBef>
              <a:spcAft>
                <a:spcPts val="0"/>
              </a:spcAft>
              <a:buSzPts val="9600"/>
              <a:buNone/>
              <a:defRPr sz="9600"/>
            </a:lvl3pPr>
            <a:lvl4pPr algn="ctr" lvl="3">
              <a:spcBef>
                <a:spcPts val="0"/>
              </a:spcBef>
              <a:spcAft>
                <a:spcPts val="0"/>
              </a:spcAft>
              <a:buSzPts val="9600"/>
              <a:buNone/>
              <a:defRPr sz="9600"/>
            </a:lvl4pPr>
            <a:lvl5pPr algn="ctr" lvl="4">
              <a:spcBef>
                <a:spcPts val="0"/>
              </a:spcBef>
              <a:spcAft>
                <a:spcPts val="0"/>
              </a:spcAft>
              <a:buSzPts val="9600"/>
              <a:buNone/>
              <a:defRPr sz="9600"/>
            </a:lvl5pPr>
            <a:lvl6pPr algn="ctr" lvl="5">
              <a:spcBef>
                <a:spcPts val="0"/>
              </a:spcBef>
              <a:spcAft>
                <a:spcPts val="0"/>
              </a:spcAft>
              <a:buSzPts val="9600"/>
              <a:buNone/>
              <a:defRPr sz="9600"/>
            </a:lvl6pPr>
            <a:lvl7pPr algn="ctr" lvl="6">
              <a:spcBef>
                <a:spcPts val="0"/>
              </a:spcBef>
              <a:spcAft>
                <a:spcPts val="0"/>
              </a:spcAft>
              <a:buSzPts val="9600"/>
              <a:buNone/>
              <a:defRPr sz="9600"/>
            </a:lvl7pPr>
            <a:lvl8pPr algn="ctr" lvl="7">
              <a:spcBef>
                <a:spcPts val="0"/>
              </a:spcBef>
              <a:spcAft>
                <a:spcPts val="0"/>
              </a:spcAft>
              <a:buSzPts val="9600"/>
              <a:buNone/>
              <a:defRPr sz="9600"/>
            </a:lvl8pPr>
            <a:lvl9pPr algn="ctr" lvl="8">
              <a:spcBef>
                <a:spcPts val="0"/>
              </a:spcBef>
              <a:spcAft>
                <a:spcPts val="0"/>
              </a:spcAft>
              <a:buSzPts val="9600"/>
              <a:buNone/>
              <a:defRPr sz="9600"/>
            </a:lvl9pPr>
          </a:lstStyle>
          <a:p>
            <a:r>
              <a:t>xx%</a:t>
            </a:r>
          </a:p>
        </p:txBody>
      </p:sp>
      <p:sp>
        <p:nvSpPr>
          <p:cNvPr id="1048650" name="Google Shape;92;p18"/>
          <p:cNvSpPr txBox="1">
            <a:spLocks noGrp="1"/>
          </p:cNvSpPr>
          <p:nvPr>
            <p:ph type="title" idx="5" hasCustomPrompt="1"/>
          </p:nvPr>
        </p:nvSpPr>
        <p:spPr>
          <a:xfrm>
            <a:off x="1333373" y="3832073"/>
            <a:ext cx="678900" cy="310800"/>
          </a:xfrm>
          <a:prstGeom prst="rect"/>
        </p:spPr>
        <p:txBody>
          <a:bodyPr anchor="ctr" anchorCtr="0" bIns="91425" lIns="91425" rIns="91425" spcFirstLastPara="1" tIns="91425" wrap="square">
            <a:noAutofit/>
          </a:bodyPr>
          <a:lstStyle>
            <a:lvl1pPr lvl="0">
              <a:spcBef>
                <a:spcPts val="0"/>
              </a:spcBef>
              <a:spcAft>
                <a:spcPts val="0"/>
              </a:spcAft>
              <a:buSzPts val="3000"/>
              <a:buNone/>
              <a:defRPr sz="2000">
                <a:solidFill>
                  <a:schemeClr val="accent3"/>
                </a:solidFill>
                <a:latin typeface="Zalando Sans Expanded Medium"/>
                <a:ea typeface="Zalando Sans Expanded Medium"/>
                <a:cs typeface="Zalando Sans Expanded Medium"/>
                <a:sym typeface="Zalando Sans Expanded Medium"/>
              </a:defRPr>
            </a:lvl1pPr>
            <a:lvl2pPr algn="ctr" lvl="1">
              <a:spcBef>
                <a:spcPts val="0"/>
              </a:spcBef>
              <a:spcAft>
                <a:spcPts val="0"/>
              </a:spcAft>
              <a:buSzPts val="6200"/>
              <a:buNone/>
              <a:defRPr sz="6200"/>
            </a:lvl2pPr>
            <a:lvl3pPr algn="ctr" lvl="2">
              <a:spcBef>
                <a:spcPts val="0"/>
              </a:spcBef>
              <a:spcAft>
                <a:spcPts val="0"/>
              </a:spcAft>
              <a:buSzPts val="6200"/>
              <a:buNone/>
              <a:defRPr sz="6200"/>
            </a:lvl3pPr>
            <a:lvl4pPr algn="ctr" lvl="3">
              <a:spcBef>
                <a:spcPts val="0"/>
              </a:spcBef>
              <a:spcAft>
                <a:spcPts val="0"/>
              </a:spcAft>
              <a:buSzPts val="6200"/>
              <a:buNone/>
              <a:defRPr sz="6200"/>
            </a:lvl4pPr>
            <a:lvl5pPr algn="ctr" lvl="4">
              <a:spcBef>
                <a:spcPts val="0"/>
              </a:spcBef>
              <a:spcAft>
                <a:spcPts val="0"/>
              </a:spcAft>
              <a:buSzPts val="6200"/>
              <a:buNone/>
              <a:defRPr sz="6200"/>
            </a:lvl5pPr>
            <a:lvl6pPr algn="ctr" lvl="5">
              <a:spcBef>
                <a:spcPts val="0"/>
              </a:spcBef>
              <a:spcAft>
                <a:spcPts val="0"/>
              </a:spcAft>
              <a:buSzPts val="6200"/>
              <a:buNone/>
              <a:defRPr sz="6200"/>
            </a:lvl6pPr>
            <a:lvl7pPr algn="ctr" lvl="6">
              <a:spcBef>
                <a:spcPts val="0"/>
              </a:spcBef>
              <a:spcAft>
                <a:spcPts val="0"/>
              </a:spcAft>
              <a:buSzPts val="6200"/>
              <a:buNone/>
              <a:defRPr sz="6200"/>
            </a:lvl7pPr>
            <a:lvl8pPr algn="ctr" lvl="7">
              <a:spcBef>
                <a:spcPts val="0"/>
              </a:spcBef>
              <a:spcAft>
                <a:spcPts val="0"/>
              </a:spcAft>
              <a:buSzPts val="6200"/>
              <a:buNone/>
              <a:defRPr sz="6200"/>
            </a:lvl8pPr>
            <a:lvl9pPr algn="ctr" lvl="8">
              <a:spcBef>
                <a:spcPts val="0"/>
              </a:spcBef>
              <a:spcAft>
                <a:spcPts val="0"/>
              </a:spcAft>
              <a:buSzPts val="6200"/>
              <a:buNone/>
              <a:defRPr sz="6200"/>
            </a:lvl9pPr>
          </a:lstStyle>
          <a:p>
            <a:r>
              <a:t>xx%</a:t>
            </a:r>
          </a:p>
        </p:txBody>
      </p:sp>
      <p:sp>
        <p:nvSpPr>
          <p:cNvPr id="1048651" name="Google Shape;93;p18"/>
          <p:cNvSpPr txBox="1">
            <a:spLocks noGrp="1"/>
          </p:cNvSpPr>
          <p:nvPr>
            <p:ph type="title" idx="6"/>
          </p:nvPr>
        </p:nvSpPr>
        <p:spPr>
          <a:xfrm>
            <a:off x="228600" y="297785"/>
            <a:ext cx="2022600" cy="802500"/>
          </a:xfrm>
          <a:prstGeom prst="rect"/>
          <a:ln>
            <a:noFill/>
          </a:ln>
        </p:spPr>
        <p:txBody>
          <a:bodyPr anchor="t" anchorCtr="0" bIns="91425" lIns="91425" rIns="91425" spcFirstLastPara="1" tIns="91425" wrap="square">
            <a:noAutofit/>
          </a:bodyPr>
          <a:lstStyle>
            <a:lvl1pPr lvl="0">
              <a:spcBef>
                <a:spcPts val="0"/>
              </a:spcBef>
              <a:spcAft>
                <a:spcPts val="0"/>
              </a:spcAft>
              <a:buSzPts val="2600"/>
              <a:buNone/>
              <a:defRPr sz="2600"/>
            </a:lvl1pPr>
            <a:lvl2pPr lvl="1">
              <a:spcBef>
                <a:spcPts val="0"/>
              </a:spcBef>
              <a:spcAft>
                <a:spcPts val="0"/>
              </a:spcAft>
              <a:buSzPts val="2600"/>
              <a:buNone/>
            </a:lvl2pPr>
            <a:lvl3pPr lvl="2">
              <a:spcBef>
                <a:spcPts val="0"/>
              </a:spcBef>
              <a:spcAft>
                <a:spcPts val="0"/>
              </a:spcAft>
              <a:buSzPts val="2600"/>
              <a:buNone/>
            </a:lvl3pPr>
            <a:lvl4pPr lvl="3">
              <a:spcBef>
                <a:spcPts val="0"/>
              </a:spcBef>
              <a:spcAft>
                <a:spcPts val="0"/>
              </a:spcAft>
              <a:buSzPts val="2600"/>
              <a:buNone/>
            </a:lvl4pPr>
            <a:lvl5pPr lvl="4">
              <a:spcBef>
                <a:spcPts val="0"/>
              </a:spcBef>
              <a:spcAft>
                <a:spcPts val="0"/>
              </a:spcAft>
              <a:buSzPts val="2600"/>
              <a:buNone/>
            </a:lvl5pPr>
            <a:lvl6pPr lvl="5">
              <a:spcBef>
                <a:spcPts val="0"/>
              </a:spcBef>
              <a:spcAft>
                <a:spcPts val="0"/>
              </a:spcAft>
              <a:buSzPts val="2600"/>
              <a:buNone/>
            </a:lvl6pPr>
            <a:lvl7pPr lvl="6">
              <a:spcBef>
                <a:spcPts val="0"/>
              </a:spcBef>
              <a:spcAft>
                <a:spcPts val="0"/>
              </a:spcAft>
              <a:buSzPts val="2600"/>
              <a:buNone/>
            </a:lvl7pPr>
            <a:lvl8pPr lvl="7">
              <a:spcBef>
                <a:spcPts val="0"/>
              </a:spcBef>
              <a:spcAft>
                <a:spcPts val="0"/>
              </a:spcAft>
              <a:buSzPts val="2600"/>
              <a:buNone/>
            </a:lvl8pPr>
            <a:lvl9pPr lvl="8">
              <a:spcBef>
                <a:spcPts val="0"/>
              </a:spcBef>
              <a:spcAft>
                <a:spcPts val="0"/>
              </a:spcAft>
              <a:buSzPts val="2600"/>
              <a:buNone/>
            </a:lvl9pPr>
          </a:lstStyle>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00" name="Shape 120"/>
        <p:cNvGrpSpPr/>
        <p:nvPr/>
      </p:nvGrpSpPr>
      <p:grpSpPr>
        <a:xfrm>
          <a:off x="0" y="0"/>
          <a:ext cx="0" cy="0"/>
          <a:chOff x="0" y="0"/>
          <a:chExt cx="0" cy="0"/>
        </a:xfrm>
      </p:grpSpPr>
      <p:sp>
        <p:nvSpPr>
          <p:cNvPr id="1048679" name="Google Shape;121;p22"/>
          <p:cNvSpPr/>
          <p:nvPr/>
        </p:nvSpPr>
        <p:spPr>
          <a:xfrm>
            <a:off x="0" y="0"/>
            <a:ext cx="9144000" cy="5159700"/>
          </a:xfrm>
          <a:prstGeom prst="rect"/>
          <a:solidFill>
            <a:schemeClr val="accent2"/>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29" name="Shape 122"/>
        <p:cNvGrpSpPr/>
        <p:nvPr/>
      </p:nvGrpSpPr>
      <p:grpSpPr>
        <a:xfrm>
          <a:off x="0" y="0"/>
          <a:ext cx="0" cy="0"/>
          <a:chOff x="0" y="0"/>
          <a:chExt cx="0" cy="0"/>
        </a:xfrm>
      </p:grpSpPr>
      <p:sp>
        <p:nvSpPr>
          <p:cNvPr id="1048707" name="Google Shape;123;p23"/>
          <p:cNvSpPr/>
          <p:nvPr/>
        </p:nvSpPr>
        <p:spPr>
          <a:xfrm>
            <a:off x="0" y="-8100"/>
            <a:ext cx="9144000" cy="5159700"/>
          </a:xfrm>
          <a:prstGeom prst="rect"/>
          <a:solidFill>
            <a:srgbClr val="4F5B4D"/>
          </a:solidFill>
          <a:ln>
            <a:noFill/>
          </a:ln>
        </p:spPr>
        <p:txBody>
          <a:bodyPr anchor="ctr" anchorCtr="0" bIns="91425" lIns="91425" rIns="91425" spcFirstLastPara="1" tIns="91425" wrap="square">
            <a:noAutofit/>
          </a:bodyPr>
          <a:p>
            <a:pPr algn="ctr" indent="0" lvl="0" marL="0" rtl="0">
              <a:spcBef>
                <a:spcPts val="0"/>
              </a:spcBef>
              <a:spcAft>
                <a:spcPts val="0"/>
              </a:spcAft>
              <a:buNone/>
            </a:pPr>
            <a:endParaRPr>
              <a:latin typeface="Open Sans"/>
              <a:ea typeface="Open Sans"/>
              <a:cs typeface="Open Sans"/>
              <a:sym typeface="Open Sans"/>
            </a:endParaRP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2" name="Shape 5"/>
        <p:cNvGrpSpPr/>
        <p:nvPr/>
      </p:nvGrpSpPr>
      <p:grpSpPr>
        <a:xfrm>
          <a:off x="0" y="0"/>
          <a:ext cx="0" cy="0"/>
          <a:chOff x="0" y="0"/>
          <a:chExt cx="0" cy="0"/>
        </a:xfrm>
      </p:grpSpPr>
      <p:sp>
        <p:nvSpPr>
          <p:cNvPr id="1048576" name="Google Shape;6;p1"/>
          <p:cNvSpPr txBox="1">
            <a:spLocks noGrp="1"/>
          </p:cNvSpPr>
          <p:nvPr>
            <p:ph type="title"/>
          </p:nvPr>
        </p:nvSpPr>
        <p:spPr>
          <a:xfrm>
            <a:off x="713225" y="445025"/>
            <a:ext cx="7717500" cy="572700"/>
          </a:xfrm>
          <a:prstGeom prst="rect"/>
          <a:noFill/>
          <a:ln>
            <a:noFill/>
          </a:ln>
        </p:spPr>
        <p:txBody>
          <a:bodyPr anchor="t" anchorCtr="0" bIns="91425" lIns="91425" rIns="91425" spcFirstLastPara="1" tIns="91425" wrap="square">
            <a:noAutofit/>
          </a:bodyPr>
          <a:lstStyle>
            <a:lvl1pPr lvl="0"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1pPr>
            <a:lvl2pPr lvl="1"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2pPr>
            <a:lvl3pPr lvl="2"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3pPr>
            <a:lvl4pPr lvl="3"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4pPr>
            <a:lvl5pPr lvl="4"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5pPr>
            <a:lvl6pPr lvl="5"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6pPr>
            <a:lvl7pPr lvl="6"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7pPr>
            <a:lvl8pPr lvl="7"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8pPr>
            <a:lvl9pPr lvl="8" rtl="0">
              <a:lnSpc>
                <a:spcPct val="80000"/>
              </a:lnSpc>
              <a:spcBef>
                <a:spcPts val="0"/>
              </a:spcBef>
              <a:spcAft>
                <a:spcPts val="0"/>
              </a:spcAft>
              <a:buClr>
                <a:schemeClr val="dk1"/>
              </a:buClr>
              <a:buSzPts val="2600"/>
              <a:buFont typeface="Zalando Sans Expanded ExtraLight"/>
              <a:buNone/>
              <a:defRPr sz="2600">
                <a:solidFill>
                  <a:schemeClr val="dk1"/>
                </a:solidFill>
                <a:latin typeface="Zalando Sans Expanded ExtraLight"/>
                <a:ea typeface="Zalando Sans Expanded ExtraLight"/>
                <a:cs typeface="Zalando Sans Expanded ExtraLight"/>
                <a:sym typeface="Zalando Sans Expanded ExtraLight"/>
              </a:defRPr>
            </a:lvl9pPr>
          </a:lstStyle>
          <a:p/>
        </p:txBody>
      </p:sp>
      <p:sp>
        <p:nvSpPr>
          <p:cNvPr id="1048577" name="Google Shape;7;p1"/>
          <p:cNvSpPr txBox="1">
            <a:spLocks noGrp="1"/>
          </p:cNvSpPr>
          <p:nvPr>
            <p:ph type="body" idx="1"/>
          </p:nvPr>
        </p:nvSpPr>
        <p:spPr>
          <a:xfrm>
            <a:off x="713225" y="1152475"/>
            <a:ext cx="7717500" cy="3416400"/>
          </a:xfrm>
          <a:prstGeom prst="rect"/>
          <a:noFill/>
          <a:ln>
            <a:noFill/>
          </a:ln>
        </p:spPr>
        <p:txBody>
          <a:bodyPr anchor="t" anchorCtr="0" bIns="91425" lIns="91425" rIns="91425" spcFirstLastPara="1" tIns="91425" wrap="square">
            <a:noAutofit/>
          </a:bodyPr>
          <a:lstStyle>
            <a:lvl1pPr indent="-317500" lvl="0" marL="4572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indent="-317500" lvl="1" marL="9144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indent="-317500" lvl="2" marL="13716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indent="-317500" lvl="3" marL="18288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indent="-317500" lvl="4" marL="22860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indent="-317500" lvl="5" marL="27432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indent="-317500" lvl="6" marL="32004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indent="-317500" lvl="7" marL="36576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indent="-317500" lvl="8" marL="41148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push dir="u"/>
  </p:transition>
  <p:hf dt="0" ftr="0" hdr="0" sldNum="1"/>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0.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9.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8" name="Shape 138"/>
        <p:cNvGrpSpPr/>
        <p:nvPr/>
      </p:nvGrpSpPr>
      <p:grpSpPr>
        <a:xfrm>
          <a:off x="0" y="0"/>
          <a:ext cx="0" cy="0"/>
          <a:chOff x="0" y="0"/>
          <a:chExt cx="0" cy="0"/>
        </a:xfrm>
      </p:grpSpPr>
      <p:grpSp>
        <p:nvGrpSpPr>
          <p:cNvPr id="29" name="Google Shape;139;p28"/>
          <p:cNvGrpSpPr/>
          <p:nvPr/>
        </p:nvGrpSpPr>
        <p:grpSpPr>
          <a:xfrm>
            <a:off x="1524645" y="-18440"/>
            <a:ext cx="7680600" cy="5224200"/>
            <a:chOff x="1524645" y="-18440"/>
            <a:chExt cx="7680600" cy="5224200"/>
          </a:xfrm>
        </p:grpSpPr>
        <p:cxnSp>
          <p:nvCxnSpPr>
            <p:cNvPr id="3145728" name="Google Shape;140;p28"/>
            <p:cNvCxnSpPr>
              <a:cxnSpLocks/>
            </p:cNvCxnSpPr>
            <p:nvPr/>
          </p:nvCxnSpPr>
          <p:spPr>
            <a:xfrm>
              <a:off x="1536125" y="-18440"/>
              <a:ext cx="0" cy="5224200"/>
            </a:xfrm>
            <a:prstGeom prst="straightConnector1"/>
            <a:noFill/>
            <a:ln w="9525" cap="flat" cmpd="sng">
              <a:solidFill>
                <a:schemeClr val="accent1"/>
              </a:solidFill>
              <a:prstDash val="solid"/>
              <a:round/>
              <a:headEnd type="none" w="med" len="med"/>
              <a:tailEnd type="none" w="med" len="med"/>
            </a:ln>
          </p:spPr>
        </p:cxnSp>
        <p:cxnSp>
          <p:nvCxnSpPr>
            <p:cNvPr id="3145729" name="Google Shape;141;p28"/>
            <p:cNvCxnSpPr>
              <a:cxnSpLocks/>
            </p:cNvCxnSpPr>
            <p:nvPr/>
          </p:nvCxnSpPr>
          <p:spPr>
            <a:xfrm rot="10800000">
              <a:off x="1524645" y="3939635"/>
              <a:ext cx="7680600" cy="0"/>
            </a:xfrm>
            <a:prstGeom prst="straightConnector1"/>
            <a:noFill/>
            <a:ln w="9525" cap="flat" cmpd="sng">
              <a:solidFill>
                <a:schemeClr val="accent1"/>
              </a:solidFill>
              <a:prstDash val="solid"/>
              <a:round/>
              <a:headEnd type="none" w="med" len="med"/>
              <a:tailEnd type="none" w="med" len="med"/>
            </a:ln>
          </p:spPr>
        </p:cxnSp>
      </p:grpSp>
      <p:sp>
        <p:nvSpPr>
          <p:cNvPr id="1048581" name="Google Shape;142;p28"/>
          <p:cNvSpPr txBox="1">
            <a:spLocks noGrp="1"/>
          </p:cNvSpPr>
          <p:nvPr>
            <p:ph type="ctrTitle"/>
          </p:nvPr>
        </p:nvSpPr>
        <p:spPr>
          <a:xfrm>
            <a:off x="2215125" y="1276155"/>
            <a:ext cx="6323700" cy="2452800"/>
          </a:xfrm>
          <a:prstGeom prst="rect"/>
        </p:spPr>
        <p:txBody>
          <a:bodyPr anchor="b" anchorCtr="0" bIns="91425" lIns="91425" rIns="91425" spcFirstLastPara="1" tIns="91425" wrap="square">
            <a:noAutofit/>
          </a:bodyPr>
          <a:p>
            <a:pPr algn="r" indent="0" lvl="0" marL="0" rtl="0">
              <a:lnSpc>
                <a:spcPct val="80000"/>
              </a:lnSpc>
              <a:spcBef>
                <a:spcPts val="0"/>
              </a:spcBef>
              <a:spcAft>
                <a:spcPts val="0"/>
              </a:spcAft>
              <a:buNone/>
            </a:pPr>
            <a:r>
              <a:rPr dirty="0" sz="5400" lang="en-US">
                <a:solidFill>
                  <a:schemeClr val="accent1"/>
                </a:solidFill>
                <a:latin typeface="Zalando Sans Expanded ExtraLight"/>
                <a:ea typeface="Zalando Sans Expanded ExtraLight"/>
                <a:cs typeface="Zalando Sans Expanded ExtraLight"/>
                <a:sym typeface="Zalando Sans Expanded ExtraLight"/>
              </a:rPr>
              <a:t>PAKISTAN CPEC MEGA-PROJECTS</a:t>
            </a:r>
            <a:endParaRPr dirty="0" sz="7200" lang="en-US">
              <a:solidFill>
                <a:schemeClr val="accent1"/>
              </a:solidFill>
              <a:latin typeface="Zalando Sans Expanded Medium"/>
              <a:ea typeface="Zalando Sans Expanded Medium"/>
              <a:cs typeface="Zalando Sans Expanded Medium"/>
              <a:sym typeface="Zalando Sans Expanded Medium"/>
            </a:endParaRPr>
          </a:p>
        </p:txBody>
      </p:sp>
      <p:sp>
        <p:nvSpPr>
          <p:cNvPr id="1048582" name="Google Shape;143;p28"/>
          <p:cNvSpPr txBox="1">
            <a:spLocks noGrp="1"/>
          </p:cNvSpPr>
          <p:nvPr>
            <p:ph type="subTitle" idx="1"/>
          </p:nvPr>
        </p:nvSpPr>
        <p:spPr>
          <a:xfrm>
            <a:off x="5930025" y="3939635"/>
            <a:ext cx="2608800" cy="1136302"/>
          </a:xfrm>
          <a:prstGeom prst="rect"/>
        </p:spPr>
        <p:txBody>
          <a:bodyPr anchor="t" anchorCtr="0" bIns="91425" lIns="91425" rIns="91425" spcFirstLastPara="1" tIns="91425" wrap="square">
            <a:noAutofit/>
          </a:bodyPr>
          <a:p>
            <a:pPr algn="r" indent="0" lvl="0" marL="0" rtl="0">
              <a:spcBef>
                <a:spcPts val="0"/>
              </a:spcBef>
              <a:spcAft>
                <a:spcPts val="0"/>
              </a:spcAft>
              <a:buNone/>
            </a:pPr>
            <a:r>
              <a:rPr b="1" dirty="0" lang="en-US">
                <a:solidFill>
                  <a:schemeClr val="accent1"/>
                </a:solidFill>
              </a:rPr>
              <a:t>GROUP MEMBERS</a:t>
            </a:r>
          </a:p>
          <a:p>
            <a:pPr algn="r" indent="0" lvl="0" marL="0" rtl="0">
              <a:spcBef>
                <a:spcPts val="0"/>
              </a:spcBef>
              <a:spcAft>
                <a:spcPts val="0"/>
              </a:spcAft>
            </a:pPr>
            <a:r>
              <a:rPr dirty="0" lang="en-US">
                <a:solidFill>
                  <a:schemeClr val="accent1"/>
                </a:solidFill>
              </a:rPr>
              <a:t>WARDA ZUBAIR</a:t>
            </a:r>
          </a:p>
          <a:p>
            <a:pPr algn="r" indent="0" lvl="0" marL="0" rtl="0">
              <a:spcBef>
                <a:spcPts val="0"/>
              </a:spcBef>
              <a:spcAft>
                <a:spcPts val="0"/>
              </a:spcAft>
            </a:pPr>
            <a:r>
              <a:rPr dirty="0" lang="en-US">
                <a:solidFill>
                  <a:schemeClr val="accent1"/>
                </a:solidFill>
              </a:rPr>
              <a:t>MAHEEN AHMED</a:t>
            </a:r>
          </a:p>
          <a:p>
            <a:pPr algn="r" indent="0" lvl="0" marL="0" rtl="0">
              <a:spcBef>
                <a:spcPts val="0"/>
              </a:spcBef>
              <a:spcAft>
                <a:spcPts val="0"/>
              </a:spcAft>
            </a:pPr>
            <a:r>
              <a:rPr dirty="0" lang="en-US">
                <a:solidFill>
                  <a:schemeClr val="accent1"/>
                </a:solidFill>
              </a:rPr>
              <a:t>ALISHBA ALI</a:t>
            </a:r>
          </a:p>
          <a:p>
            <a:pPr algn="r" indent="0" lvl="0" marL="0" rtl="0">
              <a:spcBef>
                <a:spcPts val="0"/>
              </a:spcBef>
              <a:spcAft>
                <a:spcPts val="0"/>
              </a:spcAft>
            </a:pPr>
            <a:r>
              <a:rPr dirty="0" lang="en-US">
                <a:solidFill>
                  <a:schemeClr val="accent1"/>
                </a:solidFill>
              </a:rPr>
              <a:t>ARWA AMIR</a:t>
            </a:r>
          </a:p>
        </p:txBody>
      </p:sp>
      <p:sp>
        <p:nvSpPr>
          <p:cNvPr id="1048583" name="Google Shape;144;p28"/>
          <p:cNvSpPr txBox="1"/>
          <p:nvPr/>
        </p:nvSpPr>
        <p:spPr>
          <a:xfrm>
            <a:off x="356825" y="124800"/>
            <a:ext cx="806953" cy="403800"/>
          </a:xfrm>
          <a:prstGeom prst="rect"/>
          <a:noFill/>
          <a:ln>
            <a:noFill/>
          </a:ln>
        </p:spPr>
        <p:txBody>
          <a:bodyPr anchor="t" anchorCtr="0" bIns="0" lIns="0" rIns="0" spcFirstLastPara="1" tIns="0" wrap="square">
            <a:noAutofit/>
          </a:bodyPr>
          <a:p>
            <a:pPr algn="l" indent="0" lvl="0" marL="0" rtl="0">
              <a:spcBef>
                <a:spcPts val="0"/>
              </a:spcBef>
              <a:spcAft>
                <a:spcPts val="0"/>
              </a:spcAft>
              <a:buNone/>
            </a:pPr>
            <a:r>
              <a:rPr dirty="0" sz="1200" lang="en">
                <a:solidFill>
                  <a:schemeClr val="accent2"/>
                </a:solidFill>
                <a:latin typeface="Arimo"/>
                <a:ea typeface="Arimo"/>
                <a:cs typeface="Arimo"/>
                <a:sym typeface="Arimo"/>
              </a:rPr>
              <a:t>13/12/2025</a:t>
            </a:r>
            <a:endParaRPr dirty="0" sz="1200">
              <a:solidFill>
                <a:schemeClr val="accent2"/>
              </a:solidFill>
              <a:latin typeface="Arimo"/>
              <a:ea typeface="Arimo"/>
              <a:cs typeface="Arimo"/>
              <a:sym typeface="Arimo"/>
            </a:endParaRPr>
          </a:p>
        </p:txBody>
      </p:sp>
      <p:sp>
        <p:nvSpPr>
          <p:cNvPr id="1048584" name="Google Shape;143;p28"/>
          <p:cNvSpPr txBox="1"/>
          <p:nvPr/>
        </p:nvSpPr>
        <p:spPr>
          <a:xfrm>
            <a:off x="3632085" y="3544780"/>
            <a:ext cx="4906740" cy="1136302"/>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r" indent="-317500" lvl="0" marL="457200" marR="0" rtl="0">
              <a:lnSpc>
                <a:spcPct val="100000"/>
              </a:lnSpc>
              <a:spcBef>
                <a:spcPts val="0"/>
              </a:spcBef>
              <a:spcAft>
                <a:spcPts val="0"/>
              </a:spcAft>
              <a:buClr>
                <a:schemeClr val="dk1"/>
              </a:buClr>
              <a:buSzPts val="1400"/>
              <a:buFont typeface="Arimo"/>
              <a:buNone/>
              <a:defRPr b="0" cap="none" sz="1400" i="0" strike="noStrike" u="none">
                <a:solidFill>
                  <a:schemeClr val="lt1"/>
                </a:solidFill>
                <a:latin typeface="Arimo"/>
                <a:ea typeface="Arimo"/>
                <a:cs typeface="Arimo"/>
                <a:sym typeface="Arimo"/>
              </a:defRPr>
            </a:lvl1pPr>
            <a:lvl2pPr algn="ctr" indent="-317500" lvl="1" marL="9144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2pPr>
            <a:lvl3pPr algn="ctr" indent="-317500" lvl="2" marL="13716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3pPr>
            <a:lvl4pPr algn="ctr" indent="-317500" lvl="3" marL="18288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4pPr>
            <a:lvl5pPr algn="ctr" indent="-317500" lvl="4" marL="22860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5pPr>
            <a:lvl6pPr algn="ctr" indent="-317500" lvl="5" marL="27432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6pPr>
            <a:lvl7pPr algn="ctr" indent="-317500" lvl="6" marL="32004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7pPr>
            <a:lvl8pPr algn="ctr" indent="-317500" lvl="7" marL="36576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8pPr>
            <a:lvl9pPr algn="ctr" indent="-317500" lvl="8" marL="4114800" marR="0" rtl="0">
              <a:lnSpc>
                <a:spcPct val="100000"/>
              </a:lnSpc>
              <a:spcBef>
                <a:spcPts val="0"/>
              </a:spcBef>
              <a:spcAft>
                <a:spcPts val="0"/>
              </a:spcAft>
              <a:buClr>
                <a:schemeClr val="dk1"/>
              </a:buClr>
              <a:buSzPts val="1800"/>
              <a:buFont typeface="Arimo"/>
              <a:buNone/>
              <a:defRPr b="0" cap="none" sz="1800" i="0" strike="noStrike" u="none">
                <a:solidFill>
                  <a:schemeClr val="dk1"/>
                </a:solidFill>
                <a:latin typeface="Arimo"/>
                <a:ea typeface="Arimo"/>
                <a:cs typeface="Arimo"/>
                <a:sym typeface="Arimo"/>
              </a:defRPr>
            </a:lvl9pPr>
          </a:lstStyle>
          <a:p>
            <a:pPr algn="l" indent="0" marL="0"/>
            <a:r>
              <a:rPr b="1" dirty="0" lang="en-US">
                <a:solidFill>
                  <a:schemeClr val="accent1"/>
                </a:solidFill>
              </a:rPr>
              <a:t>COURSE: </a:t>
            </a:r>
            <a:r>
              <a:rPr b="1" dirty="0" lang="en-US" u="sng">
                <a:solidFill>
                  <a:schemeClr val="accent1"/>
                </a:solidFill>
              </a:rPr>
              <a:t>Project Management Principles and Practices</a:t>
            </a:r>
          </a:p>
          <a:p>
            <a:pPr algn="l" indent="0" marL="0"/>
            <a:endParaRPr b="1" dirty="0" lang="en-US">
              <a:solidFill>
                <a:schemeClr val="accent1"/>
              </a:solidFill>
            </a:endParaRPr>
          </a:p>
        </p:txBody>
      </p:sp>
    </p:spTree>
  </p:cSld>
  <p:clrMapOvr>
    <a:masterClrMapping/>
  </p:clrMapOvr>
  <p:transition spd="slow">
    <p:push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9" name="Shape 216"/>
        <p:cNvGrpSpPr/>
        <p:nvPr/>
      </p:nvGrpSpPr>
      <p:grpSpPr>
        <a:xfrm>
          <a:off x="0" y="0"/>
          <a:ext cx="0" cy="0"/>
          <a:chOff x="0" y="0"/>
          <a:chExt cx="0" cy="0"/>
        </a:xfrm>
      </p:grpSpPr>
      <p:pic>
        <p:nvPicPr>
          <p:cNvPr id="2097152" name="Google Shape;217;p31"/>
          <p:cNvPicPr preferRelativeResize="0">
            <a:picLocks noGrp="1"/>
          </p:cNvPicPr>
          <p:nvPr>
            <p:ph type="pic" idx="2"/>
          </p:nvPr>
        </p:nvPicPr>
        <p:blipFill rotWithShape="1">
          <a:blip xmlns:r="http://schemas.openxmlformats.org/officeDocument/2006/relationships" r:embed="rId1">
            <a:alphaModFix/>
          </a:blip>
          <a:srcRect l="17873" r="17873"/>
          <a:stretch>
            <a:fillRect/>
          </a:stretch>
        </p:blipFill>
        <p:spPr>
          <a:xfrm>
            <a:off x="6345175" y="0"/>
            <a:ext cx="2798776" cy="5143501"/>
          </a:xfrm>
          <a:prstGeom prst="rect"/>
        </p:spPr>
      </p:pic>
      <p:sp>
        <p:nvSpPr>
          <p:cNvPr id="1048591" name="Google Shape;218;p31"/>
          <p:cNvSpPr txBox="1">
            <a:spLocks noGrp="1"/>
          </p:cNvSpPr>
          <p:nvPr>
            <p:ph type="title"/>
          </p:nvPr>
        </p:nvSpPr>
        <p:spPr>
          <a:xfrm>
            <a:off x="228600" y="1135066"/>
            <a:ext cx="5320800" cy="1252200"/>
          </a:xfrm>
          <a:prstGeom prst="rect"/>
        </p:spPr>
        <p:txBody>
          <a:bodyPr anchor="t" anchorCtr="0" bIns="91425" lIns="91425" rIns="91425" spcFirstLastPara="1" tIns="91425" wrap="square">
            <a:noAutofit/>
          </a:bodyPr>
          <a:p>
            <a:pPr algn="l" indent="0" lvl="0" marL="0" rtl="0">
              <a:spcBef>
                <a:spcPts val="0"/>
              </a:spcBef>
              <a:spcAft>
                <a:spcPts val="0"/>
              </a:spcAft>
              <a:buNone/>
            </a:pPr>
            <a:r>
              <a:rPr dirty="0" lang="en-US"/>
              <a:t>Introduction</a:t>
            </a:r>
            <a:endParaRPr dirty="0">
              <a:latin typeface="Zalando Sans Expanded Medium"/>
              <a:ea typeface="Zalando Sans Expanded Medium"/>
              <a:cs typeface="Zalando Sans Expanded Medium"/>
              <a:sym typeface="Zalando Sans Expanded Medium"/>
            </a:endParaRPr>
          </a:p>
        </p:txBody>
      </p:sp>
      <p:sp>
        <p:nvSpPr>
          <p:cNvPr id="1048592" name="Google Shape;219;p31"/>
          <p:cNvSpPr txBox="1">
            <a:spLocks noGrp="1"/>
          </p:cNvSpPr>
          <p:nvPr>
            <p:ph type="body" idx="1"/>
          </p:nvPr>
        </p:nvSpPr>
        <p:spPr>
          <a:xfrm>
            <a:off x="228600" y="1831555"/>
            <a:ext cx="4359000" cy="1917300"/>
          </a:xfrm>
          <a:prstGeom prst="rect"/>
        </p:spPr>
        <p:txBody>
          <a:bodyPr anchor="t" anchorCtr="0" bIns="91425" lIns="91425" rIns="91425" spcFirstLastPara="1" tIns="91425" wrap="square">
            <a:noAutofit/>
          </a:bodyPr>
          <a:p>
            <a:pPr indent="-285750" marL="285750">
              <a:buClr>
                <a:srgbClr val="273D40"/>
              </a:buClr>
              <a:buSzPts val="600"/>
            </a:pPr>
            <a:r>
              <a:t>CPEC  stands for China–Pakistan Economic Corridor.</a:t>
            </a:r>
            <a:endParaRPr/>
          </a:p>
          <a:p>
            <a:pPr indent="-285750" marL="285750">
              <a:buClr>
                <a:srgbClr val="273D40"/>
              </a:buClr>
              <a:buSzPts val="600"/>
            </a:pPr>
            <a:r>
              <a:t>Flagship development project </a:t>
            </a:r>
            <a:endParaRPr/>
          </a:p>
          <a:p>
            <a:pPr indent="-285750" marL="285750">
              <a:buClr>
                <a:srgbClr val="273D40"/>
              </a:buClr>
              <a:buSzPts val="600"/>
            </a:pPr>
            <a:r>
              <a:t>BRI- new silk roads</a:t>
            </a:r>
            <a:endParaRPr/>
          </a:p>
          <a:p>
            <a:pPr indent="-285750" marL="285750">
              <a:buClr>
                <a:srgbClr val="273D40"/>
              </a:buClr>
              <a:buSzPts val="600"/>
            </a:pPr>
            <a:r>
              <a:t>Formally started in 20 April,2015</a:t>
            </a:r>
            <a:endParaRPr/>
          </a:p>
          <a:p>
            <a:pPr indent="-285750" marL="285750">
              <a:buClr>
                <a:srgbClr val="273D40"/>
              </a:buClr>
              <a:buSzPts val="600"/>
            </a:pPr>
            <a:r>
              <a:t>Total budget $ 62-65 billion</a:t>
            </a:r>
            <a:endParaRPr/>
          </a:p>
          <a:p>
            <a:pPr indent="-285750" marL="285750">
              <a:buClr>
                <a:srgbClr val="273D40"/>
              </a:buClr>
              <a:buSzPts val="600"/>
            </a:pPr>
            <a:r>
              <a:t>Enhance connectivity, trade &amp; communication</a:t>
            </a:r>
            <a:endParaRPr/>
          </a:p>
        </p:txBody>
      </p:sp>
      <p:cxnSp>
        <p:nvCxnSpPr>
          <p:cNvPr id="3145730" name="Google Shape;220;p31"/>
          <p:cNvCxnSpPr>
            <a:cxnSpLocks/>
          </p:cNvCxnSpPr>
          <p:nvPr/>
        </p:nvCxnSpPr>
        <p:spPr>
          <a:xfrm rot="10800000">
            <a:off x="-125" y="1690775"/>
            <a:ext cx="6345300" cy="0"/>
          </a:xfrm>
          <a:prstGeom prst="straightConnector1"/>
          <a:noFill/>
          <a:ln w="9525" cap="flat" cmpd="sng">
            <a:solidFill>
              <a:schemeClr val="lt2"/>
            </a:solidFill>
            <a:prstDash val="solid"/>
            <a:round/>
            <a:headEnd type="none" w="med" len="med"/>
            <a:tailEnd type="none" w="med" len="med"/>
          </a:ln>
        </p:spPr>
      </p:cxnSp>
      <p:cxnSp>
        <p:nvCxnSpPr>
          <p:cNvPr id="3145731" name="Google Shape;221;p31"/>
          <p:cNvCxnSpPr>
            <a:cxnSpLocks/>
          </p:cNvCxnSpPr>
          <p:nvPr/>
        </p:nvCxnSpPr>
        <p:spPr>
          <a:xfrm>
            <a:off x="6345175" y="-18440"/>
            <a:ext cx="0" cy="5224200"/>
          </a:xfrm>
          <a:prstGeom prst="straightConnector1"/>
          <a:noFill/>
          <a:ln w="9525" cap="flat" cmpd="sng">
            <a:solidFill>
              <a:schemeClr val="lt2"/>
            </a:solidFill>
            <a:prstDash val="solid"/>
            <a:round/>
            <a:headEnd type="none" w="med" len="med"/>
            <a:tailEnd type="none" w="med" len="med"/>
          </a:ln>
        </p:spPr>
      </p:cxn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53" presetSubtype="16">
                                  <p:stCondLst>
                                    <p:cond delay="0"/>
                                  </p:stCondLst>
                                  <p:childTnLst>
                                    <p:set>
                                      <p:cBhvr>
                                        <p:cTn dur="1" fill="hold" id="6">
                                          <p:stCondLst>
                                            <p:cond delay="0"/>
                                          </p:stCondLst>
                                        </p:cTn>
                                        <p:tgtEl>
                                          <p:spTgt spid="2097152"/>
                                        </p:tgtEl>
                                        <p:attrNameLst>
                                          <p:attrName>style.visibility</p:attrName>
                                        </p:attrNameLst>
                                      </p:cBhvr>
                                      <p:to>
                                        <p:strVal val="visible"/>
                                      </p:to>
                                    </p:set>
                                    <p:anim calcmode="lin" valueType="num">
                                      <p:cBhvr>
                                        <p:cTn dur="500" fill="hold" id="7"/>
                                        <p:tgtEl>
                                          <p:spTgt spid="2097152"/>
                                        </p:tgtEl>
                                        <p:attrNameLst>
                                          <p:attrName>ppt_w</p:attrName>
                                        </p:attrNameLst>
                                      </p:cBhvr>
                                      <p:tavLst>
                                        <p:tav tm="0">
                                          <p:val>
                                            <p:fltVal val="0.0"/>
                                          </p:val>
                                        </p:tav>
                                        <p:tav tm="100000">
                                          <p:val>
                                            <p:strVal val="#ppt_w"/>
                                          </p:val>
                                        </p:tav>
                                      </p:tavLst>
                                    </p:anim>
                                    <p:anim calcmode="lin" valueType="num">
                                      <p:cBhvr>
                                        <p:cTn dur="500" fill="hold" id="8"/>
                                        <p:tgtEl>
                                          <p:spTgt spid="2097152"/>
                                        </p:tgtEl>
                                        <p:attrNameLst>
                                          <p:attrName>ppt_h</p:attrName>
                                        </p:attrNameLst>
                                      </p:cBhvr>
                                      <p:tavLst>
                                        <p:tav tm="0">
                                          <p:val>
                                            <p:fltVal val="0.0"/>
                                          </p:val>
                                        </p:tav>
                                        <p:tav tm="100000">
                                          <p:val>
                                            <p:strVal val="#ppt_h"/>
                                          </p:val>
                                        </p:tav>
                                      </p:tavLst>
                                    </p:anim>
                                    <p:animEffect transition="in" filter="fade">
                                      <p:cBhvr>
                                        <p:cTn dur="500" id="9"/>
                                        <p:tgtEl>
                                          <p:spTgt spid="2097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3" name="Shape 296"/>
        <p:cNvGrpSpPr/>
        <p:nvPr/>
      </p:nvGrpSpPr>
      <p:grpSpPr>
        <a:xfrm>
          <a:off x="0" y="0"/>
          <a:ext cx="0" cy="0"/>
          <a:chOff x="0" y="0"/>
          <a:chExt cx="0" cy="0"/>
        </a:xfrm>
      </p:grpSpPr>
      <p:grpSp>
        <p:nvGrpSpPr>
          <p:cNvPr id="54" name="Google Shape;297;p38"/>
          <p:cNvGrpSpPr/>
          <p:nvPr/>
        </p:nvGrpSpPr>
        <p:grpSpPr>
          <a:xfrm>
            <a:off x="0" y="-18440"/>
            <a:ext cx="8320500" cy="5224200"/>
            <a:chOff x="0" y="-18440"/>
            <a:chExt cx="8320500" cy="5224200"/>
          </a:xfrm>
        </p:grpSpPr>
        <p:cxnSp>
          <p:nvCxnSpPr>
            <p:cNvPr id="3145732" name="Google Shape;298;p38"/>
            <p:cNvCxnSpPr>
              <a:cxnSpLocks/>
            </p:cNvCxnSpPr>
            <p:nvPr/>
          </p:nvCxnSpPr>
          <p:spPr>
            <a:xfrm>
              <a:off x="0" y="1123075"/>
              <a:ext cx="8320500" cy="0"/>
            </a:xfrm>
            <a:prstGeom prst="straightConnector1"/>
            <a:noFill/>
            <a:ln w="9525" cap="flat" cmpd="sng">
              <a:solidFill>
                <a:schemeClr val="lt2"/>
              </a:solidFill>
              <a:prstDash val="solid"/>
              <a:round/>
              <a:headEnd type="none" w="med" len="med"/>
              <a:tailEnd type="none" w="med" len="med"/>
            </a:ln>
          </p:spPr>
        </p:cxnSp>
        <p:cxnSp>
          <p:nvCxnSpPr>
            <p:cNvPr id="3145733" name="Google Shape;299;p38"/>
            <p:cNvCxnSpPr>
              <a:cxnSpLocks/>
            </p:cNvCxnSpPr>
            <p:nvPr/>
          </p:nvCxnSpPr>
          <p:spPr>
            <a:xfrm>
              <a:off x="8320500" y="-18440"/>
              <a:ext cx="0" cy="5224200"/>
            </a:xfrm>
            <a:prstGeom prst="straightConnector1"/>
            <a:noFill/>
            <a:ln w="9525" cap="flat" cmpd="sng">
              <a:solidFill>
                <a:schemeClr val="lt2"/>
              </a:solidFill>
              <a:prstDash val="solid"/>
              <a:round/>
              <a:headEnd type="none" w="med" len="med"/>
              <a:tailEnd type="none" w="med" len="med"/>
            </a:ln>
          </p:spPr>
        </p:cxnSp>
      </p:grpSp>
      <p:sp>
        <p:nvSpPr>
          <p:cNvPr id="1048597" name="Google Shape;300;p38"/>
          <p:cNvSpPr txBox="1">
            <a:spLocks noGrp="1"/>
          </p:cNvSpPr>
          <p:nvPr>
            <p:ph type="title"/>
          </p:nvPr>
        </p:nvSpPr>
        <p:spPr>
          <a:xfrm>
            <a:off x="3708832" y="710033"/>
            <a:ext cx="902837" cy="413042"/>
          </a:xfrm>
          <a:prstGeom prst="rect"/>
        </p:spPr>
        <p:txBody>
          <a:bodyPr anchor="t" anchorCtr="0" bIns="91425" lIns="91425" rIns="91425" spcFirstLastPara="1" tIns="91425" wrap="square">
            <a:noAutofit/>
          </a:bodyPr>
          <a:p>
            <a:pPr algn="ctr" lvl="0"/>
            <a:r>
              <a:rPr dirty="0" lang="en-US"/>
              <a:t>BRI</a:t>
            </a:r>
            <a:endParaRPr dirty="0">
              <a:latin typeface="Zalando Sans Expanded Medium"/>
              <a:ea typeface="Zalando Sans Expanded Medium"/>
              <a:cs typeface="Zalando Sans Expanded Medium"/>
              <a:sym typeface="Zalando Sans Expanded Medium"/>
            </a:endParaRPr>
          </a:p>
        </p:txBody>
      </p:sp>
      <p:pic>
        <p:nvPicPr>
          <p:cNvPr id="2097153" name="Picture 5"/>
          <p:cNvPicPr>
            <a:picLocks noChangeAspect="1" noChangeArrowheads="1"/>
          </p:cNvPicPr>
          <p:nvPr/>
        </p:nvPicPr>
        <p:blipFill>
          <a:blip xmlns:r="http://schemas.openxmlformats.org/officeDocument/2006/relationships" r:embed="rId1"/>
          <a:srcRect/>
          <a:stretch>
            <a:fillRect/>
          </a:stretch>
        </p:blipFill>
        <p:spPr bwMode="auto">
          <a:xfrm>
            <a:off x="341479" y="1328842"/>
            <a:ext cx="7637542" cy="3460318"/>
          </a:xfrm>
          <a:prstGeom prst="rect"/>
          <a:noFill/>
          <a:ln>
            <a:noFill/>
          </a:ln>
        </p:spPr>
      </p:pic>
    </p:spTree>
  </p:cSld>
  <p:clrMapOvr>
    <a:masterClrMapping/>
  </p:clrMapOvr>
  <p:transition spd="slow">
    <p:push dir="u"/>
  </p:transition>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7" name="Shape 296"/>
        <p:cNvGrpSpPr/>
        <p:nvPr/>
      </p:nvGrpSpPr>
      <p:grpSpPr>
        <a:xfrm>
          <a:off x="0" y="0"/>
          <a:ext cx="0" cy="0"/>
          <a:chOff x="0" y="0"/>
          <a:chExt cx="0" cy="0"/>
        </a:xfrm>
      </p:grpSpPr>
      <p:grpSp>
        <p:nvGrpSpPr>
          <p:cNvPr id="58" name="Google Shape;297;p38"/>
          <p:cNvGrpSpPr/>
          <p:nvPr/>
        </p:nvGrpSpPr>
        <p:grpSpPr>
          <a:xfrm>
            <a:off x="0" y="-18440"/>
            <a:ext cx="8320500" cy="5224200"/>
            <a:chOff x="0" y="-18440"/>
            <a:chExt cx="8320500" cy="5224200"/>
          </a:xfrm>
        </p:grpSpPr>
        <p:cxnSp>
          <p:nvCxnSpPr>
            <p:cNvPr id="3145734" name="Google Shape;298;p38"/>
            <p:cNvCxnSpPr>
              <a:cxnSpLocks/>
            </p:cNvCxnSpPr>
            <p:nvPr/>
          </p:nvCxnSpPr>
          <p:spPr>
            <a:xfrm>
              <a:off x="0" y="1123075"/>
              <a:ext cx="8320500" cy="0"/>
            </a:xfrm>
            <a:prstGeom prst="straightConnector1"/>
            <a:noFill/>
            <a:ln w="9525" cap="flat" cmpd="sng">
              <a:solidFill>
                <a:schemeClr val="lt2"/>
              </a:solidFill>
              <a:prstDash val="solid"/>
              <a:round/>
              <a:headEnd type="none" w="med" len="med"/>
              <a:tailEnd type="none" w="med" len="med"/>
            </a:ln>
          </p:spPr>
        </p:cxnSp>
        <p:cxnSp>
          <p:nvCxnSpPr>
            <p:cNvPr id="3145735" name="Google Shape;299;p38"/>
            <p:cNvCxnSpPr>
              <a:cxnSpLocks/>
            </p:cNvCxnSpPr>
            <p:nvPr/>
          </p:nvCxnSpPr>
          <p:spPr>
            <a:xfrm>
              <a:off x="8320500" y="-18440"/>
              <a:ext cx="0" cy="5224200"/>
            </a:xfrm>
            <a:prstGeom prst="straightConnector1"/>
            <a:noFill/>
            <a:ln w="9525" cap="flat" cmpd="sng">
              <a:solidFill>
                <a:schemeClr val="lt2"/>
              </a:solidFill>
              <a:prstDash val="solid"/>
              <a:round/>
              <a:headEnd type="none" w="med" len="med"/>
              <a:tailEnd type="none" w="med" len="med"/>
            </a:ln>
          </p:spPr>
        </p:cxnSp>
      </p:grpSp>
      <p:sp>
        <p:nvSpPr>
          <p:cNvPr id="1048600" name="Google Shape;300;p38"/>
          <p:cNvSpPr txBox="1">
            <a:spLocks noGrp="1"/>
          </p:cNvSpPr>
          <p:nvPr>
            <p:ph type="title"/>
          </p:nvPr>
        </p:nvSpPr>
        <p:spPr>
          <a:xfrm>
            <a:off x="3103420" y="710033"/>
            <a:ext cx="2937161" cy="413042"/>
          </a:xfrm>
          <a:prstGeom prst="rect"/>
        </p:spPr>
        <p:txBody>
          <a:bodyPr anchor="t" anchorCtr="0" bIns="91425" lIns="91425" rIns="91425" spcFirstLastPara="1" tIns="91425" wrap="square">
            <a:noAutofit/>
          </a:bodyPr>
          <a:p>
            <a:pPr lvl="0"/>
            <a:r>
              <a:rPr dirty="0" lang="en-US"/>
              <a:t>MAP OF CPEC</a:t>
            </a:r>
            <a:endParaRPr dirty="0">
              <a:latin typeface="Zalando Sans Expanded Medium"/>
              <a:ea typeface="Zalando Sans Expanded Medium"/>
              <a:cs typeface="Zalando Sans Expanded Medium"/>
              <a:sym typeface="Zalando Sans Expanded Medium"/>
            </a:endParaRPr>
          </a:p>
        </p:txBody>
      </p:sp>
      <p:pic>
        <p:nvPicPr>
          <p:cNvPr id="2097154" name="Picture 6" descr="Haq's Musings: Pak Army Builds Over Half of CPEC Western Route in Record  Time"/>
          <p:cNvPicPr>
            <a:picLocks noChangeAspect="1" noChangeArrowheads="1"/>
          </p:cNvPicPr>
          <p:nvPr/>
        </p:nvPicPr>
        <p:blipFill>
          <a:blip xmlns:r="http://schemas.openxmlformats.org/officeDocument/2006/relationships" r:embed="rId1"/>
          <a:srcRect/>
          <a:stretch>
            <a:fillRect/>
          </a:stretch>
        </p:blipFill>
        <p:spPr bwMode="auto">
          <a:xfrm>
            <a:off x="520054" y="1594619"/>
            <a:ext cx="3579541" cy="3100039"/>
          </a:xfrm>
          <a:prstGeom prst="rect"/>
          <a:noFill/>
        </p:spPr>
      </p:pic>
      <p:pic>
        <p:nvPicPr>
          <p:cNvPr id="2097155" name="Picture 10" descr="Pakistan-China Mark 75 Years Partnership - The Daily CPEC"/>
          <p:cNvPicPr>
            <a:picLocks noChangeAspect="1" noChangeArrowheads="1"/>
          </p:cNvPicPr>
          <p:nvPr/>
        </p:nvPicPr>
        <p:blipFill>
          <a:blip xmlns:r="http://schemas.openxmlformats.org/officeDocument/2006/relationships" r:embed="rId2"/>
          <a:srcRect/>
          <a:stretch>
            <a:fillRect/>
          </a:stretch>
        </p:blipFill>
        <p:spPr bwMode="auto">
          <a:xfrm>
            <a:off x="4754930" y="1594624"/>
            <a:ext cx="2910235" cy="3100034"/>
          </a:xfrm>
          <a:prstGeom prst="rect"/>
          <a:noFill/>
        </p:spPr>
      </p:pic>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31" presetSubtype="0">
                                  <p:stCondLst>
                                    <p:cond delay="0"/>
                                  </p:stCondLst>
                                  <p:childTnLst>
                                    <p:set>
                                      <p:cBhvr>
                                        <p:cTn dur="1" fill="hold" id="6">
                                          <p:stCondLst>
                                            <p:cond delay="0"/>
                                          </p:stCondLst>
                                        </p:cTn>
                                        <p:tgtEl>
                                          <p:spTgt spid="2097154"/>
                                        </p:tgtEl>
                                        <p:attrNameLst>
                                          <p:attrName>style.visibility</p:attrName>
                                        </p:attrNameLst>
                                      </p:cBhvr>
                                      <p:to>
                                        <p:strVal val="visible"/>
                                      </p:to>
                                    </p:set>
                                    <p:anim calcmode="lin" valueType="num">
                                      <p:cBhvr>
                                        <p:cTn dur="1000" fill="hold" id="7"/>
                                        <p:tgtEl>
                                          <p:spTgt spid="2097154"/>
                                        </p:tgtEl>
                                        <p:attrNameLst>
                                          <p:attrName>ppt_w</p:attrName>
                                        </p:attrNameLst>
                                      </p:cBhvr>
                                      <p:tavLst>
                                        <p:tav tm="0">
                                          <p:val>
                                            <p:fltVal val="0.0"/>
                                          </p:val>
                                        </p:tav>
                                        <p:tav tm="100000">
                                          <p:val>
                                            <p:strVal val="#ppt_w"/>
                                          </p:val>
                                        </p:tav>
                                      </p:tavLst>
                                    </p:anim>
                                    <p:anim calcmode="lin" valueType="num">
                                      <p:cBhvr>
                                        <p:cTn dur="1000" fill="hold" id="8"/>
                                        <p:tgtEl>
                                          <p:spTgt spid="2097154"/>
                                        </p:tgtEl>
                                        <p:attrNameLst>
                                          <p:attrName>ppt_h</p:attrName>
                                        </p:attrNameLst>
                                      </p:cBhvr>
                                      <p:tavLst>
                                        <p:tav tm="0">
                                          <p:val>
                                            <p:fltVal val="0.0"/>
                                          </p:val>
                                        </p:tav>
                                        <p:tav tm="100000">
                                          <p:val>
                                            <p:strVal val="#ppt_h"/>
                                          </p:val>
                                        </p:tav>
                                      </p:tavLst>
                                    </p:anim>
                                    <p:anim calcmode="lin" valueType="num">
                                      <p:cBhvr>
                                        <p:cTn dur="1000" fill="hold" id="9"/>
                                        <p:tgtEl>
                                          <p:spTgt spid="2097154"/>
                                        </p:tgtEl>
                                        <p:attrNameLst>
                                          <p:attrName>style.rotation</p:attrName>
                                        </p:attrNameLst>
                                      </p:cBhvr>
                                      <p:tavLst>
                                        <p:tav tm="0">
                                          <p:val>
                                            <p:fltVal val="90.0"/>
                                          </p:val>
                                        </p:tav>
                                        <p:tav tm="100000">
                                          <p:val>
                                            <p:fltVal val="0.0"/>
                                          </p:val>
                                        </p:tav>
                                      </p:tavLst>
                                    </p:anim>
                                    <p:animEffect transition="in" filter="fade">
                                      <p:cBhvr>
                                        <p:cTn dur="1000" id="10"/>
                                        <p:tgtEl>
                                          <p:spTgt spid="2097154"/>
                                        </p:tgtEl>
                                      </p:cBhvr>
                                    </p:animEffect>
                                  </p:childTnLst>
                                </p:cTn>
                              </p:par>
                              <p:par>
                                <p:cTn fill="hold" id="11" nodeType="withEffect" presetClass="entr" presetID="31" presetSubtype="0">
                                  <p:stCondLst>
                                    <p:cond delay="0"/>
                                  </p:stCondLst>
                                  <p:childTnLst>
                                    <p:set>
                                      <p:cBhvr>
                                        <p:cTn dur="1" fill="hold" id="12">
                                          <p:stCondLst>
                                            <p:cond delay="0"/>
                                          </p:stCondLst>
                                        </p:cTn>
                                        <p:tgtEl>
                                          <p:spTgt spid="2097155"/>
                                        </p:tgtEl>
                                        <p:attrNameLst>
                                          <p:attrName>style.visibility</p:attrName>
                                        </p:attrNameLst>
                                      </p:cBhvr>
                                      <p:to>
                                        <p:strVal val="visible"/>
                                      </p:to>
                                    </p:set>
                                    <p:anim calcmode="lin" valueType="num">
                                      <p:cBhvr>
                                        <p:cTn dur="1000" fill="hold" id="13"/>
                                        <p:tgtEl>
                                          <p:spTgt spid="2097155"/>
                                        </p:tgtEl>
                                        <p:attrNameLst>
                                          <p:attrName>ppt_w</p:attrName>
                                        </p:attrNameLst>
                                      </p:cBhvr>
                                      <p:tavLst>
                                        <p:tav tm="0">
                                          <p:val>
                                            <p:fltVal val="0.0"/>
                                          </p:val>
                                        </p:tav>
                                        <p:tav tm="100000">
                                          <p:val>
                                            <p:strVal val="#ppt_w"/>
                                          </p:val>
                                        </p:tav>
                                      </p:tavLst>
                                    </p:anim>
                                    <p:anim calcmode="lin" valueType="num">
                                      <p:cBhvr>
                                        <p:cTn dur="1000" fill="hold" id="14"/>
                                        <p:tgtEl>
                                          <p:spTgt spid="2097155"/>
                                        </p:tgtEl>
                                        <p:attrNameLst>
                                          <p:attrName>ppt_h</p:attrName>
                                        </p:attrNameLst>
                                      </p:cBhvr>
                                      <p:tavLst>
                                        <p:tav tm="0">
                                          <p:val>
                                            <p:fltVal val="0.0"/>
                                          </p:val>
                                        </p:tav>
                                        <p:tav tm="100000">
                                          <p:val>
                                            <p:strVal val="#ppt_h"/>
                                          </p:val>
                                        </p:tav>
                                      </p:tavLst>
                                    </p:anim>
                                    <p:anim calcmode="lin" valueType="num">
                                      <p:cBhvr>
                                        <p:cTn dur="1000" fill="hold" id="15"/>
                                        <p:tgtEl>
                                          <p:spTgt spid="2097155"/>
                                        </p:tgtEl>
                                        <p:attrNameLst>
                                          <p:attrName>style.rotation</p:attrName>
                                        </p:attrNameLst>
                                      </p:cBhvr>
                                      <p:tavLst>
                                        <p:tav tm="0">
                                          <p:val>
                                            <p:fltVal val="90.0"/>
                                          </p:val>
                                        </p:tav>
                                        <p:tav tm="100000">
                                          <p:val>
                                            <p:fltVal val="0.0"/>
                                          </p:val>
                                        </p:tav>
                                      </p:tavLst>
                                    </p:anim>
                                    <p:animEffect transition="in" filter="fade">
                                      <p:cBhvr>
                                        <p:cTn dur="1000" id="16"/>
                                        <p:tgtEl>
                                          <p:spTgt spid="2097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pic>
        <p:nvPicPr>
          <p:cNvPr id="2097156" name="Picture 4" descr="China Pakistan Economic Corridor | Current Affairs | Vision IAS"/>
          <p:cNvPicPr>
            <a:picLocks noChangeAspect="1" noChangeArrowheads="1"/>
          </p:cNvPicPr>
          <p:nvPr/>
        </p:nvPicPr>
        <p:blipFill>
          <a:blip xmlns:r="http://schemas.openxmlformats.org/officeDocument/2006/relationships" r:embed="rId1"/>
          <a:srcRect/>
          <a:stretch>
            <a:fillRect/>
          </a:stretch>
        </p:blipFill>
        <p:spPr bwMode="auto">
          <a:xfrm>
            <a:off x="498764" y="83836"/>
            <a:ext cx="8146473" cy="4975829"/>
          </a:xfrm>
          <a:prstGeom prst="rect"/>
          <a:ln w="38100" cap="sq">
            <a:solidFill>
              <a:srgbClr val="000000"/>
            </a:solidFill>
            <a:prstDash val="solid"/>
            <a:miter lim="800000"/>
          </a:ln>
          <a:effectLst>
            <a:outerShdw algn="tl" blurRad="50800" dir="2700000" dist="38100" rotWithShape="0">
              <a:srgbClr val="000000">
                <a:alpha val="43000"/>
              </a:srgbClr>
            </a:outerShdw>
          </a:effectLst>
        </p:spPr>
      </p:pic>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42" presetSubtype="0">
                                  <p:stCondLst>
                                    <p:cond delay="0"/>
                                  </p:stCondLst>
                                  <p:childTnLst>
                                    <p:set>
                                      <p:cBhvr>
                                        <p:cTn dur="1" fill="hold" id="6">
                                          <p:stCondLst>
                                            <p:cond delay="0"/>
                                          </p:stCondLst>
                                        </p:cTn>
                                        <p:tgtEl>
                                          <p:spTgt spid="2097156"/>
                                        </p:tgtEl>
                                        <p:attrNameLst>
                                          <p:attrName>style.visibility</p:attrName>
                                        </p:attrNameLst>
                                      </p:cBhvr>
                                      <p:to>
                                        <p:strVal val="visible"/>
                                      </p:to>
                                    </p:set>
                                    <p:animEffect transition="in" filter="fade">
                                      <p:cBhvr>
                                        <p:cTn dur="1000" id="7"/>
                                        <p:tgtEl>
                                          <p:spTgt spid="2097156"/>
                                        </p:tgtEl>
                                      </p:cBhvr>
                                    </p:animEffect>
                                    <p:anim calcmode="lin" valueType="num">
                                      <p:cBhvr>
                                        <p:cTn dur="1000" fill="hold" id="8"/>
                                        <p:tgtEl>
                                          <p:spTgt spid="2097156"/>
                                        </p:tgtEl>
                                        <p:attrNameLst>
                                          <p:attrName>ppt_x</p:attrName>
                                        </p:attrNameLst>
                                      </p:cBhvr>
                                      <p:tavLst>
                                        <p:tav tm="0">
                                          <p:val>
                                            <p:strVal val="#ppt_x"/>
                                          </p:val>
                                        </p:tav>
                                        <p:tav tm="100000">
                                          <p:val>
                                            <p:strVal val="#ppt_x"/>
                                          </p:val>
                                        </p:tav>
                                      </p:tavLst>
                                    </p:anim>
                                    <p:anim calcmode="lin" valueType="num">
                                      <p:cBhvr>
                                        <p:cTn dur="1000" fill="hold" id="9"/>
                                        <p:tgtEl>
                                          <p:spTgt spid="2097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4" name="Shape 244"/>
        <p:cNvGrpSpPr/>
        <p:nvPr/>
      </p:nvGrpSpPr>
      <p:grpSpPr>
        <a:xfrm>
          <a:off x="0" y="0"/>
          <a:ext cx="0" cy="0"/>
          <a:chOff x="0" y="0"/>
          <a:chExt cx="0" cy="0"/>
        </a:xfrm>
      </p:grpSpPr>
      <p:grpSp>
        <p:nvGrpSpPr>
          <p:cNvPr id="65" name="Google Shape;245;p34"/>
          <p:cNvGrpSpPr/>
          <p:nvPr/>
        </p:nvGrpSpPr>
        <p:grpSpPr>
          <a:xfrm>
            <a:off x="1293950" y="-18440"/>
            <a:ext cx="7842105" cy="5224200"/>
            <a:chOff x="1293950" y="-18440"/>
            <a:chExt cx="7842105" cy="5224200"/>
          </a:xfrm>
        </p:grpSpPr>
        <p:cxnSp>
          <p:nvCxnSpPr>
            <p:cNvPr id="3145736"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37"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11" name="Google Shape;248;p34"/>
          <p:cNvSpPr txBox="1">
            <a:spLocks noGrp="1"/>
          </p:cNvSpPr>
          <p:nvPr>
            <p:ph type="title"/>
          </p:nvPr>
        </p:nvSpPr>
        <p:spPr>
          <a:xfrm>
            <a:off x="3456709" y="295016"/>
            <a:ext cx="5458691" cy="745800"/>
          </a:xfrm>
          <a:prstGeom prst="rect"/>
        </p:spPr>
        <p:txBody>
          <a:bodyPr anchor="t" anchorCtr="0" bIns="91425" lIns="91425" rIns="91425" spcFirstLastPara="1" tIns="91425" wrap="square">
            <a:noAutofit/>
          </a:bodyPr>
          <a:p>
            <a:pPr lvl="0"/>
            <a:r>
              <a:rPr dirty="0" sz="2800" lang="fr-FR"/>
              <a:t>Project Background &amp; </a:t>
            </a:r>
            <a:r>
              <a:rPr dirty="0" sz="2800" lang="fr-FR" err="1"/>
              <a:t>Significance</a:t>
            </a:r>
            <a:r>
              <a:rPr dirty="0" sz="2800" lang="fr-FR"/>
              <a:t> </a:t>
            </a:r>
            <a:endParaRPr dirty="0">
              <a:latin typeface="Zalando Sans Expanded Medium"/>
              <a:ea typeface="Zalando Sans Expanded Medium"/>
              <a:cs typeface="Zalando Sans Expanded Medium"/>
              <a:sym typeface="Zalando Sans Expanded Medium"/>
            </a:endParaRPr>
          </a:p>
        </p:txBody>
      </p:sp>
      <p:sp>
        <p:nvSpPr>
          <p:cNvPr id="1048612" name="Google Shape;249;p34"/>
          <p:cNvSpPr txBox="1">
            <a:spLocks noGrp="1"/>
          </p:cNvSpPr>
          <p:nvPr>
            <p:ph type="subTitle" idx="3"/>
          </p:nvPr>
        </p:nvSpPr>
        <p:spPr>
          <a:xfrm>
            <a:off x="1876097" y="1286192"/>
            <a:ext cx="6838407" cy="3715296"/>
          </a:xfrm>
          <a:prstGeom prst="rect"/>
        </p:spPr>
        <p:txBody>
          <a:bodyPr anchor="t" anchorCtr="0" bIns="91425" lIns="91425" rIns="91425" spcFirstLastPara="1" tIns="91425" wrap="square">
            <a:noAutofit/>
          </a:bodyPr>
          <a:p>
            <a:pPr algn="l" indent="0" lvl="0" marL="0" rtl="0">
              <a:spcBef>
                <a:spcPts val="0"/>
              </a:spcBef>
              <a:spcAft>
                <a:spcPts val="0"/>
              </a:spcAft>
              <a:buNone/>
            </a:pPr>
            <a:r>
              <a:rPr dirty="0" sz="1400" lang="en-US"/>
              <a:t>The Pakistan–China economic Corridor (CPEC) was jointly proposed by Pakistan and China formally launched in April 2015 under China’s Belt and Road Initiative.</a:t>
            </a:r>
            <a:endParaRPr dirty="0" sz="1400" lang="en-US"/>
          </a:p>
          <a:p>
            <a:pPr algn="l" indent="0" lvl="0" marL="0" rtl="0">
              <a:spcBef>
                <a:spcPts val="0"/>
              </a:spcBef>
              <a:spcAft>
                <a:spcPts val="0"/>
              </a:spcAft>
              <a:buNone/>
            </a:pPr>
            <a:endParaRPr dirty="0" sz="1400" lang="en-US"/>
          </a:p>
          <a:p>
            <a:pPr algn="l" indent="0" lvl="0" marL="0" rtl="0">
              <a:spcBef>
                <a:spcPts val="0"/>
              </a:spcBef>
              <a:spcAft>
                <a:spcPts val="0"/>
              </a:spcAft>
              <a:buNone/>
            </a:pPr>
            <a:r>
              <a:rPr dirty="0" sz="1400" lang="en-US"/>
              <a:t>Pakistan supported CPEC to address energy shortages, weak infrastructure, unemployment, and slow economic growth, while China aimed to improve regional connectivity and trade routes.</a:t>
            </a:r>
            <a:endParaRPr dirty="0" sz="1400" lang="en-US"/>
          </a:p>
          <a:p>
            <a:pPr algn="l" indent="0" lvl="0" marL="0" rtl="0">
              <a:spcBef>
                <a:spcPts val="0"/>
              </a:spcBef>
              <a:spcAft>
                <a:spcPts val="0"/>
              </a:spcAft>
              <a:buNone/>
            </a:pPr>
            <a:endParaRPr dirty="0" sz="1400" lang="en-US"/>
          </a:p>
          <a:p>
            <a:pPr algn="l" indent="0" lvl="0" marL="0" rtl="0">
              <a:spcBef>
                <a:spcPts val="0"/>
              </a:spcBef>
              <a:spcAft>
                <a:spcPts val="0"/>
              </a:spcAft>
              <a:buNone/>
            </a:pPr>
            <a:r>
              <a:rPr dirty="0" sz="1400" lang="en-US"/>
              <a:t>A long-term development plan was created focusing on energy projects, transport infrastructure, Gwadar Port, and Special Economic Zones.</a:t>
            </a:r>
            <a:endParaRPr dirty="0" sz="1400" lang="en-US"/>
          </a:p>
          <a:p>
            <a:pPr algn="l" indent="0" lvl="0" marL="0" rtl="0">
              <a:spcBef>
                <a:spcPts val="0"/>
              </a:spcBef>
              <a:spcAft>
                <a:spcPts val="0"/>
              </a:spcAft>
              <a:buNone/>
            </a:pPr>
            <a:endParaRPr dirty="0" sz="1400" lang="en-US"/>
          </a:p>
          <a:p>
            <a:pPr algn="l" indent="0" lvl="0" marL="0" rtl="0">
              <a:spcBef>
                <a:spcPts val="0"/>
              </a:spcBef>
              <a:spcAft>
                <a:spcPts val="0"/>
              </a:spcAft>
              <a:buNone/>
            </a:pPr>
            <a:r>
              <a:rPr dirty="0" sz="1400" lang="en-US"/>
              <a:t> CPEC strengthens Pakistan–China strategic partnership, improves Pakistan’s economic and energy capacity, and provides China a shorter, safer access to global trade routes</a:t>
            </a:r>
            <a:endParaRPr dirty="0" sz="1400" lang="en-US"/>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19" name="Title 2"/>
          <p:cNvSpPr>
            <a:spLocks noGrp="1"/>
          </p:cNvSpPr>
          <p:nvPr>
            <p:ph type="title"/>
          </p:nvPr>
        </p:nvSpPr>
        <p:spPr/>
        <p:txBody>
          <a:bodyPr/>
          <a:p>
            <a:r>
              <a:rPr dirty="0" lang="en-US"/>
              <a:t>STAKEHOLDER MAP</a:t>
            </a:r>
            <a:br>
              <a:rPr dirty="0" lang="en-US"/>
            </a:br>
            <a:endParaRPr dirty="0" lang="en-US"/>
          </a:p>
        </p:txBody>
      </p:sp>
      <p:sp>
        <p:nvSpPr>
          <p:cNvPr id="1048620" name="Rectangle 4"/>
          <p:cNvSpPr/>
          <p:nvPr/>
        </p:nvSpPr>
        <p:spPr>
          <a:xfrm>
            <a:off x="853186" y="1732186"/>
            <a:ext cx="727839" cy="294640"/>
          </a:xfrm>
          <a:prstGeom prst="rect"/>
        </p:spPr>
        <p:style>
          <a:lnRef idx="1">
            <a:schemeClr val="accent2"/>
          </a:lnRef>
          <a:fillRef idx="2">
            <a:schemeClr val="accent2"/>
          </a:fillRef>
          <a:effectRef idx="1">
            <a:schemeClr val="accent2"/>
          </a:effectRef>
          <a:fontRef idx="minor">
            <a:schemeClr val="dk1"/>
          </a:fontRef>
        </p:style>
        <p:txBody>
          <a:bodyPr wrap="none">
            <a:spAutoFit/>
          </a:bodyPr>
          <a:p>
            <a:r>
              <a:rPr b="1" dirty="0" lang="en-US">
                <a:latin typeface="Zalando Sans Expanded ExtraLight" panose="020B0604020202020204" charset="0"/>
                <a:ea typeface="Zalando Sans Expanded ExtraLight" panose="020B0604020202020204" charset="0"/>
              </a:rPr>
              <a:t>Power </a:t>
            </a:r>
          </a:p>
        </p:txBody>
      </p:sp>
      <p:sp>
        <p:nvSpPr>
          <p:cNvPr id="1048621" name="Up Arrow 16"/>
          <p:cNvSpPr/>
          <p:nvPr/>
        </p:nvSpPr>
        <p:spPr>
          <a:xfrm>
            <a:off x="1934308" y="1218859"/>
            <a:ext cx="249638" cy="3210218"/>
          </a:xfrm>
          <a:prstGeom prst="upArrow"/>
          <a:solidFill>
            <a:srgbClr val="4F5B4D"/>
          </a:solid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1050" lang="en-US"/>
          </a:p>
        </p:txBody>
      </p:sp>
      <p:sp>
        <p:nvSpPr>
          <p:cNvPr id="1048622" name="Right Arrow 17"/>
          <p:cNvSpPr/>
          <p:nvPr/>
        </p:nvSpPr>
        <p:spPr>
          <a:xfrm>
            <a:off x="2000250" y="4374497"/>
            <a:ext cx="4849586" cy="220436"/>
          </a:xfrm>
          <a:prstGeom prst="rightArrow"/>
          <a:solidFill>
            <a:srgbClr val="4F5B4D"/>
          </a:solid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1050" lang="en-US"/>
          </a:p>
        </p:txBody>
      </p:sp>
      <p:sp>
        <p:nvSpPr>
          <p:cNvPr id="1048623" name="Rectangle 7"/>
          <p:cNvSpPr/>
          <p:nvPr/>
        </p:nvSpPr>
        <p:spPr>
          <a:xfrm>
            <a:off x="2379889" y="1076974"/>
            <a:ext cx="1964253" cy="1494776"/>
          </a:xfrm>
          <a:prstGeom prst="rect"/>
          <a:solidFill>
            <a:srgbClr val="4F5B4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Planning Commission of Pakistan </a:t>
            </a:r>
          </a:p>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Security Agencies</a:t>
            </a:r>
          </a:p>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International Financial Institutions</a:t>
            </a:r>
          </a:p>
        </p:txBody>
      </p:sp>
      <p:sp>
        <p:nvSpPr>
          <p:cNvPr id="1048624" name="Rectangle 8"/>
          <p:cNvSpPr/>
          <p:nvPr/>
        </p:nvSpPr>
        <p:spPr>
          <a:xfrm>
            <a:off x="2379888" y="2754425"/>
            <a:ext cx="1964253" cy="1494776"/>
          </a:xfrm>
          <a:prstGeom prst="rect"/>
          <a:solidFill>
            <a:srgbClr val="4F5B4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indent="-228600" marL="228600">
              <a:buClr>
                <a:schemeClr val="bg1"/>
              </a:buClr>
              <a:buFont typeface="+mj-lt"/>
              <a:buAutoNum type="arabicPeriod"/>
            </a:pPr>
            <a:r>
              <a:rPr b="1" dirty="0" sz="1050" lang="en-US">
                <a:solidFill>
                  <a:schemeClr val="bg1"/>
                </a:solidFill>
                <a:latin typeface="Arimo" panose="020B0604020202020204" charset="0"/>
                <a:ea typeface="Arimo" panose="020B0604020202020204" charset="0"/>
                <a:cs typeface="Arimo" panose="020B0604020202020204" charset="0"/>
              </a:rPr>
              <a:t>Local Communities</a:t>
            </a:r>
          </a:p>
          <a:p>
            <a:pPr indent="-228600" marL="228600">
              <a:buClr>
                <a:schemeClr val="bg1"/>
              </a:buClr>
              <a:buFont typeface="+mj-lt"/>
              <a:buAutoNum type="arabicPeriod"/>
            </a:pPr>
            <a:r>
              <a:rPr b="1" dirty="0" sz="1050" lang="en-US">
                <a:solidFill>
                  <a:schemeClr val="bg1"/>
                </a:solidFill>
                <a:latin typeface="Arimo" panose="020B0604020202020204" charset="0"/>
                <a:ea typeface="Arimo" panose="020B0604020202020204" charset="0"/>
                <a:cs typeface="Arimo" panose="020B0604020202020204" charset="0"/>
              </a:rPr>
              <a:t>Media</a:t>
            </a:r>
          </a:p>
        </p:txBody>
      </p:sp>
      <p:sp>
        <p:nvSpPr>
          <p:cNvPr id="1048625" name="Rectangle 9"/>
          <p:cNvSpPr/>
          <p:nvPr/>
        </p:nvSpPr>
        <p:spPr>
          <a:xfrm>
            <a:off x="4706710" y="2754425"/>
            <a:ext cx="1964253" cy="1494776"/>
          </a:xfrm>
          <a:prstGeom prst="rect"/>
          <a:solidFill>
            <a:srgbClr val="4F5B4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Provincial Governments </a:t>
            </a:r>
          </a:p>
          <a:p>
            <a:pPr indent="-228600" marL="228600">
              <a:buClr>
                <a:schemeClr val="bg1"/>
              </a:buClr>
              <a:buFont typeface="+mj-lt"/>
              <a:buAutoNum type="arabicPeriod"/>
            </a:pPr>
            <a:r>
              <a:rPr b="1" dirty="0" sz="1125" lang="en-US" err="1">
                <a:solidFill>
                  <a:schemeClr val="bg1"/>
                </a:solidFill>
                <a:latin typeface="Arimo" panose="020B0604020202020204" charset="0"/>
                <a:ea typeface="Arimo" panose="020B0604020202020204" charset="0"/>
                <a:cs typeface="Arimo" panose="020B0604020202020204" charset="0"/>
              </a:rPr>
              <a:t>Gwadar</a:t>
            </a:r>
            <a:r>
              <a:rPr b="1" dirty="0" sz="1125" lang="en-US">
                <a:solidFill>
                  <a:schemeClr val="bg1"/>
                </a:solidFill>
                <a:latin typeface="Arimo" panose="020B0604020202020204" charset="0"/>
                <a:ea typeface="Arimo" panose="020B0604020202020204" charset="0"/>
                <a:cs typeface="Arimo" panose="020B0604020202020204" charset="0"/>
              </a:rPr>
              <a:t> Port Authority </a:t>
            </a:r>
          </a:p>
          <a:p>
            <a:pPr indent="-228600" lvl="1"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Pakistani Private Sector &amp; Contractors</a:t>
            </a:r>
          </a:p>
        </p:txBody>
      </p:sp>
      <p:sp>
        <p:nvSpPr>
          <p:cNvPr id="1048626" name="Rectangle 10"/>
          <p:cNvSpPr/>
          <p:nvPr/>
        </p:nvSpPr>
        <p:spPr>
          <a:xfrm>
            <a:off x="4706710" y="1076974"/>
            <a:ext cx="1964253" cy="1494776"/>
          </a:xfrm>
          <a:prstGeom prst="rect"/>
          <a:solidFill>
            <a:srgbClr val="4F5B4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Government of Pakistan (Federal)</a:t>
            </a:r>
          </a:p>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 Government of China</a:t>
            </a:r>
          </a:p>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 CPEC Authority</a:t>
            </a:r>
          </a:p>
          <a:p>
            <a:pPr indent="-228600" marL="228600">
              <a:buClr>
                <a:schemeClr val="bg1"/>
              </a:buClr>
              <a:buFont typeface="+mj-lt"/>
              <a:buAutoNum type="arabicPeriod"/>
            </a:pPr>
            <a:r>
              <a:rPr b="1" dirty="0" sz="1125" lang="en-US">
                <a:solidFill>
                  <a:schemeClr val="bg1"/>
                </a:solidFill>
                <a:latin typeface="Arimo" panose="020B0604020202020204" charset="0"/>
                <a:ea typeface="Arimo" panose="020B0604020202020204" charset="0"/>
                <a:cs typeface="Arimo" panose="020B0604020202020204" charset="0"/>
              </a:rPr>
              <a:t> Chinese Financial Institutions</a:t>
            </a:r>
          </a:p>
        </p:txBody>
      </p:sp>
      <p:sp>
        <p:nvSpPr>
          <p:cNvPr id="1048627" name="Rectangle 11"/>
          <p:cNvSpPr/>
          <p:nvPr/>
        </p:nvSpPr>
        <p:spPr>
          <a:xfrm>
            <a:off x="6905396" y="4317934"/>
            <a:ext cx="600791" cy="231141"/>
          </a:xfrm>
          <a:prstGeom prst="rect"/>
        </p:spPr>
        <p:style>
          <a:lnRef idx="1">
            <a:schemeClr val="accent2"/>
          </a:lnRef>
          <a:fillRef idx="2">
            <a:schemeClr val="accent2"/>
          </a:fillRef>
          <a:effectRef idx="1">
            <a:schemeClr val="accent2"/>
          </a:effectRef>
          <a:fontRef idx="minor">
            <a:schemeClr val="dk1"/>
          </a:fontRef>
        </p:style>
        <p:txBody>
          <a:bodyPr wrap="none">
            <a:spAutoFit/>
          </a:bodyPr>
          <a:p>
            <a:r>
              <a:rPr b="1" dirty="0" sz="1050" lang="en-US">
                <a:latin typeface="Zalando Sans Expanded ExtraLight" panose="020B0604020202020204" charset="0"/>
                <a:ea typeface="Zalando Sans Expanded ExtraLight" panose="020B0604020202020204" charset="0"/>
              </a:rPr>
              <a:t>Interest</a:t>
            </a:r>
          </a:p>
        </p:txBody>
      </p: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grpId="0" id="5" nodeType="withEffect" presetClass="entr" presetID="42" presetSubtype="0">
                                  <p:stCondLst>
                                    <p:cond delay="0"/>
                                  </p:stCondLst>
                                  <p:childTnLst>
                                    <p:set>
                                      <p:cBhvr>
                                        <p:cTn dur="1" fill="hold" id="6">
                                          <p:stCondLst>
                                            <p:cond delay="0"/>
                                          </p:stCondLst>
                                        </p:cTn>
                                        <p:tgtEl>
                                          <p:spTgt spid="1048620"/>
                                        </p:tgtEl>
                                        <p:attrNameLst>
                                          <p:attrName>style.visibility</p:attrName>
                                        </p:attrNameLst>
                                      </p:cBhvr>
                                      <p:to>
                                        <p:strVal val="visible"/>
                                      </p:to>
                                    </p:set>
                                    <p:animEffect transition="in" filter="fade">
                                      <p:cBhvr>
                                        <p:cTn dur="1000" id="7"/>
                                        <p:tgtEl>
                                          <p:spTgt spid="1048620"/>
                                        </p:tgtEl>
                                      </p:cBhvr>
                                    </p:animEffect>
                                    <p:anim calcmode="lin" valueType="num">
                                      <p:cBhvr>
                                        <p:cTn dur="1000" fill="hold" id="8"/>
                                        <p:tgtEl>
                                          <p:spTgt spid="1048620"/>
                                        </p:tgtEl>
                                        <p:attrNameLst>
                                          <p:attrName>ppt_x</p:attrName>
                                        </p:attrNameLst>
                                      </p:cBhvr>
                                      <p:tavLst>
                                        <p:tav tm="0">
                                          <p:val>
                                            <p:strVal val="#ppt_x"/>
                                          </p:val>
                                        </p:tav>
                                        <p:tav tm="100000">
                                          <p:val>
                                            <p:strVal val="#ppt_x"/>
                                          </p:val>
                                        </p:tav>
                                      </p:tavLst>
                                    </p:anim>
                                    <p:anim calcmode="lin" valueType="num">
                                      <p:cBhvr>
                                        <p:cTn dur="1000" fill="hold" id="9"/>
                                        <p:tgtEl>
                                          <p:spTgt spid="1048620"/>
                                        </p:tgtEl>
                                        <p:attrNameLst>
                                          <p:attrName>ppt_y</p:attrName>
                                        </p:attrNameLst>
                                      </p:cBhvr>
                                      <p:tavLst>
                                        <p:tav tm="0">
                                          <p:val>
                                            <p:strVal val="#ppt_y+.1"/>
                                          </p:val>
                                        </p:tav>
                                        <p:tav tm="100000">
                                          <p:val>
                                            <p:strVal val="#ppt_y"/>
                                          </p:val>
                                        </p:tav>
                                      </p:tavLst>
                                    </p:anim>
                                  </p:childTnLst>
                                </p:cTn>
                              </p:par>
                              <p:par>
                                <p:cTn fill="hold" grpId="0" id="10" nodeType="withEffect" presetClass="entr" presetID="42" presetSubtype="0">
                                  <p:stCondLst>
                                    <p:cond delay="0"/>
                                  </p:stCondLst>
                                  <p:childTnLst>
                                    <p:set>
                                      <p:cBhvr>
                                        <p:cTn dur="1" fill="hold" id="11">
                                          <p:stCondLst>
                                            <p:cond delay="0"/>
                                          </p:stCondLst>
                                        </p:cTn>
                                        <p:tgtEl>
                                          <p:spTgt spid="1048621"/>
                                        </p:tgtEl>
                                        <p:attrNameLst>
                                          <p:attrName>style.visibility</p:attrName>
                                        </p:attrNameLst>
                                      </p:cBhvr>
                                      <p:to>
                                        <p:strVal val="visible"/>
                                      </p:to>
                                    </p:set>
                                    <p:animEffect transition="in" filter="fade">
                                      <p:cBhvr>
                                        <p:cTn dur="1000" id="12"/>
                                        <p:tgtEl>
                                          <p:spTgt spid="1048621"/>
                                        </p:tgtEl>
                                      </p:cBhvr>
                                    </p:animEffect>
                                    <p:anim calcmode="lin" valueType="num">
                                      <p:cBhvr>
                                        <p:cTn dur="1000" fill="hold" id="13"/>
                                        <p:tgtEl>
                                          <p:spTgt spid="1048621"/>
                                        </p:tgtEl>
                                        <p:attrNameLst>
                                          <p:attrName>ppt_x</p:attrName>
                                        </p:attrNameLst>
                                      </p:cBhvr>
                                      <p:tavLst>
                                        <p:tav tm="0">
                                          <p:val>
                                            <p:strVal val="#ppt_x"/>
                                          </p:val>
                                        </p:tav>
                                        <p:tav tm="100000">
                                          <p:val>
                                            <p:strVal val="#ppt_x"/>
                                          </p:val>
                                        </p:tav>
                                      </p:tavLst>
                                    </p:anim>
                                    <p:anim calcmode="lin" valueType="num">
                                      <p:cBhvr>
                                        <p:cTn dur="1000" fill="hold" id="14"/>
                                        <p:tgtEl>
                                          <p:spTgt spid="1048621"/>
                                        </p:tgtEl>
                                        <p:attrNameLst>
                                          <p:attrName>ppt_y</p:attrName>
                                        </p:attrNameLst>
                                      </p:cBhvr>
                                      <p:tavLst>
                                        <p:tav tm="0">
                                          <p:val>
                                            <p:strVal val="#ppt_y+.1"/>
                                          </p:val>
                                        </p:tav>
                                        <p:tav tm="100000">
                                          <p:val>
                                            <p:strVal val="#ppt_y"/>
                                          </p:val>
                                        </p:tav>
                                      </p:tavLst>
                                    </p:anim>
                                  </p:childTnLst>
                                </p:cTn>
                              </p:par>
                              <p:par>
                                <p:cTn fill="hold" grpId="0" id="15" nodeType="withEffect" presetClass="entr" presetID="42" presetSubtype="0">
                                  <p:stCondLst>
                                    <p:cond delay="0"/>
                                  </p:stCondLst>
                                  <p:childTnLst>
                                    <p:set>
                                      <p:cBhvr>
                                        <p:cTn dur="1" fill="hold" id="16">
                                          <p:stCondLst>
                                            <p:cond delay="0"/>
                                          </p:stCondLst>
                                        </p:cTn>
                                        <p:tgtEl>
                                          <p:spTgt spid="1048622"/>
                                        </p:tgtEl>
                                        <p:attrNameLst>
                                          <p:attrName>style.visibility</p:attrName>
                                        </p:attrNameLst>
                                      </p:cBhvr>
                                      <p:to>
                                        <p:strVal val="visible"/>
                                      </p:to>
                                    </p:set>
                                    <p:animEffect transition="in" filter="fade">
                                      <p:cBhvr>
                                        <p:cTn dur="1000" id="17"/>
                                        <p:tgtEl>
                                          <p:spTgt spid="1048622"/>
                                        </p:tgtEl>
                                      </p:cBhvr>
                                    </p:animEffect>
                                    <p:anim calcmode="lin" valueType="num">
                                      <p:cBhvr>
                                        <p:cTn dur="1000" fill="hold" id="18"/>
                                        <p:tgtEl>
                                          <p:spTgt spid="1048622"/>
                                        </p:tgtEl>
                                        <p:attrNameLst>
                                          <p:attrName>ppt_x</p:attrName>
                                        </p:attrNameLst>
                                      </p:cBhvr>
                                      <p:tavLst>
                                        <p:tav tm="0">
                                          <p:val>
                                            <p:strVal val="#ppt_x"/>
                                          </p:val>
                                        </p:tav>
                                        <p:tav tm="100000">
                                          <p:val>
                                            <p:strVal val="#ppt_x"/>
                                          </p:val>
                                        </p:tav>
                                      </p:tavLst>
                                    </p:anim>
                                    <p:anim calcmode="lin" valueType="num">
                                      <p:cBhvr>
                                        <p:cTn dur="1000" fill="hold" id="19"/>
                                        <p:tgtEl>
                                          <p:spTgt spid="1048622"/>
                                        </p:tgtEl>
                                        <p:attrNameLst>
                                          <p:attrName>ppt_y</p:attrName>
                                        </p:attrNameLst>
                                      </p:cBhvr>
                                      <p:tavLst>
                                        <p:tav tm="0">
                                          <p:val>
                                            <p:strVal val="#ppt_y+.1"/>
                                          </p:val>
                                        </p:tav>
                                        <p:tav tm="100000">
                                          <p:val>
                                            <p:strVal val="#ppt_y"/>
                                          </p:val>
                                        </p:tav>
                                      </p:tavLst>
                                    </p:anim>
                                  </p:childTnLst>
                                </p:cTn>
                              </p:par>
                              <p:par>
                                <p:cTn fill="hold" grpId="0" id="20" nodeType="withEffect" presetClass="entr" presetID="42" presetSubtype="0">
                                  <p:stCondLst>
                                    <p:cond delay="0"/>
                                  </p:stCondLst>
                                  <p:childTnLst>
                                    <p:set>
                                      <p:cBhvr>
                                        <p:cTn dur="1" fill="hold" id="21">
                                          <p:stCondLst>
                                            <p:cond delay="0"/>
                                          </p:stCondLst>
                                        </p:cTn>
                                        <p:tgtEl>
                                          <p:spTgt spid="1048623"/>
                                        </p:tgtEl>
                                        <p:attrNameLst>
                                          <p:attrName>style.visibility</p:attrName>
                                        </p:attrNameLst>
                                      </p:cBhvr>
                                      <p:to>
                                        <p:strVal val="visible"/>
                                      </p:to>
                                    </p:set>
                                    <p:animEffect transition="in" filter="fade">
                                      <p:cBhvr>
                                        <p:cTn dur="1000" id="22"/>
                                        <p:tgtEl>
                                          <p:spTgt spid="1048623"/>
                                        </p:tgtEl>
                                      </p:cBhvr>
                                    </p:animEffect>
                                    <p:anim calcmode="lin" valueType="num">
                                      <p:cBhvr>
                                        <p:cTn dur="1000" fill="hold" id="23"/>
                                        <p:tgtEl>
                                          <p:spTgt spid="1048623"/>
                                        </p:tgtEl>
                                        <p:attrNameLst>
                                          <p:attrName>ppt_x</p:attrName>
                                        </p:attrNameLst>
                                      </p:cBhvr>
                                      <p:tavLst>
                                        <p:tav tm="0">
                                          <p:val>
                                            <p:strVal val="#ppt_x"/>
                                          </p:val>
                                        </p:tav>
                                        <p:tav tm="100000">
                                          <p:val>
                                            <p:strVal val="#ppt_x"/>
                                          </p:val>
                                        </p:tav>
                                      </p:tavLst>
                                    </p:anim>
                                    <p:anim calcmode="lin" valueType="num">
                                      <p:cBhvr>
                                        <p:cTn dur="1000" fill="hold" id="24"/>
                                        <p:tgtEl>
                                          <p:spTgt spid="1048623"/>
                                        </p:tgtEl>
                                        <p:attrNameLst>
                                          <p:attrName>ppt_y</p:attrName>
                                        </p:attrNameLst>
                                      </p:cBhvr>
                                      <p:tavLst>
                                        <p:tav tm="0">
                                          <p:val>
                                            <p:strVal val="#ppt_y+.1"/>
                                          </p:val>
                                        </p:tav>
                                        <p:tav tm="100000">
                                          <p:val>
                                            <p:strVal val="#ppt_y"/>
                                          </p:val>
                                        </p:tav>
                                      </p:tavLst>
                                    </p:anim>
                                  </p:childTnLst>
                                </p:cTn>
                              </p:par>
                              <p:par>
                                <p:cTn fill="hold" grpId="0" id="25" nodeType="withEffect" presetClass="entr" presetID="42" presetSubtype="0">
                                  <p:stCondLst>
                                    <p:cond delay="0"/>
                                  </p:stCondLst>
                                  <p:childTnLst>
                                    <p:set>
                                      <p:cBhvr>
                                        <p:cTn dur="1" fill="hold" id="26">
                                          <p:stCondLst>
                                            <p:cond delay="0"/>
                                          </p:stCondLst>
                                        </p:cTn>
                                        <p:tgtEl>
                                          <p:spTgt spid="1048624"/>
                                        </p:tgtEl>
                                        <p:attrNameLst>
                                          <p:attrName>style.visibility</p:attrName>
                                        </p:attrNameLst>
                                      </p:cBhvr>
                                      <p:to>
                                        <p:strVal val="visible"/>
                                      </p:to>
                                    </p:set>
                                    <p:animEffect transition="in" filter="fade">
                                      <p:cBhvr>
                                        <p:cTn dur="1000" id="27"/>
                                        <p:tgtEl>
                                          <p:spTgt spid="1048624"/>
                                        </p:tgtEl>
                                      </p:cBhvr>
                                    </p:animEffect>
                                    <p:anim calcmode="lin" valueType="num">
                                      <p:cBhvr>
                                        <p:cTn dur="1000" fill="hold" id="28"/>
                                        <p:tgtEl>
                                          <p:spTgt spid="1048624"/>
                                        </p:tgtEl>
                                        <p:attrNameLst>
                                          <p:attrName>ppt_x</p:attrName>
                                        </p:attrNameLst>
                                      </p:cBhvr>
                                      <p:tavLst>
                                        <p:tav tm="0">
                                          <p:val>
                                            <p:strVal val="#ppt_x"/>
                                          </p:val>
                                        </p:tav>
                                        <p:tav tm="100000">
                                          <p:val>
                                            <p:strVal val="#ppt_x"/>
                                          </p:val>
                                        </p:tav>
                                      </p:tavLst>
                                    </p:anim>
                                    <p:anim calcmode="lin" valueType="num">
                                      <p:cBhvr>
                                        <p:cTn dur="1000" fill="hold" id="29"/>
                                        <p:tgtEl>
                                          <p:spTgt spid="1048624"/>
                                        </p:tgtEl>
                                        <p:attrNameLst>
                                          <p:attrName>ppt_y</p:attrName>
                                        </p:attrNameLst>
                                      </p:cBhvr>
                                      <p:tavLst>
                                        <p:tav tm="0">
                                          <p:val>
                                            <p:strVal val="#ppt_y+.1"/>
                                          </p:val>
                                        </p:tav>
                                        <p:tav tm="100000">
                                          <p:val>
                                            <p:strVal val="#ppt_y"/>
                                          </p:val>
                                        </p:tav>
                                      </p:tavLst>
                                    </p:anim>
                                  </p:childTnLst>
                                </p:cTn>
                              </p:par>
                              <p:par>
                                <p:cTn fill="hold" grpId="0" id="30" nodeType="withEffect" presetClass="entr" presetID="42" presetSubtype="0">
                                  <p:stCondLst>
                                    <p:cond delay="0"/>
                                  </p:stCondLst>
                                  <p:childTnLst>
                                    <p:set>
                                      <p:cBhvr>
                                        <p:cTn dur="1" fill="hold" id="31">
                                          <p:stCondLst>
                                            <p:cond delay="0"/>
                                          </p:stCondLst>
                                        </p:cTn>
                                        <p:tgtEl>
                                          <p:spTgt spid="1048625"/>
                                        </p:tgtEl>
                                        <p:attrNameLst>
                                          <p:attrName>style.visibility</p:attrName>
                                        </p:attrNameLst>
                                      </p:cBhvr>
                                      <p:to>
                                        <p:strVal val="visible"/>
                                      </p:to>
                                    </p:set>
                                    <p:animEffect transition="in" filter="fade">
                                      <p:cBhvr>
                                        <p:cTn dur="1000" id="32"/>
                                        <p:tgtEl>
                                          <p:spTgt spid="1048625"/>
                                        </p:tgtEl>
                                      </p:cBhvr>
                                    </p:animEffect>
                                    <p:anim calcmode="lin" valueType="num">
                                      <p:cBhvr>
                                        <p:cTn dur="1000" fill="hold" id="33"/>
                                        <p:tgtEl>
                                          <p:spTgt spid="1048625"/>
                                        </p:tgtEl>
                                        <p:attrNameLst>
                                          <p:attrName>ppt_x</p:attrName>
                                        </p:attrNameLst>
                                      </p:cBhvr>
                                      <p:tavLst>
                                        <p:tav tm="0">
                                          <p:val>
                                            <p:strVal val="#ppt_x"/>
                                          </p:val>
                                        </p:tav>
                                        <p:tav tm="100000">
                                          <p:val>
                                            <p:strVal val="#ppt_x"/>
                                          </p:val>
                                        </p:tav>
                                      </p:tavLst>
                                    </p:anim>
                                    <p:anim calcmode="lin" valueType="num">
                                      <p:cBhvr>
                                        <p:cTn dur="1000" fill="hold" id="34"/>
                                        <p:tgtEl>
                                          <p:spTgt spid="1048625"/>
                                        </p:tgtEl>
                                        <p:attrNameLst>
                                          <p:attrName>ppt_y</p:attrName>
                                        </p:attrNameLst>
                                      </p:cBhvr>
                                      <p:tavLst>
                                        <p:tav tm="0">
                                          <p:val>
                                            <p:strVal val="#ppt_y+.1"/>
                                          </p:val>
                                        </p:tav>
                                        <p:tav tm="100000">
                                          <p:val>
                                            <p:strVal val="#ppt_y"/>
                                          </p:val>
                                        </p:tav>
                                      </p:tavLst>
                                    </p:anim>
                                  </p:childTnLst>
                                </p:cTn>
                              </p:par>
                              <p:par>
                                <p:cTn fill="hold" grpId="0" id="35" nodeType="withEffect" presetClass="entr" presetID="42" presetSubtype="0">
                                  <p:stCondLst>
                                    <p:cond delay="0"/>
                                  </p:stCondLst>
                                  <p:childTnLst>
                                    <p:set>
                                      <p:cBhvr>
                                        <p:cTn dur="1" fill="hold" id="36">
                                          <p:stCondLst>
                                            <p:cond delay="0"/>
                                          </p:stCondLst>
                                        </p:cTn>
                                        <p:tgtEl>
                                          <p:spTgt spid="1048626"/>
                                        </p:tgtEl>
                                        <p:attrNameLst>
                                          <p:attrName>style.visibility</p:attrName>
                                        </p:attrNameLst>
                                      </p:cBhvr>
                                      <p:to>
                                        <p:strVal val="visible"/>
                                      </p:to>
                                    </p:set>
                                    <p:animEffect transition="in" filter="fade">
                                      <p:cBhvr>
                                        <p:cTn dur="1000" id="37"/>
                                        <p:tgtEl>
                                          <p:spTgt spid="1048626"/>
                                        </p:tgtEl>
                                      </p:cBhvr>
                                    </p:animEffect>
                                    <p:anim calcmode="lin" valueType="num">
                                      <p:cBhvr>
                                        <p:cTn dur="1000" fill="hold" id="38"/>
                                        <p:tgtEl>
                                          <p:spTgt spid="1048626"/>
                                        </p:tgtEl>
                                        <p:attrNameLst>
                                          <p:attrName>ppt_x</p:attrName>
                                        </p:attrNameLst>
                                      </p:cBhvr>
                                      <p:tavLst>
                                        <p:tav tm="0">
                                          <p:val>
                                            <p:strVal val="#ppt_x"/>
                                          </p:val>
                                        </p:tav>
                                        <p:tav tm="100000">
                                          <p:val>
                                            <p:strVal val="#ppt_x"/>
                                          </p:val>
                                        </p:tav>
                                      </p:tavLst>
                                    </p:anim>
                                    <p:anim calcmode="lin" valueType="num">
                                      <p:cBhvr>
                                        <p:cTn dur="1000" fill="hold" id="39"/>
                                        <p:tgtEl>
                                          <p:spTgt spid="1048626"/>
                                        </p:tgtEl>
                                        <p:attrNameLst>
                                          <p:attrName>ppt_y</p:attrName>
                                        </p:attrNameLst>
                                      </p:cBhvr>
                                      <p:tavLst>
                                        <p:tav tm="0">
                                          <p:val>
                                            <p:strVal val="#ppt_y+.1"/>
                                          </p:val>
                                        </p:tav>
                                        <p:tav tm="100000">
                                          <p:val>
                                            <p:strVal val="#ppt_y"/>
                                          </p:val>
                                        </p:tav>
                                      </p:tavLst>
                                    </p:anim>
                                  </p:childTnLst>
                                </p:cTn>
                              </p:par>
                              <p:par>
                                <p:cTn fill="hold" grpId="0" id="40" nodeType="withEffect" presetClass="entr" presetID="42" presetSubtype="0">
                                  <p:stCondLst>
                                    <p:cond delay="0"/>
                                  </p:stCondLst>
                                  <p:childTnLst>
                                    <p:set>
                                      <p:cBhvr>
                                        <p:cTn dur="1" fill="hold" id="41">
                                          <p:stCondLst>
                                            <p:cond delay="0"/>
                                          </p:stCondLst>
                                        </p:cTn>
                                        <p:tgtEl>
                                          <p:spTgt spid="1048627"/>
                                        </p:tgtEl>
                                        <p:attrNameLst>
                                          <p:attrName>style.visibility</p:attrName>
                                        </p:attrNameLst>
                                      </p:cBhvr>
                                      <p:to>
                                        <p:strVal val="visible"/>
                                      </p:to>
                                    </p:set>
                                    <p:animEffect transition="in" filter="fade">
                                      <p:cBhvr>
                                        <p:cTn dur="1000" id="42"/>
                                        <p:tgtEl>
                                          <p:spTgt spid="1048627"/>
                                        </p:tgtEl>
                                      </p:cBhvr>
                                    </p:animEffect>
                                    <p:anim calcmode="lin" valueType="num">
                                      <p:cBhvr>
                                        <p:cTn dur="1000" fill="hold" id="43"/>
                                        <p:tgtEl>
                                          <p:spTgt spid="1048627"/>
                                        </p:tgtEl>
                                        <p:attrNameLst>
                                          <p:attrName>ppt_x</p:attrName>
                                        </p:attrNameLst>
                                      </p:cBhvr>
                                      <p:tavLst>
                                        <p:tav tm="0">
                                          <p:val>
                                            <p:strVal val="#ppt_x"/>
                                          </p:val>
                                        </p:tav>
                                        <p:tav tm="100000">
                                          <p:val>
                                            <p:strVal val="#ppt_x"/>
                                          </p:val>
                                        </p:tav>
                                      </p:tavLst>
                                    </p:anim>
                                    <p:anim calcmode="lin" valueType="num">
                                      <p:cBhvr>
                                        <p:cTn dur="1000" fill="hold" id="44"/>
                                        <p:tgtEl>
                                          <p:spTgt spid="10486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0" grpId="0" animBg="1"/>
      <p:bldP spid="1048621" grpId="0" animBg="1"/>
      <p:bldP spid="1048622" grpId="0" animBg="1"/>
      <p:bldP spid="1048623" grpId="0" animBg="1"/>
      <p:bldP spid="1048624" grpId="0" animBg="1"/>
      <p:bldP spid="1048625" grpId="0" animBg="1"/>
      <p:bldP spid="1048626" grpId="0" animBg="1"/>
      <p:bldP spid="10486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0" name="Shape 216"/>
        <p:cNvGrpSpPr/>
        <p:nvPr/>
      </p:nvGrpSpPr>
      <p:grpSpPr>
        <a:xfrm>
          <a:off x="0" y="0"/>
          <a:ext cx="0" cy="0"/>
          <a:chOff x="0" y="0"/>
          <a:chExt cx="0" cy="0"/>
        </a:xfrm>
      </p:grpSpPr>
      <p:pic>
        <p:nvPicPr>
          <p:cNvPr id="2097157" name="Google Shape;217;p31"/>
          <p:cNvPicPr preferRelativeResize="0">
            <a:picLocks noGrp="1"/>
          </p:cNvPicPr>
          <p:nvPr>
            <p:ph type="pic" idx="2"/>
          </p:nvPr>
        </p:nvPicPr>
        <p:blipFill rotWithShape="1">
          <a:blip xmlns:r="http://schemas.openxmlformats.org/officeDocument/2006/relationships" r:embed="rId1">
            <a:alphaModFix/>
          </a:blip>
          <a:srcRect l="8424" r="7424"/>
          <a:stretch>
            <a:fillRect/>
          </a:stretch>
        </p:blipFill>
        <p:spPr>
          <a:xfrm>
            <a:off x="5624949" y="0"/>
            <a:ext cx="3519051" cy="5143501"/>
          </a:xfrm>
          <a:prstGeom prst="rect"/>
        </p:spPr>
      </p:pic>
      <p:sp>
        <p:nvSpPr>
          <p:cNvPr id="1048628" name="Google Shape;218;p31"/>
          <p:cNvSpPr txBox="1">
            <a:spLocks noGrp="1"/>
          </p:cNvSpPr>
          <p:nvPr>
            <p:ph type="title"/>
          </p:nvPr>
        </p:nvSpPr>
        <p:spPr>
          <a:xfrm>
            <a:off x="228600" y="1064674"/>
            <a:ext cx="5181600" cy="1252200"/>
          </a:xfrm>
          <a:prstGeom prst="rect"/>
        </p:spPr>
        <p:txBody>
          <a:bodyPr anchor="t" anchorCtr="0" bIns="91425" lIns="91425" rIns="91425" spcFirstLastPara="1" tIns="91425" wrap="square">
            <a:noAutofit/>
          </a:bodyPr>
          <a:p>
            <a:pPr algn="l" indent="0" lvl="0" marL="0" rtl="0">
              <a:spcBef>
                <a:spcPts val="0"/>
              </a:spcBef>
              <a:spcAft>
                <a:spcPts val="0"/>
              </a:spcAft>
              <a:buNone/>
            </a:pPr>
            <a:r>
              <a:rPr dirty="0" lang="en-US"/>
              <a:t>Key  Challenges</a:t>
            </a:r>
            <a:br>
              <a:rPr dirty="0" lang="en-US"/>
            </a:br>
            <a:r>
              <a:rPr dirty="0" sz="1600" lang="en-US"/>
              <a:t>complexity</a:t>
            </a:r>
            <a:r>
              <a:rPr dirty="0" lang="en-US"/>
              <a:t/>
            </a:r>
            <a:br>
              <a:rPr dirty="0" lang="en-US"/>
            </a:br>
            <a:r>
              <a:rPr dirty="0" lang="en-US"/>
              <a:t> </a:t>
            </a:r>
            <a:endParaRPr dirty="0">
              <a:latin typeface="Zalando Sans Expanded Medium"/>
              <a:ea typeface="Zalando Sans Expanded Medium"/>
              <a:cs typeface="Zalando Sans Expanded Medium"/>
              <a:sym typeface="Zalando Sans Expanded Medium"/>
            </a:endParaRPr>
          </a:p>
        </p:txBody>
      </p:sp>
      <p:sp>
        <p:nvSpPr>
          <p:cNvPr id="1048629" name="Google Shape;219;p31"/>
          <p:cNvSpPr txBox="1">
            <a:spLocks noGrp="1"/>
          </p:cNvSpPr>
          <p:nvPr>
            <p:ph type="body" idx="1"/>
          </p:nvPr>
        </p:nvSpPr>
        <p:spPr>
          <a:xfrm>
            <a:off x="228599" y="1831555"/>
            <a:ext cx="4876801" cy="3149154"/>
          </a:xfrm>
          <a:prstGeom prst="rect"/>
        </p:spPr>
        <p:txBody>
          <a:bodyPr anchor="t" anchorCtr="0" bIns="91425" lIns="91425" rIns="91425" spcFirstLastPara="1" tIns="91425" wrap="square">
            <a:noAutofit/>
          </a:bodyPr>
          <a:p>
            <a:pPr indent="-285750" marL="285750">
              <a:buClr>
                <a:srgbClr val="273D40"/>
              </a:buClr>
              <a:buSzPts val="600"/>
            </a:pPr>
            <a:r>
              <a:rPr b="1" dirty="0" lang="en-US" u="sng">
                <a:solidFill>
                  <a:schemeClr val="dk1"/>
                </a:solidFill>
              </a:rPr>
              <a:t>Program complexity: </a:t>
            </a:r>
            <a:r>
              <a:rPr dirty="0" lang="en-US">
                <a:solidFill>
                  <a:schemeClr val="dk1"/>
                </a:solidFill>
              </a:rPr>
              <a:t>CPEC is a multi-sector program composed of multiple interdependent projects across provinces with varied governance rules. </a:t>
            </a:r>
          </a:p>
          <a:p>
            <a:pPr indent="-285750" marL="285750">
              <a:buClr>
                <a:srgbClr val="273D40"/>
              </a:buClr>
              <a:buSzPts val="600"/>
            </a:pPr>
            <a:endParaRPr dirty="0" lang="en-US">
              <a:solidFill>
                <a:schemeClr val="dk1"/>
              </a:solidFill>
            </a:endParaRPr>
          </a:p>
          <a:p>
            <a:pPr indent="-285750" marL="285750">
              <a:buClr>
                <a:srgbClr val="273D40"/>
              </a:buClr>
              <a:buSzPts val="600"/>
            </a:pPr>
            <a:r>
              <a:rPr b="1" dirty="0" lang="en-US" u="sng">
                <a:solidFill>
                  <a:schemeClr val="dk1"/>
                </a:solidFill>
              </a:rPr>
              <a:t>Cross-jurisdiction coordination: </a:t>
            </a:r>
            <a:r>
              <a:rPr dirty="0" lang="en-US">
                <a:solidFill>
                  <a:schemeClr val="dk1"/>
                </a:solidFill>
              </a:rPr>
              <a:t>federal–provincial tensions, differing provincial priorities (e.g., perception of unequal benefits). </a:t>
            </a:r>
          </a:p>
          <a:p>
            <a:pPr indent="-285750" marL="285750">
              <a:buClr>
                <a:srgbClr val="273D40"/>
              </a:buClr>
              <a:buSzPts val="600"/>
            </a:pPr>
            <a:endParaRPr dirty="0" lang="en-US">
              <a:solidFill>
                <a:schemeClr val="dk1"/>
              </a:solidFill>
            </a:endParaRPr>
          </a:p>
          <a:p>
            <a:pPr indent="-285750" marL="285750">
              <a:buClr>
                <a:srgbClr val="273D40"/>
              </a:buClr>
              <a:buSzPts val="600"/>
            </a:pPr>
            <a:r>
              <a:rPr b="1" dirty="0" lang="en-US" u="sng">
                <a:solidFill>
                  <a:schemeClr val="dk1"/>
                </a:solidFill>
              </a:rPr>
              <a:t>Technical complexity: </a:t>
            </a:r>
            <a:r>
              <a:rPr dirty="0" lang="en-US">
                <a:solidFill>
                  <a:schemeClr val="dk1"/>
                </a:solidFill>
              </a:rPr>
              <a:t>integration of transport, energy and SEZs with differing technical standards and procurement models.</a:t>
            </a:r>
          </a:p>
        </p:txBody>
      </p:sp>
      <p:cxnSp>
        <p:nvCxnSpPr>
          <p:cNvPr id="3145738" name="Google Shape;220;p31"/>
          <p:cNvCxnSpPr>
            <a:cxnSpLocks/>
          </p:cNvCxnSpPr>
          <p:nvPr/>
        </p:nvCxnSpPr>
        <p:spPr>
          <a:xfrm flipH="1">
            <a:off x="-125" y="1690775"/>
            <a:ext cx="5625073" cy="0"/>
          </a:xfrm>
          <a:prstGeom prst="straightConnector1"/>
          <a:noFill/>
          <a:ln w="9525" cap="flat" cmpd="sng">
            <a:solidFill>
              <a:schemeClr val="lt2"/>
            </a:solidFill>
            <a:prstDash val="solid"/>
            <a:round/>
            <a:headEnd type="none" w="med" len="med"/>
            <a:tailEnd type="none" w="med" len="med"/>
          </a:ln>
        </p:spPr>
      </p:cxnSp>
      <p:cxnSp>
        <p:nvCxnSpPr>
          <p:cNvPr id="3145739" name="Google Shape;221;p31"/>
          <p:cNvCxnSpPr>
            <a:cxnSpLocks/>
          </p:cNvCxnSpPr>
          <p:nvPr/>
        </p:nvCxnSpPr>
        <p:spPr>
          <a:xfrm>
            <a:off x="5624949" y="0"/>
            <a:ext cx="0" cy="5224200"/>
          </a:xfrm>
          <a:prstGeom prst="straightConnector1"/>
          <a:noFill/>
          <a:ln w="9525" cap="flat" cmpd="sng">
            <a:solidFill>
              <a:schemeClr val="lt2"/>
            </a:solidFill>
            <a:prstDash val="solid"/>
            <a:round/>
            <a:headEnd type="none" w="med" len="med"/>
            <a:tailEnd type="none" w="med" len="med"/>
          </a:ln>
        </p:spPr>
      </p:cxnSp>
      <p:sp>
        <p:nvSpPr>
          <p:cNvPr id="1048630" name="Rectangle 1"/>
          <p:cNvSpPr/>
          <p:nvPr/>
        </p:nvSpPr>
        <p:spPr>
          <a:xfrm>
            <a:off x="6361329" y="2499799"/>
            <a:ext cx="2565583" cy="342077"/>
          </a:xfrm>
          <a:prstGeom prst="rect"/>
          <a:solidFill>
            <a:srgbClr val="FDFEF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31" presetSubtype="0">
                                  <p:stCondLst>
                                    <p:cond delay="0"/>
                                  </p:stCondLst>
                                  <p:childTnLst>
                                    <p:set>
                                      <p:cBhvr>
                                        <p:cTn dur="1" fill="hold" id="6">
                                          <p:stCondLst>
                                            <p:cond delay="0"/>
                                          </p:stCondLst>
                                        </p:cTn>
                                        <p:tgtEl>
                                          <p:spTgt spid="2097157"/>
                                        </p:tgtEl>
                                        <p:attrNameLst>
                                          <p:attrName>style.visibility</p:attrName>
                                        </p:attrNameLst>
                                      </p:cBhvr>
                                      <p:to>
                                        <p:strVal val="visible"/>
                                      </p:to>
                                    </p:set>
                                    <p:anim calcmode="lin" valueType="num">
                                      <p:cBhvr>
                                        <p:cTn dur="1000" fill="hold" id="7"/>
                                        <p:tgtEl>
                                          <p:spTgt spid="2097157"/>
                                        </p:tgtEl>
                                        <p:attrNameLst>
                                          <p:attrName>ppt_w</p:attrName>
                                        </p:attrNameLst>
                                      </p:cBhvr>
                                      <p:tavLst>
                                        <p:tav tm="0">
                                          <p:val>
                                            <p:fltVal val="0.0"/>
                                          </p:val>
                                        </p:tav>
                                        <p:tav tm="100000">
                                          <p:val>
                                            <p:strVal val="#ppt_w"/>
                                          </p:val>
                                        </p:tav>
                                      </p:tavLst>
                                    </p:anim>
                                    <p:anim calcmode="lin" valueType="num">
                                      <p:cBhvr>
                                        <p:cTn dur="1000" fill="hold" id="8"/>
                                        <p:tgtEl>
                                          <p:spTgt spid="2097157"/>
                                        </p:tgtEl>
                                        <p:attrNameLst>
                                          <p:attrName>ppt_h</p:attrName>
                                        </p:attrNameLst>
                                      </p:cBhvr>
                                      <p:tavLst>
                                        <p:tav tm="0">
                                          <p:val>
                                            <p:fltVal val="0.0"/>
                                          </p:val>
                                        </p:tav>
                                        <p:tav tm="100000">
                                          <p:val>
                                            <p:strVal val="#ppt_h"/>
                                          </p:val>
                                        </p:tav>
                                      </p:tavLst>
                                    </p:anim>
                                    <p:anim calcmode="lin" valueType="num">
                                      <p:cBhvr>
                                        <p:cTn dur="1000" fill="hold" id="9"/>
                                        <p:tgtEl>
                                          <p:spTgt spid="2097157"/>
                                        </p:tgtEl>
                                        <p:attrNameLst>
                                          <p:attrName>style.rotation</p:attrName>
                                        </p:attrNameLst>
                                      </p:cBhvr>
                                      <p:tavLst>
                                        <p:tav tm="0">
                                          <p:val>
                                            <p:fltVal val="90.0"/>
                                          </p:val>
                                        </p:tav>
                                        <p:tav tm="100000">
                                          <p:val>
                                            <p:fltVal val="0.0"/>
                                          </p:val>
                                        </p:tav>
                                      </p:tavLst>
                                    </p:anim>
                                    <p:animEffect transition="in" filter="fade">
                                      <p:cBhvr>
                                        <p:cTn dur="1000" id="10"/>
                                        <p:tgtEl>
                                          <p:spTgt spid="2097157"/>
                                        </p:tgtEl>
                                      </p:cBhvr>
                                    </p:animEffect>
                                  </p:childTnLst>
                                </p:cTn>
                              </p:par>
                              <p:par>
                                <p:cTn fill="hold" grpId="0" id="11" nodeType="withEffect" presetClass="entr" presetID="31" presetSubtype="0">
                                  <p:stCondLst>
                                    <p:cond delay="0"/>
                                  </p:stCondLst>
                                  <p:childTnLst>
                                    <p:set>
                                      <p:cBhvr>
                                        <p:cTn dur="1" fill="hold" id="12">
                                          <p:stCondLst>
                                            <p:cond delay="0"/>
                                          </p:stCondLst>
                                        </p:cTn>
                                        <p:tgtEl>
                                          <p:spTgt spid="1048630"/>
                                        </p:tgtEl>
                                        <p:attrNameLst>
                                          <p:attrName>style.visibility</p:attrName>
                                        </p:attrNameLst>
                                      </p:cBhvr>
                                      <p:to>
                                        <p:strVal val="visible"/>
                                      </p:to>
                                    </p:set>
                                    <p:anim calcmode="lin" valueType="num">
                                      <p:cBhvr>
                                        <p:cTn dur="1000" fill="hold" id="13"/>
                                        <p:tgtEl>
                                          <p:spTgt spid="1048630"/>
                                        </p:tgtEl>
                                        <p:attrNameLst>
                                          <p:attrName>ppt_w</p:attrName>
                                        </p:attrNameLst>
                                      </p:cBhvr>
                                      <p:tavLst>
                                        <p:tav tm="0">
                                          <p:val>
                                            <p:fltVal val="0.0"/>
                                          </p:val>
                                        </p:tav>
                                        <p:tav tm="100000">
                                          <p:val>
                                            <p:strVal val="#ppt_w"/>
                                          </p:val>
                                        </p:tav>
                                      </p:tavLst>
                                    </p:anim>
                                    <p:anim calcmode="lin" valueType="num">
                                      <p:cBhvr>
                                        <p:cTn dur="1000" fill="hold" id="14"/>
                                        <p:tgtEl>
                                          <p:spTgt spid="1048630"/>
                                        </p:tgtEl>
                                        <p:attrNameLst>
                                          <p:attrName>ppt_h</p:attrName>
                                        </p:attrNameLst>
                                      </p:cBhvr>
                                      <p:tavLst>
                                        <p:tav tm="0">
                                          <p:val>
                                            <p:fltVal val="0.0"/>
                                          </p:val>
                                        </p:tav>
                                        <p:tav tm="100000">
                                          <p:val>
                                            <p:strVal val="#ppt_h"/>
                                          </p:val>
                                        </p:tav>
                                      </p:tavLst>
                                    </p:anim>
                                    <p:anim calcmode="lin" valueType="num">
                                      <p:cBhvr>
                                        <p:cTn dur="1000" fill="hold" id="15"/>
                                        <p:tgtEl>
                                          <p:spTgt spid="1048630"/>
                                        </p:tgtEl>
                                        <p:attrNameLst>
                                          <p:attrName>style.rotation</p:attrName>
                                        </p:attrNameLst>
                                      </p:cBhvr>
                                      <p:tavLst>
                                        <p:tav tm="0">
                                          <p:val>
                                            <p:fltVal val="90.0"/>
                                          </p:val>
                                        </p:tav>
                                        <p:tav tm="100000">
                                          <p:val>
                                            <p:fltVal val="0.0"/>
                                          </p:val>
                                        </p:tav>
                                      </p:tavLst>
                                    </p:anim>
                                    <p:animEffect transition="in" filter="fade">
                                      <p:cBhvr>
                                        <p:cTn dur="1000" id="16"/>
                                        <p:tgtEl>
                                          <p:spTgt spid="1048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3" name="Shape 244"/>
        <p:cNvGrpSpPr/>
        <p:nvPr/>
      </p:nvGrpSpPr>
      <p:grpSpPr>
        <a:xfrm>
          <a:off x="0" y="0"/>
          <a:ext cx="0" cy="0"/>
          <a:chOff x="0" y="0"/>
          <a:chExt cx="0" cy="0"/>
        </a:xfrm>
      </p:grpSpPr>
      <p:grpSp>
        <p:nvGrpSpPr>
          <p:cNvPr id="74" name="Google Shape;245;p34"/>
          <p:cNvGrpSpPr/>
          <p:nvPr/>
        </p:nvGrpSpPr>
        <p:grpSpPr>
          <a:xfrm>
            <a:off x="1293950" y="-18440"/>
            <a:ext cx="7842105" cy="5224200"/>
            <a:chOff x="1293950" y="-18440"/>
            <a:chExt cx="7842105" cy="5224200"/>
          </a:xfrm>
        </p:grpSpPr>
        <p:cxnSp>
          <p:nvCxnSpPr>
            <p:cNvPr id="3145740"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41"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33" name="Google Shape;248;p34"/>
          <p:cNvSpPr txBox="1">
            <a:spLocks noGrp="1"/>
          </p:cNvSpPr>
          <p:nvPr>
            <p:ph type="title"/>
          </p:nvPr>
        </p:nvSpPr>
        <p:spPr>
          <a:xfrm>
            <a:off x="3456709" y="295016"/>
            <a:ext cx="5458691" cy="745800"/>
          </a:xfrm>
          <a:prstGeom prst="rect"/>
        </p:spPr>
        <p:txBody>
          <a:bodyPr anchor="t" anchorCtr="0" bIns="91425" lIns="91425" rIns="91425" spcFirstLastPara="1" tIns="91425" wrap="square">
            <a:noAutofit/>
          </a:bodyPr>
          <a:p>
            <a:pPr lvl="0"/>
            <a:r>
              <a:rPr dirty="0" sz="2800" lang="en-US"/>
              <a:t>Key challenges </a:t>
            </a:r>
            <a:br>
              <a:rPr dirty="0" sz="2800" lang="en-US"/>
            </a:br>
            <a:r>
              <a:rPr dirty="0" sz="2800" lang="en-US"/>
              <a:t>Risk, Cost, Scope</a:t>
            </a:r>
            <a:endParaRPr dirty="0">
              <a:latin typeface="Zalando Sans Expanded Medium"/>
              <a:ea typeface="Zalando Sans Expanded Medium"/>
              <a:cs typeface="Zalando Sans Expanded Medium"/>
              <a:sym typeface="Zalando Sans Expanded Medium"/>
            </a:endParaRPr>
          </a:p>
        </p:txBody>
      </p:sp>
      <p:sp>
        <p:nvSpPr>
          <p:cNvPr id="1048634" name="AutoShape 4" descr="CPEC, Green Corridor, and Natural Environment of Pakistan"/>
          <p:cNvSpPr txBox="1">
            <a:spLocks noChangeAspect="1" noChangeArrowheads="1"/>
          </p:cNvSpPr>
          <p:nvPr/>
        </p:nvSpPr>
        <p:spPr bwMode="auto">
          <a:xfrm>
            <a:off x="1523564" y="1687420"/>
            <a:ext cx="2743636" cy="1072540"/>
          </a:xfrm>
          <a:prstGeom prst="rect"/>
          <a:noFill/>
          <a:ln>
            <a:noFill/>
          </a:ln>
        </p:spPr>
        <p:txBody>
          <a:bodyPr anchor="t" anchorCtr="0" bIns="34290" compatLnSpc="1" lIns="68580" numCol="1" rIns="68580" spcFirstLastPara="1" tIns="34290" vert="horz" wrap="square">
            <a:prstTxWarp prst="textNoShape"/>
            <a:normAutofit/>
          </a:bodyPr>
          <a:lstStyle>
            <a:defPPr algn="l" lvl="0" marR="0" rtl="0">
              <a:lnSpc>
                <a:spcPct val="100000"/>
              </a:lnSpc>
              <a:spcBef>
                <a:spcPts val="0"/>
              </a:spcBef>
              <a:spcAft>
                <a:spcPts val="0"/>
              </a:spcAft>
            </a:defPPr>
            <a:lvl1pPr algn="l" indent="-317500" lvl="0" marL="457200" marR="0" rtl="0">
              <a:lnSpc>
                <a:spcPct val="100000"/>
              </a:lnSpc>
              <a:spcBef>
                <a:spcPts val="0"/>
              </a:spcBef>
              <a:spcAft>
                <a:spcPts val="0"/>
              </a:spcAft>
              <a:buClr>
                <a:schemeClr val="dk1"/>
              </a:buClr>
              <a:buSzPts val="2400"/>
              <a:buFont typeface="Raleway"/>
              <a:buNone/>
              <a:defRPr b="0" cap="none" sz="1600" i="0" strike="noStrike" u="none">
                <a:solidFill>
                  <a:schemeClr val="dk2"/>
                </a:solidFill>
                <a:latin typeface="Zalando Sans Expanded Light"/>
                <a:ea typeface="Zalando Sans Expanded Light"/>
                <a:cs typeface="Zalando Sans Expanded Light"/>
                <a:sym typeface="Zalando Sans Expanded Light"/>
              </a:defRPr>
            </a:lvl1pPr>
            <a:lvl2pPr algn="ctr" indent="-317500" lvl="1" marL="9144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2pPr>
            <a:lvl3pPr algn="ctr" indent="-317500" lvl="2" marL="13716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3pPr>
            <a:lvl4pPr algn="ctr" indent="-317500" lvl="3" marL="18288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4pPr>
            <a:lvl5pPr algn="ctr" indent="-317500" lvl="4" marL="22860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5pPr>
            <a:lvl6pPr algn="ctr" indent="-317500" lvl="5" marL="27432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6pPr>
            <a:lvl7pPr algn="ctr" indent="-317500" lvl="6" marL="32004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7pPr>
            <a:lvl8pPr algn="ctr" indent="-317500" lvl="7" marL="36576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8pPr>
            <a:lvl9pPr algn="ctr" indent="-317500" lvl="8" marL="4114800" marR="0" rtl="0">
              <a:lnSpc>
                <a:spcPct val="100000"/>
              </a:lnSpc>
              <a:spcBef>
                <a:spcPts val="0"/>
              </a:spcBef>
              <a:spcAft>
                <a:spcPts val="0"/>
              </a:spcAft>
              <a:buClr>
                <a:schemeClr val="dk1"/>
              </a:buClr>
              <a:buSzPts val="2400"/>
              <a:buFont typeface="Raleway"/>
              <a:buNone/>
              <a:defRPr b="1" cap="none" sz="2400" i="0" strike="noStrike" u="none">
                <a:solidFill>
                  <a:schemeClr val="dk1"/>
                </a:solidFill>
                <a:latin typeface="Raleway"/>
                <a:ea typeface="Raleway"/>
                <a:cs typeface="Raleway"/>
                <a:sym typeface="Raleway"/>
              </a:defRPr>
            </a:lvl9pPr>
          </a:lstStyle>
          <a:p>
            <a:pPr indent="0" marL="0"/>
            <a:r>
              <a:rPr b="1" dirty="0" sz="1275" lang="en-US">
                <a:latin typeface="Arimo" panose="020B0604020202020204" charset="0"/>
                <a:ea typeface="Arimo" panose="020B0604020202020204" charset="0"/>
                <a:cs typeface="Arimo" panose="020B0604020202020204" charset="0"/>
              </a:rPr>
              <a:t>SECURITY RISKS</a:t>
            </a:r>
          </a:p>
          <a:p>
            <a:pPr>
              <a:buFont typeface="Arial" panose="020B0604020202020204" pitchFamily="34" charset="0"/>
              <a:buChar char="•"/>
            </a:pPr>
            <a:r>
              <a:rPr dirty="0" sz="1275" lang="en-US">
                <a:latin typeface="Arimo" panose="020B0604020202020204" charset="0"/>
                <a:ea typeface="Arimo" panose="020B0604020202020204" charset="0"/>
                <a:cs typeface="Arimo" panose="020B0604020202020204" charset="0"/>
              </a:rPr>
              <a:t>Terrorist attacks on workers</a:t>
            </a:r>
          </a:p>
          <a:p>
            <a:pPr>
              <a:buFont typeface="Arial" panose="020B0604020202020204" pitchFamily="34" charset="0"/>
              <a:buChar char="•"/>
            </a:pPr>
            <a:r>
              <a:rPr dirty="0" sz="1275" lang="en-US">
                <a:latin typeface="Arimo" panose="020B0604020202020204" charset="0"/>
                <a:ea typeface="Arimo" panose="020B0604020202020204" charset="0"/>
                <a:cs typeface="Arimo" panose="020B0604020202020204" charset="0"/>
              </a:rPr>
              <a:t>Attacks in </a:t>
            </a:r>
            <a:r>
              <a:rPr dirty="0" sz="1275" lang="en-US" err="1">
                <a:latin typeface="Arimo" panose="020B0604020202020204" charset="0"/>
                <a:ea typeface="Arimo" panose="020B0604020202020204" charset="0"/>
                <a:cs typeface="Arimo" panose="020B0604020202020204" charset="0"/>
              </a:rPr>
              <a:t>Balochistan</a:t>
            </a:r>
            <a:endParaRPr dirty="0" sz="1275" lang="en-US">
              <a:latin typeface="Arimo" panose="020B0604020202020204" charset="0"/>
              <a:ea typeface="Arimo" panose="020B0604020202020204" charset="0"/>
              <a:cs typeface="Arimo" panose="020B0604020202020204" charset="0"/>
            </a:endParaRPr>
          </a:p>
          <a:p>
            <a:pPr>
              <a:buFont typeface="Arial" panose="020B0604020202020204" pitchFamily="34" charset="0"/>
              <a:buChar char="•"/>
            </a:pPr>
            <a:r>
              <a:rPr dirty="0" sz="1275" lang="en-US">
                <a:latin typeface="Arimo" panose="020B0604020202020204" charset="0"/>
                <a:ea typeface="Arimo" panose="020B0604020202020204" charset="0"/>
                <a:cs typeface="Arimo" panose="020B0604020202020204" charset="0"/>
              </a:rPr>
              <a:t>Safety concerns for Chinese engineers</a:t>
            </a:r>
          </a:p>
        </p:txBody>
      </p:sp>
      <p:sp>
        <p:nvSpPr>
          <p:cNvPr id="1048635" name="AutoShape 4" descr="CPEC, Green Corridor, and Natural Environment of Pakistan"/>
          <p:cNvSpPr txBox="1">
            <a:spLocks noChangeAspect="1" noChangeArrowheads="1"/>
          </p:cNvSpPr>
          <p:nvPr/>
        </p:nvSpPr>
        <p:spPr bwMode="auto">
          <a:xfrm>
            <a:off x="4475480" y="1687420"/>
            <a:ext cx="1772783" cy="1292817"/>
          </a:xfrm>
          <a:prstGeom prst="rect"/>
          <a:noFill/>
        </p:spPr>
        <p:txBody>
          <a:bodyPr anchor="t" anchorCtr="0" bIns="34290" compatLnSpc="1" lIns="68580" numCol="1" rIns="68580" rtlCol="0" tIns="34290" vert="horz" wrap="square">
            <a:prstTxWarp prst="textNoShape"/>
            <a:normAutofit fontScale="91667"/>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buNone/>
            </a:pPr>
            <a:r>
              <a:rPr b="1" dirty="0" sz="1200" lang="en-US">
                <a:latin typeface="Arimo" panose="020B0604020202020204" charset="0"/>
                <a:ea typeface="Arimo" panose="020B0604020202020204" charset="0"/>
                <a:cs typeface="Arimo" panose="020B0604020202020204" charset="0"/>
              </a:rPr>
              <a:t>POLITICAL RISKS</a:t>
            </a:r>
            <a:endParaRPr dirty="0" sz="1200" lang="en-US">
              <a:latin typeface="Arimo" panose="020B0604020202020204" charset="0"/>
              <a:ea typeface="Arimo" panose="020B0604020202020204" charset="0"/>
              <a:cs typeface="Arimo" panose="020B0604020202020204" charset="0"/>
            </a:endParaRPr>
          </a:p>
          <a:p>
            <a:r>
              <a:rPr dirty="0" sz="1200" lang="en-US">
                <a:latin typeface="Arimo" panose="020B0604020202020204" charset="0"/>
                <a:ea typeface="Arimo" panose="020B0604020202020204" charset="0"/>
                <a:cs typeface="Arimo" panose="020B0604020202020204" charset="0"/>
              </a:rPr>
              <a:t>Government changes</a:t>
            </a:r>
          </a:p>
          <a:p>
            <a:r>
              <a:rPr dirty="0" sz="1200" lang="en-US">
                <a:latin typeface="Arimo" panose="020B0604020202020204" charset="0"/>
                <a:ea typeface="Arimo" panose="020B0604020202020204" charset="0"/>
                <a:cs typeface="Arimo" panose="020B0604020202020204" charset="0"/>
              </a:rPr>
              <a:t>Policy changes</a:t>
            </a:r>
          </a:p>
          <a:p>
            <a:r>
              <a:rPr dirty="0" sz="1200" lang="en-US">
                <a:latin typeface="Arimo" panose="020B0604020202020204" charset="0"/>
                <a:ea typeface="Arimo" panose="020B0604020202020204" charset="0"/>
                <a:cs typeface="Arimo" panose="020B0604020202020204" charset="0"/>
              </a:rPr>
              <a:t>Different political priorities</a:t>
            </a:r>
          </a:p>
          <a:p>
            <a:endParaRPr dirty="0" sz="1200" lang="en-US">
              <a:latin typeface="Arimo" panose="020B0604020202020204" charset="0"/>
              <a:ea typeface="Arimo" panose="020B0604020202020204" charset="0"/>
              <a:cs typeface="Arimo" panose="020B0604020202020204" charset="0"/>
            </a:endParaRPr>
          </a:p>
        </p:txBody>
      </p:sp>
      <p:sp>
        <p:nvSpPr>
          <p:cNvPr id="1048636" name="AutoShape 4" descr="CPEC, Green Corridor, and Natural Environment of Pakistan"/>
          <p:cNvSpPr txBox="1">
            <a:spLocks noChangeAspect="1" noChangeArrowheads="1"/>
          </p:cNvSpPr>
          <p:nvPr/>
        </p:nvSpPr>
        <p:spPr bwMode="auto">
          <a:xfrm>
            <a:off x="6456544" y="1687420"/>
            <a:ext cx="2122299" cy="1292817"/>
          </a:xfrm>
          <a:prstGeom prst="rect"/>
          <a:noFill/>
        </p:spPr>
        <p:txBody>
          <a:bodyPr anchor="t" anchorCtr="0" bIns="34290" compatLnSpc="1" lIns="68580" numCol="1" rIns="68580" rtlCol="0" tIns="34290" vert="horz" wrap="square">
            <a:prstTxWarp prst="textNoShape"/>
            <a:norm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buNone/>
            </a:pPr>
            <a:r>
              <a:rPr b="1" dirty="0" sz="1200" lang="en-US">
                <a:latin typeface="Arimo" panose="020B0604020202020204" charset="0"/>
                <a:ea typeface="Arimo" panose="020B0604020202020204" charset="0"/>
                <a:cs typeface="Arimo" panose="020B0604020202020204" charset="0"/>
              </a:rPr>
              <a:t>ECONOMIC RISKS</a:t>
            </a:r>
            <a:endParaRPr dirty="0" sz="1200" lang="en-US">
              <a:latin typeface="Arimo" panose="020B0604020202020204" charset="0"/>
              <a:ea typeface="Arimo" panose="020B0604020202020204" charset="0"/>
              <a:cs typeface="Arimo" panose="020B0604020202020204" charset="0"/>
            </a:endParaRPr>
          </a:p>
          <a:p>
            <a:r>
              <a:rPr dirty="0" sz="1200" lang="en-US">
                <a:latin typeface="Arimo" panose="020B0604020202020204" charset="0"/>
                <a:ea typeface="Arimo" panose="020B0604020202020204" charset="0"/>
                <a:cs typeface="Arimo" panose="020B0604020202020204" charset="0"/>
              </a:rPr>
              <a:t>Weak Pakistani currency</a:t>
            </a:r>
          </a:p>
          <a:p>
            <a:r>
              <a:rPr dirty="0" sz="1200" lang="en-US">
                <a:latin typeface="Arimo" panose="020B0604020202020204" charset="0"/>
                <a:ea typeface="Arimo" panose="020B0604020202020204" charset="0"/>
                <a:cs typeface="Arimo" panose="020B0604020202020204" charset="0"/>
              </a:rPr>
              <a:t>Inflation</a:t>
            </a:r>
          </a:p>
          <a:p>
            <a:r>
              <a:rPr dirty="0" sz="1200" lang="en-US">
                <a:latin typeface="Arimo" panose="020B0604020202020204" charset="0"/>
                <a:ea typeface="Arimo" panose="020B0604020202020204" charset="0"/>
                <a:cs typeface="Arimo" panose="020B0604020202020204" charset="0"/>
              </a:rPr>
              <a:t>Debt pressure</a:t>
            </a:r>
          </a:p>
          <a:p>
            <a:endParaRPr dirty="0" sz="1200" lang="en-US">
              <a:latin typeface="Arimo" panose="020B0604020202020204" charset="0"/>
              <a:ea typeface="Arimo" panose="020B0604020202020204" charset="0"/>
              <a:cs typeface="Arimo" panose="020B0604020202020204" charset="0"/>
            </a:endParaRPr>
          </a:p>
        </p:txBody>
      </p:sp>
      <p:sp>
        <p:nvSpPr>
          <p:cNvPr id="1048637" name="AutoShape 4" descr="CPEC, Green Corridor, and Natural Environment of Pakistan"/>
          <p:cNvSpPr txBox="1">
            <a:spLocks noChangeAspect="1" noChangeArrowheads="1"/>
          </p:cNvSpPr>
          <p:nvPr/>
        </p:nvSpPr>
        <p:spPr bwMode="auto">
          <a:xfrm>
            <a:off x="1581312" y="3308242"/>
            <a:ext cx="5981376" cy="1666714"/>
          </a:xfrm>
          <a:prstGeom prst="rect"/>
          <a:noFill/>
        </p:spPr>
        <p:txBody>
          <a:bodyPr anchor="t" anchorCtr="0" bIns="34290" compatLnSpc="1" lIns="68580" numCol="1" rIns="68580" rtlCol="0" tIns="34290" vert="horz" wrap="square">
            <a:prstTxWarp prst="textNoShape"/>
            <a:norm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buNone/>
            </a:pPr>
            <a:r>
              <a:rPr b="1" dirty="0" sz="1200" lang="en-US">
                <a:latin typeface="Arimo" panose="020B0604020202020204" charset="0"/>
                <a:ea typeface="Arimo" panose="020B0604020202020204" charset="0"/>
                <a:cs typeface="Arimo" panose="020B0604020202020204" charset="0"/>
              </a:rPr>
              <a:t>COST AND SCOPE</a:t>
            </a:r>
            <a:r>
              <a:rPr dirty="0" sz="1200" lang="en-US">
                <a:latin typeface="Arimo" panose="020B0604020202020204" charset="0"/>
                <a:ea typeface="Arimo" panose="020B0604020202020204" charset="0"/>
                <a:cs typeface="Arimo" panose="020B0604020202020204" charset="0"/>
              </a:rPr>
              <a:t>:</a:t>
            </a:r>
          </a:p>
          <a:p>
            <a:r>
              <a:rPr dirty="0" sz="1200" lang="en-US">
                <a:latin typeface="Arimo" panose="020B0604020202020204" charset="0"/>
                <a:ea typeface="Arimo" panose="020B0604020202020204" charset="0"/>
                <a:cs typeface="Arimo" panose="020B0604020202020204" charset="0"/>
              </a:rPr>
              <a:t>CPEC was initially announced in 2013 with an estimated cost of </a:t>
            </a:r>
            <a:r>
              <a:rPr b="1" dirty="0" sz="1200" lang="en-US">
                <a:latin typeface="Arimo" panose="020B0604020202020204" charset="0"/>
                <a:ea typeface="Arimo" panose="020B0604020202020204" charset="0"/>
                <a:cs typeface="Arimo" panose="020B0604020202020204" charset="0"/>
              </a:rPr>
              <a:t>US $46 billion</a:t>
            </a:r>
            <a:r>
              <a:rPr dirty="0" sz="1200" lang="en-US">
                <a:latin typeface="Arimo" panose="020B0604020202020204" charset="0"/>
                <a:ea typeface="Arimo" panose="020B0604020202020204" charset="0"/>
                <a:cs typeface="Arimo" panose="020B0604020202020204" charset="0"/>
              </a:rPr>
              <a:t>, which was later revised to around </a:t>
            </a:r>
            <a:r>
              <a:rPr b="1" dirty="0" sz="1200" lang="en-US">
                <a:latin typeface="Arimo" panose="020B0604020202020204" charset="0"/>
                <a:ea typeface="Arimo" panose="020B0604020202020204" charset="0"/>
                <a:cs typeface="Arimo" panose="020B0604020202020204" charset="0"/>
              </a:rPr>
              <a:t>US $62–65 billion </a:t>
            </a:r>
            <a:r>
              <a:rPr dirty="0" sz="1200" lang="en-US">
                <a:latin typeface="Arimo" panose="020B0604020202020204" charset="0"/>
                <a:ea typeface="Arimo" panose="020B0604020202020204" charset="0"/>
                <a:cs typeface="Arimo" panose="020B0604020202020204" charset="0"/>
              </a:rPr>
              <a:t>as more projects were added. </a:t>
            </a:r>
          </a:p>
          <a:p>
            <a:r>
              <a:rPr dirty="0" sz="1200" lang="en-US">
                <a:latin typeface="Arimo" panose="020B0604020202020204" charset="0"/>
                <a:ea typeface="Arimo" panose="020B0604020202020204" charset="0"/>
                <a:cs typeface="Arimo" panose="020B0604020202020204" charset="0"/>
              </a:rPr>
              <a:t>Major cost challenges are increased scope, increase in external debt, as a large portion of CPEC financing consists of loans that require long-term repayment.</a:t>
            </a:r>
          </a:p>
        </p:txBody>
      </p:sp>
    </p:spTree>
  </p:cSld>
  <p:clrMapOvr>
    <a:masterClrMapping/>
  </p:clrMapOvr>
  <p:transition spd="slow">
    <p:push dir="u"/>
  </p:transition>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7" name="Shape 216"/>
        <p:cNvGrpSpPr/>
        <p:nvPr/>
      </p:nvGrpSpPr>
      <p:grpSpPr>
        <a:xfrm>
          <a:off x="0" y="0"/>
          <a:ext cx="0" cy="0"/>
          <a:chOff x="0" y="0"/>
          <a:chExt cx="0" cy="0"/>
        </a:xfrm>
      </p:grpSpPr>
      <p:sp>
        <p:nvSpPr>
          <p:cNvPr id="1048640" name="Google Shape;218;p31"/>
          <p:cNvSpPr txBox="1">
            <a:spLocks noGrp="1"/>
          </p:cNvSpPr>
          <p:nvPr>
            <p:ph type="title"/>
          </p:nvPr>
        </p:nvSpPr>
        <p:spPr>
          <a:xfrm>
            <a:off x="228600" y="1064674"/>
            <a:ext cx="5181600" cy="1252200"/>
          </a:xfrm>
          <a:prstGeom prst="rect"/>
        </p:spPr>
        <p:txBody>
          <a:bodyPr anchor="t" anchorCtr="0" bIns="91425" lIns="91425" rIns="91425" spcFirstLastPara="1" tIns="91425" wrap="square">
            <a:noAutofit/>
          </a:bodyPr>
          <a:p>
            <a:pPr algn="l" indent="0" lvl="0" marL="0" rtl="0">
              <a:spcBef>
                <a:spcPts val="0"/>
              </a:spcBef>
              <a:spcAft>
                <a:spcPts val="0"/>
              </a:spcAft>
              <a:buNone/>
            </a:pPr>
            <a:r>
              <a:rPr dirty="0" lang="en-US"/>
              <a:t>Key  Challenges</a:t>
            </a:r>
            <a:br>
              <a:rPr dirty="0" lang="en-US"/>
            </a:br>
            <a:r>
              <a:rPr dirty="0" sz="1600" lang="en-US"/>
              <a:t>Schedule</a:t>
            </a:r>
            <a:r>
              <a:rPr dirty="0" lang="en-US"/>
              <a:t/>
            </a:r>
            <a:br>
              <a:rPr dirty="0" lang="en-US"/>
            </a:br>
            <a:r>
              <a:rPr dirty="0" lang="en-US"/>
              <a:t> </a:t>
            </a:r>
            <a:endParaRPr dirty="0">
              <a:latin typeface="Zalando Sans Expanded Medium"/>
              <a:ea typeface="Zalando Sans Expanded Medium"/>
              <a:cs typeface="Zalando Sans Expanded Medium"/>
              <a:sym typeface="Zalando Sans Expanded Medium"/>
            </a:endParaRPr>
          </a:p>
        </p:txBody>
      </p:sp>
      <p:sp>
        <p:nvSpPr>
          <p:cNvPr id="1048641" name="Google Shape;219;p31"/>
          <p:cNvSpPr txBox="1">
            <a:spLocks noGrp="1"/>
          </p:cNvSpPr>
          <p:nvPr>
            <p:ph type="body" idx="1"/>
          </p:nvPr>
        </p:nvSpPr>
        <p:spPr>
          <a:xfrm>
            <a:off x="228599" y="1831555"/>
            <a:ext cx="5396346" cy="3149154"/>
          </a:xfrm>
          <a:prstGeom prst="rect"/>
        </p:spPr>
        <p:txBody>
          <a:bodyPr anchor="t" anchorCtr="0" bIns="91425" lIns="91425" rIns="91425" spcFirstLastPara="1" tIns="91425" wrap="square">
            <a:noAutofit/>
          </a:bodyPr>
          <a:p>
            <a:pPr indent="-285750" marL="285750">
              <a:buClr>
                <a:srgbClr val="273D40"/>
              </a:buClr>
              <a:buSzPts val="600"/>
            </a:pPr>
            <a:r>
              <a:rPr dirty="0" lang="en-US">
                <a:solidFill>
                  <a:schemeClr val="dk1"/>
                </a:solidFill>
              </a:rPr>
              <a:t>Phase I delays (2015–2022) occurred due to security concerns, land acquisition issues, and energy project complexities, slowing early infrastructure completion. </a:t>
            </a:r>
          </a:p>
          <a:p>
            <a:pPr indent="-285750" marL="285750">
              <a:buClr>
                <a:srgbClr val="273D40"/>
              </a:buClr>
              <a:buSzPts val="600"/>
            </a:pPr>
            <a:endParaRPr dirty="0" lang="en-US">
              <a:solidFill>
                <a:schemeClr val="dk1"/>
              </a:solidFill>
            </a:endParaRPr>
          </a:p>
          <a:p>
            <a:pPr indent="-285750" marL="285750">
              <a:buClr>
                <a:srgbClr val="273D40"/>
              </a:buClr>
              <a:buSzPts val="600"/>
            </a:pPr>
            <a:r>
              <a:rPr dirty="0" lang="en-US">
                <a:solidFill>
                  <a:schemeClr val="dk1"/>
                </a:solidFill>
              </a:rPr>
              <a:t>Phase II (2023–2025) faced setbacks due to economic constraints, financing issues, and global shocks (e.g., COVID-19, inflation), delaying industrial and agricultural projects.</a:t>
            </a:r>
          </a:p>
          <a:p>
            <a:pPr indent="0" marL="0">
              <a:buClr>
                <a:srgbClr val="273D40"/>
              </a:buClr>
              <a:buSzPts val="600"/>
              <a:buNone/>
            </a:pPr>
            <a:r>
              <a:rPr dirty="0" lang="en-US">
                <a:solidFill>
                  <a:schemeClr val="dk1"/>
                </a:solidFill>
              </a:rPr>
              <a:t> </a:t>
            </a:r>
          </a:p>
          <a:p>
            <a:pPr indent="-285750" marL="285750">
              <a:buClr>
                <a:srgbClr val="273D40"/>
              </a:buClr>
              <a:buSzPts val="600"/>
            </a:pPr>
            <a:r>
              <a:rPr dirty="0" lang="en-US">
                <a:solidFill>
                  <a:schemeClr val="dk1"/>
                </a:solidFill>
              </a:rPr>
              <a:t>Phase III scheduling risks (2026–2030) include technological readiness, skilled workforce gaps, and sustainability challenges, which may impact long-term goals.</a:t>
            </a:r>
          </a:p>
        </p:txBody>
      </p:sp>
      <p:cxnSp>
        <p:nvCxnSpPr>
          <p:cNvPr id="3145742" name="Google Shape;220;p31"/>
          <p:cNvCxnSpPr>
            <a:cxnSpLocks/>
          </p:cNvCxnSpPr>
          <p:nvPr/>
        </p:nvCxnSpPr>
        <p:spPr>
          <a:xfrm flipH="1">
            <a:off x="-125" y="1690775"/>
            <a:ext cx="5625073" cy="0"/>
          </a:xfrm>
          <a:prstGeom prst="straightConnector1"/>
          <a:noFill/>
          <a:ln w="9525" cap="flat" cmpd="sng">
            <a:solidFill>
              <a:schemeClr val="lt2"/>
            </a:solidFill>
            <a:prstDash val="solid"/>
            <a:round/>
            <a:headEnd type="none" w="med" len="med"/>
            <a:tailEnd type="none" w="med" len="med"/>
          </a:ln>
        </p:spPr>
      </p:cxnSp>
      <p:pic>
        <p:nvPicPr>
          <p:cNvPr id="2097158" name="Picture Placeholder 3"/>
          <p:cNvPicPr>
            <a:picLocks noChangeAspect="1" noGrp="1"/>
          </p:cNvPicPr>
          <p:nvPr>
            <p:ph type="pic" idx="2"/>
          </p:nvPr>
        </p:nvPicPr>
        <p:blipFill>
          <a:blip xmlns:r="http://schemas.openxmlformats.org/officeDocument/2006/relationships" r:embed="rId1"/>
          <a:srcRect l="-891" r="-1615"/>
          <a:stretch>
            <a:fillRect/>
          </a:stretch>
        </p:blipFill>
        <p:spPr>
          <a:xfrm>
            <a:off x="5583247" y="997173"/>
            <a:ext cx="3630539" cy="3149154"/>
          </a:xfrm>
          <a:prstGeom prst="rect"/>
        </p:spPr>
      </p:pic>
      <p:cxnSp>
        <p:nvCxnSpPr>
          <p:cNvPr id="3145743" name="Google Shape;221;p31"/>
          <p:cNvCxnSpPr>
            <a:cxnSpLocks/>
          </p:cNvCxnSpPr>
          <p:nvPr/>
        </p:nvCxnSpPr>
        <p:spPr>
          <a:xfrm>
            <a:off x="5624949" y="0"/>
            <a:ext cx="0" cy="5224200"/>
          </a:xfrm>
          <a:prstGeom prst="straightConnector1"/>
          <a:noFill/>
          <a:ln w="9525" cap="flat" cmpd="sng">
            <a:solidFill>
              <a:schemeClr val="lt2"/>
            </a:solidFill>
            <a:prstDash val="solid"/>
            <a:round/>
            <a:headEnd type="none" w="med" len="med"/>
            <a:tailEnd type="none" w="med" len="med"/>
          </a:ln>
        </p:spPr>
      </p:cxn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31" presetSubtype="0">
                                  <p:stCondLst>
                                    <p:cond delay="0"/>
                                  </p:stCondLst>
                                  <p:childTnLst>
                                    <p:set>
                                      <p:cBhvr>
                                        <p:cTn dur="1" fill="hold" id="6">
                                          <p:stCondLst>
                                            <p:cond delay="0"/>
                                          </p:stCondLst>
                                        </p:cTn>
                                        <p:tgtEl>
                                          <p:spTgt spid="2097158"/>
                                        </p:tgtEl>
                                        <p:attrNameLst>
                                          <p:attrName>style.visibility</p:attrName>
                                        </p:attrNameLst>
                                      </p:cBhvr>
                                      <p:to>
                                        <p:strVal val="visible"/>
                                      </p:to>
                                    </p:set>
                                    <p:anim calcmode="lin" valueType="num">
                                      <p:cBhvr>
                                        <p:cTn dur="1000" fill="hold" id="7"/>
                                        <p:tgtEl>
                                          <p:spTgt spid="2097158"/>
                                        </p:tgtEl>
                                        <p:attrNameLst>
                                          <p:attrName>ppt_w</p:attrName>
                                        </p:attrNameLst>
                                      </p:cBhvr>
                                      <p:tavLst>
                                        <p:tav tm="0">
                                          <p:val>
                                            <p:fltVal val="0.0"/>
                                          </p:val>
                                        </p:tav>
                                        <p:tav tm="100000">
                                          <p:val>
                                            <p:strVal val="#ppt_w"/>
                                          </p:val>
                                        </p:tav>
                                      </p:tavLst>
                                    </p:anim>
                                    <p:anim calcmode="lin" valueType="num">
                                      <p:cBhvr>
                                        <p:cTn dur="1000" fill="hold" id="8"/>
                                        <p:tgtEl>
                                          <p:spTgt spid="2097158"/>
                                        </p:tgtEl>
                                        <p:attrNameLst>
                                          <p:attrName>ppt_h</p:attrName>
                                        </p:attrNameLst>
                                      </p:cBhvr>
                                      <p:tavLst>
                                        <p:tav tm="0">
                                          <p:val>
                                            <p:fltVal val="0.0"/>
                                          </p:val>
                                        </p:tav>
                                        <p:tav tm="100000">
                                          <p:val>
                                            <p:strVal val="#ppt_h"/>
                                          </p:val>
                                        </p:tav>
                                      </p:tavLst>
                                    </p:anim>
                                    <p:anim calcmode="lin" valueType="num">
                                      <p:cBhvr>
                                        <p:cTn dur="1000" fill="hold" id="9"/>
                                        <p:tgtEl>
                                          <p:spTgt spid="2097158"/>
                                        </p:tgtEl>
                                        <p:attrNameLst>
                                          <p:attrName>style.rotation</p:attrName>
                                        </p:attrNameLst>
                                      </p:cBhvr>
                                      <p:tavLst>
                                        <p:tav tm="0">
                                          <p:val>
                                            <p:fltVal val="90.0"/>
                                          </p:val>
                                        </p:tav>
                                        <p:tav tm="100000">
                                          <p:val>
                                            <p:fltVal val="0.0"/>
                                          </p:val>
                                        </p:tav>
                                      </p:tavLst>
                                    </p:anim>
                                    <p:animEffect transition="in" filter="fade">
                                      <p:cBhvr>
                                        <p:cTn dur="1000" id="10"/>
                                        <p:tgtEl>
                                          <p:spTgt spid="2097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1" name="Shape 256"/>
        <p:cNvGrpSpPr/>
        <p:nvPr/>
      </p:nvGrpSpPr>
      <p:grpSpPr>
        <a:xfrm>
          <a:off x="0" y="0"/>
          <a:ext cx="0" cy="0"/>
          <a:chOff x="0" y="0"/>
          <a:chExt cx="0" cy="0"/>
        </a:xfrm>
      </p:grpSpPr>
      <p:grpSp>
        <p:nvGrpSpPr>
          <p:cNvPr id="82" name="Google Shape;257;p35"/>
          <p:cNvGrpSpPr/>
          <p:nvPr/>
        </p:nvGrpSpPr>
        <p:grpSpPr>
          <a:xfrm>
            <a:off x="-225" y="-18440"/>
            <a:ext cx="7804800" cy="5224200"/>
            <a:chOff x="-225" y="-18440"/>
            <a:chExt cx="7804800" cy="5224200"/>
          </a:xfrm>
        </p:grpSpPr>
        <p:cxnSp>
          <p:nvCxnSpPr>
            <p:cNvPr id="3145744" name="Google Shape;258;p35"/>
            <p:cNvCxnSpPr>
              <a:cxnSpLocks/>
            </p:cNvCxnSpPr>
            <p:nvPr/>
          </p:nvCxnSpPr>
          <p:spPr>
            <a:xfrm>
              <a:off x="7794108" y="-18440"/>
              <a:ext cx="0" cy="5224200"/>
            </a:xfrm>
            <a:prstGeom prst="straightConnector1"/>
            <a:noFill/>
            <a:ln w="9525" cap="flat" cmpd="sng">
              <a:solidFill>
                <a:schemeClr val="lt2"/>
              </a:solidFill>
              <a:prstDash val="solid"/>
              <a:round/>
              <a:headEnd type="none" w="med" len="med"/>
              <a:tailEnd type="none" w="med" len="med"/>
            </a:ln>
          </p:spPr>
        </p:cxnSp>
        <p:cxnSp>
          <p:nvCxnSpPr>
            <p:cNvPr id="3145745" name="Google Shape;259;p35"/>
            <p:cNvCxnSpPr>
              <a:cxnSpLocks/>
            </p:cNvCxnSpPr>
            <p:nvPr/>
          </p:nvCxnSpPr>
          <p:spPr>
            <a:xfrm rot="10800000">
              <a:off x="-225" y="1102625"/>
              <a:ext cx="7804800" cy="0"/>
            </a:xfrm>
            <a:prstGeom prst="straightConnector1"/>
            <a:noFill/>
            <a:ln w="9525" cap="flat" cmpd="sng">
              <a:solidFill>
                <a:schemeClr val="lt2"/>
              </a:solidFill>
              <a:prstDash val="solid"/>
              <a:round/>
              <a:headEnd type="none" w="med" len="med"/>
              <a:tailEnd type="none" w="med" len="med"/>
            </a:ln>
          </p:spPr>
        </p:cxnSp>
      </p:grpSp>
      <p:sp>
        <p:nvSpPr>
          <p:cNvPr id="1048652" name="Google Shape;260;p35"/>
          <p:cNvSpPr txBox="1">
            <a:spLocks noGrp="1"/>
          </p:cNvSpPr>
          <p:nvPr>
            <p:ph type="title" idx="6"/>
          </p:nvPr>
        </p:nvSpPr>
        <p:spPr>
          <a:xfrm>
            <a:off x="228599" y="677977"/>
            <a:ext cx="3733799" cy="417045"/>
          </a:xfrm>
          <a:prstGeom prst="rect"/>
        </p:spPr>
        <p:txBody>
          <a:bodyPr anchor="t" anchorCtr="0" bIns="91425" lIns="91425" rIns="91425" spcFirstLastPara="1" tIns="91425" wrap="square">
            <a:noAutofit/>
          </a:bodyPr>
          <a:p>
            <a:pPr lvl="0"/>
            <a:r>
              <a:rPr dirty="0" lang="en"/>
              <a:t>METHODOLOGIES</a:t>
            </a:r>
            <a:endParaRPr dirty="0">
              <a:latin typeface="Zalando Sans Expanded Medium"/>
              <a:ea typeface="Zalando Sans Expanded Medium"/>
              <a:cs typeface="Zalando Sans Expanded Medium"/>
              <a:sym typeface="Zalando Sans Expanded Medium"/>
            </a:endParaRPr>
          </a:p>
        </p:txBody>
      </p:sp>
      <p:sp>
        <p:nvSpPr>
          <p:cNvPr id="1048653" name="Google Shape;261;p35"/>
          <p:cNvSpPr txBox="1">
            <a:spLocks noGrp="1"/>
          </p:cNvSpPr>
          <p:nvPr>
            <p:ph type="subTitle" idx="1"/>
          </p:nvPr>
        </p:nvSpPr>
        <p:spPr>
          <a:xfrm>
            <a:off x="1963625" y="2426819"/>
            <a:ext cx="5307000" cy="585718"/>
          </a:xfrm>
          <a:prstGeom prst="rect"/>
        </p:spPr>
        <p:txBody>
          <a:bodyPr anchor="t" anchorCtr="0" bIns="91425" lIns="91425" rIns="91425" spcFirstLastPara="1" tIns="91425" wrap="square">
            <a:noAutofit/>
          </a:bodyPr>
          <a:p>
            <a:pPr algn="l" indent="0" lvl="0" marL="0" rtl="0">
              <a:spcBef>
                <a:spcPts val="0"/>
              </a:spcBef>
              <a:spcAft>
                <a:spcPts val="0"/>
              </a:spcAft>
              <a:buNone/>
            </a:pPr>
            <a:r>
              <a:rPr b="1" dirty="0" lang="en-US" u="sng"/>
              <a:t>Traditional (Waterfall) Execution:</a:t>
            </a:r>
            <a:r>
              <a:rPr b="1" dirty="0" lang="en-US"/>
              <a:t> </a:t>
            </a:r>
            <a:r>
              <a:rPr dirty="0" lang="en-US"/>
              <a:t>Most road and energy projects follow a linear, plan-driven approach suited to large infrastructure development.</a:t>
            </a:r>
          </a:p>
        </p:txBody>
      </p:sp>
      <p:sp>
        <p:nvSpPr>
          <p:cNvPr id="1048654" name="Google Shape;262;p35"/>
          <p:cNvSpPr txBox="1">
            <a:spLocks noGrp="1"/>
          </p:cNvSpPr>
          <p:nvPr>
            <p:ph type="subTitle" idx="2"/>
          </p:nvPr>
        </p:nvSpPr>
        <p:spPr>
          <a:xfrm>
            <a:off x="1963625" y="1490416"/>
            <a:ext cx="5307000" cy="725666"/>
          </a:xfrm>
          <a:prstGeom prst="rect"/>
        </p:spPr>
        <p:txBody>
          <a:bodyPr anchor="t" anchorCtr="0" bIns="91425" lIns="91425" rIns="91425" spcFirstLastPara="1" tIns="91425" wrap="square">
            <a:noAutofit/>
          </a:bodyPr>
          <a:p>
            <a:pPr algn="l" indent="0" lvl="0" marL="0" rtl="0">
              <a:spcBef>
                <a:spcPts val="0"/>
              </a:spcBef>
              <a:spcAft>
                <a:spcPts val="0"/>
              </a:spcAft>
              <a:buNone/>
            </a:pPr>
            <a:r>
              <a:rPr b="1" dirty="0" lang="en-US" u="sng"/>
              <a:t>Program &amp; Portfolio Management:</a:t>
            </a:r>
            <a:r>
              <a:rPr b="1" dirty="0" lang="en-US"/>
              <a:t> </a:t>
            </a:r>
            <a:r>
              <a:rPr dirty="0" lang="en-US"/>
              <a:t>CPEC is managed as a portfolio of sector-based projects under centralized oversight by the Planning Commission and CPEC Authority.</a:t>
            </a:r>
          </a:p>
        </p:txBody>
      </p:sp>
      <p:sp>
        <p:nvSpPr>
          <p:cNvPr id="1048655" name="Google Shape;263;p35"/>
          <p:cNvSpPr txBox="1">
            <a:spLocks noGrp="1"/>
          </p:cNvSpPr>
          <p:nvPr>
            <p:ph type="subTitle" idx="3"/>
          </p:nvPr>
        </p:nvSpPr>
        <p:spPr>
          <a:xfrm>
            <a:off x="1963630" y="3244212"/>
            <a:ext cx="5307000" cy="693948"/>
          </a:xfrm>
          <a:prstGeom prst="rect"/>
        </p:spPr>
        <p:txBody>
          <a:bodyPr anchor="t" anchorCtr="0" bIns="91425" lIns="91425" rIns="91425" spcFirstLastPara="1" tIns="91425" wrap="square">
            <a:noAutofit/>
          </a:bodyPr>
          <a:p>
            <a:pPr algn="l" indent="0" lvl="0" marL="0" rtl="0">
              <a:spcBef>
                <a:spcPts val="0"/>
              </a:spcBef>
              <a:spcAft>
                <a:spcPts val="0"/>
              </a:spcAft>
              <a:buNone/>
            </a:pPr>
            <a:r>
              <a:rPr b="1" dirty="0" lang="en-US" u="sng"/>
              <a:t>PPP &amp; EPC Models:</a:t>
            </a:r>
            <a:r>
              <a:rPr b="1" dirty="0" lang="en-US"/>
              <a:t> </a:t>
            </a:r>
            <a:r>
              <a:rPr dirty="0" lang="en-US"/>
              <a:t>Several energy and infrastructure projects are delivered through public–private partnerships, EPC contracts, and state-led financing.</a:t>
            </a:r>
          </a:p>
        </p:txBody>
      </p:sp>
      <p:sp>
        <p:nvSpPr>
          <p:cNvPr id="1048656" name="Google Shape;264;p35"/>
          <p:cNvSpPr txBox="1">
            <a:spLocks noGrp="1"/>
          </p:cNvSpPr>
          <p:nvPr>
            <p:ph type="title"/>
          </p:nvPr>
        </p:nvSpPr>
        <p:spPr>
          <a:xfrm>
            <a:off x="1333381" y="2564278"/>
            <a:ext cx="678900" cy="3108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lang="en"/>
              <a:t>02</a:t>
            </a:r>
            <a:endParaRPr dirty="0"/>
          </a:p>
        </p:txBody>
      </p:sp>
      <p:sp>
        <p:nvSpPr>
          <p:cNvPr id="1048657" name="Google Shape;265;p35"/>
          <p:cNvSpPr txBox="1">
            <a:spLocks noGrp="1"/>
          </p:cNvSpPr>
          <p:nvPr>
            <p:ph type="title" idx="4"/>
          </p:nvPr>
        </p:nvSpPr>
        <p:spPr>
          <a:xfrm>
            <a:off x="1333381" y="1697999"/>
            <a:ext cx="677700" cy="3105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lang="en"/>
              <a:t>01</a:t>
            </a:r>
            <a:endParaRPr dirty="0"/>
          </a:p>
        </p:txBody>
      </p:sp>
      <p:sp>
        <p:nvSpPr>
          <p:cNvPr id="1048658" name="Google Shape;266;p35"/>
          <p:cNvSpPr txBox="1">
            <a:spLocks noGrp="1"/>
          </p:cNvSpPr>
          <p:nvPr>
            <p:ph type="title" idx="5"/>
          </p:nvPr>
        </p:nvSpPr>
        <p:spPr>
          <a:xfrm>
            <a:off x="1333373" y="3435786"/>
            <a:ext cx="678900" cy="3108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lang="en"/>
              <a:t>03</a:t>
            </a:r>
            <a:endParaRPr dirty="0"/>
          </a:p>
        </p:txBody>
      </p:sp>
      <p:sp>
        <p:nvSpPr>
          <p:cNvPr id="1048659" name="Google Shape;263;p35"/>
          <p:cNvSpPr txBox="1"/>
          <p:nvPr/>
        </p:nvSpPr>
        <p:spPr>
          <a:xfrm>
            <a:off x="1963630" y="4159367"/>
            <a:ext cx="5307000" cy="693948"/>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indent="-317500" lvl="0" marL="457200" marR="0" rtl="0">
              <a:lnSpc>
                <a:spcPct val="100000"/>
              </a:lnSpc>
              <a:spcBef>
                <a:spcPts val="0"/>
              </a:spcBef>
              <a:spcAft>
                <a:spcPts val="0"/>
              </a:spcAft>
              <a:buClr>
                <a:schemeClr val="dk1"/>
              </a:buClr>
              <a:buSzPts val="1400"/>
              <a:buFont typeface="Arimo"/>
              <a:buNone/>
              <a:defRPr b="0" cap="none" sz="1200" i="0" strike="noStrike" u="none">
                <a:solidFill>
                  <a:schemeClr val="dk1"/>
                </a:solidFill>
                <a:latin typeface="Arimo"/>
                <a:ea typeface="Arimo"/>
                <a:cs typeface="Arimo"/>
                <a:sym typeface="Arimo"/>
              </a:defRPr>
            </a:lvl1pPr>
            <a:lvl2pPr algn="ctr" indent="-317500" lvl="1" marL="9144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2pPr>
            <a:lvl3pPr algn="ctr" indent="-317500" lvl="2" marL="13716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3pPr>
            <a:lvl4pPr algn="ctr" indent="-317500" lvl="3" marL="18288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4pPr>
            <a:lvl5pPr algn="ctr" indent="-317500" lvl="4" marL="22860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5pPr>
            <a:lvl6pPr algn="ctr" indent="-317500" lvl="5" marL="27432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6pPr>
            <a:lvl7pPr algn="ctr" indent="-317500" lvl="6" marL="32004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7pPr>
            <a:lvl8pPr algn="ctr" indent="-317500" lvl="7" marL="36576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8pPr>
            <a:lvl9pPr algn="ctr" indent="-317500" lvl="8" marL="41148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9pPr>
          </a:lstStyle>
          <a:p>
            <a:pPr indent="0" marL="0"/>
            <a:r>
              <a:rPr b="1" dirty="0" lang="en-US" u="sng"/>
              <a:t>Limited Agile Use:</a:t>
            </a:r>
            <a:r>
              <a:rPr dirty="0" lang="en-US"/>
              <a:t> Due to the nature of infrastructure work, Agile use is limited; however, hybrid and adaptive governance approaches are gradually being explored</a:t>
            </a:r>
          </a:p>
        </p:txBody>
      </p:sp>
      <p:sp>
        <p:nvSpPr>
          <p:cNvPr id="1048660" name="Google Shape;266;p35"/>
          <p:cNvSpPr txBox="1"/>
          <p:nvPr/>
        </p:nvSpPr>
        <p:spPr>
          <a:xfrm>
            <a:off x="1333373" y="4350941"/>
            <a:ext cx="678900" cy="310800"/>
          </a:xfrm>
          <a:prstGeom prst="rect"/>
          <a:noFill/>
          <a:ln>
            <a:noFill/>
          </a:ln>
        </p:spPr>
        <p:txBody>
          <a:bodyPr anchor="ctr" anchorCtr="0" bIns="91425" lIns="91425" rIns="91425" spcFirstLastPara="1" tIns="91425" wrap="square">
            <a:noAutofit/>
          </a:bodyPr>
          <a:lstStyle>
            <a:defPPr algn="l" lvl="0" marR="0" rtl="0">
              <a:lnSpc>
                <a:spcPct val="100000"/>
              </a:lnSpc>
              <a:spcBef>
                <a:spcPts val="0"/>
              </a:spcBef>
              <a:spcAft>
                <a:spcPts val="0"/>
              </a:spcAft>
            </a:defPPr>
            <a:lvl1pPr algn="l" lvl="0" marR="0" rtl="0">
              <a:lnSpc>
                <a:spcPct val="80000"/>
              </a:lnSpc>
              <a:spcBef>
                <a:spcPts val="0"/>
              </a:spcBef>
              <a:spcAft>
                <a:spcPts val="0"/>
              </a:spcAft>
              <a:buClr>
                <a:schemeClr val="dk1"/>
              </a:buClr>
              <a:buSzPts val="3000"/>
              <a:buFont typeface="Zalando Sans Expanded ExtraLight"/>
              <a:buNone/>
              <a:defRPr b="0" cap="none" sz="2000" i="0" strike="noStrike" u="none">
                <a:solidFill>
                  <a:schemeClr val="accent3"/>
                </a:solidFill>
                <a:latin typeface="Zalando Sans Expanded Medium"/>
                <a:ea typeface="Zalando Sans Expanded Medium"/>
                <a:cs typeface="Zalando Sans Expanded Medium"/>
                <a:sym typeface="Zalando Sans Expanded Medium"/>
              </a:defRPr>
            </a:lvl1pPr>
            <a:lvl2pPr algn="ctr" lvl="1"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2pPr>
            <a:lvl3pPr algn="ctr" lvl="2"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3pPr>
            <a:lvl4pPr algn="ctr" lvl="3"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4pPr>
            <a:lvl5pPr algn="ctr" lvl="4"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5pPr>
            <a:lvl6pPr algn="ctr" lvl="5"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6pPr>
            <a:lvl7pPr algn="ctr" lvl="6"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7pPr>
            <a:lvl8pPr algn="ctr" lvl="7"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8pPr>
            <a:lvl9pPr algn="ctr" lvl="8" marR="0" rtl="0">
              <a:lnSpc>
                <a:spcPct val="80000"/>
              </a:lnSpc>
              <a:spcBef>
                <a:spcPts val="0"/>
              </a:spcBef>
              <a:spcAft>
                <a:spcPts val="0"/>
              </a:spcAft>
              <a:buClr>
                <a:schemeClr val="dk1"/>
              </a:buClr>
              <a:buSzPts val="6200"/>
              <a:buFont typeface="Zalando Sans Expanded ExtraLight"/>
              <a:buNone/>
              <a:defRPr b="0" cap="none" sz="6200" i="0" strike="noStrike" u="none">
                <a:solidFill>
                  <a:schemeClr val="dk1"/>
                </a:solidFill>
                <a:latin typeface="Zalando Sans Expanded ExtraLight"/>
                <a:ea typeface="Zalando Sans Expanded ExtraLight"/>
                <a:cs typeface="Zalando Sans Expanded ExtraLight"/>
                <a:sym typeface="Zalando Sans Expanded ExtraLight"/>
              </a:defRPr>
            </a:lvl9pPr>
          </a:lstStyle>
          <a:p>
            <a:r>
              <a:rPr dirty="0" lang="en"/>
              <a:t>04</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5" name="Shape 244"/>
        <p:cNvGrpSpPr/>
        <p:nvPr/>
      </p:nvGrpSpPr>
      <p:grpSpPr>
        <a:xfrm>
          <a:off x="0" y="0"/>
          <a:ext cx="0" cy="0"/>
          <a:chOff x="0" y="0"/>
          <a:chExt cx="0" cy="0"/>
        </a:xfrm>
      </p:grpSpPr>
      <p:grpSp>
        <p:nvGrpSpPr>
          <p:cNvPr id="86" name="Google Shape;245;p34"/>
          <p:cNvGrpSpPr/>
          <p:nvPr/>
        </p:nvGrpSpPr>
        <p:grpSpPr>
          <a:xfrm>
            <a:off x="1293950" y="-18440"/>
            <a:ext cx="7842105" cy="5224200"/>
            <a:chOff x="1293950" y="-18440"/>
            <a:chExt cx="7842105" cy="5224200"/>
          </a:xfrm>
        </p:grpSpPr>
        <p:cxnSp>
          <p:nvCxnSpPr>
            <p:cNvPr id="3145746"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47"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63" name="Google Shape;248;p34"/>
          <p:cNvSpPr txBox="1">
            <a:spLocks noGrp="1"/>
          </p:cNvSpPr>
          <p:nvPr>
            <p:ph type="title"/>
          </p:nvPr>
        </p:nvSpPr>
        <p:spPr>
          <a:xfrm>
            <a:off x="3456709" y="659547"/>
            <a:ext cx="5458691" cy="479591"/>
          </a:xfrm>
          <a:prstGeom prst="rect"/>
        </p:spPr>
        <p:txBody>
          <a:bodyPr anchor="t" anchorCtr="0" bIns="91425" lIns="91425" rIns="91425" spcFirstLastPara="1" tIns="91425" wrap="square">
            <a:noAutofit/>
          </a:bodyPr>
          <a:p>
            <a:pPr lvl="0"/>
            <a:r>
              <a:rPr dirty="0" sz="2800" lang="en-US"/>
              <a:t>SUCCESSES</a:t>
            </a:r>
            <a:endParaRPr dirty="0">
              <a:latin typeface="Zalando Sans Expanded Medium"/>
              <a:ea typeface="Zalando Sans Expanded Medium"/>
              <a:cs typeface="Zalando Sans Expanded Medium"/>
              <a:sym typeface="Zalando Sans Expanded Medium"/>
            </a:endParaRPr>
          </a:p>
        </p:txBody>
      </p:sp>
      <p:sp>
        <p:nvSpPr>
          <p:cNvPr id="1048664" name="AutoShape 4" descr="CPEC, Green Corridor, and Natural Environment of Pakistan"/>
          <p:cNvSpPr txBox="1">
            <a:spLocks noChangeAspect="1" noChangeArrowheads="1"/>
          </p:cNvSpPr>
          <p:nvPr/>
        </p:nvSpPr>
        <p:spPr bwMode="auto">
          <a:xfrm>
            <a:off x="1581311" y="1390333"/>
            <a:ext cx="7334085" cy="3093608"/>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b="1" dirty="0" sz="1400" lang="en-US" u="sng">
                <a:latin typeface="Arimo" panose="020B0604020202020204" charset="0"/>
                <a:ea typeface="Arimo" panose="020B0604020202020204" charset="0"/>
                <a:cs typeface="Arimo" panose="020B0604020202020204" charset="0"/>
              </a:rPr>
              <a:t>Energy capacity added: </a:t>
            </a:r>
            <a:r>
              <a:rPr dirty="0" sz="1400" lang="en-US">
                <a:latin typeface="Arimo" panose="020B0604020202020204" charset="0"/>
                <a:ea typeface="Arimo" panose="020B0604020202020204" charset="0"/>
                <a:cs typeface="Arimo" panose="020B0604020202020204" charset="0"/>
              </a:rPr>
              <a:t>multiple thermal &amp; hydro plants commissioned, helping to reduce short-term supply gaps. </a:t>
            </a:r>
          </a:p>
          <a:p>
            <a:endParaRPr dirty="0" sz="1400" lang="en-US">
              <a:latin typeface="Arimo" panose="020B0604020202020204" charset="0"/>
              <a:ea typeface="Arimo" panose="020B0604020202020204" charset="0"/>
              <a:cs typeface="Arimo" panose="020B0604020202020204" charset="0"/>
            </a:endParaRPr>
          </a:p>
          <a:p>
            <a:r>
              <a:rPr b="1" dirty="0" sz="1400" lang="en-US" u="sng">
                <a:latin typeface="Arimo" panose="020B0604020202020204" charset="0"/>
                <a:ea typeface="Arimo" panose="020B0604020202020204" charset="0"/>
                <a:cs typeface="Arimo" panose="020B0604020202020204" charset="0"/>
              </a:rPr>
              <a:t>Transport corridors: </a:t>
            </a:r>
            <a:r>
              <a:rPr dirty="0" sz="1400" lang="en-US">
                <a:latin typeface="Arimo" panose="020B0604020202020204" charset="0"/>
                <a:ea typeface="Arimo" panose="020B0604020202020204" charset="0"/>
                <a:cs typeface="Arimo" panose="020B0604020202020204" charset="0"/>
              </a:rPr>
              <a:t>completion of major motorway sections, upgrades to KKH phases, improved connectivity in several provinces. </a:t>
            </a:r>
          </a:p>
          <a:p>
            <a:endParaRPr dirty="0" sz="1400" lang="en-US">
              <a:latin typeface="Arimo" panose="020B0604020202020204" charset="0"/>
              <a:ea typeface="Arimo" panose="020B0604020202020204" charset="0"/>
              <a:cs typeface="Arimo" panose="020B0604020202020204" charset="0"/>
            </a:endParaRPr>
          </a:p>
          <a:p>
            <a:r>
              <a:rPr b="1" dirty="0" sz="1400" lang="en-US" u="sng">
                <a:latin typeface="Arimo" panose="020B0604020202020204" charset="0"/>
                <a:ea typeface="Arimo" panose="020B0604020202020204" charset="0"/>
                <a:cs typeface="Arimo" panose="020B0604020202020204" charset="0"/>
              </a:rPr>
              <a:t>Gwadar: </a:t>
            </a:r>
            <a:r>
              <a:rPr dirty="0" sz="1400" lang="en-US">
                <a:latin typeface="Arimo" panose="020B0604020202020204" charset="0"/>
                <a:ea typeface="Arimo" panose="020B0604020202020204" charset="0"/>
                <a:cs typeface="Arimo" panose="020B0604020202020204" charset="0"/>
              </a:rPr>
              <a:t>port infrastructure has been developed and operationalized at basic levels (ongoing development). </a:t>
            </a:r>
          </a:p>
          <a:p>
            <a:endParaRPr dirty="0" sz="1400" lang="en-US">
              <a:latin typeface="Arimo" panose="020B0604020202020204" charset="0"/>
              <a:ea typeface="Arimo" panose="020B0604020202020204" charset="0"/>
              <a:cs typeface="Arimo" panose="020B0604020202020204" charset="0"/>
            </a:endParaRPr>
          </a:p>
          <a:p>
            <a:r>
              <a:rPr b="1" dirty="0" sz="1400" lang="en-US" u="sng">
                <a:latin typeface="Arimo" panose="020B0604020202020204" charset="0"/>
                <a:ea typeface="Arimo" panose="020B0604020202020204" charset="0"/>
                <a:cs typeface="Arimo" panose="020B0604020202020204" charset="0"/>
              </a:rPr>
              <a:t>Job creation &amp; localized economic activity: </a:t>
            </a:r>
            <a:r>
              <a:rPr dirty="0" sz="1400" lang="en-US">
                <a:latin typeface="Arimo" panose="020B0604020202020204" charset="0"/>
                <a:ea typeface="Arimo" panose="020B0604020202020204" charset="0"/>
                <a:cs typeface="Arimo" panose="020B0604020202020204" charset="0"/>
              </a:rPr>
              <a:t>construction jobs and some skills transfer reported; benefits concentrated in project areas.</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9" name="Shape 256"/>
        <p:cNvGrpSpPr/>
        <p:nvPr/>
      </p:nvGrpSpPr>
      <p:grpSpPr>
        <a:xfrm>
          <a:off x="0" y="0"/>
          <a:ext cx="0" cy="0"/>
          <a:chOff x="0" y="0"/>
          <a:chExt cx="0" cy="0"/>
        </a:xfrm>
      </p:grpSpPr>
      <p:grpSp>
        <p:nvGrpSpPr>
          <p:cNvPr id="90" name="Google Shape;257;p35"/>
          <p:cNvGrpSpPr/>
          <p:nvPr/>
        </p:nvGrpSpPr>
        <p:grpSpPr>
          <a:xfrm>
            <a:off x="-225" y="-18440"/>
            <a:ext cx="7804800" cy="5224200"/>
            <a:chOff x="-225" y="-18440"/>
            <a:chExt cx="7804800" cy="5224200"/>
          </a:xfrm>
        </p:grpSpPr>
        <p:cxnSp>
          <p:nvCxnSpPr>
            <p:cNvPr id="3145748" name="Google Shape;258;p35"/>
            <p:cNvCxnSpPr>
              <a:cxnSpLocks/>
            </p:cNvCxnSpPr>
            <p:nvPr/>
          </p:nvCxnSpPr>
          <p:spPr>
            <a:xfrm>
              <a:off x="7794108" y="-18440"/>
              <a:ext cx="0" cy="5224200"/>
            </a:xfrm>
            <a:prstGeom prst="straightConnector1"/>
            <a:noFill/>
            <a:ln w="9525" cap="flat" cmpd="sng">
              <a:solidFill>
                <a:schemeClr val="lt2"/>
              </a:solidFill>
              <a:prstDash val="solid"/>
              <a:round/>
              <a:headEnd type="none" w="med" len="med"/>
              <a:tailEnd type="none" w="med" len="med"/>
            </a:ln>
          </p:spPr>
        </p:cxnSp>
        <p:cxnSp>
          <p:nvCxnSpPr>
            <p:cNvPr id="3145749" name="Google Shape;259;p35"/>
            <p:cNvCxnSpPr>
              <a:cxnSpLocks/>
            </p:cNvCxnSpPr>
            <p:nvPr/>
          </p:nvCxnSpPr>
          <p:spPr>
            <a:xfrm rot="10800000">
              <a:off x="-225" y="1102625"/>
              <a:ext cx="7804800" cy="0"/>
            </a:xfrm>
            <a:prstGeom prst="straightConnector1"/>
            <a:noFill/>
            <a:ln w="9525" cap="flat" cmpd="sng">
              <a:solidFill>
                <a:schemeClr val="lt2"/>
              </a:solidFill>
              <a:prstDash val="solid"/>
              <a:round/>
              <a:headEnd type="none" w="med" len="med"/>
              <a:tailEnd type="none" w="med" len="med"/>
            </a:ln>
          </p:spPr>
        </p:cxnSp>
      </p:grpSp>
      <p:sp>
        <p:nvSpPr>
          <p:cNvPr id="1048667" name="Google Shape;260;p35"/>
          <p:cNvSpPr txBox="1">
            <a:spLocks noGrp="1"/>
          </p:cNvSpPr>
          <p:nvPr>
            <p:ph type="title" idx="6"/>
          </p:nvPr>
        </p:nvSpPr>
        <p:spPr>
          <a:xfrm>
            <a:off x="228599" y="677977"/>
            <a:ext cx="3733799" cy="417045"/>
          </a:xfrm>
          <a:prstGeom prst="rect"/>
        </p:spPr>
        <p:txBody>
          <a:bodyPr anchor="t" anchorCtr="0" bIns="91425" lIns="91425" rIns="91425" spcFirstLastPara="1" tIns="91425" wrap="square">
            <a:noAutofit/>
          </a:bodyPr>
          <a:p>
            <a:pPr lvl="0"/>
            <a:r>
              <a:rPr dirty="0" lang="en-US"/>
              <a:t>Failures</a:t>
            </a:r>
            <a:endParaRPr dirty="0">
              <a:latin typeface="Zalando Sans Expanded Medium"/>
              <a:ea typeface="Zalando Sans Expanded Medium"/>
              <a:cs typeface="Zalando Sans Expanded Medium"/>
              <a:sym typeface="Zalando Sans Expanded Medium"/>
            </a:endParaRPr>
          </a:p>
        </p:txBody>
      </p:sp>
      <p:sp>
        <p:nvSpPr>
          <p:cNvPr id="1048668" name="Google Shape;263;p35"/>
          <p:cNvSpPr txBox="1"/>
          <p:nvPr/>
        </p:nvSpPr>
        <p:spPr>
          <a:xfrm>
            <a:off x="1349891" y="1353821"/>
            <a:ext cx="5875609" cy="2366116"/>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indent="-317500" lvl="0" marL="457200" marR="0" rtl="0">
              <a:lnSpc>
                <a:spcPct val="100000"/>
              </a:lnSpc>
              <a:spcBef>
                <a:spcPts val="0"/>
              </a:spcBef>
              <a:spcAft>
                <a:spcPts val="0"/>
              </a:spcAft>
              <a:buClr>
                <a:schemeClr val="dk1"/>
              </a:buClr>
              <a:buSzPts val="1400"/>
              <a:buFont typeface="Arimo"/>
              <a:buNone/>
              <a:defRPr b="0" cap="none" sz="1200" i="0" strike="noStrike" u="none">
                <a:solidFill>
                  <a:schemeClr val="dk1"/>
                </a:solidFill>
                <a:latin typeface="Arimo"/>
                <a:ea typeface="Arimo"/>
                <a:cs typeface="Arimo"/>
                <a:sym typeface="Arimo"/>
              </a:defRPr>
            </a:lvl1pPr>
            <a:lvl2pPr algn="ctr" indent="-317500" lvl="1" marL="9144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2pPr>
            <a:lvl3pPr algn="ctr" indent="-317500" lvl="2" marL="13716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3pPr>
            <a:lvl4pPr algn="ctr" indent="-317500" lvl="3" marL="18288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4pPr>
            <a:lvl5pPr algn="ctr" indent="-317500" lvl="4" marL="22860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5pPr>
            <a:lvl6pPr algn="ctr" indent="-317500" lvl="5" marL="27432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6pPr>
            <a:lvl7pPr algn="ctr" indent="-317500" lvl="6" marL="32004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7pPr>
            <a:lvl8pPr algn="ctr" indent="-317500" lvl="7" marL="36576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8pPr>
            <a:lvl9pPr algn="ctr" indent="-317500" lvl="8" marL="41148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9pPr>
          </a:lstStyle>
          <a:p>
            <a:pPr indent="-171450" marL="171450">
              <a:buFont typeface="Arial" panose="020B0604020202020204" pitchFamily="34" charset="0"/>
              <a:buChar char="•"/>
            </a:pPr>
            <a:r>
              <a:rPr b="1" dirty="0" lang="en-US" u="sng"/>
              <a:t>SEZs lagging: </a:t>
            </a:r>
            <a:r>
              <a:rPr dirty="0" lang="en-US"/>
              <a:t>Several planned Special Economic Zones remain delayed or underperforming, with slow development and limited operational activity.</a:t>
            </a:r>
          </a:p>
          <a:p>
            <a:pPr indent="-171450" marL="171450">
              <a:buFont typeface="Arial" panose="020B0604020202020204" pitchFamily="34" charset="0"/>
              <a:buChar char="•"/>
            </a:pPr>
            <a:endParaRPr dirty="0" lang="en-US"/>
          </a:p>
          <a:p>
            <a:pPr indent="-171450" marL="171450">
              <a:buFont typeface="Arial" panose="020B0604020202020204" pitchFamily="34" charset="0"/>
              <a:buChar char="•"/>
            </a:pPr>
            <a:r>
              <a:rPr b="1" dirty="0" lang="en-US" u="sng"/>
              <a:t>Debt &amp; financing concerns: </a:t>
            </a:r>
            <a:r>
              <a:rPr dirty="0" lang="en-US"/>
              <a:t>International assessments highlight fiscal pressure and heavy reliance on Chinese loans, leading to debt renegotiations in some projects.</a:t>
            </a:r>
          </a:p>
          <a:p>
            <a:pPr indent="-171450" marL="171450">
              <a:buFont typeface="Arial" panose="020B0604020202020204" pitchFamily="34" charset="0"/>
              <a:buChar char="•"/>
            </a:pPr>
            <a:endParaRPr dirty="0" lang="en-US"/>
          </a:p>
          <a:p>
            <a:pPr indent="-171450" marL="171450">
              <a:buFont typeface="Arial" panose="020B0604020202020204" pitchFamily="34" charset="0"/>
              <a:buChar char="•"/>
            </a:pPr>
            <a:r>
              <a:rPr b="1" dirty="0" lang="en-US" u="sng"/>
              <a:t>Limited domestic value addition: </a:t>
            </a:r>
            <a:r>
              <a:rPr dirty="0" lang="en-US"/>
              <a:t>Many projects show weak integration with local industries, with high dependence on imported inputs and contractors.</a:t>
            </a:r>
          </a:p>
          <a:p>
            <a:pPr indent="-171450" marL="171450">
              <a:buFont typeface="Arial" panose="020B0604020202020204" pitchFamily="34" charset="0"/>
              <a:buChar char="•"/>
            </a:pPr>
            <a:endParaRPr dirty="0" lang="en-US"/>
          </a:p>
          <a:p>
            <a:pPr indent="-171450" marL="171450">
              <a:buFont typeface="Arial" panose="020B0604020202020204" pitchFamily="34" charset="0"/>
              <a:buChar char="•"/>
            </a:pPr>
            <a:r>
              <a:rPr b="1" dirty="0" lang="en-US" u="sng"/>
              <a:t>Transparency &amp; governance gaps: </a:t>
            </a:r>
            <a:r>
              <a:rPr dirty="0" lang="en-US"/>
              <a:t>Concerns exist regarding limited public disclosure, contract transparency, and unequal distribution of benefits among provinces</a:t>
            </a: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3" name="Shape 244"/>
        <p:cNvGrpSpPr/>
        <p:nvPr/>
      </p:nvGrpSpPr>
      <p:grpSpPr>
        <a:xfrm>
          <a:off x="0" y="0"/>
          <a:ext cx="0" cy="0"/>
          <a:chOff x="0" y="0"/>
          <a:chExt cx="0" cy="0"/>
        </a:xfrm>
      </p:grpSpPr>
      <p:grpSp>
        <p:nvGrpSpPr>
          <p:cNvPr id="94" name="Google Shape;245;p34"/>
          <p:cNvGrpSpPr/>
          <p:nvPr/>
        </p:nvGrpSpPr>
        <p:grpSpPr>
          <a:xfrm>
            <a:off x="1293950" y="-18440"/>
            <a:ext cx="7842105" cy="5224200"/>
            <a:chOff x="1293950" y="-18440"/>
            <a:chExt cx="7842105" cy="5224200"/>
          </a:xfrm>
        </p:grpSpPr>
        <p:cxnSp>
          <p:nvCxnSpPr>
            <p:cNvPr id="3145750"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51"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71" name="Google Shape;248;p34"/>
          <p:cNvSpPr txBox="1">
            <a:spLocks noGrp="1"/>
          </p:cNvSpPr>
          <p:nvPr>
            <p:ph type="title"/>
          </p:nvPr>
        </p:nvSpPr>
        <p:spPr>
          <a:xfrm>
            <a:off x="3456709" y="659547"/>
            <a:ext cx="5458691" cy="479591"/>
          </a:xfrm>
          <a:prstGeom prst="rect"/>
        </p:spPr>
        <p:txBody>
          <a:bodyPr anchor="t" anchorCtr="0" bIns="91425" lIns="91425" rIns="91425" spcFirstLastPara="1" tIns="91425" wrap="square">
            <a:noAutofit/>
          </a:bodyPr>
          <a:p>
            <a:pPr lvl="0"/>
            <a:r>
              <a:rPr dirty="0" sz="2800" lang="en-US"/>
              <a:t>Success or Failure ?</a:t>
            </a:r>
            <a:endParaRPr dirty="0">
              <a:latin typeface="Zalando Sans Expanded Medium"/>
              <a:ea typeface="Zalando Sans Expanded Medium"/>
              <a:cs typeface="Zalando Sans Expanded Medium"/>
              <a:sym typeface="Zalando Sans Expanded Medium"/>
            </a:endParaRPr>
          </a:p>
        </p:txBody>
      </p:sp>
      <p:sp>
        <p:nvSpPr>
          <p:cNvPr id="1048672" name="AutoShape 4" descr="CPEC, Green Corridor, and Natural Environment of Pakistan"/>
          <p:cNvSpPr txBox="1">
            <a:spLocks noChangeAspect="1" noChangeArrowheads="1"/>
          </p:cNvSpPr>
          <p:nvPr/>
        </p:nvSpPr>
        <p:spPr bwMode="auto">
          <a:xfrm>
            <a:off x="1581311" y="1390333"/>
            <a:ext cx="7334085" cy="3093608"/>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50000"/>
              </a:lnSpc>
            </a:pPr>
            <a:r>
              <a:rPr dirty="0" sz="1400" lang="en-US">
                <a:latin typeface="Arimo" panose="020B0604020202020204" charset="0"/>
                <a:ea typeface="Arimo" panose="020B0604020202020204" charset="0"/>
                <a:cs typeface="Arimo" panose="020B0604020202020204" charset="0"/>
              </a:rPr>
              <a:t>CPEC is a mixed bag, a </a:t>
            </a:r>
            <a:r>
              <a:rPr b="1" dirty="0" sz="1400" lang="en-US">
                <a:latin typeface="Arimo" panose="020B0604020202020204" charset="0"/>
                <a:ea typeface="Arimo" panose="020B0604020202020204" charset="0"/>
                <a:cs typeface="Arimo" panose="020B0604020202020204" charset="0"/>
              </a:rPr>
              <a:t>partial success</a:t>
            </a:r>
            <a:r>
              <a:rPr dirty="0" sz="1400" lang="en-US">
                <a:latin typeface="Arimo" panose="020B0604020202020204" charset="0"/>
                <a:ea typeface="Arimo" panose="020B0604020202020204" charset="0"/>
                <a:cs typeface="Arimo" panose="020B0604020202020204" charset="0"/>
              </a:rPr>
              <a:t> in some areas like energy (reducing power shortages) and infrastructure, but a </a:t>
            </a:r>
            <a:r>
              <a:rPr b="1" dirty="0" sz="1400" lang="en-US">
                <a:latin typeface="Arimo" panose="020B0604020202020204" charset="0"/>
                <a:ea typeface="Arimo" panose="020B0604020202020204" charset="0"/>
                <a:cs typeface="Arimo" panose="020B0604020202020204" charset="0"/>
              </a:rPr>
              <a:t>failure</a:t>
            </a:r>
            <a:r>
              <a:rPr dirty="0" sz="1400" lang="en-US">
                <a:latin typeface="Arimo" panose="020B0604020202020204" charset="0"/>
                <a:ea typeface="Arimo" panose="020B0604020202020204" charset="0"/>
                <a:cs typeface="Arimo" panose="020B0604020202020204" charset="0"/>
              </a:rPr>
              <a:t> to deliver its grand promise of broad economic transformation, leading to increased debt, stalled key projects (like SEZs and Gwadar), and heightened economic and political challenges for Pakistan, making its overall impact contested and requiring significant reform</a:t>
            </a:r>
          </a:p>
          <a:p>
            <a:endParaRPr dirty="0" sz="1400" lang="en-US">
              <a:latin typeface="Arimo" panose="020B0604020202020204" charset="0"/>
              <a:ea typeface="Arimo" panose="020B0604020202020204" charset="0"/>
              <a:cs typeface="Arimo" panose="020B0604020202020204" charset="0"/>
            </a:endParaRP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7" name="Shape 216"/>
        <p:cNvGrpSpPr/>
        <p:nvPr/>
      </p:nvGrpSpPr>
      <p:grpSpPr>
        <a:xfrm>
          <a:off x="0" y="0"/>
          <a:ext cx="0" cy="0"/>
          <a:chOff x="0" y="0"/>
          <a:chExt cx="0" cy="0"/>
        </a:xfrm>
      </p:grpSpPr>
      <p:pic>
        <p:nvPicPr>
          <p:cNvPr id="2097159" name="Google Shape;217;p31"/>
          <p:cNvPicPr preferRelativeResize="0">
            <a:picLocks noGrp="1"/>
          </p:cNvPicPr>
          <p:nvPr>
            <p:ph type="pic" idx="2"/>
          </p:nvPr>
        </p:nvPicPr>
        <p:blipFill rotWithShape="1">
          <a:blip xmlns:r="http://schemas.openxmlformats.org/officeDocument/2006/relationships" r:embed="rId1">
            <a:alphaModFix/>
          </a:blip>
          <a:srcRect l="46074" r="8836"/>
          <a:stretch>
            <a:fillRect/>
          </a:stretch>
        </p:blipFill>
        <p:spPr>
          <a:xfrm>
            <a:off x="5624949" y="0"/>
            <a:ext cx="3519051" cy="5143501"/>
          </a:xfrm>
          <a:prstGeom prst="rect"/>
        </p:spPr>
      </p:pic>
      <p:sp>
        <p:nvSpPr>
          <p:cNvPr id="1048675" name="Google Shape;218;p31"/>
          <p:cNvSpPr txBox="1">
            <a:spLocks noGrp="1"/>
          </p:cNvSpPr>
          <p:nvPr>
            <p:ph type="title"/>
          </p:nvPr>
        </p:nvSpPr>
        <p:spPr>
          <a:xfrm>
            <a:off x="228600" y="926129"/>
            <a:ext cx="5181600" cy="1252200"/>
          </a:xfrm>
          <a:prstGeom prst="rect"/>
        </p:spPr>
        <p:txBody>
          <a:bodyPr anchor="t" anchorCtr="0" bIns="91425" lIns="91425" rIns="91425" spcFirstLastPara="1" tIns="91425" wrap="square">
            <a:noAutofit/>
          </a:bodyPr>
          <a:p>
            <a:pPr algn="l" indent="0" lvl="0" marL="0" rtl="0">
              <a:spcBef>
                <a:spcPts val="0"/>
              </a:spcBef>
              <a:spcAft>
                <a:spcPts val="0"/>
              </a:spcAft>
              <a:buNone/>
            </a:pPr>
            <a:r>
              <a:rPr dirty="0" lang="en-US"/>
              <a:t>Global Lessons for Project Managers</a:t>
            </a:r>
            <a:endParaRPr dirty="0">
              <a:latin typeface="Zalando Sans Expanded Medium"/>
              <a:ea typeface="Zalando Sans Expanded Medium"/>
              <a:cs typeface="Zalando Sans Expanded Medium"/>
              <a:sym typeface="Zalando Sans Expanded Medium"/>
            </a:endParaRPr>
          </a:p>
        </p:txBody>
      </p:sp>
      <p:sp>
        <p:nvSpPr>
          <p:cNvPr id="1048676" name="Google Shape;219;p31"/>
          <p:cNvSpPr txBox="1">
            <a:spLocks noGrp="1"/>
          </p:cNvSpPr>
          <p:nvPr>
            <p:ph type="body" idx="1"/>
          </p:nvPr>
        </p:nvSpPr>
        <p:spPr>
          <a:xfrm>
            <a:off x="228599" y="1831555"/>
            <a:ext cx="5410324" cy="3149154"/>
          </a:xfrm>
          <a:prstGeom prst="rect"/>
        </p:spPr>
        <p:txBody>
          <a:bodyPr anchor="t" anchorCtr="0" bIns="91425" lIns="91425" rIns="91425" spcFirstLastPara="1" tIns="91425" wrap="square">
            <a:noAutofit/>
          </a:bodyPr>
          <a:p>
            <a:pPr indent="-285750" marL="285750">
              <a:lnSpc>
                <a:spcPct val="150000"/>
              </a:lnSpc>
              <a:buClr>
                <a:srgbClr val="273D40"/>
              </a:buClr>
              <a:buSzPts val="600"/>
            </a:pPr>
            <a:r>
              <a:rPr dirty="0" lang="en-US">
                <a:solidFill>
                  <a:schemeClr val="dk1"/>
                </a:solidFill>
              </a:rPr>
              <a:t>Strong governance and independent oversight are critical to prevent delays and underperformance in large, multi-country projects. </a:t>
            </a:r>
          </a:p>
          <a:p>
            <a:pPr indent="-285750" marL="285750">
              <a:lnSpc>
                <a:spcPct val="150000"/>
              </a:lnSpc>
              <a:buClr>
                <a:srgbClr val="273D40"/>
              </a:buClr>
              <a:buSzPts val="600"/>
            </a:pPr>
            <a:r>
              <a:rPr dirty="0" lang="en-US">
                <a:solidFill>
                  <a:schemeClr val="dk1"/>
                </a:solidFill>
              </a:rPr>
              <a:t>Early and realistic risk allocation (security, currency, demand) helps avoid major financial and operational problems later. </a:t>
            </a:r>
          </a:p>
          <a:p>
            <a:pPr indent="-285750" marL="285750">
              <a:lnSpc>
                <a:spcPct val="150000"/>
              </a:lnSpc>
              <a:buClr>
                <a:srgbClr val="273D40"/>
              </a:buClr>
              <a:buSzPts val="600"/>
            </a:pPr>
            <a:r>
              <a:rPr dirty="0" lang="en-US">
                <a:solidFill>
                  <a:schemeClr val="dk1"/>
                </a:solidFill>
              </a:rPr>
              <a:t>Active stakeholder and local community engagement is essential to gain long-term public support and project stability. </a:t>
            </a:r>
          </a:p>
          <a:p>
            <a:pPr indent="-285750" marL="285750">
              <a:lnSpc>
                <a:spcPct val="150000"/>
              </a:lnSpc>
              <a:buClr>
                <a:srgbClr val="273D40"/>
              </a:buClr>
              <a:buSzPts val="600"/>
            </a:pPr>
            <a:r>
              <a:rPr dirty="0" lang="en-US">
                <a:solidFill>
                  <a:schemeClr val="dk1"/>
                </a:solidFill>
              </a:rPr>
              <a:t>Diversifying financing sources and involving multilateral lenders improves transparency and reduces financial risk.</a:t>
            </a:r>
          </a:p>
          <a:p>
            <a:pPr indent="-285750" marL="285750">
              <a:lnSpc>
                <a:spcPct val="150000"/>
              </a:lnSpc>
              <a:buClr>
                <a:srgbClr val="273D40"/>
              </a:buClr>
              <a:buSzPts val="600"/>
            </a:pPr>
            <a:endParaRPr dirty="0" lang="en-US">
              <a:solidFill>
                <a:schemeClr val="dk1"/>
              </a:solidFill>
            </a:endParaRPr>
          </a:p>
        </p:txBody>
      </p:sp>
      <p:cxnSp>
        <p:nvCxnSpPr>
          <p:cNvPr id="3145752" name="Google Shape;220;p31"/>
          <p:cNvCxnSpPr>
            <a:cxnSpLocks/>
          </p:cNvCxnSpPr>
          <p:nvPr/>
        </p:nvCxnSpPr>
        <p:spPr>
          <a:xfrm flipH="1">
            <a:off x="-125" y="1690775"/>
            <a:ext cx="5625073" cy="0"/>
          </a:xfrm>
          <a:prstGeom prst="straightConnector1"/>
          <a:noFill/>
          <a:ln w="9525" cap="flat" cmpd="sng">
            <a:solidFill>
              <a:schemeClr val="lt2"/>
            </a:solidFill>
            <a:prstDash val="solid"/>
            <a:round/>
            <a:headEnd type="none" w="med" len="med"/>
            <a:tailEnd type="none" w="med" len="med"/>
          </a:ln>
        </p:spPr>
      </p:cxnSp>
      <p:cxnSp>
        <p:nvCxnSpPr>
          <p:cNvPr id="3145753" name="Google Shape;221;p31"/>
          <p:cNvCxnSpPr>
            <a:cxnSpLocks/>
          </p:cNvCxnSpPr>
          <p:nvPr/>
        </p:nvCxnSpPr>
        <p:spPr>
          <a:xfrm>
            <a:off x="5624949" y="0"/>
            <a:ext cx="0" cy="5224200"/>
          </a:xfrm>
          <a:prstGeom prst="straightConnector1"/>
          <a:noFill/>
          <a:ln w="9525" cap="flat" cmpd="sng">
            <a:solidFill>
              <a:schemeClr val="lt2"/>
            </a:solidFill>
            <a:prstDash val="solid"/>
            <a:round/>
            <a:headEnd type="none" w="med" len="med"/>
            <a:tailEnd type="none" w="med" len="med"/>
          </a:ln>
        </p:spPr>
      </p:cxn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31" presetSubtype="0">
                                  <p:stCondLst>
                                    <p:cond delay="0"/>
                                  </p:stCondLst>
                                  <p:childTnLst>
                                    <p:set>
                                      <p:cBhvr>
                                        <p:cTn dur="1" fill="hold" id="6">
                                          <p:stCondLst>
                                            <p:cond delay="0"/>
                                          </p:stCondLst>
                                        </p:cTn>
                                        <p:tgtEl>
                                          <p:spTgt spid="2097159"/>
                                        </p:tgtEl>
                                        <p:attrNameLst>
                                          <p:attrName>style.visibility</p:attrName>
                                        </p:attrNameLst>
                                      </p:cBhvr>
                                      <p:to>
                                        <p:strVal val="visible"/>
                                      </p:to>
                                    </p:set>
                                    <p:anim calcmode="lin" valueType="num">
                                      <p:cBhvr>
                                        <p:cTn dur="1000" fill="hold" id="7"/>
                                        <p:tgtEl>
                                          <p:spTgt spid="2097159"/>
                                        </p:tgtEl>
                                        <p:attrNameLst>
                                          <p:attrName>ppt_w</p:attrName>
                                        </p:attrNameLst>
                                      </p:cBhvr>
                                      <p:tavLst>
                                        <p:tav tm="0">
                                          <p:val>
                                            <p:fltVal val="0.0"/>
                                          </p:val>
                                        </p:tav>
                                        <p:tav tm="100000">
                                          <p:val>
                                            <p:strVal val="#ppt_w"/>
                                          </p:val>
                                        </p:tav>
                                      </p:tavLst>
                                    </p:anim>
                                    <p:anim calcmode="lin" valueType="num">
                                      <p:cBhvr>
                                        <p:cTn dur="1000" fill="hold" id="8"/>
                                        <p:tgtEl>
                                          <p:spTgt spid="2097159"/>
                                        </p:tgtEl>
                                        <p:attrNameLst>
                                          <p:attrName>ppt_h</p:attrName>
                                        </p:attrNameLst>
                                      </p:cBhvr>
                                      <p:tavLst>
                                        <p:tav tm="0">
                                          <p:val>
                                            <p:fltVal val="0.0"/>
                                          </p:val>
                                        </p:tav>
                                        <p:tav tm="100000">
                                          <p:val>
                                            <p:strVal val="#ppt_h"/>
                                          </p:val>
                                        </p:tav>
                                      </p:tavLst>
                                    </p:anim>
                                    <p:anim calcmode="lin" valueType="num">
                                      <p:cBhvr>
                                        <p:cTn dur="1000" fill="hold" id="9"/>
                                        <p:tgtEl>
                                          <p:spTgt spid="2097159"/>
                                        </p:tgtEl>
                                        <p:attrNameLst>
                                          <p:attrName>style.rotation</p:attrName>
                                        </p:attrNameLst>
                                      </p:cBhvr>
                                      <p:tavLst>
                                        <p:tav tm="0">
                                          <p:val>
                                            <p:fltVal val="90.0"/>
                                          </p:val>
                                        </p:tav>
                                        <p:tav tm="100000">
                                          <p:val>
                                            <p:fltVal val="0.0"/>
                                          </p:val>
                                        </p:tav>
                                      </p:tavLst>
                                    </p:anim>
                                    <p:animEffect transition="in" filter="fade">
                                      <p:cBhvr>
                                        <p:cTn dur="1000" id="10"/>
                                        <p:tgtEl>
                                          <p:spTgt spid="2097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graphicFrame>
        <p:nvGraphicFramePr>
          <p:cNvPr id="4194304" name="Table 1"/>
          <p:cNvGraphicFramePr>
            <a:graphicFrameLocks noGrp="1"/>
          </p:cNvGraphicFramePr>
          <p:nvPr/>
        </p:nvGraphicFramePr>
        <p:xfrm>
          <a:off x="0" y="1"/>
          <a:ext cx="9119937" cy="5211699"/>
        </p:xfrm>
        <a:graphic>
          <a:graphicData uri="http://schemas.openxmlformats.org/drawingml/2006/table">
            <a:tbl>
              <a:tblPr firstRow="1" bandRow="1"/>
              <a:tblGrid>
                <a:gridCol w="2987842"/>
                <a:gridCol w="2987842"/>
                <a:gridCol w="3144253"/>
              </a:tblGrid>
              <a:tr h="771850">
                <a:tc>
                  <a:txBody>
                    <a:bodyPr/>
                    <a:p>
                      <a:r>
                        <a:rPr b="1" cap="none" dirty="0" sz="1400" i="0" lang="en-US" strike="noStrike" u="none" smtClean="0">
                          <a:solidFill>
                            <a:srgbClr val="000000"/>
                          </a:solidFill>
                          <a:effectLst/>
                          <a:latin typeface="Arial"/>
                          <a:ea typeface="Arial"/>
                          <a:cs typeface="Arial"/>
                          <a:sym typeface="Arial"/>
                        </a:rPr>
                        <a:t>CPEC Project</a:t>
                      </a:r>
                      <a:endParaRPr dirty="0" lang="en-US"/>
                    </a:p>
                  </a:txBody>
                </a:tc>
                <a:tc>
                  <a:txBody>
                    <a:bodyPr/>
                    <a:p>
                      <a:pPr algn="ctr" marL="0" marR="0">
                        <a:lnSpc>
                          <a:spcPct val="107000"/>
                        </a:lnSpc>
                        <a:spcBef>
                          <a:spcPts val="0"/>
                        </a:spcBef>
                        <a:spcAft>
                          <a:spcPts val="0"/>
                        </a:spcAft>
                      </a:pP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Likely / Implicit Project-Management Strategy (or Delivery Model)</a:t>
                      </a:r>
                      <a:endParaRPr dirty="0" sz="16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r>
                        <a:rPr b="1" cap="none" dirty="0" sz="1400" i="0" lang="en-US" strike="noStrike" u="none" smtClean="0">
                          <a:solidFill>
                            <a:srgbClr val="000000"/>
                          </a:solidFill>
                          <a:effectLst/>
                          <a:latin typeface="Arial"/>
                          <a:ea typeface="Arial"/>
                          <a:cs typeface="Arial"/>
                          <a:sym typeface="Arial"/>
                        </a:rPr>
                        <a:t>Recommended / More Suitable Strategy (or Tailoring) + Rationale</a:t>
                      </a:r>
                      <a:endParaRPr dirty="0" lang="en-US"/>
                    </a:p>
                  </a:txBody>
                </a:tc>
              </a:tr>
              <a:tr h="4294135">
                <a:tc>
                  <a:txBody>
                    <a:bodyPr/>
                    <a:p>
                      <a:r>
                        <a:rPr b="1" cap="none" dirty="0" sz="1800" i="0" lang="en-US" err="1" strike="noStrike" u="none" smtClean="0">
                          <a:solidFill>
                            <a:srgbClr val="000000"/>
                          </a:solidFill>
                          <a:effectLst/>
                          <a:latin typeface="Arial"/>
                          <a:ea typeface="Arial"/>
                          <a:cs typeface="Arial"/>
                          <a:sym typeface="Arial"/>
                        </a:rPr>
                        <a:t>Karot</a:t>
                      </a:r>
                      <a:r>
                        <a:rPr b="1" cap="none" dirty="0" sz="1800" i="0" lang="en-US" strike="noStrike" u="none" smtClean="0">
                          <a:solidFill>
                            <a:srgbClr val="000000"/>
                          </a:solidFill>
                          <a:effectLst/>
                          <a:latin typeface="Arial"/>
                          <a:ea typeface="Arial"/>
                          <a:cs typeface="Arial"/>
                          <a:sym typeface="Arial"/>
                        </a:rPr>
                        <a:t> Hydropower Project</a:t>
                      </a:r>
                      <a:r>
                        <a:rPr b="0" cap="none" dirty="0" sz="1800" i="0" lang="en-US" strike="noStrike" u="none" smtClean="0">
                          <a:solidFill>
                            <a:srgbClr val="000000"/>
                          </a:solidFill>
                          <a:effectLst/>
                          <a:latin typeface="Arial"/>
                          <a:ea typeface="Arial"/>
                          <a:cs typeface="Arial"/>
                          <a:sym typeface="Arial"/>
                        </a:rPr>
                        <a:t> (Hydro-power dam, 720 MW, completed June 2022) </a:t>
                      </a:r>
                      <a:endParaRPr dirty="0" sz="1800" lang="en-US"/>
                    </a:p>
                  </a:txBody>
                </a:tc>
                <a:tc>
                  <a:txBody>
                    <a:bodyPr/>
                    <a:p>
                      <a:r>
                        <a:rPr b="0" cap="none" dirty="0" sz="1600" i="0" lang="en-US" strike="noStrike" u="none" smtClean="0">
                          <a:solidFill>
                            <a:srgbClr val="000000"/>
                          </a:solidFill>
                          <a:effectLst/>
                          <a:latin typeface="Arial"/>
                          <a:ea typeface="Arial"/>
                          <a:cs typeface="Arial"/>
                          <a:sym typeface="Arial"/>
                        </a:rPr>
                        <a:t>Traditional “predictive / sequential” approach — akin to a </a:t>
                      </a:r>
                      <a:r>
                        <a:rPr b="1" cap="none" dirty="0" sz="1600" i="0" lang="en-US" strike="noStrike" u="none" smtClean="0">
                          <a:solidFill>
                            <a:srgbClr val="000000"/>
                          </a:solidFill>
                          <a:effectLst/>
                          <a:latin typeface="Arial"/>
                          <a:ea typeface="Arial"/>
                          <a:cs typeface="Arial"/>
                          <a:sym typeface="Arial"/>
                        </a:rPr>
                        <a:t>Waterfall model / phase-gate</a:t>
                      </a:r>
                      <a:r>
                        <a:rPr b="0" cap="none" dirty="0" sz="1600" i="0" lang="en-US" strike="noStrike" u="none" smtClean="0">
                          <a:solidFill>
                            <a:srgbClr val="000000"/>
                          </a:solidFill>
                          <a:effectLst/>
                          <a:latin typeface="Arial"/>
                          <a:ea typeface="Arial"/>
                          <a:cs typeface="Arial"/>
                          <a:sym typeface="Arial"/>
                        </a:rPr>
                        <a:t> or classical civil-engineering delivery model. Given the fixed scope (dam + power plant), large engineering design upfront, clear regulatory and safety constraints.</a:t>
                      </a:r>
                      <a:endParaRPr dirty="0" sz="1600" lang="en-US"/>
                    </a:p>
                  </a:txBody>
                </a:tc>
                <a:tc>
                  <a:txBody>
                    <a:bodyPr/>
                    <a:p>
                      <a:pPr marL="0" marR="0">
                        <a:lnSpc>
                          <a:spcPct val="107000"/>
                        </a:lnSpc>
                        <a:spcBef>
                          <a:spcPts val="0"/>
                        </a:spcBef>
                        <a:spcAft>
                          <a:spcPts val="0"/>
                        </a:spcAft>
                      </a:pPr>
                      <a:r>
                        <a:rPr b="1" dirty="0" sz="1600" lang="en-US">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A Hybrid Project Management approach: Use waterfall (or phase-gate) for upfront planning/design/permits, then use iterative / incremental planning during construction and commissioning phases (similar to a Hybrid project management). Add Critical Path Method (CPM) for scheduling and resource/time management. Rationale: large infrastructure demands upfront, detailed planning, but during execution there are variables (weather, supply chain, subcontractors) — hybrid + CPM offers control + flexibility.</a:t>
                      </a:r>
                      <a:endParaRPr dirty="0" sz="1600" lang="en-US">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bl>
          </a:graphicData>
        </a:graphic>
      </p:graphicFrame>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graphicFrame>
        <p:nvGraphicFramePr>
          <p:cNvPr id="4194305" name="Table 1"/>
          <p:cNvGraphicFramePr>
            <a:graphicFrameLocks noGrp="1"/>
          </p:cNvGraphicFramePr>
          <p:nvPr/>
        </p:nvGraphicFramePr>
        <p:xfrm>
          <a:off x="0" y="0"/>
          <a:ext cx="9119937" cy="5686425"/>
        </p:xfrm>
        <a:graphic>
          <a:graphicData uri="http://schemas.openxmlformats.org/drawingml/2006/table">
            <a:tbl>
              <a:tblPr firstRow="1" bandRow="1"/>
              <a:tblGrid>
                <a:gridCol w="2987842"/>
                <a:gridCol w="2987842"/>
                <a:gridCol w="3144253"/>
              </a:tblGrid>
              <a:tr h="2809661">
                <a:tc>
                  <a:txBody>
                    <a:bodyPr/>
                    <a:p>
                      <a:r>
                        <a:rPr b="1" cap="none" dirty="0" sz="1600" i="0" lang="en-US" err="1" strike="noStrike" u="none" smtClean="0">
                          <a:solidFill>
                            <a:srgbClr val="000000"/>
                          </a:solidFill>
                          <a:effectLst/>
                          <a:latin typeface="Arial"/>
                          <a:ea typeface="Arial"/>
                          <a:cs typeface="Arial"/>
                          <a:sym typeface="Arial"/>
                        </a:rPr>
                        <a:t>Matiari</a:t>
                      </a:r>
                      <a:r>
                        <a:rPr b="1" cap="none" dirty="0" sz="1600" i="0" lang="en-US" strike="noStrike" u="none" smtClean="0">
                          <a:solidFill>
                            <a:srgbClr val="000000"/>
                          </a:solidFill>
                          <a:effectLst/>
                          <a:latin typeface="Arial"/>
                          <a:ea typeface="Arial"/>
                          <a:cs typeface="Arial"/>
                          <a:sym typeface="Arial"/>
                        </a:rPr>
                        <a:t>–Lahore HVDC Transmission Line</a:t>
                      </a:r>
                      <a:r>
                        <a:rPr b="0" cap="none" dirty="0" sz="1600" i="0" lang="en-US" strike="noStrike" u="none" smtClean="0">
                          <a:solidFill>
                            <a:srgbClr val="000000"/>
                          </a:solidFill>
                          <a:effectLst/>
                          <a:latin typeface="Arial"/>
                          <a:ea typeface="Arial"/>
                          <a:cs typeface="Arial"/>
                          <a:sym typeface="Arial"/>
                        </a:rPr>
                        <a:t> (878 km, 4000 MW capacity, completed 2021) </a:t>
                      </a:r>
                      <a:endParaRPr dirty="0" sz="1600" lang="en-US"/>
                    </a:p>
                  </a:txBody>
                </a:tc>
                <a:tc>
                  <a:txBody>
                    <a:bodyPr/>
                    <a:p>
                      <a:pPr algn="l" marL="0" marR="0">
                        <a:lnSpc>
                          <a:spcPct val="107000"/>
                        </a:lnSpc>
                        <a:spcBef>
                          <a:spcPts val="0"/>
                        </a:spcBef>
                        <a:spcAft>
                          <a:spcPts val="0"/>
                        </a:spcAft>
                      </a:pPr>
                      <a:r>
                        <a:rPr b="0" cap="none" dirty="0" sz="1400" i="0" lang="en-US" strike="noStrike" u="none" smtClean="0">
                          <a:solidFill>
                            <a:srgbClr val="000000"/>
                          </a:solidFill>
                          <a:effectLst/>
                          <a:latin typeface="Arial"/>
                          <a:ea typeface="Arial"/>
                          <a:cs typeface="Arial"/>
                          <a:sym typeface="Arial"/>
                        </a:rPr>
                        <a:t>Traditional design-bid-build / linear delivery (similar to Waterfall / phase-gate). Possibly with fixed milestones, rigid scheduling.</a:t>
                      </a:r>
                      <a:endParaRPr dirty="0" sz="16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r>
                        <a:rPr b="1" cap="none" dirty="0" sz="1400" i="0" lang="en-US" strike="noStrike" u="none" smtClean="0">
                          <a:solidFill>
                            <a:srgbClr val="000000"/>
                          </a:solidFill>
                          <a:effectLst/>
                          <a:latin typeface="Arial"/>
                          <a:ea typeface="Arial"/>
                          <a:cs typeface="Arial"/>
                          <a:sym typeface="Arial"/>
                        </a:rPr>
                        <a:t>Hybrid + Lean-Construction principles</a:t>
                      </a:r>
                      <a:r>
                        <a:rPr b="0" cap="none" dirty="0" sz="1400" i="0" lang="en-US" strike="noStrike" u="none" smtClean="0">
                          <a:solidFill>
                            <a:srgbClr val="000000"/>
                          </a:solidFill>
                          <a:effectLst/>
                          <a:latin typeface="Arial"/>
                          <a:ea typeface="Arial"/>
                          <a:cs typeface="Arial"/>
                          <a:sym typeface="Arial"/>
                        </a:rPr>
                        <a:t>: waterfall for design/engineering/permits; during procurement &amp; installation use Lean to reduce waste (material delays, redundant steps), plus CPM for scheduling. Lean helps optimize resources, reduce idle times, and avoid cost/time </a:t>
                      </a:r>
                      <a:r>
                        <a:rPr b="0" cap="none" dirty="0" sz="1400" i="0" lang="en-US" err="1" strike="noStrike" u="none" smtClean="0">
                          <a:solidFill>
                            <a:srgbClr val="000000"/>
                          </a:solidFill>
                          <a:effectLst/>
                          <a:latin typeface="Arial"/>
                          <a:ea typeface="Arial"/>
                          <a:cs typeface="Arial"/>
                          <a:sym typeface="Arial"/>
                        </a:rPr>
                        <a:t>overurns</a:t>
                      </a:r>
                      <a:r>
                        <a:rPr b="0" cap="none" dirty="0" sz="1400" i="0" lang="en-US" strike="noStrike" u="none" smtClean="0">
                          <a:solidFill>
                            <a:srgbClr val="000000"/>
                          </a:solidFill>
                          <a:effectLst/>
                          <a:latin typeface="Arial"/>
                          <a:ea typeface="Arial"/>
                          <a:cs typeface="Arial"/>
                          <a:sym typeface="Arial"/>
                        </a:rPr>
                        <a:t>.</a:t>
                      </a:r>
                      <a:endParaRPr dirty="0" lang="en-US"/>
                    </a:p>
                  </a:txBody>
                </a:tc>
              </a:tr>
              <a:tr h="2876764">
                <a:tc>
                  <a:txBody>
                    <a:bodyPr/>
                    <a:p>
                      <a:pPr marL="0" marR="0">
                        <a:lnSpc>
                          <a:spcPct val="107000"/>
                        </a:lnSpc>
                        <a:spcBef>
                          <a:spcPts val="0"/>
                        </a:spcBef>
                        <a:spcAft>
                          <a:spcPts val="0"/>
                        </a:spcAft>
                      </a:pPr>
                      <a:r>
                        <a:rPr b="1" dirty="0" sz="1600" lang="en-US" smtClean="0">
                          <a:effectLst/>
                          <a:latin typeface="Times New Roman" panose="02020603050405020304" pitchFamily="18" charset="0"/>
                          <a:ea typeface="Times New Roman" panose="02020603050405020304" pitchFamily="18" charset="0"/>
                          <a:cs typeface="Arial" panose="020B0604020202020204" pitchFamily="34" charset="0"/>
                        </a:rPr>
                        <a:t>Peshawar–Karachi </a:t>
                      </a: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Motorway (Multan‑Sukkur Section)</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 (part of road network under CPEC) </a:t>
                      </a:r>
                      <a:endParaRPr dirty="0" sz="16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r>
                        <a:rPr b="0" cap="none" dirty="0" sz="1400" i="0" lang="en-US" strike="noStrike" u="none" smtClean="0">
                          <a:solidFill>
                            <a:srgbClr val="000000"/>
                          </a:solidFill>
                          <a:effectLst/>
                          <a:latin typeface="Arial"/>
                          <a:ea typeface="Arial"/>
                          <a:cs typeface="Arial"/>
                          <a:sym typeface="Arial"/>
                        </a:rPr>
                        <a:t>Traditional sequential model (design → land acquisition → construction → handover), likely Waterfall/phase-gate given regulatory, land, environment, contractor dependencies.</a:t>
                      </a:r>
                      <a:endParaRPr dirty="0" lang="en-US"/>
                    </a:p>
                  </a:txBody>
                </a:tc>
                <a:tc>
                  <a:txBody>
                    <a:bodyPr/>
                    <a:p>
                      <a:pPr marL="0" marR="0">
                        <a:lnSpc>
                          <a:spcPct val="107000"/>
                        </a:lnSpc>
                        <a:spcBef>
                          <a:spcPts val="0"/>
                        </a:spcBef>
                        <a:spcAft>
                          <a:spcPts val="0"/>
                        </a:spcAft>
                      </a:pPr>
                      <a:r>
                        <a:rPr b="1" cap="none" dirty="0" sz="1400" i="0" lang="en-US" strike="noStrike" u="none" smtClean="0">
                          <a:solidFill>
                            <a:srgbClr val="000000"/>
                          </a:solidFill>
                          <a:effectLst/>
                          <a:latin typeface="Arial"/>
                          <a:ea typeface="Arial"/>
                          <a:cs typeface="Arial"/>
                          <a:sym typeface="Arial"/>
                        </a:rPr>
                        <a:t>Hybrid with strong risk-management &amp; contingency planning</a:t>
                      </a:r>
                      <a:r>
                        <a:rPr b="0" cap="none" dirty="0" sz="1400" i="0" lang="en-US" strike="noStrike" u="none" smtClean="0">
                          <a:solidFill>
                            <a:srgbClr val="000000"/>
                          </a:solidFill>
                          <a:effectLst/>
                          <a:latin typeface="Arial"/>
                          <a:ea typeface="Arial"/>
                          <a:cs typeface="Arial"/>
                          <a:sym typeface="Arial"/>
                        </a:rPr>
                        <a:t>, using CPM for schedule, </a:t>
                      </a:r>
                      <a:r>
                        <a:rPr b="1" cap="none" dirty="0" sz="1400" i="0" lang="en-US" strike="noStrike" u="none" smtClean="0">
                          <a:solidFill>
                            <a:srgbClr val="000000"/>
                          </a:solidFill>
                          <a:effectLst/>
                          <a:latin typeface="Arial"/>
                          <a:ea typeface="Arial"/>
                          <a:cs typeface="Arial"/>
                          <a:sym typeface="Arial"/>
                        </a:rPr>
                        <a:t>stage-gate approvals</a:t>
                      </a:r>
                      <a:r>
                        <a:rPr b="0" cap="none" dirty="0" sz="1400" i="0" lang="en-US" strike="noStrike" u="none" smtClean="0">
                          <a:solidFill>
                            <a:srgbClr val="000000"/>
                          </a:solidFill>
                          <a:effectLst/>
                          <a:latin typeface="Arial"/>
                          <a:ea typeface="Arial"/>
                          <a:cs typeface="Arial"/>
                          <a:sym typeface="Arial"/>
                        </a:rPr>
                        <a:t> at critical milestones (e.g. after lands acquisition, after design, after major construction segments) to allow go/no-go decisions as new info (e.g. geological, social, weather) comes. This adds control and governance, while preserving adaptability.</a:t>
                      </a:r>
                      <a:endParaRPr dirty="0" sz="1100" lang="en-US">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bl>
          </a:graphicData>
        </a:graphic>
      </p:graphicFrame>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graphicFrame>
        <p:nvGraphicFramePr>
          <p:cNvPr id="4194306" name="Table 1"/>
          <p:cNvGraphicFramePr>
            <a:graphicFrameLocks noGrp="1"/>
          </p:cNvGraphicFramePr>
          <p:nvPr/>
        </p:nvGraphicFramePr>
        <p:xfrm>
          <a:off x="0" y="0"/>
          <a:ext cx="9119937" cy="5143500"/>
        </p:xfrm>
        <a:graphic>
          <a:graphicData uri="http://schemas.openxmlformats.org/drawingml/2006/table">
            <a:tbl>
              <a:tblPr firstRow="1" bandRow="1"/>
              <a:tblGrid>
                <a:gridCol w="2987842"/>
                <a:gridCol w="2987842"/>
                <a:gridCol w="3144253"/>
              </a:tblGrid>
              <a:tr h="5143500">
                <a:tc>
                  <a:txBody>
                    <a:bodyPr/>
                    <a:p>
                      <a:pPr marL="0" marR="0">
                        <a:lnSpc>
                          <a:spcPct val="107000"/>
                        </a:lnSpc>
                        <a:spcBef>
                          <a:spcPts val="0"/>
                        </a:spcBef>
                        <a:spcAft>
                          <a:spcPts val="0"/>
                        </a:spcAft>
                      </a:pPr>
                      <a:r>
                        <a:rPr b="1" dirty="0" sz="1800" lang="en-US">
                          <a:effectLst/>
                          <a:latin typeface="Times New Roman" panose="02020603050405020304" pitchFamily="18" charset="0"/>
                          <a:ea typeface="Times New Roman" panose="02020603050405020304" pitchFamily="18" charset="0"/>
                          <a:cs typeface="Arial" panose="020B0604020202020204" pitchFamily="34" charset="0"/>
                        </a:rPr>
                        <a:t>Gwadar Port &amp; Free‑Zone + supporting urban infrastructure (Eastbay Expressway, airport, desalination, hospital, etc.)</a:t>
                      </a:r>
                      <a:r>
                        <a:rPr dirty="0" sz="1800" lang="en-US">
                          <a:effectLst/>
                          <a:latin typeface="Times New Roman" panose="02020603050405020304" pitchFamily="18" charset="0"/>
                          <a:ea typeface="Times New Roman" panose="02020603050405020304" pitchFamily="18" charset="0"/>
                          <a:cs typeface="Arial" panose="020B0604020202020204" pitchFamily="34" charset="0"/>
                        </a:rPr>
                        <a:t> (port + city / urban infrastructure cluster) </a:t>
                      </a:r>
                      <a:endParaRPr dirty="0" sz="18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pPr algn="ctr" marL="0" marR="0">
                        <a:lnSpc>
                          <a:spcPct val="107000"/>
                        </a:lnSpc>
                        <a:spcBef>
                          <a:spcPts val="0"/>
                        </a:spcBef>
                        <a:spcAft>
                          <a:spcPts val="0"/>
                        </a:spcAft>
                      </a:pPr>
                      <a:r>
                        <a:rPr b="0" cap="none" dirty="0" sz="1600" i="0" lang="en-US" strike="noStrike" u="none" smtClean="0">
                          <a:solidFill>
                            <a:srgbClr val="000000"/>
                          </a:solidFill>
                          <a:effectLst/>
                          <a:latin typeface="Arial"/>
                          <a:ea typeface="Arial"/>
                          <a:cs typeface="Arial"/>
                          <a:sym typeface="Arial"/>
                        </a:rPr>
                        <a:t>Because it's a multi-faceted “portfolio” (port + expressway + airport + utilities + social infrastructure), likely managed as separate subprojects, each with traditional waterfall-like delivery; coordination probably via some central governance — but the complexity and interdependencies may make full linear planning difficult.</a:t>
                      </a:r>
                      <a:endParaRPr dirty="0" sz="16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r>
                        <a:rPr b="1" cap="none" dirty="0" sz="1600" i="0" lang="en-US" strike="noStrike" u="none" smtClean="0">
                          <a:solidFill>
                            <a:srgbClr val="000000"/>
                          </a:solidFill>
                          <a:effectLst/>
                          <a:latin typeface="Arial"/>
                          <a:ea typeface="Arial"/>
                          <a:cs typeface="Arial"/>
                          <a:sym typeface="Arial"/>
                        </a:rPr>
                        <a:t>Portfolio </a:t>
                      </a:r>
                      <a:r>
                        <a:rPr b="1" cap="none" dirty="0" sz="1600" i="0" lang="en-US" strike="noStrike" u="none" smtClean="0">
                          <a:solidFill>
                            <a:srgbClr val="000000"/>
                          </a:solidFill>
                          <a:effectLst/>
                          <a:latin typeface="Arial"/>
                          <a:ea typeface="Arial"/>
                          <a:cs typeface="Arial"/>
                          <a:sym typeface="Arial"/>
                        </a:rPr>
                        <a:t>management + Hybrid + Integrated Project Delivery (IPD)</a:t>
                      </a:r>
                      <a:r>
                        <a:rPr b="0" cap="none" dirty="0" sz="1600" i="0" lang="en-US" strike="noStrike" u="none" smtClean="0">
                          <a:solidFill>
                            <a:srgbClr val="000000"/>
                          </a:solidFill>
                          <a:effectLst/>
                          <a:latin typeface="Arial"/>
                          <a:ea typeface="Arial"/>
                          <a:cs typeface="Arial"/>
                          <a:sym typeface="Arial"/>
                        </a:rPr>
                        <a:t>: Use a </a:t>
                      </a:r>
                      <a:r>
                        <a:rPr b="1" cap="none" dirty="0" sz="1600" i="0" lang="en-US" strike="noStrike" u="none" smtClean="0">
                          <a:solidFill>
                            <a:srgbClr val="000000"/>
                          </a:solidFill>
                          <a:effectLst/>
                          <a:latin typeface="Arial"/>
                          <a:ea typeface="Arial"/>
                          <a:cs typeface="Arial"/>
                          <a:sym typeface="Arial"/>
                        </a:rPr>
                        <a:t>portfolio-management framework</a:t>
                      </a:r>
                      <a:r>
                        <a:rPr b="0" cap="none" dirty="0" sz="1600" i="0" lang="en-US" strike="noStrike" u="none" smtClean="0">
                          <a:solidFill>
                            <a:srgbClr val="000000"/>
                          </a:solidFill>
                          <a:effectLst/>
                          <a:latin typeface="Arial"/>
                          <a:ea typeface="Arial"/>
                          <a:cs typeface="Arial"/>
                          <a:sym typeface="Arial"/>
                        </a:rPr>
                        <a:t> (to prioritize which subprojects proceed first), </a:t>
                      </a:r>
                      <a:r>
                        <a:rPr b="1" cap="none" dirty="0" sz="1600" i="0" lang="en-US" strike="noStrike" u="none" smtClean="0">
                          <a:solidFill>
                            <a:srgbClr val="000000"/>
                          </a:solidFill>
                          <a:effectLst/>
                          <a:latin typeface="Arial"/>
                          <a:ea typeface="Arial"/>
                          <a:cs typeface="Arial"/>
                          <a:sym typeface="Arial"/>
                        </a:rPr>
                        <a:t>Hybrid methodology</a:t>
                      </a:r>
                      <a:r>
                        <a:rPr b="0" cap="none" dirty="0" sz="1600" i="0" lang="en-US" strike="noStrike" u="none" smtClean="0">
                          <a:solidFill>
                            <a:srgbClr val="000000"/>
                          </a:solidFill>
                          <a:effectLst/>
                          <a:latin typeface="Arial"/>
                          <a:ea typeface="Arial"/>
                          <a:cs typeface="Arial"/>
                          <a:sym typeface="Arial"/>
                        </a:rPr>
                        <a:t> for individual sub-projects, and </a:t>
                      </a:r>
                      <a:r>
                        <a:rPr b="1" cap="none" dirty="0" sz="1600" i="0" lang="en-US" strike="noStrike" u="none" smtClean="0">
                          <a:solidFill>
                            <a:srgbClr val="000000"/>
                          </a:solidFill>
                          <a:effectLst/>
                          <a:latin typeface="Arial"/>
                          <a:ea typeface="Arial"/>
                          <a:cs typeface="Arial"/>
                          <a:sym typeface="Arial"/>
                        </a:rPr>
                        <a:t>Integrated Project Delivery (IPD)</a:t>
                      </a:r>
                      <a:r>
                        <a:rPr b="0" cap="none" dirty="0" sz="1600" i="0" lang="en-US" strike="noStrike" u="none" smtClean="0">
                          <a:solidFill>
                            <a:srgbClr val="000000"/>
                          </a:solidFill>
                          <a:effectLst/>
                          <a:latin typeface="Arial"/>
                          <a:ea typeface="Arial"/>
                          <a:cs typeface="Arial"/>
                          <a:sym typeface="Arial"/>
                        </a:rPr>
                        <a:t> especially for port + urban works: early collaboration among all stakeholders (owners, designers, contractors, government, local community) to share risks &amp; benefits, improve communication, and coordinate dependencies. This approach helps manage the complexity of interlinked sub-projects and stakeholder interests</a:t>
                      </a:r>
                      <a:endParaRPr dirty="0" sz="1600" lang="en-US"/>
                    </a:p>
                  </a:txBody>
                </a:tc>
              </a:tr>
            </a:tbl>
          </a:graphicData>
        </a:graphic>
      </p:graphicFrame>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graphicFrame>
        <p:nvGraphicFramePr>
          <p:cNvPr id="4194307" name="Table 1"/>
          <p:cNvGraphicFramePr>
            <a:graphicFrameLocks noGrp="1"/>
          </p:cNvGraphicFramePr>
          <p:nvPr/>
        </p:nvGraphicFramePr>
        <p:xfrm>
          <a:off x="0" y="0"/>
          <a:ext cx="9119937" cy="5143500"/>
        </p:xfrm>
        <a:graphic>
          <a:graphicData uri="http://schemas.openxmlformats.org/drawingml/2006/table">
            <a:tbl>
              <a:tblPr firstRow="1" bandRow="1"/>
              <a:tblGrid>
                <a:gridCol w="2987842"/>
                <a:gridCol w="2987842"/>
                <a:gridCol w="3144253"/>
              </a:tblGrid>
              <a:tr h="5143500">
                <a:tc>
                  <a:txBody>
                    <a:bodyPr/>
                    <a:p>
                      <a:pPr marL="0" marR="0">
                        <a:lnSpc>
                          <a:spcPct val="107000"/>
                        </a:lnSpc>
                        <a:spcBef>
                          <a:spcPts val="0"/>
                        </a:spcBef>
                        <a:spcAft>
                          <a:spcPts val="0"/>
                        </a:spcAft>
                      </a:pPr>
                      <a:r>
                        <a:rPr b="1" cap="none" dirty="0" sz="1800" i="0" lang="en-US" strike="noStrike" u="none" smtClean="0">
                          <a:solidFill>
                            <a:srgbClr val="000000"/>
                          </a:solidFill>
                          <a:effectLst/>
                          <a:latin typeface="Arial"/>
                          <a:ea typeface="Arial"/>
                          <a:cs typeface="Arial"/>
                          <a:sym typeface="Arial"/>
                        </a:rPr>
                        <a:t>Future / pipeline CPEC industrial, agriculture, green-energy, and expansion projects (as under “Phase II/2.0” direction</a:t>
                      </a:r>
                      <a:endParaRPr dirty="0" sz="18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pPr marL="0" marR="0">
                        <a:lnSpc>
                          <a:spcPct val="107000"/>
                        </a:lnSpc>
                        <a:spcBef>
                          <a:spcPts val="0"/>
                        </a:spcBef>
                        <a:spcAft>
                          <a:spcPts val="0"/>
                        </a:spcAft>
                      </a:pPr>
                      <a:r>
                        <a:rPr dirty="0" sz="1800" lang="en-US">
                          <a:effectLst/>
                          <a:latin typeface="Times New Roman" panose="02020603050405020304" pitchFamily="18" charset="0"/>
                          <a:ea typeface="Times New Roman" panose="02020603050405020304" pitchFamily="18" charset="0"/>
                          <a:cs typeface="Arial" panose="020B0604020202020204" pitchFamily="34" charset="0"/>
                        </a:rPr>
                        <a:t>Not yet structured, but historically likely to start with traditional planning; possibly ad-hoc decision-making due to evolving requirements and political pressures.</a:t>
                      </a:r>
                      <a:endParaRPr dirty="0" sz="18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p>
                      <a:pPr marL="0" marR="0">
                        <a:lnSpc>
                          <a:spcPct val="107000"/>
                        </a:lnSpc>
                        <a:spcBef>
                          <a:spcPts val="0"/>
                        </a:spcBef>
                        <a:spcAft>
                          <a:spcPts val="0"/>
                        </a:spcAft>
                      </a:pP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Adaptive / Phase-Gate Hybrid + Lean-Agile for non-construction parts</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 For projects involving industrial parks, agricultural tech, green energy — requirements may evolve, stakeholders may change. Use </a:t>
                      </a: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Hybrid project management</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 waterfall/phase-gate for regulatory, compliance, infrastructure foundation, then </a:t>
                      </a: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agile/lean iterations</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 for development of processes (e.g. industrial park build-out, operational roll-out, </a:t>
                      </a:r>
                      <a:r>
                        <a:rPr dirty="0" sz="1600" lang="en-US" err="1">
                          <a:effectLst/>
                          <a:latin typeface="Times New Roman" panose="02020603050405020304" pitchFamily="18" charset="0"/>
                          <a:ea typeface="Times New Roman" panose="02020603050405020304" pitchFamily="18" charset="0"/>
                          <a:cs typeface="Arial" panose="020B0604020202020204" pitchFamily="34" charset="0"/>
                        </a:rPr>
                        <a:t>agri</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-tech adoption). Where possible, use </a:t>
                      </a: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feedback loops</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 and </a:t>
                      </a:r>
                      <a:r>
                        <a:rPr b="1" dirty="0" sz="1600" lang="en-US">
                          <a:effectLst/>
                          <a:latin typeface="Times New Roman" panose="02020603050405020304" pitchFamily="18" charset="0"/>
                          <a:ea typeface="Times New Roman" panose="02020603050405020304" pitchFamily="18" charset="0"/>
                          <a:cs typeface="Arial" panose="020B0604020202020204" pitchFamily="34" charset="0"/>
                        </a:rPr>
                        <a:t>incremental delivery</a:t>
                      </a:r>
                      <a:r>
                        <a:rPr dirty="0" sz="1600" lang="en-US">
                          <a:effectLst/>
                          <a:latin typeface="Times New Roman" panose="02020603050405020304" pitchFamily="18" charset="0"/>
                          <a:ea typeface="Times New Roman" panose="02020603050405020304" pitchFamily="18" charset="0"/>
                          <a:cs typeface="Arial" panose="020B0604020202020204" pitchFamily="34" charset="0"/>
                        </a:rPr>
                        <a:t> to adapt to evolving economic, social, or environmental conditions.</a:t>
                      </a:r>
                      <a:endParaRPr dirty="0" sz="1600" lang="en-US">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bl>
          </a:graphicData>
        </a:graphic>
      </p:graphicFrame>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5" name="Shape 244"/>
        <p:cNvGrpSpPr/>
        <p:nvPr/>
      </p:nvGrpSpPr>
      <p:grpSpPr>
        <a:xfrm>
          <a:off x="0" y="0"/>
          <a:ext cx="0" cy="0"/>
          <a:chOff x="0" y="0"/>
          <a:chExt cx="0" cy="0"/>
        </a:xfrm>
      </p:grpSpPr>
      <p:grpSp>
        <p:nvGrpSpPr>
          <p:cNvPr id="106" name="Google Shape;245;p34"/>
          <p:cNvGrpSpPr/>
          <p:nvPr/>
        </p:nvGrpSpPr>
        <p:grpSpPr>
          <a:xfrm>
            <a:off x="1293950" y="-18440"/>
            <a:ext cx="7842105" cy="5224200"/>
            <a:chOff x="1293950" y="-18440"/>
            <a:chExt cx="7842105" cy="5224200"/>
          </a:xfrm>
        </p:grpSpPr>
        <p:cxnSp>
          <p:nvCxnSpPr>
            <p:cNvPr id="3145754"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55"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80" name="Google Shape;248;p34"/>
          <p:cNvSpPr txBox="1">
            <a:spLocks noGrp="1"/>
          </p:cNvSpPr>
          <p:nvPr>
            <p:ph type="title"/>
          </p:nvPr>
        </p:nvSpPr>
        <p:spPr>
          <a:xfrm>
            <a:off x="3456709" y="335326"/>
            <a:ext cx="5458691" cy="767296"/>
          </a:xfrm>
          <a:prstGeom prst="rect"/>
        </p:spPr>
        <p:txBody>
          <a:bodyPr anchor="t" anchorCtr="0" bIns="91425" lIns="91425" rIns="91425" spcFirstLastPara="1" tIns="91425" wrap="square">
            <a:noAutofit/>
          </a:bodyPr>
          <a:p>
            <a:pPr lvl="0"/>
            <a:r>
              <a:rPr dirty="0" sz="2800" lang="en-US"/>
              <a:t>Emerging Trends Applied or Needed</a:t>
            </a:r>
            <a:endParaRPr dirty="0">
              <a:latin typeface="Zalando Sans Expanded Medium"/>
              <a:ea typeface="Zalando Sans Expanded Medium"/>
              <a:cs typeface="Zalando Sans Expanded Medium"/>
              <a:sym typeface="Zalando Sans Expanded Medium"/>
            </a:endParaRPr>
          </a:p>
        </p:txBody>
      </p:sp>
      <p:sp>
        <p:nvSpPr>
          <p:cNvPr id="1048681" name="AutoShape 4" descr="CPEC, Green Corridor, and Natural Environment of Pakistan"/>
          <p:cNvSpPr txBox="1">
            <a:spLocks noChangeAspect="1" noChangeArrowheads="1"/>
          </p:cNvSpPr>
          <p:nvPr/>
        </p:nvSpPr>
        <p:spPr bwMode="auto">
          <a:xfrm>
            <a:off x="1581311" y="1102622"/>
            <a:ext cx="7334085" cy="3753164"/>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lnSpc>
                <a:spcPct val="150000"/>
              </a:lnSpc>
              <a:buNone/>
            </a:pPr>
            <a:r>
              <a:rPr b="1" dirty="0" sz="1600" lang="en-US">
                <a:latin typeface="Arimo" panose="020B0604020202020204" charset="0"/>
                <a:ea typeface="Arimo" panose="020B0604020202020204" charset="0"/>
                <a:cs typeface="Arimo" panose="020B0604020202020204" charset="0"/>
              </a:rPr>
              <a:t>APPLIED </a:t>
            </a:r>
          </a:p>
          <a:p>
            <a:pPr>
              <a:lnSpc>
                <a:spcPct val="150000"/>
              </a:lnSpc>
            </a:pPr>
            <a:r>
              <a:rPr dirty="0" sz="1400" lang="en-US">
                <a:latin typeface="Arimo" panose="020B0604020202020204" charset="0"/>
                <a:ea typeface="Arimo" panose="020B0604020202020204" charset="0"/>
                <a:cs typeface="Arimo" panose="020B0604020202020204" charset="0"/>
              </a:rPr>
              <a:t>Digital monitoring (limited dash boarding &amp; progress reporting from CPEC Authority). </a:t>
            </a:r>
          </a:p>
          <a:p>
            <a:pPr indent="0" marL="0">
              <a:lnSpc>
                <a:spcPct val="150000"/>
              </a:lnSpc>
              <a:buNone/>
            </a:pPr>
            <a:r>
              <a:rPr b="1" dirty="0" sz="1400" lang="en-US">
                <a:latin typeface="Arimo" panose="020B0604020202020204" charset="0"/>
                <a:ea typeface="Arimo" panose="020B0604020202020204" charset="0"/>
                <a:cs typeface="Arimo" panose="020B0604020202020204" charset="0"/>
              </a:rPr>
              <a:t>NEEDED</a:t>
            </a:r>
            <a:r>
              <a:rPr dirty="0" sz="1400" lang="en-US">
                <a:latin typeface="Arimo" panose="020B0604020202020204" charset="0"/>
                <a:ea typeface="Arimo" panose="020B0604020202020204" charset="0"/>
                <a:cs typeface="Arimo" panose="020B0604020202020204" charset="0"/>
              </a:rPr>
              <a:t> </a:t>
            </a:r>
          </a:p>
          <a:p>
            <a:pPr>
              <a:lnSpc>
                <a:spcPct val="150000"/>
              </a:lnSpc>
            </a:pPr>
            <a:r>
              <a:rPr dirty="0" sz="1400" lang="en-US">
                <a:latin typeface="Arimo" panose="020B0604020202020204" charset="0"/>
                <a:ea typeface="Arimo" panose="020B0604020202020204" charset="0"/>
                <a:cs typeface="Arimo" panose="020B0604020202020204" charset="0"/>
              </a:rPr>
              <a:t>Hybrid PM approaches (program-level agility + stage-gate controls) for long horizon projects. </a:t>
            </a:r>
          </a:p>
          <a:p>
            <a:pPr>
              <a:lnSpc>
                <a:spcPct val="150000"/>
              </a:lnSpc>
            </a:pPr>
            <a:r>
              <a:rPr dirty="0" sz="1400" lang="en-US">
                <a:latin typeface="Arimo" panose="020B0604020202020204" charset="0"/>
                <a:ea typeface="Arimo" panose="020B0604020202020204" charset="0"/>
                <a:cs typeface="Arimo" panose="020B0604020202020204" charset="0"/>
              </a:rPr>
              <a:t>ESG &amp; sustainability integration (environmental and social safeguards; more green financing for hydropower/renewables). </a:t>
            </a:r>
          </a:p>
          <a:p>
            <a:pPr>
              <a:lnSpc>
                <a:spcPct val="150000"/>
              </a:lnSpc>
            </a:pPr>
            <a:r>
              <a:rPr dirty="0" sz="1400" lang="en-US">
                <a:latin typeface="Arimo" panose="020B0604020202020204" charset="0"/>
                <a:ea typeface="Arimo" panose="020B0604020202020204" charset="0"/>
                <a:cs typeface="Arimo" panose="020B0604020202020204" charset="0"/>
              </a:rPr>
              <a:t>Advanced risk analytics and fiscal stress testing for debt sustainability. </a:t>
            </a:r>
          </a:p>
          <a:p>
            <a:pPr>
              <a:lnSpc>
                <a:spcPct val="150000"/>
              </a:lnSpc>
            </a:pPr>
            <a:r>
              <a:rPr dirty="0" sz="1400" lang="en-US">
                <a:latin typeface="Arimo" panose="020B0604020202020204" charset="0"/>
                <a:ea typeface="Arimo" panose="020B0604020202020204" charset="0"/>
                <a:cs typeface="Arimo" panose="020B0604020202020204" charset="0"/>
              </a:rPr>
              <a:t>Local capacity building &amp; industrial linkages to maximize value capture from SEZs.</a:t>
            </a:r>
          </a:p>
          <a:p>
            <a:pPr>
              <a:lnSpc>
                <a:spcPct val="150000"/>
              </a:lnSpc>
            </a:pPr>
            <a:endParaRPr dirty="0" sz="1400" lang="en-US">
              <a:latin typeface="Arimo" panose="020B0604020202020204" charset="0"/>
              <a:ea typeface="Arimo" panose="020B0604020202020204" charset="0"/>
              <a:cs typeface="Arimo" panose="020B0604020202020204" charset="0"/>
            </a:endParaRP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9" name="Shape 244"/>
        <p:cNvGrpSpPr/>
        <p:nvPr/>
      </p:nvGrpSpPr>
      <p:grpSpPr>
        <a:xfrm>
          <a:off x="0" y="0"/>
          <a:ext cx="0" cy="0"/>
          <a:chOff x="0" y="0"/>
          <a:chExt cx="0" cy="0"/>
        </a:xfrm>
      </p:grpSpPr>
      <p:grpSp>
        <p:nvGrpSpPr>
          <p:cNvPr id="110" name="Google Shape;245;p34"/>
          <p:cNvGrpSpPr/>
          <p:nvPr/>
        </p:nvGrpSpPr>
        <p:grpSpPr>
          <a:xfrm>
            <a:off x="1293950" y="-18440"/>
            <a:ext cx="7842105" cy="5224200"/>
            <a:chOff x="1293950" y="-18440"/>
            <a:chExt cx="7842105" cy="5224200"/>
          </a:xfrm>
        </p:grpSpPr>
        <p:cxnSp>
          <p:nvCxnSpPr>
            <p:cNvPr id="3145756"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57"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84" name="Google Shape;248;p34"/>
          <p:cNvSpPr txBox="1">
            <a:spLocks noGrp="1"/>
          </p:cNvSpPr>
          <p:nvPr>
            <p:ph type="title"/>
          </p:nvPr>
        </p:nvSpPr>
        <p:spPr>
          <a:xfrm>
            <a:off x="3456709" y="335326"/>
            <a:ext cx="5458691" cy="767296"/>
          </a:xfrm>
          <a:prstGeom prst="rect"/>
        </p:spPr>
        <p:txBody>
          <a:bodyPr anchor="t" anchorCtr="0" bIns="91425" lIns="91425" rIns="91425" spcFirstLastPara="1" tIns="91425" wrap="square">
            <a:noAutofit/>
          </a:bodyPr>
          <a:p>
            <a:pPr lvl="0"/>
            <a:r>
              <a:rPr dirty="0" lang="en-US"/>
              <a:t>CPEC 2.0 – A Strategic Shift (14th JCC, Sept 2025)</a:t>
            </a:r>
            <a:endParaRPr dirty="0">
              <a:latin typeface="Zalando Sans Expanded Medium"/>
              <a:ea typeface="Zalando Sans Expanded Medium"/>
              <a:cs typeface="Zalando Sans Expanded Medium"/>
              <a:sym typeface="Zalando Sans Expanded Medium"/>
            </a:endParaRPr>
          </a:p>
        </p:txBody>
      </p:sp>
      <p:sp>
        <p:nvSpPr>
          <p:cNvPr id="1048685" name="AutoShape 4" descr="CPEC, Green Corridor, and Natural Environment of Pakistan"/>
          <p:cNvSpPr txBox="1">
            <a:spLocks noChangeAspect="1" noChangeArrowheads="1"/>
          </p:cNvSpPr>
          <p:nvPr/>
        </p:nvSpPr>
        <p:spPr bwMode="auto">
          <a:xfrm>
            <a:off x="1404665" y="1715685"/>
            <a:ext cx="7334085" cy="3753164"/>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dirty="0" sz="1400" lang="en-US"/>
              <a:t>The </a:t>
            </a:r>
            <a:r>
              <a:rPr b="1" dirty="0" sz="1400" lang="en-US"/>
              <a:t>14th CPEC Joint Cooperation Committee (JCC)</a:t>
            </a:r>
            <a:r>
              <a:rPr dirty="0" sz="1400" lang="en-US"/>
              <a:t> marked a historic transition from </a:t>
            </a:r>
            <a:r>
              <a:rPr b="1" dirty="0" sz="1400" lang="en-US"/>
              <a:t>infrastructure-led growth</a:t>
            </a:r>
            <a:r>
              <a:rPr dirty="0" sz="1400" lang="en-US"/>
              <a:t> to a </a:t>
            </a:r>
            <a:r>
              <a:rPr b="1" dirty="0" sz="1400" lang="en-US"/>
              <a:t>productivity-driven development partnership</a:t>
            </a:r>
            <a:endParaRPr dirty="0" sz="1400" lang="en-US"/>
          </a:p>
          <a:p>
            <a:r>
              <a:rPr dirty="0" sz="1400" lang="en-US"/>
              <a:t>CPEC evolved from building roads and power plants to </a:t>
            </a:r>
            <a:r>
              <a:rPr b="1" dirty="0" sz="1400" lang="en-US"/>
              <a:t>industrial </a:t>
            </a:r>
            <a:r>
              <a:rPr b="1" dirty="0" sz="1400" lang="en-US" err="1"/>
              <a:t>modernisation</a:t>
            </a:r>
            <a:r>
              <a:rPr b="1" dirty="0" sz="1400" lang="en-US"/>
              <a:t>, human development, and climate resilience</a:t>
            </a:r>
            <a:endParaRPr dirty="0" sz="1400" lang="en-US"/>
          </a:p>
          <a:p>
            <a:r>
              <a:rPr dirty="0" sz="1400" lang="en-US"/>
              <a:t>Phase-I successfully addressed </a:t>
            </a:r>
            <a:r>
              <a:rPr b="1" dirty="0" sz="1400" lang="en-US"/>
              <a:t>energy shortages and connectivity gaps</a:t>
            </a:r>
            <a:endParaRPr dirty="0" sz="1400" lang="en-US"/>
          </a:p>
          <a:p>
            <a:r>
              <a:rPr dirty="0" sz="1400" lang="en-US"/>
              <a:t>Phase-II aligns with </a:t>
            </a:r>
            <a:r>
              <a:rPr b="1" dirty="0" sz="1400" lang="en-US"/>
              <a:t>China’s 15th Five-Year Plan</a:t>
            </a:r>
            <a:r>
              <a:rPr dirty="0" sz="1400" lang="en-US"/>
              <a:t> and </a:t>
            </a:r>
            <a:r>
              <a:rPr b="1" dirty="0" sz="1400" lang="en-US"/>
              <a:t>Pakistan’s URAAN Pakistan vision</a:t>
            </a:r>
            <a:endParaRPr dirty="0" sz="1400" lang="en-US"/>
          </a:p>
          <a:p>
            <a:pPr indent="0" marL="0">
              <a:lnSpc>
                <a:spcPct val="150000"/>
              </a:lnSpc>
              <a:buNone/>
            </a:pPr>
            <a:endParaRPr dirty="0" sz="1400" lang="en-US">
              <a:latin typeface="Arimo" panose="020B0604020202020204" charset="0"/>
              <a:ea typeface="Arimo" panose="020B0604020202020204" charset="0"/>
              <a:cs typeface="Arimo" panose="020B0604020202020204" charset="0"/>
            </a:endParaRP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13" name="Shape 244"/>
        <p:cNvGrpSpPr/>
        <p:nvPr/>
      </p:nvGrpSpPr>
      <p:grpSpPr>
        <a:xfrm>
          <a:off x="0" y="0"/>
          <a:ext cx="0" cy="0"/>
          <a:chOff x="0" y="0"/>
          <a:chExt cx="0" cy="0"/>
        </a:xfrm>
      </p:grpSpPr>
      <p:grpSp>
        <p:nvGrpSpPr>
          <p:cNvPr id="114" name="Google Shape;245;p34"/>
          <p:cNvGrpSpPr/>
          <p:nvPr/>
        </p:nvGrpSpPr>
        <p:grpSpPr>
          <a:xfrm>
            <a:off x="1293950" y="-18440"/>
            <a:ext cx="7842105" cy="5224200"/>
            <a:chOff x="1293950" y="-18440"/>
            <a:chExt cx="7842105" cy="5224200"/>
          </a:xfrm>
        </p:grpSpPr>
        <p:cxnSp>
          <p:nvCxnSpPr>
            <p:cNvPr id="3145758"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59"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88" name="Google Shape;248;p34"/>
          <p:cNvSpPr txBox="1">
            <a:spLocks noGrp="1"/>
          </p:cNvSpPr>
          <p:nvPr>
            <p:ph type="title"/>
          </p:nvPr>
        </p:nvSpPr>
        <p:spPr>
          <a:xfrm>
            <a:off x="1756065" y="335326"/>
            <a:ext cx="7159336" cy="767296"/>
          </a:xfrm>
          <a:prstGeom prst="rect"/>
        </p:spPr>
        <p:txBody>
          <a:bodyPr anchor="t" anchorCtr="0" bIns="91425" lIns="91425" rIns="91425" spcFirstLastPara="1" tIns="91425" wrap="square">
            <a:noAutofit/>
          </a:bodyPr>
          <a:p>
            <a:pPr lvl="0"/>
            <a:r>
              <a:rPr dirty="0" lang="en-US"/>
              <a:t>Strategic Alignment – 5Es Framework &amp; CPEC Corridors</a:t>
            </a:r>
            <a:endParaRPr dirty="0">
              <a:latin typeface="Zalando Sans Expanded Medium"/>
              <a:ea typeface="Zalando Sans Expanded Medium"/>
              <a:cs typeface="Zalando Sans Expanded Medium"/>
              <a:sym typeface="Zalando Sans Expanded Medium"/>
            </a:endParaRPr>
          </a:p>
        </p:txBody>
      </p:sp>
      <p:sp>
        <p:nvSpPr>
          <p:cNvPr id="1048689" name="AutoShape 4" descr="CPEC, Green Corridor, and Natural Environment of Pakistan"/>
          <p:cNvSpPr txBox="1">
            <a:spLocks noChangeAspect="1" noChangeArrowheads="1"/>
          </p:cNvSpPr>
          <p:nvPr/>
        </p:nvSpPr>
        <p:spPr bwMode="auto">
          <a:xfrm>
            <a:off x="2875157" y="5507914"/>
            <a:ext cx="7334085" cy="1348793"/>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lnSpc>
                <a:spcPct val="150000"/>
              </a:lnSpc>
              <a:buNone/>
            </a:pPr>
            <a:endParaRPr dirty="0" sz="1400" lang="en-US">
              <a:latin typeface="Arimo" panose="020B0604020202020204" charset="0"/>
              <a:ea typeface="Arimo" panose="020B0604020202020204" charset="0"/>
              <a:cs typeface="Arimo" panose="020B0604020202020204" charset="0"/>
            </a:endParaRPr>
          </a:p>
        </p:txBody>
      </p:sp>
      <p:sp>
        <p:nvSpPr>
          <p:cNvPr id="1048690" name="Rectangle 2"/>
          <p:cNvSpPr>
            <a:spLocks noChangeArrowheads="1"/>
          </p:cNvSpPr>
          <p:nvPr/>
        </p:nvSpPr>
        <p:spPr bwMode="auto">
          <a:xfrm>
            <a:off x="1293846" y="1435792"/>
            <a:ext cx="7715072" cy="2585323"/>
          </a:xfrm>
          <a:prstGeom prst="rect"/>
          <a:noFill/>
          <a:ln>
            <a:noFill/>
          </a:ln>
          <a:effectLst/>
        </p:spPr>
        <p:txBody>
          <a:bodyPr anchor="ctr" anchorCtr="0" bIns="45720" compatLnSpc="1" lIns="91440" numCol="1" rIns="91440" tIns="45720" vert="horz" wrap="square">
            <a:prstTxWarp prst="textNoShape"/>
            <a:spAutoFit/>
          </a:bodyPr>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Pakistan’s development strategy is anchored in the </a:t>
            </a:r>
            <a:r>
              <a:rPr altLang="en-US" baseline="0" b="1" cap="none" dirty="0" sz="1800" i="0" kumimoji="0" lang="en-US" normalizeH="0" strike="noStrike" u="none" smtClean="0">
                <a:ln>
                  <a:noFill/>
                </a:ln>
                <a:solidFill>
                  <a:schemeClr val="tx1"/>
                </a:solidFill>
                <a:effectLst/>
                <a:latin typeface="Arial" panose="020B0604020202020204" pitchFamily="34" charset="0"/>
              </a:rPr>
              <a:t>5Es Framework</a:t>
            </a:r>
            <a:r>
              <a:rPr altLang="en-US" baseline="0" b="0" cap="none" dirty="0" sz="1800" i="0" kumimoji="0" lang="en-US" normalizeH="0" strike="noStrike" u="none" smtClean="0">
                <a:ln>
                  <a:noFill/>
                </a:ln>
                <a:solidFill>
                  <a:schemeClr val="tx1"/>
                </a:solidFill>
                <a:effectLst/>
                <a:latin typeface="Arial" panose="020B0604020202020204" pitchFamily="34" charset="0"/>
              </a:rPr>
              <a:t>:</a:t>
            </a:r>
            <a:br>
              <a:rPr altLang="en-US" baseline="0" b="0" cap="none" dirty="0" sz="1800" i="0" kumimoji="0" lang="en-US" normalizeH="0" strike="noStrike" u="none" smtClean="0">
                <a:ln>
                  <a:noFill/>
                </a:ln>
                <a:solidFill>
                  <a:schemeClr val="tx1"/>
                </a:solidFill>
                <a:effectLst/>
                <a:latin typeface="Arial" panose="020B0604020202020204" pitchFamily="34" charset="0"/>
              </a:rPr>
            </a:br>
            <a:r>
              <a:rPr altLang="en-US" baseline="0" b="1" cap="none" dirty="0" sz="1800" i="0" kumimoji="0" lang="en-US" normalizeH="0" strike="noStrike" u="none" smtClean="0">
                <a:ln>
                  <a:noFill/>
                </a:ln>
                <a:solidFill>
                  <a:schemeClr val="tx1"/>
                </a:solidFill>
                <a:effectLst/>
                <a:latin typeface="Arial" panose="020B0604020202020204" pitchFamily="34" charset="0"/>
              </a:rPr>
              <a:t>Exports | E-Pakistan &amp; Innovation | Energy Efficiency | </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Environment | Equity &amp; Empowerment</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CPEC 2.0 advances these through </a:t>
            </a:r>
            <a:r>
              <a:rPr altLang="en-US" baseline="0" b="1" cap="none" dirty="0" sz="1800" i="0" kumimoji="0" lang="en-US" normalizeH="0" strike="noStrike" u="none" smtClean="0">
                <a:ln>
                  <a:noFill/>
                </a:ln>
                <a:solidFill>
                  <a:schemeClr val="tx1"/>
                </a:solidFill>
                <a:effectLst/>
                <a:latin typeface="Arial" panose="020B0604020202020204" pitchFamily="34" charset="0"/>
              </a:rPr>
              <a:t>five corridors</a:t>
            </a:r>
            <a:r>
              <a:rPr altLang="en-US" baseline="0" b="0" cap="none" dirty="0" sz="1800" i="0" kumimoji="0" lang="en-US" normalizeH="0" strike="noStrike" u="none" smtClean="0">
                <a:ln>
                  <a:noFill/>
                </a:ln>
                <a:solidFill>
                  <a:schemeClr val="tx1"/>
                </a:solidFill>
                <a:effectLst/>
                <a:latin typeface="Arial" panose="020B0604020202020204" pitchFamily="34" charset="0"/>
              </a:rPr>
              <a:t>:</a:t>
            </a:r>
            <a:br>
              <a:rPr altLang="en-US" baseline="0" b="0" cap="none" dirty="0" sz="1800" i="0" kumimoji="0" lang="en-US" normalizeH="0" strike="noStrike" u="none" smtClean="0">
                <a:ln>
                  <a:noFill/>
                </a:ln>
                <a:solidFill>
                  <a:schemeClr val="tx1"/>
                </a:solidFill>
                <a:effectLst/>
                <a:latin typeface="Arial" panose="020B0604020202020204" pitchFamily="34" charset="0"/>
              </a:rPr>
            </a:br>
            <a:r>
              <a:rPr altLang="en-US" baseline="0" b="1" cap="none" dirty="0" sz="1800" i="0" kumimoji="0" lang="en-US" normalizeH="0" strike="noStrike" u="none" smtClean="0">
                <a:ln>
                  <a:noFill/>
                </a:ln>
                <a:solidFill>
                  <a:schemeClr val="tx1"/>
                </a:solidFill>
                <a:effectLst/>
                <a:latin typeface="Arial" panose="020B0604020202020204" pitchFamily="34" charset="0"/>
              </a:rPr>
              <a:t>Growth, Innovation, Green, Livelihood, and Openness</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This alignment shifts Pakistan from a </a:t>
            </a:r>
            <a:r>
              <a:rPr altLang="en-US" baseline="0" b="1" cap="none" dirty="0" sz="1800" i="0" kumimoji="0" lang="en-US" normalizeH="0" strike="noStrike" u="none" smtClean="0">
                <a:ln>
                  <a:noFill/>
                </a:ln>
                <a:solidFill>
                  <a:schemeClr val="tx1"/>
                </a:solidFill>
                <a:effectLst/>
                <a:latin typeface="Arial" panose="020B0604020202020204" pitchFamily="34" charset="0"/>
              </a:rPr>
              <a:t>low-productivity, </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consumption-based economy</a:t>
            </a:r>
            <a:r>
              <a:rPr altLang="en-US" baseline="0" b="0" cap="none" dirty="0" sz="1800" i="0" kumimoji="0" lang="en-US" normalizeH="0" strike="noStrike" u="none" smtClean="0">
                <a:ln>
                  <a:noFill/>
                </a:ln>
                <a:solidFill>
                  <a:schemeClr val="tx1"/>
                </a:solidFill>
                <a:effectLst/>
                <a:latin typeface="Arial" panose="020B0604020202020204" pitchFamily="34" charset="0"/>
              </a:rPr>
              <a:t> to a </a:t>
            </a:r>
            <a:r>
              <a:rPr altLang="en-US" baseline="0" b="1" cap="none" dirty="0" sz="1800" i="0" kumimoji="0" lang="en-US" normalizeH="0" strike="noStrike" u="none" smtClean="0">
                <a:ln>
                  <a:noFill/>
                </a:ln>
                <a:solidFill>
                  <a:schemeClr val="tx1"/>
                </a:solidFill>
                <a:effectLst/>
                <a:latin typeface="Arial" panose="020B0604020202020204" pitchFamily="34" charset="0"/>
              </a:rPr>
              <a:t>high-productivity, </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export-oriented, innovation-led model</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Provides </a:t>
            </a:r>
            <a:r>
              <a:rPr altLang="en-US" baseline="0" b="1" cap="none" dirty="0" sz="1800" i="0" kumimoji="0" lang="en-US" normalizeH="0" strike="noStrike" u="none" smtClean="0">
                <a:ln>
                  <a:noFill/>
                </a:ln>
                <a:solidFill>
                  <a:schemeClr val="tx1"/>
                </a:solidFill>
                <a:effectLst/>
                <a:latin typeface="Arial" panose="020B0604020202020204" pitchFamily="34" charset="0"/>
              </a:rPr>
              <a:t>long-term policy continuity and strategic clarity</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17" name="Shape 244"/>
        <p:cNvGrpSpPr/>
        <p:nvPr/>
      </p:nvGrpSpPr>
      <p:grpSpPr>
        <a:xfrm>
          <a:off x="0" y="0"/>
          <a:ext cx="0" cy="0"/>
          <a:chOff x="0" y="0"/>
          <a:chExt cx="0" cy="0"/>
        </a:xfrm>
      </p:grpSpPr>
      <p:grpSp>
        <p:nvGrpSpPr>
          <p:cNvPr id="118" name="Google Shape;245;p34"/>
          <p:cNvGrpSpPr/>
          <p:nvPr/>
        </p:nvGrpSpPr>
        <p:grpSpPr>
          <a:xfrm>
            <a:off x="1293950" y="-18440"/>
            <a:ext cx="7842105" cy="5224200"/>
            <a:chOff x="1293950" y="-18440"/>
            <a:chExt cx="7842105" cy="5224200"/>
          </a:xfrm>
        </p:grpSpPr>
        <p:cxnSp>
          <p:nvCxnSpPr>
            <p:cNvPr id="3145760"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61"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93" name="Google Shape;248;p34"/>
          <p:cNvSpPr txBox="1">
            <a:spLocks noGrp="1"/>
          </p:cNvSpPr>
          <p:nvPr>
            <p:ph type="title"/>
          </p:nvPr>
        </p:nvSpPr>
        <p:spPr>
          <a:xfrm>
            <a:off x="1714502" y="298151"/>
            <a:ext cx="7159336" cy="521709"/>
          </a:xfrm>
          <a:prstGeom prst="rect"/>
        </p:spPr>
        <p:txBody>
          <a:bodyPr anchor="t" anchorCtr="0" bIns="91425" lIns="91425" rIns="91425" spcFirstLastPara="1" tIns="91425" wrap="square">
            <a:noAutofit/>
          </a:bodyPr>
          <a:p>
            <a:pPr lvl="0"/>
            <a:r>
              <a:rPr dirty="0" lang="en-US"/>
              <a:t>Growth, Innovation &amp; Green Transformation</a:t>
            </a:r>
            <a:endParaRPr dirty="0">
              <a:latin typeface="Zalando Sans Expanded Medium"/>
              <a:ea typeface="Zalando Sans Expanded Medium"/>
              <a:cs typeface="Zalando Sans Expanded Medium"/>
              <a:sym typeface="Zalando Sans Expanded Medium"/>
            </a:endParaRPr>
          </a:p>
        </p:txBody>
      </p:sp>
      <p:sp>
        <p:nvSpPr>
          <p:cNvPr id="1048694" name="AutoShape 4" descr="CPEC, Green Corridor, and Natural Environment of Pakistan"/>
          <p:cNvSpPr txBox="1">
            <a:spLocks noChangeAspect="1" noChangeArrowheads="1"/>
          </p:cNvSpPr>
          <p:nvPr/>
        </p:nvSpPr>
        <p:spPr bwMode="auto">
          <a:xfrm>
            <a:off x="2875157" y="5507914"/>
            <a:ext cx="7334085" cy="1348793"/>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lnSpc>
                <a:spcPct val="150000"/>
              </a:lnSpc>
              <a:buNone/>
            </a:pPr>
            <a:endParaRPr dirty="0" sz="1400" lang="en-US">
              <a:latin typeface="Arimo" panose="020B0604020202020204" charset="0"/>
              <a:ea typeface="Arimo" panose="020B0604020202020204" charset="0"/>
              <a:cs typeface="Arimo" panose="020B0604020202020204" charset="0"/>
            </a:endParaRPr>
          </a:p>
        </p:txBody>
      </p:sp>
      <p:sp>
        <p:nvSpPr>
          <p:cNvPr id="1048695" name="Rectangle 1"/>
          <p:cNvSpPr>
            <a:spLocks noChangeArrowheads="1"/>
          </p:cNvSpPr>
          <p:nvPr/>
        </p:nvSpPr>
        <p:spPr bwMode="auto">
          <a:xfrm>
            <a:off x="1357519" y="1481958"/>
            <a:ext cx="7715072" cy="2862322"/>
          </a:xfrm>
          <a:prstGeom prst="rect"/>
          <a:noFill/>
          <a:ln>
            <a:noFill/>
          </a:ln>
          <a:effectLst/>
        </p:spPr>
        <p:txBody>
          <a:bodyPr anchor="ctr" anchorCtr="0" bIns="45720" compatLnSpc="1" lIns="91440" numCol="1" rIns="91440" tIns="45720" vert="horz" wrap="square">
            <a:prstTxWarp prst="textNoShape"/>
            <a:spAutoFit/>
          </a:bodyPr>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Growth Corridor:</a:t>
            </a:r>
            <a:r>
              <a:rPr altLang="en-US" baseline="0" b="0" cap="none" dirty="0" sz="1800" i="0" kumimoji="0" lang="en-US" normalizeH="0" strike="noStrike" u="none" smtClean="0">
                <a:ln>
                  <a:noFill/>
                </a:ln>
                <a:solidFill>
                  <a:schemeClr val="tx1"/>
                </a:solidFill>
                <a:effectLst/>
                <a:latin typeface="Arial" panose="020B0604020202020204" pitchFamily="34" charset="0"/>
              </a:rPr>
              <a:t> SEZs (</a:t>
            </a:r>
            <a:r>
              <a:rPr altLang="en-US" baseline="0" b="0" cap="none" dirty="0" sz="1800" i="0" kumimoji="0" lang="en-US" normalizeH="0" err="1" strike="noStrike" u="none" smtClean="0">
                <a:ln>
                  <a:noFill/>
                </a:ln>
                <a:solidFill>
                  <a:schemeClr val="tx1"/>
                </a:solidFill>
                <a:effectLst/>
                <a:latin typeface="Arial" panose="020B0604020202020204" pitchFamily="34" charset="0"/>
              </a:rPr>
              <a:t>Rashakai</a:t>
            </a:r>
            <a:r>
              <a:rPr altLang="en-US" baseline="0" b="0" cap="none" dirty="0" sz="1800" i="0" kumimoji="0" lang="en-US" normalizeH="0" strike="noStrike" u="none" smtClean="0">
                <a:ln>
                  <a:noFill/>
                </a:ln>
                <a:solidFill>
                  <a:schemeClr val="tx1"/>
                </a:solidFill>
                <a:effectLst/>
                <a:latin typeface="Arial" panose="020B0604020202020204" pitchFamily="34" charset="0"/>
              </a:rPr>
              <a:t>, </a:t>
            </a:r>
            <a:r>
              <a:rPr altLang="en-US" baseline="0" b="0" cap="none" dirty="0" sz="1800" i="0" kumimoji="0" lang="en-US" normalizeH="0" err="1" strike="noStrike" u="none" smtClean="0">
                <a:ln>
                  <a:noFill/>
                </a:ln>
                <a:solidFill>
                  <a:schemeClr val="tx1"/>
                </a:solidFill>
                <a:effectLst/>
                <a:latin typeface="Arial" panose="020B0604020202020204" pitchFamily="34" charset="0"/>
              </a:rPr>
              <a:t>Dhabeji</a:t>
            </a:r>
            <a:r>
              <a:rPr altLang="en-US" baseline="0" b="0" cap="none" dirty="0" sz="1800" i="0" kumimoji="0" lang="en-US" normalizeH="0" strike="noStrike" u="none" smtClean="0">
                <a:ln>
                  <a:noFill/>
                </a:ln>
                <a:solidFill>
                  <a:schemeClr val="tx1"/>
                </a:solidFill>
                <a:effectLst/>
                <a:latin typeface="Arial" panose="020B0604020202020204" pitchFamily="34" charset="0"/>
              </a:rPr>
              <a:t>, </a:t>
            </a:r>
            <a:r>
              <a:rPr altLang="en-US" baseline="0" b="0" cap="none" dirty="0" sz="1800" i="0" kumimoji="0" lang="en-US" normalizeH="0" err="1" strike="noStrike" u="none" smtClean="0">
                <a:ln>
                  <a:noFill/>
                </a:ln>
                <a:solidFill>
                  <a:schemeClr val="tx1"/>
                </a:solidFill>
                <a:effectLst/>
                <a:latin typeface="Arial" panose="020B0604020202020204" pitchFamily="34" charset="0"/>
              </a:rPr>
              <a:t>Allama</a:t>
            </a:r>
            <a:r>
              <a:rPr altLang="en-US" baseline="0" b="0" cap="none" dirty="0" sz="1800" i="0" kumimoji="0" lang="en-US" normalizeH="0" strike="noStrike" u="none" smtClean="0">
                <a:ln>
                  <a:noFill/>
                </a:ln>
                <a:solidFill>
                  <a:schemeClr val="tx1"/>
                </a:solidFill>
                <a:effectLst/>
                <a:latin typeface="Arial" panose="020B0604020202020204" pitchFamily="34" charset="0"/>
              </a:rPr>
              <a:t> Iqbal, </a:t>
            </a:r>
            <a:r>
              <a:rPr altLang="en-US" baseline="0" b="0" cap="none" dirty="0" sz="1800" i="0" kumimoji="0" lang="en-US" normalizeH="0" err="1" strike="noStrike" u="none" smtClean="0">
                <a:ln>
                  <a:noFill/>
                </a:ln>
                <a:solidFill>
                  <a:schemeClr val="tx1"/>
                </a:solidFill>
                <a:effectLst/>
                <a:latin typeface="Arial" panose="020B0604020202020204" pitchFamily="34" charset="0"/>
              </a:rPr>
              <a:t>Bostan</a:t>
            </a:r>
            <a:r>
              <a:rPr altLang="en-US" baseline="0" b="0" cap="none" dirty="0" sz="1800" i="0" kumimoji="0" lang="en-US" normalizeH="0" strike="noStrike" u="none" smtClean="0">
                <a:ln>
                  <a:noFill/>
                </a:ln>
                <a:solidFill>
                  <a:schemeClr val="tx1"/>
                </a:solidFill>
                <a:effectLst/>
                <a:latin typeface="Arial" panose="020B0604020202020204" pitchFamily="34" charset="0"/>
              </a:rPr>
              <a:t>)</a:t>
            </a:r>
          </a:p>
          <a:p>
            <a:pPr algn="l" defTabSz="914400" eaLnBrk="0" fontAlgn="base" hangingPunct="0" indent="0" latinLnBrk="0" lvl="0" marL="0" marR="0" rtl="0">
              <a:lnSpc>
                <a:spcPct val="100000"/>
              </a:lnSpc>
              <a:spcBef>
                <a:spcPct val="0"/>
              </a:spcBef>
              <a:spcAft>
                <a:spcPct val="0"/>
              </a:spcAft>
              <a:buClrTx/>
              <a:buSzTx/>
            </a:pPr>
            <a:r>
              <a:rPr altLang="en-US" baseline="0" b="0" cap="none" dirty="0" sz="1800" i="0" kumimoji="0" lang="en-US" normalizeH="0" strike="noStrike" u="none" smtClean="0">
                <a:ln>
                  <a:noFill/>
                </a:ln>
                <a:solidFill>
                  <a:schemeClr val="tx1"/>
                </a:solidFill>
                <a:effectLst/>
                <a:latin typeface="Arial" panose="020B0604020202020204" pitchFamily="34" charset="0"/>
              </a:rPr>
              <a:t>to attract investment in manufacturing, electronics, auto parts and </a:t>
            </a:r>
          </a:p>
          <a:p>
            <a:pPr algn="l" defTabSz="914400" eaLnBrk="0" fontAlgn="base" hangingPunct="0" indent="0" latinLnBrk="0" lvl="0" marL="0" marR="0" rtl="0">
              <a:lnSpc>
                <a:spcPct val="100000"/>
              </a:lnSpc>
              <a:spcBef>
                <a:spcPct val="0"/>
              </a:spcBef>
              <a:spcAft>
                <a:spcPct val="0"/>
              </a:spcAft>
              <a:buClrTx/>
              <a:buSzTx/>
            </a:pPr>
            <a:r>
              <a:rPr altLang="en-US" baseline="0" b="0" cap="none" dirty="0" sz="1800" i="0" kumimoji="0" lang="en-US" normalizeH="0" strike="noStrike" u="none" smtClean="0">
                <a:ln>
                  <a:noFill/>
                </a:ln>
                <a:solidFill>
                  <a:schemeClr val="tx1"/>
                </a:solidFill>
                <a:effectLst/>
                <a:latin typeface="Arial" panose="020B0604020202020204" pitchFamily="34" charset="0"/>
              </a:rPr>
              <a:t>agro-processing</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Innovation Corridor:</a:t>
            </a:r>
            <a:r>
              <a:rPr altLang="en-US" baseline="0" b="0" cap="none" dirty="0" sz="1800" i="0" kumimoji="0" lang="en-US" normalizeH="0" strike="noStrike" u="none" smtClean="0">
                <a:ln>
                  <a:noFill/>
                </a:ln>
                <a:solidFill>
                  <a:schemeClr val="tx1"/>
                </a:solidFill>
                <a:effectLst/>
                <a:latin typeface="Arial" panose="020B0604020202020204" pitchFamily="34" charset="0"/>
              </a:rPr>
              <a:t> AI, 5G, </a:t>
            </a:r>
            <a:r>
              <a:rPr altLang="en-US" baseline="0" b="0" cap="none" dirty="0" sz="1800" i="0" kumimoji="0" lang="en-US" normalizeH="0" err="1" strike="noStrike" u="none" smtClean="0">
                <a:ln>
                  <a:noFill/>
                </a:ln>
                <a:solidFill>
                  <a:schemeClr val="tx1"/>
                </a:solidFill>
                <a:effectLst/>
                <a:latin typeface="Arial" panose="020B0604020202020204" pitchFamily="34" charset="0"/>
              </a:rPr>
              <a:t>fintech</a:t>
            </a:r>
            <a:r>
              <a:rPr altLang="en-US" baseline="0" b="0" cap="none" dirty="0" sz="1800" i="0" kumimoji="0" lang="en-US" normalizeH="0" strike="noStrike" u="none" smtClean="0">
                <a:ln>
                  <a:noFill/>
                </a:ln>
                <a:solidFill>
                  <a:schemeClr val="tx1"/>
                </a:solidFill>
                <a:effectLst/>
                <a:latin typeface="Arial" panose="020B0604020202020204" pitchFamily="34" charset="0"/>
              </a:rPr>
              <a:t>, smart governance, digital payments, </a:t>
            </a:r>
          </a:p>
          <a:p>
            <a:pPr algn="l" defTabSz="914400" eaLnBrk="0" fontAlgn="base" hangingPunct="0" indent="0" latinLnBrk="0" lvl="0" marL="0" marR="0" rtl="0">
              <a:lnSpc>
                <a:spcPct val="100000"/>
              </a:lnSpc>
              <a:spcBef>
                <a:spcPct val="0"/>
              </a:spcBef>
              <a:spcAft>
                <a:spcPct val="0"/>
              </a:spcAft>
              <a:buClrTx/>
              <a:buSzTx/>
            </a:pPr>
            <a:r>
              <a:rPr altLang="en-US" baseline="0" b="0" cap="none" dirty="0" sz="1800" i="0" kumimoji="0" lang="en-US" normalizeH="0" strike="noStrike" u="none" smtClean="0">
                <a:ln>
                  <a:noFill/>
                </a:ln>
                <a:solidFill>
                  <a:schemeClr val="tx1"/>
                </a:solidFill>
                <a:effectLst/>
                <a:latin typeface="Arial" panose="020B0604020202020204" pitchFamily="34" charset="0"/>
              </a:rPr>
              <a:t>research partnerships, startups and science parks</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Green Corridor:</a:t>
            </a:r>
            <a:r>
              <a:rPr altLang="en-US" baseline="0" b="0" cap="none" dirty="0" sz="1800" i="0" kumimoji="0" lang="en-US" normalizeH="0" strike="noStrike" u="none" smtClean="0">
                <a:ln>
                  <a:noFill/>
                </a:ln>
                <a:solidFill>
                  <a:schemeClr val="tx1"/>
                </a:solidFill>
                <a:effectLst/>
                <a:latin typeface="Arial" panose="020B0604020202020204" pitchFamily="34" charset="0"/>
              </a:rPr>
              <a:t> Renewable energy (solar, wind, hydro), EVs, smart grids,</a:t>
            </a:r>
          </a:p>
          <a:p>
            <a:pPr algn="l" defTabSz="914400" eaLnBrk="0" fontAlgn="base" hangingPunct="0" indent="0" latinLnBrk="0" lvl="0" marL="0" marR="0" rtl="0">
              <a:lnSpc>
                <a:spcPct val="100000"/>
              </a:lnSpc>
              <a:spcBef>
                <a:spcPct val="0"/>
              </a:spcBef>
              <a:spcAft>
                <a:spcPct val="0"/>
              </a:spcAft>
              <a:buClrTx/>
              <a:buSzTx/>
            </a:pPr>
            <a:r>
              <a:rPr altLang="en-US" baseline="0" b="0" cap="none" dirty="0" sz="1800" i="0" kumimoji="0" lang="en-US" normalizeH="0" strike="noStrike" u="none" smtClean="0">
                <a:ln>
                  <a:noFill/>
                </a:ln>
                <a:solidFill>
                  <a:schemeClr val="tx1"/>
                </a:solidFill>
                <a:effectLst/>
                <a:latin typeface="Arial" panose="020B0604020202020204" pitchFamily="34" charset="0"/>
              </a:rPr>
              <a:t> climate-resilient agriculture and disaster management</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Supports Pakistan’s goal of becoming a </a:t>
            </a:r>
            <a:r>
              <a:rPr altLang="en-US" baseline="0" b="1" cap="none" dirty="0" sz="1800" i="0" kumimoji="0" lang="en-US" normalizeH="0" strike="noStrike" u="none" smtClean="0">
                <a:ln>
                  <a:noFill/>
                </a:ln>
                <a:solidFill>
                  <a:schemeClr val="tx1"/>
                </a:solidFill>
                <a:effectLst/>
                <a:latin typeface="Arial" panose="020B0604020202020204" pitchFamily="34" charset="0"/>
              </a:rPr>
              <a:t>$1 trillion economy by 2035</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21" name="Shape 244"/>
        <p:cNvGrpSpPr/>
        <p:nvPr/>
      </p:nvGrpSpPr>
      <p:grpSpPr>
        <a:xfrm>
          <a:off x="0" y="0"/>
          <a:ext cx="0" cy="0"/>
          <a:chOff x="0" y="0"/>
          <a:chExt cx="0" cy="0"/>
        </a:xfrm>
      </p:grpSpPr>
      <p:grpSp>
        <p:nvGrpSpPr>
          <p:cNvPr id="122" name="Google Shape;245;p34"/>
          <p:cNvGrpSpPr/>
          <p:nvPr/>
        </p:nvGrpSpPr>
        <p:grpSpPr>
          <a:xfrm>
            <a:off x="1293950" y="-18440"/>
            <a:ext cx="7842105" cy="5224200"/>
            <a:chOff x="1293950" y="-18440"/>
            <a:chExt cx="7842105" cy="5224200"/>
          </a:xfrm>
        </p:grpSpPr>
        <p:cxnSp>
          <p:nvCxnSpPr>
            <p:cNvPr id="3145762" name="Google Shape;246;p34"/>
            <p:cNvCxnSpPr>
              <a:cxnSpLocks/>
            </p:cNvCxnSpPr>
            <p:nvPr/>
          </p:nvCxnSpPr>
          <p:spPr>
            <a:xfrm>
              <a:off x="1293950" y="-18440"/>
              <a:ext cx="0" cy="5224200"/>
            </a:xfrm>
            <a:prstGeom prst="straightConnector1"/>
            <a:noFill/>
            <a:ln w="9525" cap="flat" cmpd="sng">
              <a:solidFill>
                <a:schemeClr val="lt2"/>
              </a:solidFill>
              <a:prstDash val="solid"/>
              <a:round/>
              <a:headEnd type="none" w="med" len="med"/>
              <a:tailEnd type="none" w="med" len="med"/>
            </a:ln>
          </p:spPr>
        </p:cxnSp>
        <p:cxnSp>
          <p:nvCxnSpPr>
            <p:cNvPr id="3145763" name="Google Shape;247;p34"/>
            <p:cNvCxnSpPr>
              <a:cxnSpLocks/>
            </p:cNvCxnSpPr>
            <p:nvPr/>
          </p:nvCxnSpPr>
          <p:spPr>
            <a:xfrm rot="10800000">
              <a:off x="1294055" y="1102625"/>
              <a:ext cx="7842000" cy="0"/>
            </a:xfrm>
            <a:prstGeom prst="straightConnector1"/>
            <a:noFill/>
            <a:ln w="9525" cap="flat" cmpd="sng">
              <a:solidFill>
                <a:schemeClr val="lt2"/>
              </a:solidFill>
              <a:prstDash val="solid"/>
              <a:round/>
              <a:headEnd type="none" w="med" len="med"/>
              <a:tailEnd type="none" w="med" len="med"/>
            </a:ln>
          </p:spPr>
        </p:cxnSp>
      </p:grpSp>
      <p:sp>
        <p:nvSpPr>
          <p:cNvPr id="1048698" name="Google Shape;248;p34"/>
          <p:cNvSpPr txBox="1">
            <a:spLocks noGrp="1"/>
          </p:cNvSpPr>
          <p:nvPr>
            <p:ph type="title"/>
          </p:nvPr>
        </p:nvSpPr>
        <p:spPr>
          <a:xfrm>
            <a:off x="1714502" y="298151"/>
            <a:ext cx="7159336" cy="521709"/>
          </a:xfrm>
          <a:prstGeom prst="rect"/>
        </p:spPr>
        <p:txBody>
          <a:bodyPr anchor="t" anchorCtr="0" bIns="91425" lIns="91425" rIns="91425" spcFirstLastPara="1" tIns="91425" wrap="square">
            <a:noAutofit/>
          </a:bodyPr>
          <a:p>
            <a:r>
              <a:rPr b="1" dirty="0" lang="en-US"/>
              <a:t>People-</a:t>
            </a:r>
            <a:r>
              <a:rPr b="1" dirty="0" lang="en-US" err="1"/>
              <a:t>Centred</a:t>
            </a:r>
            <a:r>
              <a:rPr b="1" dirty="0" lang="en-US"/>
              <a:t> Development &amp; Global Integration</a:t>
            </a:r>
            <a:br>
              <a:rPr b="1" dirty="0" lang="en-US"/>
            </a:br>
            <a:endParaRPr dirty="0">
              <a:latin typeface="Zalando Sans Expanded Medium"/>
              <a:ea typeface="Zalando Sans Expanded Medium"/>
              <a:cs typeface="Zalando Sans Expanded Medium"/>
              <a:sym typeface="Zalando Sans Expanded Medium"/>
            </a:endParaRPr>
          </a:p>
        </p:txBody>
      </p:sp>
      <p:sp>
        <p:nvSpPr>
          <p:cNvPr id="1048699" name="AutoShape 4" descr="CPEC, Green Corridor, and Natural Environment of Pakistan"/>
          <p:cNvSpPr txBox="1">
            <a:spLocks noChangeAspect="1" noChangeArrowheads="1"/>
          </p:cNvSpPr>
          <p:nvPr/>
        </p:nvSpPr>
        <p:spPr bwMode="auto">
          <a:xfrm>
            <a:off x="2875157" y="5507914"/>
            <a:ext cx="7334085" cy="1348793"/>
          </a:xfrm>
          <a:prstGeom prst="rect"/>
          <a:noFill/>
        </p:spPr>
        <p:txBody>
          <a:bodyPr anchor="t" anchorCtr="0" bIns="34290" compatLnSpc="1" lIns="68580" numCol="1" rIns="68580" rtlCol="0" tIns="34290" vert="horz" wrap="square">
            <a:prstTxWarp prst="textNoShape"/>
            <a:noAutofit/>
          </a:bodyPr>
          <a:lst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indent="0" marL="0">
              <a:lnSpc>
                <a:spcPct val="150000"/>
              </a:lnSpc>
              <a:buNone/>
            </a:pPr>
            <a:endParaRPr dirty="0" sz="1400" lang="en-US">
              <a:latin typeface="Arimo" panose="020B0604020202020204" charset="0"/>
              <a:ea typeface="Arimo" panose="020B0604020202020204" charset="0"/>
              <a:cs typeface="Arimo" panose="020B0604020202020204" charset="0"/>
            </a:endParaRPr>
          </a:p>
        </p:txBody>
      </p:sp>
      <p:sp>
        <p:nvSpPr>
          <p:cNvPr id="1048700" name="Rectangle 1"/>
          <p:cNvSpPr>
            <a:spLocks noChangeArrowheads="1"/>
          </p:cNvSpPr>
          <p:nvPr/>
        </p:nvSpPr>
        <p:spPr bwMode="auto">
          <a:xfrm>
            <a:off x="1313010" y="1458000"/>
            <a:ext cx="7830990" cy="3139321"/>
          </a:xfrm>
          <a:prstGeom prst="rect"/>
          <a:noFill/>
          <a:ln>
            <a:noFill/>
          </a:ln>
          <a:effectLst/>
        </p:spPr>
        <p:txBody>
          <a:bodyPr anchor="ctr" anchorCtr="0" bIns="45720" compatLnSpc="1" lIns="91440" numCol="1" rIns="91440" tIns="45720" vert="horz" wrap="none">
            <a:prstTxWarp prst="textNoShape"/>
            <a:spAutoFit/>
          </a:bodyPr>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Livelihood Corridor:</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Skills training, healthcare, water &amp; sanitation</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Modern agriculture, smart farming zones</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Women empowerment and youth employment</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Openness Corridor:</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Gwadar as a Smart Port and blue-economy hub</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Trade facilitation, e-commerce, tourism, cultural and academic exchanges</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0" kumimoji="0" lang="en-US" normalizeH="0" strike="noStrike" u="none" smtClean="0">
                <a:ln>
                  <a:noFill/>
                </a:ln>
                <a:solidFill>
                  <a:schemeClr val="tx1"/>
                </a:solidFill>
                <a:effectLst/>
                <a:latin typeface="Arial" panose="020B0604020202020204" pitchFamily="34" charset="0"/>
              </a:rPr>
              <a:t>CPEC 2.0 </a:t>
            </a:r>
            <a:r>
              <a:rPr altLang="en-US" baseline="0" b="0" cap="none" dirty="0" sz="1800" i="1" kumimoji="0" lang="en-US" normalizeH="0" strike="noStrike" u="none" smtClean="0">
                <a:ln>
                  <a:noFill/>
                </a:ln>
                <a:solidFill>
                  <a:schemeClr val="tx1"/>
                </a:solidFill>
                <a:effectLst/>
                <a:latin typeface="Arial" panose="020B0604020202020204" pitchFamily="34" charset="0"/>
              </a:rPr>
              <a:t>supports </a:t>
            </a:r>
            <a:r>
              <a:rPr altLang="en-US" baseline="0" b="1" cap="none" dirty="0" sz="1800" i="1" kumimoji="0" lang="en-US" normalizeH="0" strike="noStrike" u="none" smtClean="0">
                <a:ln>
                  <a:noFill/>
                </a:ln>
                <a:solidFill>
                  <a:schemeClr val="tx1"/>
                </a:solidFill>
                <a:effectLst/>
                <a:latin typeface="Arial" panose="020B0604020202020204" pitchFamily="34" charset="0"/>
              </a:rPr>
              <a:t>SDGs</a:t>
            </a:r>
            <a:r>
              <a:rPr altLang="en-US" baseline="0" b="0" cap="none" dirty="0" sz="1800" i="1" kumimoji="0" lang="en-US" normalizeH="0" strike="noStrike" u="none" smtClean="0">
                <a:ln>
                  <a:noFill/>
                </a:ln>
                <a:solidFill>
                  <a:schemeClr val="tx1"/>
                </a:solidFill>
                <a:effectLst/>
                <a:latin typeface="Arial" panose="020B0604020202020204" pitchFamily="34" charset="0"/>
              </a:rPr>
              <a:t> (Energy, Jobs, Innovation, Climate Action, </a:t>
            </a:r>
          </a:p>
          <a:p>
            <a:pPr algn="l" defTabSz="914400" eaLnBrk="0" fontAlgn="base" hangingPunct="0" indent="0" latinLnBrk="0" lvl="0" marL="0" marR="0" rtl="0">
              <a:lnSpc>
                <a:spcPct val="100000"/>
              </a:lnSpc>
              <a:spcBef>
                <a:spcPct val="0"/>
              </a:spcBef>
              <a:spcAft>
                <a:spcPct val="0"/>
              </a:spcAft>
              <a:buClrTx/>
              <a:buSzTx/>
            </a:pPr>
            <a:r>
              <a:rPr altLang="en-US" baseline="0" b="0" cap="none" dirty="0" sz="1800" i="1" kumimoji="0" lang="en-US" normalizeH="0" strike="noStrike" u="none" smtClean="0">
                <a:ln>
                  <a:noFill/>
                </a:ln>
                <a:solidFill>
                  <a:schemeClr val="tx1"/>
                </a:solidFill>
                <a:effectLst/>
                <a:latin typeface="Arial" panose="020B0604020202020204" pitchFamily="34" charset="0"/>
              </a:rPr>
              <a:t>Equity)</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0" cap="none" dirty="0" sz="1800" i="1" kumimoji="0" lang="en-US" normalizeH="0" strike="noStrike" u="none" smtClean="0">
                <a:ln>
                  <a:noFill/>
                </a:ln>
                <a:solidFill>
                  <a:schemeClr val="tx1"/>
                </a:solidFill>
                <a:effectLst/>
                <a:latin typeface="Arial" panose="020B0604020202020204" pitchFamily="34" charset="0"/>
              </a:rPr>
              <a:t>Marks a new era of </a:t>
            </a:r>
            <a:r>
              <a:rPr altLang="en-US" baseline="0" b="1" cap="none" dirty="0" sz="1800" i="1" kumimoji="0" lang="en-US" normalizeH="0" strike="noStrike" u="none" smtClean="0">
                <a:ln>
                  <a:noFill/>
                </a:ln>
                <a:solidFill>
                  <a:schemeClr val="tx1"/>
                </a:solidFill>
                <a:effectLst/>
                <a:latin typeface="Arial" panose="020B0604020202020204" pitchFamily="34" charset="0"/>
              </a:rPr>
              <a:t>inclusive, su</a:t>
            </a:r>
            <a:r>
              <a:rPr altLang="en-US" baseline="0" b="1" cap="none" dirty="0" sz="1800" i="0" kumimoji="0" lang="en-US" normalizeH="0" strike="noStrike" u="none" smtClean="0">
                <a:ln>
                  <a:noFill/>
                </a:ln>
                <a:solidFill>
                  <a:schemeClr val="tx1"/>
                </a:solidFill>
                <a:effectLst/>
                <a:latin typeface="Arial" panose="020B0604020202020204" pitchFamily="34" charset="0"/>
              </a:rPr>
              <a:t>stainable and resilient Pakistan-China</a:t>
            </a: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1800" i="0" kumimoji="0" lang="en-US" normalizeH="0" strike="noStrike" u="none" smtClean="0">
                <a:ln>
                  <a:noFill/>
                </a:ln>
                <a:solidFill>
                  <a:schemeClr val="tx1"/>
                </a:solidFill>
                <a:effectLst/>
                <a:latin typeface="Arial" panose="020B0604020202020204" pitchFamily="34" charset="0"/>
              </a:rPr>
              <a:t> partnership</a:t>
            </a:r>
            <a:endParaRPr altLang="en-US" baseline="0" b="0" cap="none" dirty="0" sz="1800" i="0" kumimoji="0" lang="en-US" normalizeH="0" strike="noStrike" u="none" smtClean="0">
              <a:ln>
                <a:noFill/>
              </a:ln>
              <a:solidFill>
                <a:schemeClr val="tx1"/>
              </a:solidFill>
              <a:effectLst/>
              <a:latin typeface="Arial" panose="020B0604020202020204" pitchFamily="34" charset="0"/>
            </a:endParaRPr>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25" name="Shape 256"/>
        <p:cNvGrpSpPr/>
        <p:nvPr/>
      </p:nvGrpSpPr>
      <p:grpSpPr>
        <a:xfrm>
          <a:off x="0" y="0"/>
          <a:ext cx="0" cy="0"/>
          <a:chOff x="0" y="0"/>
          <a:chExt cx="0" cy="0"/>
        </a:xfrm>
      </p:grpSpPr>
      <p:grpSp>
        <p:nvGrpSpPr>
          <p:cNvPr id="126" name="Google Shape;257;p35"/>
          <p:cNvGrpSpPr/>
          <p:nvPr/>
        </p:nvGrpSpPr>
        <p:grpSpPr>
          <a:xfrm>
            <a:off x="-225" y="-18440"/>
            <a:ext cx="7804800" cy="5224200"/>
            <a:chOff x="-225" y="-18440"/>
            <a:chExt cx="7804800" cy="5224200"/>
          </a:xfrm>
        </p:grpSpPr>
        <p:cxnSp>
          <p:nvCxnSpPr>
            <p:cNvPr id="3145764" name="Google Shape;258;p35"/>
            <p:cNvCxnSpPr>
              <a:cxnSpLocks/>
            </p:cNvCxnSpPr>
            <p:nvPr/>
          </p:nvCxnSpPr>
          <p:spPr>
            <a:xfrm>
              <a:off x="7794108" y="-18440"/>
              <a:ext cx="0" cy="5224200"/>
            </a:xfrm>
            <a:prstGeom prst="straightConnector1"/>
            <a:noFill/>
            <a:ln w="9525" cap="flat" cmpd="sng">
              <a:solidFill>
                <a:schemeClr val="lt2"/>
              </a:solidFill>
              <a:prstDash val="solid"/>
              <a:round/>
              <a:headEnd type="none" w="med" len="med"/>
              <a:tailEnd type="none" w="med" len="med"/>
            </a:ln>
          </p:spPr>
        </p:cxnSp>
        <p:cxnSp>
          <p:nvCxnSpPr>
            <p:cNvPr id="3145765" name="Google Shape;259;p35"/>
            <p:cNvCxnSpPr>
              <a:cxnSpLocks/>
            </p:cNvCxnSpPr>
            <p:nvPr/>
          </p:nvCxnSpPr>
          <p:spPr>
            <a:xfrm rot="10800000">
              <a:off x="-225" y="1102625"/>
              <a:ext cx="7804800" cy="0"/>
            </a:xfrm>
            <a:prstGeom prst="straightConnector1"/>
            <a:noFill/>
            <a:ln w="9525" cap="flat" cmpd="sng">
              <a:solidFill>
                <a:schemeClr val="lt2"/>
              </a:solidFill>
              <a:prstDash val="solid"/>
              <a:round/>
              <a:headEnd type="none" w="med" len="med"/>
              <a:tailEnd type="none" w="med" len="med"/>
            </a:ln>
          </p:spPr>
        </p:cxnSp>
      </p:grpSp>
      <p:sp>
        <p:nvSpPr>
          <p:cNvPr id="1048703" name="Google Shape;260;p35"/>
          <p:cNvSpPr txBox="1">
            <a:spLocks noGrp="1"/>
          </p:cNvSpPr>
          <p:nvPr>
            <p:ph type="title" idx="6"/>
          </p:nvPr>
        </p:nvSpPr>
        <p:spPr>
          <a:xfrm>
            <a:off x="228599" y="677977"/>
            <a:ext cx="3733799" cy="417045"/>
          </a:xfrm>
          <a:prstGeom prst="rect"/>
        </p:spPr>
        <p:txBody>
          <a:bodyPr anchor="t" anchorCtr="0" bIns="91425" lIns="91425" rIns="91425" spcFirstLastPara="1" tIns="91425" wrap="square">
            <a:noAutofit/>
          </a:bodyPr>
          <a:p>
            <a:pPr lvl="0"/>
            <a:r>
              <a:rPr dirty="0" sz="2800" lang="en-US"/>
              <a:t>Conclusion</a:t>
            </a:r>
            <a:endParaRPr b="1" dirty="0">
              <a:latin typeface="Zalando Sans Expanded Medium"/>
              <a:ea typeface="Zalando Sans Expanded Medium"/>
              <a:cs typeface="Zalando Sans Expanded Medium"/>
              <a:sym typeface="Zalando Sans Expanded Medium"/>
            </a:endParaRPr>
          </a:p>
        </p:txBody>
      </p:sp>
      <p:sp>
        <p:nvSpPr>
          <p:cNvPr id="1048704" name="Google Shape;263;p35"/>
          <p:cNvSpPr txBox="1"/>
          <p:nvPr/>
        </p:nvSpPr>
        <p:spPr>
          <a:xfrm>
            <a:off x="1349891" y="1353821"/>
            <a:ext cx="5875609" cy="2366116"/>
          </a:xfrm>
          <a:prstGeom prst="rect"/>
          <a:noFill/>
          <a:ln>
            <a:noFill/>
          </a:ln>
        </p:spPr>
        <p:txBody>
          <a:bodyPr anchor="t" anchorCtr="0" bIns="91425" lIns="91425" rIns="91425" spcFirstLastPara="1" tIns="91425" wrap="square">
            <a:noAutofit/>
          </a:bodyPr>
          <a:lstStyle>
            <a:defPPr algn="l" lvl="0" marR="0" rtl="0">
              <a:lnSpc>
                <a:spcPct val="100000"/>
              </a:lnSpc>
              <a:spcBef>
                <a:spcPts val="0"/>
              </a:spcBef>
              <a:spcAft>
                <a:spcPts val="0"/>
              </a:spcAft>
            </a:defPPr>
            <a:lvl1pPr algn="l" indent="-317500" lvl="0" marL="457200" marR="0" rtl="0">
              <a:lnSpc>
                <a:spcPct val="100000"/>
              </a:lnSpc>
              <a:spcBef>
                <a:spcPts val="0"/>
              </a:spcBef>
              <a:spcAft>
                <a:spcPts val="0"/>
              </a:spcAft>
              <a:buClr>
                <a:schemeClr val="dk1"/>
              </a:buClr>
              <a:buSzPts val="1400"/>
              <a:buFont typeface="Arimo"/>
              <a:buNone/>
              <a:defRPr b="0" cap="none" sz="1200" i="0" strike="noStrike" u="none">
                <a:solidFill>
                  <a:schemeClr val="dk1"/>
                </a:solidFill>
                <a:latin typeface="Arimo"/>
                <a:ea typeface="Arimo"/>
                <a:cs typeface="Arimo"/>
                <a:sym typeface="Arimo"/>
              </a:defRPr>
            </a:lvl1pPr>
            <a:lvl2pPr algn="ctr" indent="-317500" lvl="1" marL="9144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2pPr>
            <a:lvl3pPr algn="ctr" indent="-317500" lvl="2" marL="13716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3pPr>
            <a:lvl4pPr algn="ctr" indent="-317500" lvl="3" marL="18288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4pPr>
            <a:lvl5pPr algn="ctr" indent="-317500" lvl="4" marL="22860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5pPr>
            <a:lvl6pPr algn="ctr" indent="-317500" lvl="5" marL="27432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6pPr>
            <a:lvl7pPr algn="ctr" indent="-317500" lvl="6" marL="32004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7pPr>
            <a:lvl8pPr algn="ctr" indent="-317500" lvl="7" marL="36576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8pPr>
            <a:lvl9pPr algn="ctr" indent="-317500" lvl="8" marL="4114800" marR="0" rtl="0">
              <a:lnSpc>
                <a:spcPct val="100000"/>
              </a:lnSpc>
              <a:spcBef>
                <a:spcPts val="0"/>
              </a:spcBef>
              <a:spcAft>
                <a:spcPts val="0"/>
              </a:spcAft>
              <a:buClr>
                <a:schemeClr val="dk1"/>
              </a:buClr>
              <a:buSzPts val="1400"/>
              <a:buFont typeface="Arimo"/>
              <a:buNone/>
              <a:defRPr b="0" cap="none" sz="1400" i="0" strike="noStrike" u="none">
                <a:solidFill>
                  <a:schemeClr val="dk1"/>
                </a:solidFill>
                <a:latin typeface="Arimo"/>
                <a:ea typeface="Arimo"/>
                <a:cs typeface="Arimo"/>
                <a:sym typeface="Arimo"/>
              </a:defRPr>
            </a:lvl9pPr>
          </a:lstStyle>
          <a:p>
            <a:pPr indent="-171450" marL="171450">
              <a:lnSpc>
                <a:spcPct val="150000"/>
              </a:lnSpc>
              <a:buFont typeface="Arial" panose="020B0604020202020204" pitchFamily="34" charset="0"/>
              <a:buChar char="•"/>
            </a:pPr>
            <a:r>
              <a:rPr dirty="0" sz="1400" lang="en-US"/>
              <a:t>CPEC is a large and complex mega-project program </a:t>
            </a:r>
          </a:p>
          <a:p>
            <a:pPr indent="-171450" marL="171450">
              <a:lnSpc>
                <a:spcPct val="150000"/>
              </a:lnSpc>
              <a:buFont typeface="Arial" panose="020B0604020202020204" pitchFamily="34" charset="0"/>
              <a:buChar char="•"/>
            </a:pPr>
            <a:r>
              <a:rPr dirty="0" sz="1400" lang="en-US"/>
              <a:t>It brought early benefits but faces long-term challenges</a:t>
            </a:r>
          </a:p>
          <a:p>
            <a:pPr indent="-171450" marL="171450">
              <a:lnSpc>
                <a:spcPct val="150000"/>
              </a:lnSpc>
              <a:buFont typeface="Arial" panose="020B0604020202020204" pitchFamily="34" charset="0"/>
              <a:buChar char="•"/>
            </a:pPr>
            <a:r>
              <a:rPr dirty="0" sz="1400" lang="en-US"/>
              <a:t>Weak governance reduced effectiveness </a:t>
            </a:r>
          </a:p>
          <a:p>
            <a:pPr indent="-171450" marL="171450">
              <a:lnSpc>
                <a:spcPct val="150000"/>
              </a:lnSpc>
              <a:buFont typeface="Arial" panose="020B0604020202020204" pitchFamily="34" charset="0"/>
              <a:buChar char="•"/>
            </a:pPr>
            <a:r>
              <a:rPr dirty="0" sz="1400" lang="en-US"/>
              <a:t>With better project management, outcomes can improve</a:t>
            </a:r>
          </a:p>
          <a:p>
            <a:pPr indent="-171450" marL="171450">
              <a:lnSpc>
                <a:spcPct val="150000"/>
              </a:lnSpc>
              <a:buFont typeface="Arial" panose="020B0604020202020204" pitchFamily="34" charset="0"/>
              <a:buChar char="•"/>
            </a:pPr>
            <a:endParaRPr dirty="0" sz="1400" lang="en-US"/>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8708" name="Google Shape;354;p41"/>
          <p:cNvSpPr txBox="1"/>
          <p:nvPr/>
        </p:nvSpPr>
        <p:spPr>
          <a:xfrm>
            <a:off x="5700000" y="515827"/>
            <a:ext cx="3367800" cy="1614300"/>
          </a:xfrm>
          <a:prstGeom prst="rect"/>
          <a:noFill/>
          <a:ln>
            <a:noFill/>
          </a:ln>
        </p:spPr>
        <p:txBody>
          <a:bodyPr anchor="b" anchorCtr="0" bIns="91425" lIns="91425" rIns="91425" spcFirstLastPara="1" tIns="91425" wrap="square">
            <a:noAutofit/>
          </a:bodyPr>
          <a:lstStyle>
            <a:defPPr algn="l" lvl="0" marR="0" rtl="0">
              <a:lnSpc>
                <a:spcPct val="100000"/>
              </a:lnSpc>
              <a:spcBef>
                <a:spcPts val="0"/>
              </a:spcBef>
              <a:spcAft>
                <a:spcPts val="0"/>
              </a:spcAft>
            </a:defPPr>
            <a:lvl1pPr algn="r" lvl="0" marR="0" rtl="0">
              <a:lnSpc>
                <a:spcPct val="80000"/>
              </a:lnSpc>
              <a:spcBef>
                <a:spcPts val="0"/>
              </a:spcBef>
              <a:spcAft>
                <a:spcPts val="0"/>
              </a:spcAft>
              <a:buClr>
                <a:schemeClr val="accent1"/>
              </a:buClr>
              <a:buSzPts val="5000"/>
              <a:buFont typeface="Zalando Sans Expanded ExtraLight"/>
              <a:buNone/>
              <a:defRPr b="0" cap="none" sz="5700" i="0" strike="noStrike" u="none">
                <a:solidFill>
                  <a:schemeClr val="accent1"/>
                </a:solidFill>
                <a:latin typeface="Zalando Sans Expanded ExtraLight"/>
                <a:ea typeface="Zalando Sans Expanded ExtraLight"/>
                <a:cs typeface="Zalando Sans Expanded ExtraLight"/>
                <a:sym typeface="Zalando Sans Expanded ExtraLight"/>
              </a:defRPr>
            </a:lvl1pPr>
            <a:lvl2pPr algn="l" lvl="1"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2pPr>
            <a:lvl3pPr algn="l" lvl="2"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3pPr>
            <a:lvl4pPr algn="l" lvl="3"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4pPr>
            <a:lvl5pPr algn="l" lvl="4"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5pPr>
            <a:lvl6pPr algn="l" lvl="5"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6pPr>
            <a:lvl7pPr algn="l" lvl="6"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7pPr>
            <a:lvl8pPr algn="l" lvl="7"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8pPr>
            <a:lvl9pPr algn="l" lvl="8" marR="0" rtl="0">
              <a:lnSpc>
                <a:spcPct val="80000"/>
              </a:lnSpc>
              <a:spcBef>
                <a:spcPts val="0"/>
              </a:spcBef>
              <a:spcAft>
                <a:spcPts val="0"/>
              </a:spcAft>
              <a:buClr>
                <a:schemeClr val="accent1"/>
              </a:buClr>
              <a:buSzPts val="5000"/>
              <a:buFont typeface="Zalando Sans Expanded ExtraLight"/>
              <a:buNone/>
              <a:defRPr b="0" cap="none" sz="5000" i="0" strike="noStrike" u="none">
                <a:solidFill>
                  <a:schemeClr val="accent1"/>
                </a:solidFill>
                <a:latin typeface="Zalando Sans Expanded ExtraLight"/>
                <a:ea typeface="Zalando Sans Expanded ExtraLight"/>
                <a:cs typeface="Zalando Sans Expanded ExtraLight"/>
                <a:sym typeface="Zalando Sans Expanded ExtraLight"/>
              </a:defRPr>
            </a:lvl9pPr>
          </a:lstStyle>
          <a:p>
            <a:pPr algn="ctr"/>
            <a:r>
              <a:rPr dirty="0" lang="en-US"/>
              <a:t>THANK </a:t>
            </a:r>
            <a:r>
              <a:rPr dirty="0" lang="en-US">
                <a:latin typeface="Zalando Sans Expanded Medium"/>
                <a:ea typeface="Zalando Sans Expanded Medium"/>
                <a:cs typeface="Zalando Sans Expanded Medium"/>
                <a:sym typeface="Zalando Sans Expanded Medium"/>
              </a:rPr>
              <a:t>YOU</a:t>
            </a:r>
          </a:p>
        </p:txBody>
      </p:sp>
      <p:grpSp>
        <p:nvGrpSpPr>
          <p:cNvPr id="131" name="Google Shape;351;p41"/>
          <p:cNvGrpSpPr/>
          <p:nvPr/>
        </p:nvGrpSpPr>
        <p:grpSpPr>
          <a:xfrm>
            <a:off x="1524645" y="-18440"/>
            <a:ext cx="7680600" cy="5224200"/>
            <a:chOff x="1524645" y="-18440"/>
            <a:chExt cx="7680600" cy="5224200"/>
          </a:xfrm>
        </p:grpSpPr>
        <p:cxnSp>
          <p:nvCxnSpPr>
            <p:cNvPr id="3145766" name="Google Shape;352;p41"/>
            <p:cNvCxnSpPr>
              <a:cxnSpLocks/>
            </p:cNvCxnSpPr>
            <p:nvPr/>
          </p:nvCxnSpPr>
          <p:spPr>
            <a:xfrm>
              <a:off x="1536125" y="-18440"/>
              <a:ext cx="0" cy="5224200"/>
            </a:xfrm>
            <a:prstGeom prst="straightConnector1"/>
            <a:noFill/>
            <a:ln w="9525" cap="flat" cmpd="sng">
              <a:solidFill>
                <a:schemeClr val="accent1"/>
              </a:solidFill>
              <a:prstDash val="solid"/>
              <a:round/>
              <a:headEnd type="none" w="med" len="med"/>
              <a:tailEnd type="none" w="med" len="med"/>
            </a:ln>
          </p:spPr>
        </p:cxnSp>
        <p:cxnSp>
          <p:nvCxnSpPr>
            <p:cNvPr id="3145767" name="Google Shape;353;p41"/>
            <p:cNvCxnSpPr>
              <a:cxnSpLocks/>
            </p:cNvCxnSpPr>
            <p:nvPr/>
          </p:nvCxnSpPr>
          <p:spPr>
            <a:xfrm rot="10800000">
              <a:off x="1524645" y="3261635"/>
              <a:ext cx="7680600" cy="0"/>
            </a:xfrm>
            <a:prstGeom prst="straightConnector1"/>
            <a:noFill/>
            <a:ln w="9525" cap="flat" cmpd="sng">
              <a:solidFill>
                <a:schemeClr val="accent1"/>
              </a:solidFill>
              <a:prstDash val="solid"/>
              <a:round/>
              <a:headEnd type="none" w="med" len="med"/>
              <a:tailEnd type="none" w="med" len="med"/>
            </a:ln>
          </p:spPr>
        </p:cxnSp>
      </p:grpSp>
    </p:spTree>
  </p:cSld>
  <p:clrMapOvr>
    <a:masterClrMapping/>
  </p:clrMapOvr>
  <p:transition spd="slow">
    <p:push dir="u"/>
  </p:transition>
</p:sld>
</file>

<file path=ppt/theme/theme1.xml><?xml version="1.0" encoding="utf-8"?>
<a:theme xmlns:a="http://schemas.openxmlformats.org/drawingml/2006/main" name="Senior Defense by Slidesgo">
  <a:themeElements>
    <a:clrScheme name="Simple Light">
      <a:dk1>
        <a:srgbClr val="000000"/>
      </a:dk1>
      <a:lt1>
        <a:srgbClr val="FFFFFF"/>
      </a:lt1>
      <a:dk2>
        <a:srgbClr val="000000"/>
      </a:dk2>
      <a:lt2>
        <a:srgbClr val="000000"/>
      </a:lt2>
      <a:accent1>
        <a:srgbClr val="FFFFFF"/>
      </a:accent1>
      <a:accent2>
        <a:srgbClr val="D9D5BA"/>
      </a:accent2>
      <a:accent3>
        <a:srgbClr val="4F5B4D"/>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PAKISTAN CPEC MEGA-PROJECTS</dc:title>
  <dc:creator>SM-A145F</dc:creator>
  <cp:lastModifiedBy>User</cp:lastModifiedBy>
  <dcterms:created xsi:type="dcterms:W3CDTF">2025-12-13T10:37:19Z</dcterms:created>
  <dcterms:modified xsi:type="dcterms:W3CDTF">2025-12-13T10:37:19Z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e7e7047e851e4f98a2903b1a94f9a10d</vt:lpwstr>
  </property>
</Properties>
</file>