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Lst>
  <p:sldIdLst>
    <p:sldId id="281" r:id="rId3"/>
    <p:sldId id="283" r:id="rId4"/>
    <p:sldId id="257" r:id="rId5"/>
    <p:sldId id="258" r:id="rId6"/>
    <p:sldId id="259" r:id="rId7"/>
    <p:sldId id="260" r:id="rId8"/>
    <p:sldId id="261" r:id="rId9"/>
    <p:sldId id="262" r:id="rId10"/>
    <p:sldId id="263" r:id="rId11"/>
    <p:sldId id="264" r:id="rId12"/>
    <p:sldId id="265" r:id="rId13"/>
    <p:sldId id="271" r:id="rId14"/>
    <p:sldId id="272" r:id="rId15"/>
    <p:sldId id="274" r:id="rId16"/>
    <p:sldId id="284" r:id="rId17"/>
    <p:sldId id="285" r:id="rId18"/>
    <p:sldId id="286" r:id="rId19"/>
    <p:sldId id="287" r:id="rId20"/>
    <p:sldId id="288" r:id="rId21"/>
    <p:sldId id="289" r:id="rId22"/>
    <p:sldId id="290" r:id="rId23"/>
    <p:sldId id="291" r:id="rId24"/>
    <p:sldId id="310" r:id="rId25"/>
    <p:sldId id="311" r:id="rId26"/>
    <p:sldId id="292" r:id="rId27"/>
    <p:sldId id="293" r:id="rId28"/>
    <p:sldId id="297" r:id="rId29"/>
    <p:sldId id="298" r:id="rId30"/>
    <p:sldId id="299" r:id="rId31"/>
    <p:sldId id="300" r:id="rId32"/>
    <p:sldId id="301" r:id="rId33"/>
    <p:sldId id="302" r:id="rId34"/>
    <p:sldId id="303" r:id="rId35"/>
    <p:sldId id="304" r:id="rId36"/>
    <p:sldId id="305" r:id="rId37"/>
    <p:sldId id="306" r:id="rId38"/>
    <p:sldId id="307" r:id="rId39"/>
    <p:sldId id="308" r:id="rId40"/>
    <p:sldId id="309" r:id="rId41"/>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6">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864" y="84"/>
      </p:cViewPr>
      <p:guideLst>
        <p:guide orient="horz" pos="2886"/>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Arial MT"/>
                <a:cs typeface="Arial M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62051" y="533400"/>
            <a:ext cx="10883900" cy="1090613"/>
          </a:xfrm>
        </p:spPr>
        <p:txBody>
          <a:bodyPr/>
          <a:lstStyle/>
          <a:p>
            <a:r>
              <a:rPr lang="en-US"/>
              <a:t>Click to edit Master title style</a:t>
            </a:r>
          </a:p>
        </p:txBody>
      </p:sp>
      <p:sp>
        <p:nvSpPr>
          <p:cNvPr id="3" name="Text Placeholder 2"/>
          <p:cNvSpPr>
            <a:spLocks noGrp="1"/>
          </p:cNvSpPr>
          <p:nvPr>
            <p:ph type="body" sz="half" idx="1"/>
          </p:nvPr>
        </p:nvSpPr>
        <p:spPr>
          <a:xfrm>
            <a:off x="1217084" y="1905000"/>
            <a:ext cx="5304367"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724651" y="1905000"/>
            <a:ext cx="5306483"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36700" y="6286500"/>
            <a:ext cx="2540000" cy="457200"/>
          </a:xfrm>
          <a:prstGeom prst="rect">
            <a:avLst/>
          </a:prstGeom>
        </p:spPr>
        <p:txBody>
          <a:bodyPr/>
          <a:lstStyle>
            <a:lvl1pPr>
              <a:defRPr/>
            </a:lvl1pPr>
          </a:lstStyle>
          <a:p>
            <a:pPr>
              <a:defRPr/>
            </a:pPr>
            <a:endParaRPr lang="en-US"/>
          </a:p>
        </p:txBody>
      </p:sp>
      <p:sp>
        <p:nvSpPr>
          <p:cNvPr id="6" name="Footer Placeholder 5"/>
          <p:cNvSpPr>
            <a:spLocks noGrp="1"/>
          </p:cNvSpPr>
          <p:nvPr>
            <p:ph type="ftr" sz="quarter" idx="11"/>
          </p:nvPr>
        </p:nvSpPr>
        <p:spPr/>
        <p:txBody>
          <a:bodyPr/>
          <a:lstStyle>
            <a:lvl1pPr>
              <a:defRPr/>
            </a:lvl1pPr>
          </a:lstStyle>
          <a:p>
            <a:pPr>
              <a:defRPr/>
            </a:pPr>
            <a:r>
              <a:rPr lang="en-US"/>
              <a:t> </a:t>
            </a:r>
          </a:p>
        </p:txBody>
      </p:sp>
      <p:sp>
        <p:nvSpPr>
          <p:cNvPr id="7" name="Slide Number Placeholder 6"/>
          <p:cNvSpPr>
            <a:spLocks noGrp="1"/>
          </p:cNvSpPr>
          <p:nvPr>
            <p:ph type="sldNum" sz="quarter" idx="12"/>
          </p:nvPr>
        </p:nvSpPr>
        <p:spPr/>
        <p:txBody>
          <a:bodyPr/>
          <a:lstStyle>
            <a:lvl1pPr>
              <a:defRPr/>
            </a:lvl1pPr>
          </a:lstStyle>
          <a:p>
            <a:pPr>
              <a:defRPr/>
            </a:pPr>
            <a:r>
              <a:rPr lang="en-US"/>
              <a:t>  1 - </a:t>
            </a:r>
            <a:fld id="{EF46003D-B39C-4210-BF59-7F1B8E0CF7F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3047" y="2207360"/>
            <a:ext cx="10363200" cy="763525"/>
          </a:xfrm>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3245507" y="4039820"/>
            <a:ext cx="8534400" cy="1068935"/>
          </a:xfrm>
        </p:spPr>
        <p:txBody>
          <a:bodyPr>
            <a:normAutofit/>
          </a:bodyPr>
          <a:lstStyle>
            <a:lvl1pPr marL="0" indent="0" algn="r">
              <a:buNone/>
              <a:defRPr sz="2800">
                <a:solidFill>
                  <a:srgbClr val="00B0F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05833" y="527605"/>
            <a:ext cx="10972800" cy="610820"/>
          </a:xfrm>
        </p:spPr>
        <p:txBody>
          <a:bodyPr>
            <a:normAutofit/>
          </a:bodyPr>
          <a:lstStyle>
            <a:lvl1pPr algn="r">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005832" y="1443835"/>
            <a:ext cx="9976727" cy="458115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0" y="527605"/>
            <a:ext cx="9354927" cy="684885"/>
          </a:xfrm>
        </p:spPr>
        <p:txBody>
          <a:bodyPr>
            <a:normAutofit/>
          </a:bodyPr>
          <a:lstStyle>
            <a:lvl1pPr algn="l">
              <a:defRPr sz="3600">
                <a:solidFill>
                  <a:srgbClr val="00B0F0"/>
                </a:solidFill>
              </a:defRPr>
            </a:lvl1pPr>
          </a:lstStyle>
          <a:p>
            <a:r>
              <a:rPr lang="en-US" dirty="0"/>
              <a:t>Click to edit Master title style</a:t>
            </a:r>
          </a:p>
        </p:txBody>
      </p:sp>
      <p:sp>
        <p:nvSpPr>
          <p:cNvPr id="3" name="Content Placeholder 2"/>
          <p:cNvSpPr>
            <a:spLocks noGrp="1"/>
          </p:cNvSpPr>
          <p:nvPr>
            <p:ph idx="1"/>
          </p:nvPr>
        </p:nvSpPr>
        <p:spPr>
          <a:xfrm>
            <a:off x="2431080" y="1443835"/>
            <a:ext cx="9354927" cy="427574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74680" y="527605"/>
            <a:ext cx="8325913" cy="532180"/>
          </a:xfrm>
        </p:spPr>
        <p:txBody>
          <a:bodyPr>
            <a:normAutofit/>
          </a:bodyPr>
          <a:lstStyle>
            <a:lvl1pPr algn="r">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802228" y="1596540"/>
            <a:ext cx="5090165" cy="639762"/>
          </a:xfrm>
        </p:spPr>
        <p:txBody>
          <a:bodyPr anchor="b"/>
          <a:lstStyle>
            <a:lvl1pPr marL="0" indent="0">
              <a:buNone/>
              <a:defRPr sz="2400" b="1" baseline="0">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02228" y="2226403"/>
            <a:ext cx="5090165"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99607" y="1596540"/>
            <a:ext cx="5293773" cy="639762"/>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99607" y="2226403"/>
            <a:ext cx="5293773"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t>5/17/2025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t>5/17/2025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t>5/17/2025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2000" cy="6858000"/>
          </a:xfrm>
          <a:prstGeom prst="rect">
            <a:avLst/>
          </a:prstGeom>
        </p:spPr>
      </p:pic>
      <p:sp>
        <p:nvSpPr>
          <p:cNvPr id="2" name="Holder 2"/>
          <p:cNvSpPr>
            <a:spLocks noGrp="1"/>
          </p:cNvSpPr>
          <p:nvPr>
            <p:ph type="title"/>
          </p:nvPr>
        </p:nvSpPr>
        <p:spPr>
          <a:xfrm>
            <a:off x="604519" y="309879"/>
            <a:ext cx="10982960" cy="589280"/>
          </a:xfrm>
          <a:prstGeom prst="rect">
            <a:avLst/>
          </a:prstGeom>
        </p:spPr>
        <p:txBody>
          <a:bodyPr wrap="square" lIns="0" tIns="0" rIns="0" bIns="0">
            <a:spAutoFit/>
          </a:bodyPr>
          <a:lstStyle>
            <a:lvl1pPr>
              <a:defRPr sz="3200" b="0" i="0">
                <a:solidFill>
                  <a:schemeClr val="bg1"/>
                </a:solidFill>
                <a:latin typeface="Arial MT"/>
                <a:cs typeface="Arial MT"/>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5/17/2025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t>5/17/2025</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m/url?sa=i&amp;rct=j&amp;q=&amp;esrc=s&amp;source=images&amp;cd=&amp;ved=2ahUKEwj88pfQpqffAhUN-YUKHZMyAOMQjRx6BAgBEAU&amp;url=http://lighthouseinsights.in/creative-promotions-by-brands-and-the-dabbawalas-of-mumbai.html/&amp;psig=AOvVaw3-BZvvl3V8nvlV1CStVCF1&amp;ust=1545151058237242" TargetMode="Externa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23050" y="5389653"/>
            <a:ext cx="3044950" cy="1443835"/>
          </a:xfrm>
        </p:spPr>
        <p:txBody>
          <a:bodyPr>
            <a:noAutofit/>
          </a:bodyPr>
          <a:lstStyle/>
          <a:p>
            <a:pPr algn="ctr"/>
            <a:r>
              <a:rPr lang="en-GB" altLang="en-US" sz="2000" b="1" i="1" dirty="0">
                <a:solidFill>
                  <a:schemeClr val="bg1">
                    <a:lumMod val="95000"/>
                  </a:schemeClr>
                </a:solidFill>
                <a:latin typeface="Georgia" panose="02040502050405020303" pitchFamily="18" charset="0"/>
              </a:rPr>
              <a:t>Lecturer </a:t>
            </a:r>
          </a:p>
          <a:p>
            <a:pPr algn="ctr"/>
            <a:r>
              <a:rPr lang="en-GB" altLang="en-US" sz="2000" b="1" i="1" dirty="0">
                <a:solidFill>
                  <a:schemeClr val="bg1">
                    <a:lumMod val="95000"/>
                  </a:schemeClr>
                </a:solidFill>
                <a:latin typeface="Georgia" panose="02040502050405020303" pitchFamily="18" charset="0"/>
              </a:rPr>
              <a:t> </a:t>
            </a:r>
            <a:r>
              <a:rPr lang="en-GB" altLang="en-US" sz="2000" b="1" i="1" dirty="0" err="1">
                <a:solidFill>
                  <a:schemeClr val="bg1">
                    <a:lumMod val="95000"/>
                  </a:schemeClr>
                </a:solidFill>
                <a:latin typeface="Georgia" panose="02040502050405020303" pitchFamily="18" charset="0"/>
              </a:rPr>
              <a:t>Sajid</a:t>
            </a:r>
            <a:r>
              <a:rPr lang="en-GB" altLang="en-US" sz="2000" b="1" i="1" dirty="0">
                <a:solidFill>
                  <a:schemeClr val="bg1">
                    <a:lumMod val="95000"/>
                  </a:schemeClr>
                </a:solidFill>
                <a:latin typeface="Georgia" panose="02040502050405020303" pitchFamily="18" charset="0"/>
              </a:rPr>
              <a:t> </a:t>
            </a:r>
            <a:r>
              <a:rPr lang="en-GB" altLang="en-US" sz="2000" b="1" i="1" dirty="0" err="1">
                <a:solidFill>
                  <a:schemeClr val="bg1">
                    <a:lumMod val="95000"/>
                  </a:schemeClr>
                </a:solidFill>
                <a:latin typeface="Georgia" panose="02040502050405020303" pitchFamily="18" charset="0"/>
              </a:rPr>
              <a:t>Mehmood</a:t>
            </a:r>
            <a:endParaRPr lang="en-GB" altLang="en-US" sz="2000" b="1" i="1" dirty="0">
              <a:solidFill>
                <a:schemeClr val="bg1">
                  <a:lumMod val="95000"/>
                </a:schemeClr>
              </a:solidFill>
              <a:latin typeface="Georgia" panose="02040502050405020303" pitchFamily="18" charset="0"/>
            </a:endParaRPr>
          </a:p>
        </p:txBody>
      </p:sp>
      <p:sp>
        <p:nvSpPr>
          <p:cNvPr id="48130" name="AutoShape 2" descr="Image result for mumbai dabbawala">
            <a:hlinkClick r:id="rId3"/>
          </p:cNvPr>
          <p:cNvSpPr>
            <a:spLocks noChangeAspect="1" noChangeArrowheads="1"/>
          </p:cNvSpPr>
          <p:nvPr/>
        </p:nvSpPr>
        <p:spPr bwMode="auto">
          <a:xfrm>
            <a:off x="1641475" y="-1668463"/>
            <a:ext cx="6143625" cy="3486151"/>
          </a:xfrm>
          <a:prstGeom prst="rect">
            <a:avLst/>
          </a:prstGeom>
          <a:noFill/>
        </p:spPr>
        <p:txBody>
          <a:bodyPr vert="horz" wrap="square" lIns="91440" tIns="45720" rIns="91440" bIns="45720" numCol="1" anchor="t" anchorCtr="0" compatLnSpc="1"/>
          <a:lstStyle/>
          <a:p>
            <a:endParaRPr lang="en-US" sz="1800" dirty="0"/>
          </a:p>
        </p:txBody>
      </p:sp>
      <p:sp>
        <p:nvSpPr>
          <p:cNvPr id="48132" name="AutoShape 4" descr="Image result for mumbai dabbawala">
            <a:hlinkClick r:id="rId3"/>
          </p:cNvPr>
          <p:cNvSpPr>
            <a:spLocks noChangeAspect="1" noChangeArrowheads="1"/>
          </p:cNvSpPr>
          <p:nvPr/>
        </p:nvSpPr>
        <p:spPr bwMode="auto">
          <a:xfrm>
            <a:off x="1641475" y="-1668463"/>
            <a:ext cx="6143625" cy="3486151"/>
          </a:xfrm>
          <a:prstGeom prst="rect">
            <a:avLst/>
          </a:prstGeom>
          <a:noFill/>
        </p:spPr>
        <p:txBody>
          <a:bodyPr vert="horz" wrap="square" lIns="91440" tIns="45720" rIns="91440" bIns="45720" numCol="1" anchor="t" anchorCtr="0" compatLnSpc="1"/>
          <a:lstStyle/>
          <a:p>
            <a:endParaRPr lang="en-US" sz="1800" dirty="0"/>
          </a:p>
        </p:txBody>
      </p:sp>
      <p:sp>
        <p:nvSpPr>
          <p:cNvPr id="13" name="Rectangle 12"/>
          <p:cNvSpPr/>
          <p:nvPr/>
        </p:nvSpPr>
        <p:spPr>
          <a:xfrm>
            <a:off x="4560570" y="2819400"/>
            <a:ext cx="6107430" cy="1785104"/>
          </a:xfrm>
          <a:prstGeom prst="rect">
            <a:avLst/>
          </a:prstGeom>
        </p:spPr>
        <p:txBody>
          <a:bodyPr wrap="square">
            <a:spAutoFit/>
          </a:bodyPr>
          <a:lstStyle/>
          <a:p>
            <a:pPr algn="ctr"/>
            <a:r>
              <a:rPr lang="en-GB" altLang="en-US" sz="3300" b="1" dirty="0">
                <a:latin typeface="Times New Roman" panose="02020603050405020304" pitchFamily="18" charset="0"/>
                <a:sym typeface="+mn-ea"/>
              </a:rPr>
              <a:t>Project </a:t>
            </a:r>
            <a:r>
              <a:rPr lang="en-US" altLang="en-US" sz="3300" b="1" dirty="0">
                <a:latin typeface="Times New Roman" panose="02020603050405020304" pitchFamily="18" charset="0"/>
                <a:sym typeface="+mn-ea"/>
              </a:rPr>
              <a:t>Management Principles and Practices</a:t>
            </a:r>
            <a:endParaRPr kumimoji="0" lang="en-US" sz="3300" b="1" i="0" u="none" strike="noStrike" kern="1200" cap="none" spc="0" normalizeH="0" baseline="0" noProof="1">
              <a:solidFill>
                <a:schemeClr val="tx1"/>
              </a:solidFill>
              <a:latin typeface="Times New Roman" panose="02020603050405020304" pitchFamily="18" charset="0"/>
              <a:ea typeface="+mn-ea"/>
              <a:cs typeface="+mn-cs"/>
            </a:endParaRPr>
          </a:p>
          <a:p>
            <a:pPr algn="ctr"/>
            <a:r>
              <a:rPr lang="en-GB" altLang="en-US" sz="4400" b="1" dirty="0">
                <a:solidFill>
                  <a:schemeClr val="bg1"/>
                </a:solidFill>
              </a:rPr>
              <a:t>Spring 2025</a:t>
            </a:r>
          </a:p>
        </p:txBody>
      </p:sp>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1895" y="1583690"/>
            <a:ext cx="3125470" cy="1235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object 15"/>
          <p:cNvSpPr/>
          <p:nvPr/>
        </p:nvSpPr>
        <p:spPr>
          <a:xfrm>
            <a:off x="366395" y="5203825"/>
            <a:ext cx="1275080" cy="1286510"/>
          </a:xfrm>
          <a:prstGeom prst="rect">
            <a:avLst/>
          </a:prstGeom>
          <a:blipFill>
            <a:blip r:embed="rId5" cstate="print"/>
            <a:stretch>
              <a:fillRect/>
            </a:stretch>
          </a:blipFill>
        </p:spPr>
        <p:txBody>
          <a:bodyPr wrap="square" lIns="0" tIns="0" rIns="0" bIns="0" rtlCol="0"/>
          <a:lstStyle/>
          <a:p>
            <a:endParaRPr sz="1400"/>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1"/>
          <p:cNvSpPr txBox="1">
            <a:spLocks noChangeArrowheads="1"/>
          </p:cNvSpPr>
          <p:nvPr/>
        </p:nvSpPr>
        <p:spPr bwMode="auto">
          <a:xfrm>
            <a:off x="3116264" y="1371600"/>
            <a:ext cx="509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b="1" u="sng"/>
              <a:t>LECTURE OUTLINE </a:t>
            </a:r>
          </a:p>
        </p:txBody>
      </p:sp>
      <p:sp>
        <p:nvSpPr>
          <p:cNvPr id="8195" name="TextBox 2"/>
          <p:cNvSpPr txBox="1">
            <a:spLocks noChangeArrowheads="1"/>
          </p:cNvSpPr>
          <p:nvPr/>
        </p:nvSpPr>
        <p:spPr bwMode="auto">
          <a:xfrm>
            <a:off x="838200" y="2133600"/>
            <a:ext cx="722672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342900" indent="-342900">
              <a:buFont typeface="Arial" panose="020B0604020202020204" pitchFamily="34" charset="0"/>
              <a:buChar char="•"/>
            </a:pPr>
            <a:r>
              <a:rPr lang="en-US" dirty="0"/>
              <a:t>What is Quality. </a:t>
            </a:r>
          </a:p>
          <a:p>
            <a:pPr marL="342900" lvl="0" indent="-342900" fontAlgn="base">
              <a:buFont typeface="Arial" panose="020B0604020202020204" pitchFamily="34" charset="0"/>
              <a:buChar char="•"/>
            </a:pPr>
            <a:r>
              <a:rPr lang="en-US" dirty="0"/>
              <a:t>Overview of Project Quality Management Process. </a:t>
            </a:r>
          </a:p>
          <a:p>
            <a:pPr marL="342900" lvl="0" indent="-342900" fontAlgn="base">
              <a:buFont typeface="Arial" panose="020B0604020202020204" pitchFamily="34" charset="0"/>
              <a:buChar char="•"/>
            </a:pPr>
            <a:r>
              <a:rPr lang="en-US" dirty="0"/>
              <a:t>Importance of Quality in Projects. </a:t>
            </a:r>
          </a:p>
          <a:p>
            <a:pPr marL="342900" lvl="0" indent="-342900" fontAlgn="base">
              <a:buFont typeface="Arial" panose="020B0604020202020204" pitchFamily="34" charset="0"/>
              <a:buChar char="•"/>
            </a:pPr>
            <a:r>
              <a:rPr lang="en-US" dirty="0"/>
              <a:t>Perception about Quality. </a:t>
            </a:r>
          </a:p>
          <a:p>
            <a:pPr marL="342900" lvl="0" indent="-342900" fontAlgn="base">
              <a:buFont typeface="Arial" panose="020B0604020202020204" pitchFamily="34" charset="0"/>
              <a:buChar char="•"/>
            </a:pPr>
            <a:r>
              <a:rPr lang="en-US" dirty="0"/>
              <a:t>Cost &amp; Benefits of Quality. </a:t>
            </a:r>
          </a:p>
          <a:p>
            <a:pPr marL="342900" lvl="0" indent="-342900" fontAlgn="base">
              <a:buFont typeface="Arial" panose="020B0604020202020204" pitchFamily="34" charset="0"/>
              <a:buChar char="•"/>
            </a:pPr>
            <a:r>
              <a:rPr lang="en-US" dirty="0"/>
              <a:t>Changing Views on Quality. </a:t>
            </a:r>
          </a:p>
          <a:p>
            <a:pPr marL="342900" indent="-342900">
              <a:buFont typeface="Arial" panose="020B0604020202020204" pitchFamily="34" charset="0"/>
              <a:buChar char="•"/>
            </a:pPr>
            <a:r>
              <a:rPr lang="en-US" dirty="0"/>
              <a:t>Quality Assurance vs. Control.</a:t>
            </a:r>
            <a:endParaRPr lang="en-US" b="1" dirty="0"/>
          </a:p>
          <a:p>
            <a:pPr marL="342900" indent="-342900">
              <a:buFont typeface="Arial" panose="020B0604020202020204" pitchFamily="34" charset="0"/>
              <a:buChar char="•"/>
            </a:pPr>
            <a:r>
              <a:rPr lang="en-US" dirty="0"/>
              <a:t>7 Tools Of Quality</a:t>
            </a:r>
          </a:p>
        </p:txBody>
      </p:sp>
    </p:spTree>
    <p:extLst>
      <p:ext uri="{BB962C8B-B14F-4D97-AF65-F5344CB8AC3E}">
        <p14:creationId xmlns:p14="http://schemas.microsoft.com/office/powerpoint/2010/main" val="3386878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76200" rIns="0" bIns="0" rtlCol="0">
            <a:spAutoFit/>
          </a:bodyPr>
          <a:lstStyle/>
          <a:p>
            <a:pPr marL="11430" algn="ctr">
              <a:lnSpc>
                <a:spcPct val="100000"/>
              </a:lnSpc>
              <a:spcBef>
                <a:spcPts val="600"/>
              </a:spcBef>
            </a:pPr>
            <a:r>
              <a:rPr spc="-40" dirty="0"/>
              <a:t>Quality</a:t>
            </a:r>
          </a:p>
        </p:txBody>
      </p:sp>
      <p:sp>
        <p:nvSpPr>
          <p:cNvPr id="3" name="object 3"/>
          <p:cNvSpPr txBox="1"/>
          <p:nvPr/>
        </p:nvSpPr>
        <p:spPr>
          <a:xfrm>
            <a:off x="688975" y="1106487"/>
            <a:ext cx="10829925" cy="5337175"/>
          </a:xfrm>
          <a:prstGeom prst="rect">
            <a:avLst/>
          </a:prstGeom>
        </p:spPr>
        <p:txBody>
          <a:bodyPr vert="horz" wrap="square" lIns="0" tIns="12700" rIns="0" bIns="0" rtlCol="0">
            <a:spAutoFit/>
          </a:bodyPr>
          <a:lstStyle/>
          <a:p>
            <a:pPr marL="358140" indent="-346075">
              <a:lnSpc>
                <a:spcPct val="100000"/>
              </a:lnSpc>
              <a:spcBef>
                <a:spcPts val="100"/>
              </a:spcBef>
              <a:buFont typeface="Arial MT"/>
              <a:buChar char="•"/>
              <a:tabLst>
                <a:tab pos="358140" algn="l"/>
                <a:tab pos="358775" algn="l"/>
              </a:tabLst>
            </a:pPr>
            <a:r>
              <a:rPr sz="2000" b="1" spc="-15" dirty="0">
                <a:latin typeface="Calibri" panose="020F0502020204030204"/>
                <a:cs typeface="Calibri" panose="020F0502020204030204"/>
              </a:rPr>
              <a:t>What</a:t>
            </a:r>
            <a:r>
              <a:rPr sz="2000" b="1" spc="-40" dirty="0">
                <a:latin typeface="Calibri" panose="020F0502020204030204"/>
                <a:cs typeface="Calibri" panose="020F0502020204030204"/>
              </a:rPr>
              <a:t> </a:t>
            </a:r>
            <a:r>
              <a:rPr sz="2000" b="1" spc="-5" dirty="0">
                <a:latin typeface="Calibri" panose="020F0502020204030204"/>
                <a:cs typeface="Calibri" panose="020F0502020204030204"/>
              </a:rPr>
              <a:t>is</a:t>
            </a:r>
            <a:r>
              <a:rPr sz="2000" b="1" spc="10" dirty="0">
                <a:latin typeface="Calibri" panose="020F0502020204030204"/>
                <a:cs typeface="Calibri" panose="020F0502020204030204"/>
              </a:rPr>
              <a:t> </a:t>
            </a:r>
            <a:r>
              <a:rPr sz="2000" b="1" spc="-15" dirty="0">
                <a:latin typeface="Calibri" panose="020F0502020204030204"/>
                <a:cs typeface="Calibri" panose="020F0502020204030204"/>
              </a:rPr>
              <a:t>Quality?</a:t>
            </a:r>
            <a:endParaRPr sz="2000">
              <a:latin typeface="Calibri" panose="020F0502020204030204"/>
              <a:cs typeface="Calibri" panose="020F0502020204030204"/>
            </a:endParaRPr>
          </a:p>
          <a:p>
            <a:pPr marL="358140" indent="-346075">
              <a:lnSpc>
                <a:spcPct val="100000"/>
              </a:lnSpc>
              <a:spcBef>
                <a:spcPts val="5"/>
              </a:spcBef>
              <a:buFont typeface="Arial MT"/>
              <a:buChar char="•"/>
              <a:tabLst>
                <a:tab pos="358140" algn="l"/>
                <a:tab pos="358775" algn="l"/>
              </a:tabLst>
            </a:pPr>
            <a:r>
              <a:rPr sz="2000" spc="-10" dirty="0">
                <a:latin typeface="Calibri" panose="020F0502020204030204"/>
                <a:cs typeface="Calibri" panose="020F0502020204030204"/>
              </a:rPr>
              <a:t>Customers</a:t>
            </a:r>
            <a:r>
              <a:rPr sz="2000" spc="55" dirty="0">
                <a:latin typeface="Calibri" panose="020F0502020204030204"/>
                <a:cs typeface="Calibri" panose="020F0502020204030204"/>
              </a:rPr>
              <a:t> </a:t>
            </a:r>
            <a:r>
              <a:rPr sz="2000" spc="-20" dirty="0">
                <a:latin typeface="Calibri" panose="020F0502020204030204"/>
                <a:cs typeface="Calibri" panose="020F0502020204030204"/>
              </a:rPr>
              <a:t>know</a:t>
            </a:r>
            <a:r>
              <a:rPr sz="2000" spc="45" dirty="0">
                <a:latin typeface="Calibri" panose="020F0502020204030204"/>
                <a:cs typeface="Calibri" panose="020F0502020204030204"/>
              </a:rPr>
              <a:t> </a:t>
            </a:r>
            <a:r>
              <a:rPr sz="2000" spc="10" dirty="0">
                <a:latin typeface="Calibri" panose="020F0502020204030204"/>
                <a:cs typeface="Calibri" panose="020F0502020204030204"/>
              </a:rPr>
              <a:t>it</a:t>
            </a:r>
            <a:r>
              <a:rPr sz="2000" spc="-80" dirty="0">
                <a:latin typeface="Calibri" panose="020F0502020204030204"/>
                <a:cs typeface="Calibri" panose="020F0502020204030204"/>
              </a:rPr>
              <a:t> </a:t>
            </a:r>
            <a:r>
              <a:rPr sz="2000" spc="-15" dirty="0">
                <a:latin typeface="Calibri" panose="020F0502020204030204"/>
                <a:cs typeface="Calibri" panose="020F0502020204030204"/>
              </a:rPr>
              <a:t>when</a:t>
            </a:r>
            <a:r>
              <a:rPr sz="2000" spc="105" dirty="0">
                <a:latin typeface="Calibri" panose="020F0502020204030204"/>
                <a:cs typeface="Calibri" panose="020F0502020204030204"/>
              </a:rPr>
              <a:t> </a:t>
            </a:r>
            <a:r>
              <a:rPr sz="2000" spc="-25" dirty="0">
                <a:latin typeface="Calibri" panose="020F0502020204030204"/>
                <a:cs typeface="Calibri" panose="020F0502020204030204"/>
              </a:rPr>
              <a:t>they</a:t>
            </a:r>
            <a:r>
              <a:rPr sz="2000" spc="5" dirty="0">
                <a:latin typeface="Calibri" panose="020F0502020204030204"/>
                <a:cs typeface="Calibri" panose="020F0502020204030204"/>
              </a:rPr>
              <a:t> </a:t>
            </a:r>
            <a:r>
              <a:rPr sz="2000" spc="-10" dirty="0">
                <a:latin typeface="Calibri" panose="020F0502020204030204"/>
                <a:cs typeface="Calibri" panose="020F0502020204030204"/>
              </a:rPr>
              <a:t>see</a:t>
            </a:r>
            <a:r>
              <a:rPr sz="2000" spc="80" dirty="0">
                <a:latin typeface="Calibri" panose="020F0502020204030204"/>
                <a:cs typeface="Calibri" panose="020F0502020204030204"/>
              </a:rPr>
              <a:t> </a:t>
            </a:r>
            <a:r>
              <a:rPr sz="2000" spc="-5" dirty="0">
                <a:latin typeface="Calibri" panose="020F0502020204030204"/>
                <a:cs typeface="Calibri" panose="020F0502020204030204"/>
              </a:rPr>
              <a:t>it.</a:t>
            </a:r>
            <a:r>
              <a:rPr sz="2000" spc="5" dirty="0">
                <a:latin typeface="Calibri" panose="020F0502020204030204"/>
                <a:cs typeface="Calibri" panose="020F0502020204030204"/>
              </a:rPr>
              <a:t> </a:t>
            </a:r>
            <a:r>
              <a:rPr sz="2000" spc="-10" dirty="0">
                <a:latin typeface="Calibri" panose="020F0502020204030204"/>
                <a:cs typeface="Calibri" panose="020F0502020204030204"/>
              </a:rPr>
              <a:t>Suppliers</a:t>
            </a:r>
            <a:r>
              <a:rPr sz="2000" spc="60" dirty="0">
                <a:latin typeface="Calibri" panose="020F0502020204030204"/>
                <a:cs typeface="Calibri" panose="020F0502020204030204"/>
              </a:rPr>
              <a:t> </a:t>
            </a:r>
            <a:r>
              <a:rPr sz="2000" spc="5" dirty="0">
                <a:latin typeface="Calibri" panose="020F0502020204030204"/>
                <a:cs typeface="Calibri" panose="020F0502020204030204"/>
              </a:rPr>
              <a:t>promise</a:t>
            </a:r>
            <a:r>
              <a:rPr sz="2000" spc="-95" dirty="0">
                <a:latin typeface="Calibri" panose="020F0502020204030204"/>
                <a:cs typeface="Calibri" panose="020F0502020204030204"/>
              </a:rPr>
              <a:t> </a:t>
            </a:r>
            <a:r>
              <a:rPr sz="2000" spc="-15" dirty="0">
                <a:latin typeface="Calibri" panose="020F0502020204030204"/>
                <a:cs typeface="Calibri" panose="020F0502020204030204"/>
              </a:rPr>
              <a:t>that</a:t>
            </a:r>
            <a:r>
              <a:rPr sz="2000" spc="85" dirty="0">
                <a:latin typeface="Calibri" panose="020F0502020204030204"/>
                <a:cs typeface="Calibri" panose="020F0502020204030204"/>
              </a:rPr>
              <a:t> </a:t>
            </a:r>
            <a:r>
              <a:rPr sz="2000" spc="-15" dirty="0">
                <a:latin typeface="Calibri" panose="020F0502020204030204"/>
                <a:cs typeface="Calibri" panose="020F0502020204030204"/>
              </a:rPr>
              <a:t>their</a:t>
            </a:r>
            <a:r>
              <a:rPr sz="2000" spc="55" dirty="0">
                <a:latin typeface="Calibri" panose="020F0502020204030204"/>
                <a:cs typeface="Calibri" panose="020F0502020204030204"/>
              </a:rPr>
              <a:t> </a:t>
            </a:r>
            <a:r>
              <a:rPr sz="2000" spc="-5" dirty="0">
                <a:latin typeface="Calibri" panose="020F0502020204030204"/>
                <a:cs typeface="Calibri" panose="020F0502020204030204"/>
              </a:rPr>
              <a:t>goods</a:t>
            </a:r>
            <a:r>
              <a:rPr sz="2000" spc="-40" dirty="0">
                <a:latin typeface="Calibri" panose="020F0502020204030204"/>
                <a:cs typeface="Calibri" panose="020F0502020204030204"/>
              </a:rPr>
              <a:t> </a:t>
            </a:r>
            <a:r>
              <a:rPr sz="2000" dirty="0">
                <a:latin typeface="Calibri" panose="020F0502020204030204"/>
                <a:cs typeface="Calibri" panose="020F0502020204030204"/>
              </a:rPr>
              <a:t>and</a:t>
            </a:r>
            <a:r>
              <a:rPr sz="2000" spc="10" dirty="0">
                <a:latin typeface="Calibri" panose="020F0502020204030204"/>
                <a:cs typeface="Calibri" panose="020F0502020204030204"/>
              </a:rPr>
              <a:t> </a:t>
            </a:r>
            <a:r>
              <a:rPr sz="2000" spc="-5" dirty="0">
                <a:latin typeface="Calibri" panose="020F0502020204030204"/>
                <a:cs typeface="Calibri" panose="020F0502020204030204"/>
              </a:rPr>
              <a:t>services</a:t>
            </a:r>
            <a:r>
              <a:rPr sz="2000" spc="40" dirty="0">
                <a:latin typeface="Calibri" panose="020F0502020204030204"/>
                <a:cs typeface="Calibri" panose="020F0502020204030204"/>
              </a:rPr>
              <a:t> </a:t>
            </a:r>
            <a:r>
              <a:rPr sz="2000" spc="-15" dirty="0">
                <a:latin typeface="Calibri" panose="020F0502020204030204"/>
                <a:cs typeface="Calibri" panose="020F0502020204030204"/>
              </a:rPr>
              <a:t>embody</a:t>
            </a:r>
            <a:r>
              <a:rPr sz="2000" spc="90" dirty="0">
                <a:latin typeface="Calibri" panose="020F0502020204030204"/>
                <a:cs typeface="Calibri" panose="020F0502020204030204"/>
              </a:rPr>
              <a:t> </a:t>
            </a:r>
            <a:r>
              <a:rPr sz="2000" spc="-5" dirty="0">
                <a:latin typeface="Calibri" panose="020F0502020204030204"/>
                <a:cs typeface="Calibri" panose="020F0502020204030204"/>
              </a:rPr>
              <a:t>it.</a:t>
            </a:r>
            <a:endParaRPr sz="2000">
              <a:latin typeface="Calibri" panose="020F0502020204030204"/>
              <a:cs typeface="Calibri" panose="020F0502020204030204"/>
            </a:endParaRPr>
          </a:p>
          <a:p>
            <a:pPr marL="358140" indent="-346075">
              <a:lnSpc>
                <a:spcPct val="100000"/>
              </a:lnSpc>
              <a:spcBef>
                <a:spcPts val="5"/>
              </a:spcBef>
              <a:buFont typeface="Arial MT"/>
              <a:buChar char="•"/>
              <a:tabLst>
                <a:tab pos="358140" algn="l"/>
                <a:tab pos="358775" algn="l"/>
              </a:tabLst>
            </a:pPr>
            <a:r>
              <a:rPr sz="2000" b="1" spc="-10" dirty="0">
                <a:latin typeface="Calibri" panose="020F0502020204030204"/>
                <a:cs typeface="Calibri" panose="020F0502020204030204"/>
              </a:rPr>
              <a:t>Why</a:t>
            </a:r>
            <a:r>
              <a:rPr sz="2000" b="1" spc="-40" dirty="0">
                <a:latin typeface="Calibri" panose="020F0502020204030204"/>
                <a:cs typeface="Calibri" panose="020F0502020204030204"/>
              </a:rPr>
              <a:t> </a:t>
            </a:r>
            <a:r>
              <a:rPr sz="2000" b="1" dirty="0">
                <a:latin typeface="Calibri" panose="020F0502020204030204"/>
                <a:cs typeface="Calibri" panose="020F0502020204030204"/>
              </a:rPr>
              <a:t>a</a:t>
            </a:r>
            <a:r>
              <a:rPr sz="2000" b="1" spc="5" dirty="0">
                <a:latin typeface="Calibri" panose="020F0502020204030204"/>
                <a:cs typeface="Calibri" panose="020F0502020204030204"/>
              </a:rPr>
              <a:t> </a:t>
            </a:r>
            <a:r>
              <a:rPr sz="2000" b="1" spc="-20" dirty="0">
                <a:latin typeface="Calibri" panose="020F0502020204030204"/>
                <a:cs typeface="Calibri" panose="020F0502020204030204"/>
              </a:rPr>
              <a:t>project</a:t>
            </a:r>
            <a:r>
              <a:rPr sz="2000" b="1" spc="65" dirty="0">
                <a:latin typeface="Calibri" panose="020F0502020204030204"/>
                <a:cs typeface="Calibri" panose="020F0502020204030204"/>
              </a:rPr>
              <a:t> </a:t>
            </a:r>
            <a:r>
              <a:rPr sz="2000" b="1" spc="-15" dirty="0">
                <a:latin typeface="Calibri" panose="020F0502020204030204"/>
                <a:cs typeface="Calibri" panose="020F0502020204030204"/>
              </a:rPr>
              <a:t>manager</a:t>
            </a:r>
            <a:r>
              <a:rPr sz="2000" b="1" spc="130" dirty="0">
                <a:latin typeface="Calibri" panose="020F0502020204030204"/>
                <a:cs typeface="Calibri" panose="020F0502020204030204"/>
              </a:rPr>
              <a:t> </a:t>
            </a:r>
            <a:r>
              <a:rPr sz="2000" b="1" spc="-20" dirty="0">
                <a:latin typeface="Calibri" panose="020F0502020204030204"/>
                <a:cs typeface="Calibri" panose="020F0502020204030204"/>
              </a:rPr>
              <a:t>should</a:t>
            </a:r>
            <a:r>
              <a:rPr sz="2000" b="1" spc="70" dirty="0">
                <a:latin typeface="Calibri" panose="020F0502020204030204"/>
                <a:cs typeface="Calibri" panose="020F0502020204030204"/>
              </a:rPr>
              <a:t> </a:t>
            </a:r>
            <a:r>
              <a:rPr sz="2000" b="1" spc="-20" dirty="0">
                <a:latin typeface="Calibri" panose="020F0502020204030204"/>
                <a:cs typeface="Calibri" panose="020F0502020204030204"/>
              </a:rPr>
              <a:t>be</a:t>
            </a:r>
            <a:r>
              <a:rPr sz="2000" b="1" spc="65" dirty="0">
                <a:latin typeface="Calibri" panose="020F0502020204030204"/>
                <a:cs typeface="Calibri" panose="020F0502020204030204"/>
              </a:rPr>
              <a:t> </a:t>
            </a:r>
            <a:r>
              <a:rPr sz="2000" b="1" dirty="0">
                <a:latin typeface="Calibri" panose="020F0502020204030204"/>
                <a:cs typeface="Calibri" panose="020F0502020204030204"/>
              </a:rPr>
              <a:t>worried</a:t>
            </a:r>
            <a:r>
              <a:rPr sz="2000" b="1" spc="-85" dirty="0">
                <a:latin typeface="Calibri" panose="020F0502020204030204"/>
                <a:cs typeface="Calibri" panose="020F0502020204030204"/>
              </a:rPr>
              <a:t> </a:t>
            </a:r>
            <a:r>
              <a:rPr sz="2000" b="1" spc="-30" dirty="0">
                <a:latin typeface="Calibri" panose="020F0502020204030204"/>
                <a:cs typeface="Calibri" panose="020F0502020204030204"/>
              </a:rPr>
              <a:t>about</a:t>
            </a:r>
            <a:r>
              <a:rPr sz="2000" b="1" spc="140" dirty="0">
                <a:latin typeface="Calibri" panose="020F0502020204030204"/>
                <a:cs typeface="Calibri" panose="020F0502020204030204"/>
              </a:rPr>
              <a:t> </a:t>
            </a:r>
            <a:r>
              <a:rPr sz="2000" b="1" spc="-15" dirty="0">
                <a:latin typeface="Calibri" panose="020F0502020204030204"/>
                <a:cs typeface="Calibri" panose="020F0502020204030204"/>
              </a:rPr>
              <a:t>quality?</a:t>
            </a:r>
            <a:endParaRPr sz="2000">
              <a:latin typeface="Calibri" panose="020F0502020204030204"/>
              <a:cs typeface="Calibri" panose="020F0502020204030204"/>
            </a:endParaRPr>
          </a:p>
          <a:p>
            <a:pPr marL="358140" marR="5715" indent="-346075">
              <a:lnSpc>
                <a:spcPts val="1920"/>
              </a:lnSpc>
              <a:spcBef>
                <a:spcPts val="465"/>
              </a:spcBef>
              <a:buFont typeface="Arial MT"/>
              <a:buChar char="•"/>
              <a:tabLst>
                <a:tab pos="358140" algn="l"/>
                <a:tab pos="358775" algn="l"/>
              </a:tabLst>
            </a:pPr>
            <a:r>
              <a:rPr sz="2000" dirty="0">
                <a:latin typeface="Calibri" panose="020F0502020204030204"/>
                <a:cs typeface="Calibri" panose="020F0502020204030204"/>
              </a:rPr>
              <a:t>A</a:t>
            </a:r>
            <a:r>
              <a:rPr sz="2000" spc="229" dirty="0">
                <a:latin typeface="Calibri" panose="020F0502020204030204"/>
                <a:cs typeface="Calibri" panose="020F0502020204030204"/>
              </a:rPr>
              <a:t> </a:t>
            </a:r>
            <a:r>
              <a:rPr sz="2000" spc="-5" dirty="0">
                <a:latin typeface="Calibri" panose="020F0502020204030204"/>
                <a:cs typeface="Calibri" panose="020F0502020204030204"/>
              </a:rPr>
              <a:t>customer</a:t>
            </a:r>
            <a:r>
              <a:rPr sz="2000" spc="280" dirty="0">
                <a:latin typeface="Calibri" panose="020F0502020204030204"/>
                <a:cs typeface="Calibri" panose="020F0502020204030204"/>
              </a:rPr>
              <a:t> </a:t>
            </a:r>
            <a:r>
              <a:rPr sz="2000" spc="-30" dirty="0">
                <a:latin typeface="Calibri" panose="020F0502020204030204"/>
                <a:cs typeface="Calibri" panose="020F0502020204030204"/>
              </a:rPr>
              <a:t>may</a:t>
            </a:r>
            <a:r>
              <a:rPr sz="2000" spc="245" dirty="0">
                <a:latin typeface="Calibri" panose="020F0502020204030204"/>
                <a:cs typeface="Calibri" panose="020F0502020204030204"/>
              </a:rPr>
              <a:t> </a:t>
            </a:r>
            <a:r>
              <a:rPr sz="2000" spc="-10" dirty="0">
                <a:latin typeface="Calibri" panose="020F0502020204030204"/>
                <a:cs typeface="Calibri" panose="020F0502020204030204"/>
              </a:rPr>
              <a:t>demand</a:t>
            </a:r>
            <a:r>
              <a:rPr sz="2000" spc="265" dirty="0">
                <a:latin typeface="Calibri" panose="020F0502020204030204"/>
                <a:cs typeface="Calibri" panose="020F0502020204030204"/>
              </a:rPr>
              <a:t> </a:t>
            </a:r>
            <a:r>
              <a:rPr sz="2000" spc="-5" dirty="0">
                <a:latin typeface="Calibri" panose="020F0502020204030204"/>
                <a:cs typeface="Calibri" panose="020F0502020204030204"/>
              </a:rPr>
              <a:t>quality</a:t>
            </a:r>
            <a:r>
              <a:rPr sz="2000" spc="250" dirty="0">
                <a:latin typeface="Calibri" panose="020F0502020204030204"/>
                <a:cs typeface="Calibri" panose="020F0502020204030204"/>
              </a:rPr>
              <a:t> </a:t>
            </a:r>
            <a:r>
              <a:rPr sz="2000" spc="-5" dirty="0">
                <a:latin typeface="Calibri" panose="020F0502020204030204"/>
                <a:cs typeface="Calibri" panose="020F0502020204030204"/>
              </a:rPr>
              <a:t>and</a:t>
            </a:r>
            <a:r>
              <a:rPr sz="2000" spc="180" dirty="0">
                <a:latin typeface="Calibri" panose="020F0502020204030204"/>
                <a:cs typeface="Calibri" panose="020F0502020204030204"/>
              </a:rPr>
              <a:t> </a:t>
            </a:r>
            <a:r>
              <a:rPr sz="2000" dirty="0">
                <a:latin typeface="Calibri" panose="020F0502020204030204"/>
                <a:cs typeface="Calibri" panose="020F0502020204030204"/>
              </a:rPr>
              <a:t>an</a:t>
            </a:r>
            <a:r>
              <a:rPr sz="2000" spc="254" dirty="0">
                <a:latin typeface="Calibri" panose="020F0502020204030204"/>
                <a:cs typeface="Calibri" panose="020F0502020204030204"/>
              </a:rPr>
              <a:t> </a:t>
            </a:r>
            <a:r>
              <a:rPr sz="2000" spc="-15" dirty="0">
                <a:latin typeface="Calibri" panose="020F0502020204030204"/>
                <a:cs typeface="Calibri" panose="020F0502020204030204"/>
              </a:rPr>
              <a:t>organization</a:t>
            </a:r>
            <a:r>
              <a:rPr sz="2000" spc="175" dirty="0">
                <a:latin typeface="Calibri" panose="020F0502020204030204"/>
                <a:cs typeface="Calibri" panose="020F0502020204030204"/>
              </a:rPr>
              <a:t> </a:t>
            </a:r>
            <a:r>
              <a:rPr sz="2000" dirty="0">
                <a:latin typeface="Calibri" panose="020F0502020204030204"/>
                <a:cs typeface="Calibri" panose="020F0502020204030204"/>
              </a:rPr>
              <a:t>may</a:t>
            </a:r>
            <a:r>
              <a:rPr sz="2000" spc="165" dirty="0">
                <a:latin typeface="Calibri" panose="020F0502020204030204"/>
                <a:cs typeface="Calibri" panose="020F0502020204030204"/>
              </a:rPr>
              <a:t> </a:t>
            </a:r>
            <a:r>
              <a:rPr sz="2000" dirty="0">
                <a:latin typeface="Calibri" panose="020F0502020204030204"/>
                <a:cs typeface="Calibri" panose="020F0502020204030204"/>
              </a:rPr>
              <a:t>promise</a:t>
            </a:r>
            <a:r>
              <a:rPr sz="2000" spc="165" dirty="0">
                <a:latin typeface="Calibri" panose="020F0502020204030204"/>
                <a:cs typeface="Calibri" panose="020F0502020204030204"/>
              </a:rPr>
              <a:t> </a:t>
            </a:r>
            <a:r>
              <a:rPr sz="2000" spc="-20" dirty="0">
                <a:latin typeface="Calibri" panose="020F0502020204030204"/>
                <a:cs typeface="Calibri" panose="020F0502020204030204"/>
              </a:rPr>
              <a:t>to</a:t>
            </a:r>
            <a:r>
              <a:rPr sz="2000" spc="250" dirty="0">
                <a:latin typeface="Calibri" panose="020F0502020204030204"/>
                <a:cs typeface="Calibri" panose="020F0502020204030204"/>
              </a:rPr>
              <a:t> </a:t>
            </a:r>
            <a:r>
              <a:rPr sz="2000" spc="-10" dirty="0">
                <a:latin typeface="Calibri" panose="020F0502020204030204"/>
                <a:cs typeface="Calibri" panose="020F0502020204030204"/>
              </a:rPr>
              <a:t>deliver</a:t>
            </a:r>
            <a:r>
              <a:rPr sz="2000" spc="285" dirty="0">
                <a:latin typeface="Calibri" panose="020F0502020204030204"/>
                <a:cs typeface="Calibri" panose="020F0502020204030204"/>
              </a:rPr>
              <a:t> </a:t>
            </a:r>
            <a:r>
              <a:rPr sz="2000" spc="-35" dirty="0">
                <a:latin typeface="Calibri" panose="020F0502020204030204"/>
                <a:cs typeface="Calibri" panose="020F0502020204030204"/>
              </a:rPr>
              <a:t>quality,</a:t>
            </a:r>
            <a:r>
              <a:rPr sz="2000" spc="245" dirty="0">
                <a:latin typeface="Calibri" panose="020F0502020204030204"/>
                <a:cs typeface="Calibri" panose="020F0502020204030204"/>
              </a:rPr>
              <a:t> </a:t>
            </a:r>
            <a:r>
              <a:rPr sz="2000" spc="-10" dirty="0">
                <a:latin typeface="Calibri" panose="020F0502020204030204"/>
                <a:cs typeface="Calibri" panose="020F0502020204030204"/>
              </a:rPr>
              <a:t>but</a:t>
            </a:r>
            <a:r>
              <a:rPr sz="2000" spc="240" dirty="0">
                <a:latin typeface="Calibri" panose="020F0502020204030204"/>
                <a:cs typeface="Calibri" panose="020F0502020204030204"/>
              </a:rPr>
              <a:t> </a:t>
            </a:r>
            <a:r>
              <a:rPr sz="2000" dirty="0">
                <a:latin typeface="Calibri" panose="020F0502020204030204"/>
                <a:cs typeface="Calibri" panose="020F0502020204030204"/>
              </a:rPr>
              <a:t>a</a:t>
            </a:r>
            <a:r>
              <a:rPr sz="2000" spc="270" dirty="0">
                <a:latin typeface="Calibri" panose="020F0502020204030204"/>
                <a:cs typeface="Calibri" panose="020F0502020204030204"/>
              </a:rPr>
              <a:t> </a:t>
            </a:r>
            <a:r>
              <a:rPr sz="2000" spc="-15" dirty="0">
                <a:latin typeface="Calibri" panose="020F0502020204030204"/>
                <a:cs typeface="Calibri" panose="020F0502020204030204"/>
              </a:rPr>
              <a:t>project </a:t>
            </a:r>
            <a:r>
              <a:rPr sz="2000" spc="-434" dirty="0">
                <a:latin typeface="Calibri" panose="020F0502020204030204"/>
                <a:cs typeface="Calibri" panose="020F0502020204030204"/>
              </a:rPr>
              <a:t> </a:t>
            </a:r>
            <a:r>
              <a:rPr sz="2000" spc="-5" dirty="0">
                <a:latin typeface="Calibri" panose="020F0502020204030204"/>
                <a:cs typeface="Calibri" panose="020F0502020204030204"/>
              </a:rPr>
              <a:t>manager</a:t>
            </a:r>
            <a:r>
              <a:rPr sz="2000" spc="50" dirty="0">
                <a:latin typeface="Calibri" panose="020F0502020204030204"/>
                <a:cs typeface="Calibri" panose="020F0502020204030204"/>
              </a:rPr>
              <a:t> </a:t>
            </a:r>
            <a:r>
              <a:rPr sz="2000" spc="10" dirty="0">
                <a:latin typeface="Calibri" panose="020F0502020204030204"/>
                <a:cs typeface="Calibri" panose="020F0502020204030204"/>
              </a:rPr>
              <a:t>is</a:t>
            </a:r>
            <a:r>
              <a:rPr sz="2000" spc="-35" dirty="0">
                <a:latin typeface="Calibri" panose="020F0502020204030204"/>
                <a:cs typeface="Calibri" panose="020F0502020204030204"/>
              </a:rPr>
              <a:t> </a:t>
            </a:r>
            <a:r>
              <a:rPr sz="2000" spc="-15" dirty="0">
                <a:latin typeface="Calibri" panose="020F0502020204030204"/>
                <a:cs typeface="Calibri" panose="020F0502020204030204"/>
              </a:rPr>
              <a:t>the</a:t>
            </a:r>
            <a:r>
              <a:rPr sz="2000" spc="70" dirty="0">
                <a:latin typeface="Calibri" panose="020F0502020204030204"/>
                <a:cs typeface="Calibri" panose="020F0502020204030204"/>
              </a:rPr>
              <a:t> </a:t>
            </a:r>
            <a:r>
              <a:rPr sz="2000" spc="-15" dirty="0">
                <a:latin typeface="Calibri" panose="020F0502020204030204"/>
                <a:cs typeface="Calibri" panose="020F0502020204030204"/>
              </a:rPr>
              <a:t>one</a:t>
            </a:r>
            <a:r>
              <a:rPr sz="2000" spc="-10" dirty="0">
                <a:latin typeface="Calibri" panose="020F0502020204030204"/>
                <a:cs typeface="Calibri" panose="020F0502020204030204"/>
              </a:rPr>
              <a:t> </a:t>
            </a:r>
            <a:r>
              <a:rPr sz="2000" spc="-5" dirty="0">
                <a:latin typeface="Calibri" panose="020F0502020204030204"/>
                <a:cs typeface="Calibri" panose="020F0502020204030204"/>
              </a:rPr>
              <a:t>who</a:t>
            </a:r>
            <a:r>
              <a:rPr sz="2000" spc="10" dirty="0">
                <a:latin typeface="Calibri" panose="020F0502020204030204"/>
                <a:cs typeface="Calibri" panose="020F0502020204030204"/>
              </a:rPr>
              <a:t> </a:t>
            </a:r>
            <a:r>
              <a:rPr sz="2000" spc="-5" dirty="0">
                <a:latin typeface="Calibri" panose="020F0502020204030204"/>
                <a:cs typeface="Calibri" panose="020F0502020204030204"/>
              </a:rPr>
              <a:t>has</a:t>
            </a:r>
            <a:r>
              <a:rPr sz="2000" spc="-35" dirty="0">
                <a:latin typeface="Calibri" panose="020F0502020204030204"/>
                <a:cs typeface="Calibri" panose="020F0502020204030204"/>
              </a:rPr>
              <a:t> </a:t>
            </a:r>
            <a:r>
              <a:rPr sz="2000" spc="-20" dirty="0">
                <a:latin typeface="Calibri" panose="020F0502020204030204"/>
                <a:cs typeface="Calibri" panose="020F0502020204030204"/>
              </a:rPr>
              <a:t>to</a:t>
            </a:r>
            <a:r>
              <a:rPr sz="2000" spc="10" dirty="0">
                <a:latin typeface="Calibri" panose="020F0502020204030204"/>
                <a:cs typeface="Calibri" panose="020F0502020204030204"/>
              </a:rPr>
              <a:t> </a:t>
            </a:r>
            <a:r>
              <a:rPr sz="2000" spc="-5" dirty="0">
                <a:latin typeface="Calibri" panose="020F0502020204030204"/>
                <a:cs typeface="Calibri" panose="020F0502020204030204"/>
              </a:rPr>
              <a:t>do</a:t>
            </a:r>
            <a:r>
              <a:rPr sz="2000" spc="10" dirty="0">
                <a:latin typeface="Calibri" panose="020F0502020204030204"/>
                <a:cs typeface="Calibri" panose="020F0502020204030204"/>
              </a:rPr>
              <a:t> </a:t>
            </a:r>
            <a:r>
              <a:rPr sz="2000" spc="-5" dirty="0">
                <a:latin typeface="Calibri" panose="020F0502020204030204"/>
                <a:cs typeface="Calibri" panose="020F0502020204030204"/>
              </a:rPr>
              <a:t>it.</a:t>
            </a:r>
            <a:endParaRPr sz="2000">
              <a:latin typeface="Calibri" panose="020F0502020204030204"/>
              <a:cs typeface="Calibri" panose="020F0502020204030204"/>
            </a:endParaRPr>
          </a:p>
          <a:p>
            <a:pPr marL="358140" marR="13335" indent="-346075">
              <a:lnSpc>
                <a:spcPts val="1920"/>
              </a:lnSpc>
              <a:spcBef>
                <a:spcPts val="485"/>
              </a:spcBef>
              <a:buFont typeface="Arial MT"/>
              <a:buChar char="•"/>
              <a:tabLst>
                <a:tab pos="358140" algn="l"/>
                <a:tab pos="358775" algn="l"/>
              </a:tabLst>
            </a:pPr>
            <a:r>
              <a:rPr sz="2000" spc="-15" dirty="0">
                <a:latin typeface="Calibri" panose="020F0502020204030204"/>
                <a:cs typeface="Calibri" panose="020F0502020204030204"/>
              </a:rPr>
              <a:t>Failure</a:t>
            </a:r>
            <a:r>
              <a:rPr sz="2000" spc="160" dirty="0">
                <a:latin typeface="Calibri" panose="020F0502020204030204"/>
                <a:cs typeface="Calibri" panose="020F0502020204030204"/>
              </a:rPr>
              <a:t> </a:t>
            </a:r>
            <a:r>
              <a:rPr sz="2000" spc="10" dirty="0">
                <a:latin typeface="Calibri" panose="020F0502020204030204"/>
                <a:cs typeface="Calibri" panose="020F0502020204030204"/>
              </a:rPr>
              <a:t>can</a:t>
            </a:r>
            <a:r>
              <a:rPr sz="2000" spc="185" dirty="0">
                <a:latin typeface="Calibri" panose="020F0502020204030204"/>
                <a:cs typeface="Calibri" panose="020F0502020204030204"/>
              </a:rPr>
              <a:t> </a:t>
            </a:r>
            <a:r>
              <a:rPr sz="2000" spc="-10" dirty="0">
                <a:latin typeface="Calibri" panose="020F0502020204030204"/>
                <a:cs typeface="Calibri" panose="020F0502020204030204"/>
              </a:rPr>
              <a:t>have</a:t>
            </a:r>
            <a:r>
              <a:rPr sz="2000" spc="160" dirty="0">
                <a:latin typeface="Calibri" panose="020F0502020204030204"/>
                <a:cs typeface="Calibri" panose="020F0502020204030204"/>
              </a:rPr>
              <a:t> </a:t>
            </a:r>
            <a:r>
              <a:rPr sz="2000" spc="-10" dirty="0">
                <a:latin typeface="Calibri" panose="020F0502020204030204"/>
                <a:cs typeface="Calibri" panose="020F0502020204030204"/>
              </a:rPr>
              <a:t>devastating</a:t>
            </a:r>
            <a:r>
              <a:rPr sz="2000" spc="195" dirty="0">
                <a:latin typeface="Calibri" panose="020F0502020204030204"/>
                <a:cs typeface="Calibri" panose="020F0502020204030204"/>
              </a:rPr>
              <a:t> </a:t>
            </a:r>
            <a:r>
              <a:rPr sz="2000" spc="-5" dirty="0">
                <a:latin typeface="Calibri" panose="020F0502020204030204"/>
                <a:cs typeface="Calibri" panose="020F0502020204030204"/>
              </a:rPr>
              <a:t>immediate</a:t>
            </a:r>
            <a:r>
              <a:rPr sz="2000" spc="165" dirty="0">
                <a:latin typeface="Calibri" panose="020F0502020204030204"/>
                <a:cs typeface="Calibri" panose="020F0502020204030204"/>
              </a:rPr>
              <a:t> </a:t>
            </a:r>
            <a:r>
              <a:rPr sz="2000" spc="-5" dirty="0">
                <a:latin typeface="Calibri" panose="020F0502020204030204"/>
                <a:cs typeface="Calibri" panose="020F0502020204030204"/>
              </a:rPr>
              <a:t>and</a:t>
            </a:r>
            <a:r>
              <a:rPr sz="2000" spc="180" dirty="0">
                <a:latin typeface="Calibri" panose="020F0502020204030204"/>
                <a:cs typeface="Calibri" panose="020F0502020204030204"/>
              </a:rPr>
              <a:t> </a:t>
            </a:r>
            <a:r>
              <a:rPr sz="2000" spc="-5" dirty="0">
                <a:latin typeface="Calibri" panose="020F0502020204030204"/>
                <a:cs typeface="Calibri" panose="020F0502020204030204"/>
              </a:rPr>
              <a:t>long-term</a:t>
            </a:r>
            <a:r>
              <a:rPr sz="2000" spc="195" dirty="0">
                <a:latin typeface="Calibri" panose="020F0502020204030204"/>
                <a:cs typeface="Calibri" panose="020F0502020204030204"/>
              </a:rPr>
              <a:t> </a:t>
            </a:r>
            <a:r>
              <a:rPr sz="2000" spc="-10" dirty="0">
                <a:latin typeface="Calibri" panose="020F0502020204030204"/>
                <a:cs typeface="Calibri" panose="020F0502020204030204"/>
              </a:rPr>
              <a:t>consequences</a:t>
            </a:r>
            <a:r>
              <a:rPr sz="2000" spc="235" dirty="0">
                <a:latin typeface="Calibri" panose="020F0502020204030204"/>
                <a:cs typeface="Calibri" panose="020F0502020204030204"/>
              </a:rPr>
              <a:t> </a:t>
            </a:r>
            <a:r>
              <a:rPr sz="2000" spc="-25" dirty="0">
                <a:latin typeface="Calibri" panose="020F0502020204030204"/>
                <a:cs typeface="Calibri" panose="020F0502020204030204"/>
              </a:rPr>
              <a:t>for</a:t>
            </a:r>
            <a:r>
              <a:rPr sz="2000" spc="215" dirty="0">
                <a:latin typeface="Calibri" panose="020F0502020204030204"/>
                <a:cs typeface="Calibri" panose="020F0502020204030204"/>
              </a:rPr>
              <a:t> </a:t>
            </a:r>
            <a:r>
              <a:rPr sz="2000" spc="-20" dirty="0">
                <a:latin typeface="Calibri" panose="020F0502020204030204"/>
                <a:cs typeface="Calibri" panose="020F0502020204030204"/>
              </a:rPr>
              <a:t>both</a:t>
            </a:r>
            <a:r>
              <a:rPr sz="2000" spc="185" dirty="0">
                <a:latin typeface="Calibri" panose="020F0502020204030204"/>
                <a:cs typeface="Calibri" panose="020F0502020204030204"/>
              </a:rPr>
              <a:t> </a:t>
            </a:r>
            <a:r>
              <a:rPr sz="2000" spc="10" dirty="0">
                <a:latin typeface="Calibri" panose="020F0502020204030204"/>
                <a:cs typeface="Calibri" panose="020F0502020204030204"/>
              </a:rPr>
              <a:t>the</a:t>
            </a:r>
            <a:r>
              <a:rPr sz="2000" spc="160" dirty="0">
                <a:latin typeface="Calibri" panose="020F0502020204030204"/>
                <a:cs typeface="Calibri" panose="020F0502020204030204"/>
              </a:rPr>
              <a:t> </a:t>
            </a:r>
            <a:r>
              <a:rPr sz="2000" spc="-5" dirty="0">
                <a:latin typeface="Calibri" panose="020F0502020204030204"/>
                <a:cs typeface="Calibri" panose="020F0502020204030204"/>
              </a:rPr>
              <a:t>project</a:t>
            </a:r>
            <a:r>
              <a:rPr sz="2000" spc="165" dirty="0">
                <a:latin typeface="Calibri" panose="020F0502020204030204"/>
                <a:cs typeface="Calibri" panose="020F0502020204030204"/>
              </a:rPr>
              <a:t> </a:t>
            </a:r>
            <a:r>
              <a:rPr sz="2000" spc="-5" dirty="0">
                <a:latin typeface="Calibri" panose="020F0502020204030204"/>
                <a:cs typeface="Calibri" panose="020F0502020204030204"/>
              </a:rPr>
              <a:t>manager </a:t>
            </a:r>
            <a:r>
              <a:rPr sz="2000" spc="-434" dirty="0">
                <a:latin typeface="Calibri" panose="020F0502020204030204"/>
                <a:cs typeface="Calibri" panose="020F0502020204030204"/>
              </a:rPr>
              <a:t> </a:t>
            </a:r>
            <a:r>
              <a:rPr sz="2000" spc="-5" dirty="0">
                <a:latin typeface="Calibri" panose="020F0502020204030204"/>
                <a:cs typeface="Calibri" panose="020F0502020204030204"/>
              </a:rPr>
              <a:t>and</a:t>
            </a:r>
            <a:r>
              <a:rPr sz="2000" spc="10" dirty="0">
                <a:latin typeface="Calibri" panose="020F0502020204030204"/>
                <a:cs typeface="Calibri" panose="020F0502020204030204"/>
              </a:rPr>
              <a:t> </a:t>
            </a:r>
            <a:r>
              <a:rPr sz="2000" spc="-15" dirty="0">
                <a:latin typeface="Calibri" panose="020F0502020204030204"/>
                <a:cs typeface="Calibri" panose="020F0502020204030204"/>
              </a:rPr>
              <a:t>the</a:t>
            </a:r>
            <a:r>
              <a:rPr sz="2000" spc="70" dirty="0">
                <a:latin typeface="Calibri" panose="020F0502020204030204"/>
                <a:cs typeface="Calibri" panose="020F0502020204030204"/>
              </a:rPr>
              <a:t> </a:t>
            </a:r>
            <a:r>
              <a:rPr sz="2000" spc="-5" dirty="0">
                <a:latin typeface="Calibri" panose="020F0502020204030204"/>
                <a:cs typeface="Calibri" panose="020F0502020204030204"/>
              </a:rPr>
              <a:t>project</a:t>
            </a:r>
            <a:r>
              <a:rPr sz="2000" spc="-70" dirty="0">
                <a:latin typeface="Calibri" panose="020F0502020204030204"/>
                <a:cs typeface="Calibri" panose="020F0502020204030204"/>
              </a:rPr>
              <a:t> </a:t>
            </a:r>
            <a:r>
              <a:rPr sz="2000" spc="-5" dirty="0">
                <a:latin typeface="Calibri" panose="020F0502020204030204"/>
                <a:cs typeface="Calibri" panose="020F0502020204030204"/>
              </a:rPr>
              <a:t>organization.</a:t>
            </a:r>
            <a:endParaRPr sz="2000">
              <a:latin typeface="Calibri" panose="020F0502020204030204"/>
              <a:cs typeface="Calibri" panose="020F0502020204030204"/>
            </a:endParaRPr>
          </a:p>
          <a:p>
            <a:pPr marL="358140" indent="-346075">
              <a:lnSpc>
                <a:spcPct val="100000"/>
              </a:lnSpc>
              <a:spcBef>
                <a:spcPts val="25"/>
              </a:spcBef>
              <a:buFont typeface="Arial MT"/>
              <a:buChar char="•"/>
              <a:tabLst>
                <a:tab pos="358140" algn="l"/>
                <a:tab pos="358775" algn="l"/>
              </a:tabLst>
            </a:pPr>
            <a:r>
              <a:rPr sz="2000" b="1" spc="-10" dirty="0">
                <a:latin typeface="Calibri" panose="020F0502020204030204"/>
                <a:cs typeface="Calibri" panose="020F0502020204030204"/>
              </a:rPr>
              <a:t>Why</a:t>
            </a:r>
            <a:r>
              <a:rPr sz="2000" b="1" spc="-40" dirty="0">
                <a:latin typeface="Calibri" panose="020F0502020204030204"/>
                <a:cs typeface="Calibri" panose="020F0502020204030204"/>
              </a:rPr>
              <a:t> </a:t>
            </a:r>
            <a:r>
              <a:rPr sz="2000" b="1" spc="-15" dirty="0">
                <a:latin typeface="Calibri" panose="020F0502020204030204"/>
                <a:cs typeface="Calibri" panose="020F0502020204030204"/>
              </a:rPr>
              <a:t>quality</a:t>
            </a:r>
            <a:r>
              <a:rPr sz="2000" b="1" spc="114" dirty="0">
                <a:latin typeface="Calibri" panose="020F0502020204030204"/>
                <a:cs typeface="Calibri" panose="020F0502020204030204"/>
              </a:rPr>
              <a:t> </a:t>
            </a:r>
            <a:r>
              <a:rPr sz="2000" b="1" spc="-15" dirty="0">
                <a:latin typeface="Calibri" panose="020F0502020204030204"/>
                <a:cs typeface="Calibri" panose="020F0502020204030204"/>
              </a:rPr>
              <a:t>management</a:t>
            </a:r>
            <a:r>
              <a:rPr sz="2000" b="1" spc="45" dirty="0">
                <a:latin typeface="Calibri" panose="020F0502020204030204"/>
                <a:cs typeface="Calibri" panose="020F0502020204030204"/>
              </a:rPr>
              <a:t> </a:t>
            </a:r>
            <a:r>
              <a:rPr sz="2000" b="1" spc="-10" dirty="0">
                <a:latin typeface="Calibri" panose="020F0502020204030204"/>
                <a:cs typeface="Calibri" panose="020F0502020204030204"/>
              </a:rPr>
              <a:t>is</a:t>
            </a:r>
            <a:r>
              <a:rPr sz="2000" b="1" spc="-50" dirty="0">
                <a:latin typeface="Calibri" panose="020F0502020204030204"/>
                <a:cs typeface="Calibri" panose="020F0502020204030204"/>
              </a:rPr>
              <a:t> </a:t>
            </a:r>
            <a:r>
              <a:rPr sz="2000" b="1" dirty="0">
                <a:latin typeface="Calibri" panose="020F0502020204030204"/>
                <a:cs typeface="Calibri" panose="020F0502020204030204"/>
              </a:rPr>
              <a:t>a</a:t>
            </a:r>
            <a:r>
              <a:rPr sz="2000" b="1" spc="5" dirty="0">
                <a:latin typeface="Calibri" panose="020F0502020204030204"/>
                <a:cs typeface="Calibri" panose="020F0502020204030204"/>
              </a:rPr>
              <a:t> </a:t>
            </a:r>
            <a:r>
              <a:rPr sz="2000" b="1" spc="-20" dirty="0">
                <a:latin typeface="Calibri" panose="020F0502020204030204"/>
                <a:cs typeface="Calibri" panose="020F0502020204030204"/>
              </a:rPr>
              <a:t>big</a:t>
            </a:r>
            <a:r>
              <a:rPr sz="2000" b="1" spc="45" dirty="0">
                <a:latin typeface="Calibri" panose="020F0502020204030204"/>
                <a:cs typeface="Calibri" panose="020F0502020204030204"/>
              </a:rPr>
              <a:t> </a:t>
            </a:r>
            <a:r>
              <a:rPr sz="2000" b="1" spc="-10" dirty="0">
                <a:latin typeface="Calibri" panose="020F0502020204030204"/>
                <a:cs typeface="Calibri" panose="020F0502020204030204"/>
              </a:rPr>
              <a:t>issue</a:t>
            </a:r>
            <a:r>
              <a:rPr sz="2000" b="1" spc="70" dirty="0">
                <a:latin typeface="Calibri" panose="020F0502020204030204"/>
                <a:cs typeface="Calibri" panose="020F0502020204030204"/>
              </a:rPr>
              <a:t> </a:t>
            </a:r>
            <a:r>
              <a:rPr sz="2000" b="1" spc="-15" dirty="0">
                <a:latin typeface="Calibri" panose="020F0502020204030204"/>
                <a:cs typeface="Calibri" panose="020F0502020204030204"/>
              </a:rPr>
              <a:t>for</a:t>
            </a:r>
            <a:r>
              <a:rPr sz="2000" b="1" spc="35" dirty="0">
                <a:latin typeface="Calibri" panose="020F0502020204030204"/>
                <a:cs typeface="Calibri" panose="020F0502020204030204"/>
              </a:rPr>
              <a:t> </a:t>
            </a:r>
            <a:r>
              <a:rPr sz="2000" b="1" spc="-15" dirty="0">
                <a:latin typeface="Calibri" panose="020F0502020204030204"/>
                <a:cs typeface="Calibri" panose="020F0502020204030204"/>
              </a:rPr>
              <a:t>projects?</a:t>
            </a:r>
            <a:endParaRPr sz="2000">
              <a:latin typeface="Calibri" panose="020F0502020204030204"/>
              <a:cs typeface="Calibri" panose="020F0502020204030204"/>
            </a:endParaRPr>
          </a:p>
          <a:p>
            <a:pPr marL="358140" marR="11430" indent="-346075">
              <a:lnSpc>
                <a:spcPts val="1920"/>
              </a:lnSpc>
              <a:spcBef>
                <a:spcPts val="470"/>
              </a:spcBef>
              <a:buFont typeface="Arial MT"/>
              <a:buChar char="•"/>
              <a:tabLst>
                <a:tab pos="358140" algn="l"/>
                <a:tab pos="358775" algn="l"/>
              </a:tabLst>
            </a:pPr>
            <a:r>
              <a:rPr sz="2000" dirty="0">
                <a:latin typeface="Calibri" panose="020F0502020204030204"/>
                <a:cs typeface="Calibri" panose="020F0502020204030204"/>
              </a:rPr>
              <a:t>Quality</a:t>
            </a:r>
            <a:r>
              <a:rPr sz="2000" spc="95" dirty="0">
                <a:latin typeface="Calibri" panose="020F0502020204030204"/>
                <a:cs typeface="Calibri" panose="020F0502020204030204"/>
              </a:rPr>
              <a:t> </a:t>
            </a:r>
            <a:r>
              <a:rPr sz="2000" spc="-10" dirty="0">
                <a:latin typeface="Calibri" panose="020F0502020204030204"/>
                <a:cs typeface="Calibri" panose="020F0502020204030204"/>
              </a:rPr>
              <a:t>tools</a:t>
            </a:r>
            <a:r>
              <a:rPr sz="2000" spc="130" dirty="0">
                <a:latin typeface="Calibri" panose="020F0502020204030204"/>
                <a:cs typeface="Calibri" panose="020F0502020204030204"/>
              </a:rPr>
              <a:t> </a:t>
            </a:r>
            <a:r>
              <a:rPr sz="2000" dirty="0">
                <a:latin typeface="Calibri" panose="020F0502020204030204"/>
                <a:cs typeface="Calibri" panose="020F0502020204030204"/>
              </a:rPr>
              <a:t>and</a:t>
            </a:r>
            <a:r>
              <a:rPr sz="2000" spc="95" dirty="0">
                <a:latin typeface="Calibri" panose="020F0502020204030204"/>
                <a:cs typeface="Calibri" panose="020F0502020204030204"/>
              </a:rPr>
              <a:t> </a:t>
            </a:r>
            <a:r>
              <a:rPr sz="2000" spc="-15" dirty="0">
                <a:latin typeface="Calibri" panose="020F0502020204030204"/>
                <a:cs typeface="Calibri" panose="020F0502020204030204"/>
              </a:rPr>
              <a:t>techniques</a:t>
            </a:r>
            <a:r>
              <a:rPr sz="2000" spc="145" dirty="0">
                <a:latin typeface="Calibri" panose="020F0502020204030204"/>
                <a:cs typeface="Calibri" panose="020F0502020204030204"/>
              </a:rPr>
              <a:t> </a:t>
            </a:r>
            <a:r>
              <a:rPr sz="2000" spc="-15" dirty="0">
                <a:latin typeface="Calibri" panose="020F0502020204030204"/>
                <a:cs typeface="Calibri" panose="020F0502020204030204"/>
              </a:rPr>
              <a:t>that</a:t>
            </a:r>
            <a:r>
              <a:rPr sz="2000" spc="85" dirty="0">
                <a:latin typeface="Calibri" panose="020F0502020204030204"/>
                <a:cs typeface="Calibri" panose="020F0502020204030204"/>
              </a:rPr>
              <a:t> </a:t>
            </a:r>
            <a:r>
              <a:rPr sz="2000" spc="-10" dirty="0">
                <a:latin typeface="Calibri" panose="020F0502020204030204"/>
                <a:cs typeface="Calibri" panose="020F0502020204030204"/>
              </a:rPr>
              <a:t>have</a:t>
            </a:r>
            <a:r>
              <a:rPr sz="2000" spc="80" dirty="0">
                <a:latin typeface="Calibri" panose="020F0502020204030204"/>
                <a:cs typeface="Calibri" panose="020F0502020204030204"/>
              </a:rPr>
              <a:t> </a:t>
            </a:r>
            <a:r>
              <a:rPr sz="2000" spc="-25" dirty="0">
                <a:latin typeface="Calibri" panose="020F0502020204030204"/>
                <a:cs typeface="Calibri" panose="020F0502020204030204"/>
              </a:rPr>
              <a:t>been</a:t>
            </a:r>
            <a:r>
              <a:rPr sz="2000" spc="105" dirty="0">
                <a:latin typeface="Calibri" panose="020F0502020204030204"/>
                <a:cs typeface="Calibri" panose="020F0502020204030204"/>
              </a:rPr>
              <a:t> </a:t>
            </a:r>
            <a:r>
              <a:rPr sz="2000" spc="-15" dirty="0">
                <a:latin typeface="Calibri" panose="020F0502020204030204"/>
                <a:cs typeface="Calibri" panose="020F0502020204030204"/>
              </a:rPr>
              <a:t>developed</a:t>
            </a:r>
            <a:r>
              <a:rPr sz="2000" spc="120" dirty="0">
                <a:latin typeface="Calibri" panose="020F0502020204030204"/>
                <a:cs typeface="Calibri" panose="020F0502020204030204"/>
              </a:rPr>
              <a:t> </a:t>
            </a:r>
            <a:r>
              <a:rPr sz="2000" spc="-5" dirty="0">
                <a:latin typeface="Calibri" panose="020F0502020204030204"/>
                <a:cs typeface="Calibri" panose="020F0502020204030204"/>
              </a:rPr>
              <a:t>and</a:t>
            </a:r>
            <a:r>
              <a:rPr sz="2000" spc="100" dirty="0">
                <a:latin typeface="Calibri" panose="020F0502020204030204"/>
                <a:cs typeface="Calibri" panose="020F0502020204030204"/>
              </a:rPr>
              <a:t> </a:t>
            </a:r>
            <a:r>
              <a:rPr sz="2000" spc="-5" dirty="0">
                <a:latin typeface="Calibri" panose="020F0502020204030204"/>
                <a:cs typeface="Calibri" panose="020F0502020204030204"/>
              </a:rPr>
              <a:t>refined</a:t>
            </a:r>
            <a:r>
              <a:rPr sz="2000" spc="95" dirty="0">
                <a:latin typeface="Calibri" panose="020F0502020204030204"/>
                <a:cs typeface="Calibri" panose="020F0502020204030204"/>
              </a:rPr>
              <a:t> </a:t>
            </a:r>
            <a:r>
              <a:rPr sz="2000" spc="-20" dirty="0">
                <a:latin typeface="Calibri" panose="020F0502020204030204"/>
                <a:cs typeface="Calibri" panose="020F0502020204030204"/>
              </a:rPr>
              <a:t>over</a:t>
            </a:r>
            <a:r>
              <a:rPr sz="2000" spc="135" dirty="0">
                <a:latin typeface="Calibri" panose="020F0502020204030204"/>
                <a:cs typeface="Calibri" panose="020F0502020204030204"/>
              </a:rPr>
              <a:t> </a:t>
            </a:r>
            <a:r>
              <a:rPr sz="2000" spc="-15" dirty="0">
                <a:latin typeface="Calibri" panose="020F0502020204030204"/>
                <a:cs typeface="Calibri" panose="020F0502020204030204"/>
              </a:rPr>
              <a:t>the</a:t>
            </a:r>
            <a:r>
              <a:rPr sz="2000" spc="75" dirty="0">
                <a:latin typeface="Calibri" panose="020F0502020204030204"/>
                <a:cs typeface="Calibri" panose="020F0502020204030204"/>
              </a:rPr>
              <a:t> </a:t>
            </a:r>
            <a:r>
              <a:rPr sz="2000" dirty="0">
                <a:latin typeface="Calibri" panose="020F0502020204030204"/>
                <a:cs typeface="Calibri" panose="020F0502020204030204"/>
              </a:rPr>
              <a:t>past</a:t>
            </a:r>
            <a:r>
              <a:rPr sz="2000" spc="90" dirty="0">
                <a:latin typeface="Calibri" panose="020F0502020204030204"/>
                <a:cs typeface="Calibri" panose="020F0502020204030204"/>
              </a:rPr>
              <a:t> </a:t>
            </a:r>
            <a:r>
              <a:rPr sz="2000" spc="15" dirty="0">
                <a:latin typeface="Calibri" panose="020F0502020204030204"/>
                <a:cs typeface="Calibri" panose="020F0502020204030204"/>
              </a:rPr>
              <a:t>100</a:t>
            </a:r>
            <a:r>
              <a:rPr sz="2000" spc="55" dirty="0">
                <a:latin typeface="Calibri" panose="020F0502020204030204"/>
                <a:cs typeface="Calibri" panose="020F0502020204030204"/>
              </a:rPr>
              <a:t> </a:t>
            </a:r>
            <a:r>
              <a:rPr sz="2000" spc="-10" dirty="0">
                <a:latin typeface="Calibri" panose="020F0502020204030204"/>
                <a:cs typeface="Calibri" panose="020F0502020204030204"/>
              </a:rPr>
              <a:t>years</a:t>
            </a:r>
            <a:r>
              <a:rPr sz="2000" spc="125" dirty="0">
                <a:latin typeface="Calibri" panose="020F0502020204030204"/>
                <a:cs typeface="Calibri" panose="020F0502020204030204"/>
              </a:rPr>
              <a:t> </a:t>
            </a:r>
            <a:r>
              <a:rPr sz="2000" spc="-25" dirty="0">
                <a:latin typeface="Calibri" panose="020F0502020204030204"/>
                <a:cs typeface="Calibri" panose="020F0502020204030204"/>
              </a:rPr>
              <a:t>are</a:t>
            </a:r>
            <a:r>
              <a:rPr sz="2000" spc="85" dirty="0">
                <a:latin typeface="Calibri" panose="020F0502020204030204"/>
                <a:cs typeface="Calibri" panose="020F0502020204030204"/>
              </a:rPr>
              <a:t> </a:t>
            </a:r>
            <a:r>
              <a:rPr sz="2000" spc="-40" dirty="0">
                <a:latin typeface="Calibri" panose="020F0502020204030204"/>
                <a:cs typeface="Calibri" panose="020F0502020204030204"/>
              </a:rPr>
              <a:t>now </a:t>
            </a:r>
            <a:r>
              <a:rPr sz="2000" spc="-440" dirty="0">
                <a:latin typeface="Calibri" panose="020F0502020204030204"/>
                <a:cs typeface="Calibri" panose="020F0502020204030204"/>
              </a:rPr>
              <a:t> </a:t>
            </a:r>
            <a:r>
              <a:rPr sz="2000" dirty="0">
                <a:latin typeface="Calibri" panose="020F0502020204030204"/>
                <a:cs typeface="Calibri" panose="020F0502020204030204"/>
              </a:rPr>
              <a:t>a</a:t>
            </a:r>
            <a:r>
              <a:rPr sz="2000" spc="20" dirty="0">
                <a:latin typeface="Calibri" panose="020F0502020204030204"/>
                <a:cs typeface="Calibri" panose="020F0502020204030204"/>
              </a:rPr>
              <a:t> </a:t>
            </a:r>
            <a:r>
              <a:rPr sz="2000" spc="-15" dirty="0">
                <a:latin typeface="Calibri" panose="020F0502020204030204"/>
                <a:cs typeface="Calibri" panose="020F0502020204030204"/>
              </a:rPr>
              <a:t>matter</a:t>
            </a:r>
            <a:r>
              <a:rPr sz="2000" spc="45" dirty="0">
                <a:latin typeface="Calibri" panose="020F0502020204030204"/>
                <a:cs typeface="Calibri" panose="020F0502020204030204"/>
              </a:rPr>
              <a:t> </a:t>
            </a:r>
            <a:r>
              <a:rPr sz="2000" spc="-10" dirty="0">
                <a:latin typeface="Calibri" panose="020F0502020204030204"/>
                <a:cs typeface="Calibri" panose="020F0502020204030204"/>
              </a:rPr>
              <a:t>of</a:t>
            </a:r>
            <a:r>
              <a:rPr sz="2000" spc="-25" dirty="0">
                <a:latin typeface="Calibri" panose="020F0502020204030204"/>
                <a:cs typeface="Calibri" panose="020F0502020204030204"/>
              </a:rPr>
              <a:t> </a:t>
            </a:r>
            <a:r>
              <a:rPr sz="2000" dirty="0">
                <a:latin typeface="Calibri" panose="020F0502020204030204"/>
                <a:cs typeface="Calibri" panose="020F0502020204030204"/>
              </a:rPr>
              <a:t>science,</a:t>
            </a:r>
            <a:r>
              <a:rPr sz="2000" spc="20" dirty="0">
                <a:latin typeface="Calibri" panose="020F0502020204030204"/>
                <a:cs typeface="Calibri" panose="020F0502020204030204"/>
              </a:rPr>
              <a:t> </a:t>
            </a:r>
            <a:r>
              <a:rPr sz="2000" spc="-10" dirty="0">
                <a:latin typeface="Calibri" panose="020F0502020204030204"/>
                <a:cs typeface="Calibri" panose="020F0502020204030204"/>
              </a:rPr>
              <a:t>not </a:t>
            </a:r>
            <a:r>
              <a:rPr sz="2000" spc="-5" dirty="0">
                <a:latin typeface="Calibri" panose="020F0502020204030204"/>
                <a:cs typeface="Calibri" panose="020F0502020204030204"/>
              </a:rPr>
              <a:t>art.</a:t>
            </a:r>
            <a:endParaRPr sz="2000">
              <a:latin typeface="Calibri" panose="020F0502020204030204"/>
              <a:cs typeface="Calibri" panose="020F0502020204030204"/>
            </a:endParaRPr>
          </a:p>
          <a:p>
            <a:pPr marL="358140" indent="-346075">
              <a:lnSpc>
                <a:spcPct val="100000"/>
              </a:lnSpc>
              <a:spcBef>
                <a:spcPts val="20"/>
              </a:spcBef>
              <a:buFont typeface="Arial MT"/>
              <a:buChar char="•"/>
              <a:tabLst>
                <a:tab pos="358140" algn="l"/>
                <a:tab pos="358775" algn="l"/>
              </a:tabLst>
            </a:pPr>
            <a:r>
              <a:rPr sz="2000" spc="-30" dirty="0">
                <a:latin typeface="Calibri" panose="020F0502020204030204"/>
                <a:cs typeface="Calibri" panose="020F0502020204030204"/>
              </a:rPr>
              <a:t>However,</a:t>
            </a:r>
            <a:r>
              <a:rPr sz="2000" spc="25" dirty="0">
                <a:latin typeface="Calibri" panose="020F0502020204030204"/>
                <a:cs typeface="Calibri" panose="020F0502020204030204"/>
              </a:rPr>
              <a:t> </a:t>
            </a:r>
            <a:r>
              <a:rPr sz="2000" spc="-10" dirty="0">
                <a:latin typeface="Calibri" panose="020F0502020204030204"/>
                <a:cs typeface="Calibri" panose="020F0502020204030204"/>
              </a:rPr>
              <a:t>their</a:t>
            </a:r>
            <a:r>
              <a:rPr sz="2000" spc="50" dirty="0">
                <a:latin typeface="Calibri" panose="020F0502020204030204"/>
                <a:cs typeface="Calibri" panose="020F0502020204030204"/>
              </a:rPr>
              <a:t> </a:t>
            </a:r>
            <a:r>
              <a:rPr sz="2000" dirty="0">
                <a:latin typeface="Calibri" panose="020F0502020204030204"/>
                <a:cs typeface="Calibri" panose="020F0502020204030204"/>
              </a:rPr>
              <a:t>application</a:t>
            </a:r>
            <a:r>
              <a:rPr sz="2000" spc="-45" dirty="0">
                <a:latin typeface="Calibri" panose="020F0502020204030204"/>
                <a:cs typeface="Calibri" panose="020F0502020204030204"/>
              </a:rPr>
              <a:t> </a:t>
            </a:r>
            <a:r>
              <a:rPr sz="2000" spc="-20" dirty="0">
                <a:latin typeface="Calibri" panose="020F0502020204030204"/>
                <a:cs typeface="Calibri" panose="020F0502020204030204"/>
              </a:rPr>
              <a:t>to</a:t>
            </a:r>
            <a:r>
              <a:rPr sz="2000" spc="20" dirty="0">
                <a:latin typeface="Calibri" panose="020F0502020204030204"/>
                <a:cs typeface="Calibri" panose="020F0502020204030204"/>
              </a:rPr>
              <a:t> </a:t>
            </a:r>
            <a:r>
              <a:rPr sz="2000" spc="-10" dirty="0">
                <a:latin typeface="Calibri" panose="020F0502020204030204"/>
                <a:cs typeface="Calibri" panose="020F0502020204030204"/>
              </a:rPr>
              <a:t>projects</a:t>
            </a:r>
            <a:r>
              <a:rPr sz="2000" spc="-15" dirty="0">
                <a:latin typeface="Calibri" panose="020F0502020204030204"/>
                <a:cs typeface="Calibri" panose="020F0502020204030204"/>
              </a:rPr>
              <a:t> </a:t>
            </a:r>
            <a:r>
              <a:rPr sz="2000" spc="-5" dirty="0">
                <a:latin typeface="Calibri" panose="020F0502020204030204"/>
                <a:cs typeface="Calibri" panose="020F0502020204030204"/>
              </a:rPr>
              <a:t>cannot</a:t>
            </a:r>
            <a:r>
              <a:rPr sz="2000" spc="10" dirty="0">
                <a:latin typeface="Calibri" panose="020F0502020204030204"/>
                <a:cs typeface="Calibri" panose="020F0502020204030204"/>
              </a:rPr>
              <a:t> </a:t>
            </a:r>
            <a:r>
              <a:rPr sz="2000" spc="-10" dirty="0">
                <a:latin typeface="Calibri" panose="020F0502020204030204"/>
                <a:cs typeface="Calibri" panose="020F0502020204030204"/>
              </a:rPr>
              <a:t>be</a:t>
            </a:r>
            <a:r>
              <a:rPr sz="2000" spc="80" dirty="0">
                <a:latin typeface="Calibri" panose="020F0502020204030204"/>
                <a:cs typeface="Calibri" panose="020F0502020204030204"/>
              </a:rPr>
              <a:t> </a:t>
            </a:r>
            <a:r>
              <a:rPr sz="2000" spc="-40" dirty="0">
                <a:latin typeface="Calibri" panose="020F0502020204030204"/>
                <a:cs typeface="Calibri" panose="020F0502020204030204"/>
              </a:rPr>
              <a:t>takes</a:t>
            </a:r>
            <a:r>
              <a:rPr sz="2000" spc="60" dirty="0">
                <a:latin typeface="Calibri" panose="020F0502020204030204"/>
                <a:cs typeface="Calibri" panose="020F0502020204030204"/>
              </a:rPr>
              <a:t> </a:t>
            </a:r>
            <a:r>
              <a:rPr sz="2000" dirty="0">
                <a:latin typeface="Calibri" panose="020F0502020204030204"/>
                <a:cs typeface="Calibri" panose="020F0502020204030204"/>
              </a:rPr>
              <a:t>as</a:t>
            </a:r>
            <a:r>
              <a:rPr sz="2000" spc="50" dirty="0">
                <a:latin typeface="Calibri" panose="020F0502020204030204"/>
                <a:cs typeface="Calibri" panose="020F0502020204030204"/>
              </a:rPr>
              <a:t> </a:t>
            </a:r>
            <a:r>
              <a:rPr sz="2000" dirty="0">
                <a:latin typeface="Calibri" panose="020F0502020204030204"/>
                <a:cs typeface="Calibri" panose="020F0502020204030204"/>
              </a:rPr>
              <a:t>a</a:t>
            </a:r>
            <a:r>
              <a:rPr sz="2000" spc="35" dirty="0">
                <a:latin typeface="Calibri" panose="020F0502020204030204"/>
                <a:cs typeface="Calibri" panose="020F0502020204030204"/>
              </a:rPr>
              <a:t> </a:t>
            </a:r>
            <a:r>
              <a:rPr sz="2000" spc="-20" dirty="0">
                <a:latin typeface="Calibri" panose="020F0502020204030204"/>
                <a:cs typeface="Calibri" panose="020F0502020204030204"/>
              </a:rPr>
              <a:t>matter </a:t>
            </a:r>
            <a:r>
              <a:rPr sz="2000" spc="-10" dirty="0">
                <a:latin typeface="Calibri" panose="020F0502020204030204"/>
                <a:cs typeface="Calibri" panose="020F0502020204030204"/>
              </a:rPr>
              <a:t>of</a:t>
            </a:r>
            <a:r>
              <a:rPr sz="2000" spc="65" dirty="0">
                <a:latin typeface="Calibri" panose="020F0502020204030204"/>
                <a:cs typeface="Calibri" panose="020F0502020204030204"/>
              </a:rPr>
              <a:t> </a:t>
            </a:r>
            <a:r>
              <a:rPr sz="2000" spc="5" dirty="0">
                <a:latin typeface="Calibri" panose="020F0502020204030204"/>
                <a:cs typeface="Calibri" panose="020F0502020204030204"/>
              </a:rPr>
              <a:t>simple</a:t>
            </a:r>
            <a:r>
              <a:rPr sz="2000" spc="-90" dirty="0">
                <a:latin typeface="Calibri" panose="020F0502020204030204"/>
                <a:cs typeface="Calibri" panose="020F0502020204030204"/>
              </a:rPr>
              <a:t> </a:t>
            </a:r>
            <a:r>
              <a:rPr sz="2000" spc="-20" dirty="0">
                <a:latin typeface="Calibri" panose="020F0502020204030204"/>
                <a:cs typeface="Calibri" panose="020F0502020204030204"/>
              </a:rPr>
              <a:t>transference.</a:t>
            </a:r>
            <a:endParaRPr sz="2000">
              <a:latin typeface="Calibri" panose="020F0502020204030204"/>
              <a:cs typeface="Calibri" panose="020F0502020204030204"/>
            </a:endParaRPr>
          </a:p>
          <a:p>
            <a:pPr marL="358140" indent="-346075">
              <a:lnSpc>
                <a:spcPct val="100000"/>
              </a:lnSpc>
              <a:spcBef>
                <a:spcPts val="5"/>
              </a:spcBef>
              <a:buFont typeface="Arial MT"/>
              <a:buChar char="•"/>
              <a:tabLst>
                <a:tab pos="358140" algn="l"/>
                <a:tab pos="358775" algn="l"/>
              </a:tabLst>
            </a:pPr>
            <a:r>
              <a:rPr sz="2000" spc="-5" dirty="0">
                <a:latin typeface="Calibri" panose="020F0502020204030204"/>
                <a:cs typeface="Calibri" panose="020F0502020204030204"/>
              </a:rPr>
              <a:t>This</a:t>
            </a:r>
            <a:r>
              <a:rPr sz="2000" spc="50" dirty="0">
                <a:latin typeface="Calibri" panose="020F0502020204030204"/>
                <a:cs typeface="Calibri" panose="020F0502020204030204"/>
              </a:rPr>
              <a:t> </a:t>
            </a:r>
            <a:r>
              <a:rPr sz="2000" spc="10" dirty="0">
                <a:latin typeface="Calibri" panose="020F0502020204030204"/>
                <a:cs typeface="Calibri" panose="020F0502020204030204"/>
              </a:rPr>
              <a:t>is</a:t>
            </a:r>
            <a:r>
              <a:rPr sz="2000" spc="-35" dirty="0">
                <a:latin typeface="Calibri" panose="020F0502020204030204"/>
                <a:cs typeface="Calibri" panose="020F0502020204030204"/>
              </a:rPr>
              <a:t> </a:t>
            </a:r>
            <a:r>
              <a:rPr sz="2000" spc="-5" dirty="0">
                <a:latin typeface="Calibri" panose="020F0502020204030204"/>
                <a:cs typeface="Calibri" panose="020F0502020204030204"/>
              </a:rPr>
              <a:t>because</a:t>
            </a:r>
            <a:r>
              <a:rPr sz="2000" spc="5" dirty="0">
                <a:latin typeface="Calibri" panose="020F0502020204030204"/>
                <a:cs typeface="Calibri" panose="020F0502020204030204"/>
              </a:rPr>
              <a:t> </a:t>
            </a:r>
            <a:r>
              <a:rPr sz="2000" spc="-10" dirty="0">
                <a:latin typeface="Calibri" panose="020F0502020204030204"/>
                <a:cs typeface="Calibri" panose="020F0502020204030204"/>
              </a:rPr>
              <a:t>projects</a:t>
            </a:r>
            <a:r>
              <a:rPr sz="2000" spc="55" dirty="0">
                <a:latin typeface="Calibri" panose="020F0502020204030204"/>
                <a:cs typeface="Calibri" panose="020F0502020204030204"/>
              </a:rPr>
              <a:t> </a:t>
            </a:r>
            <a:r>
              <a:rPr sz="2000" spc="5" dirty="0">
                <a:latin typeface="Calibri" panose="020F0502020204030204"/>
                <a:cs typeface="Calibri" panose="020F0502020204030204"/>
              </a:rPr>
              <a:t>come</a:t>
            </a:r>
            <a:r>
              <a:rPr sz="2000" spc="-90" dirty="0">
                <a:latin typeface="Calibri" panose="020F0502020204030204"/>
                <a:cs typeface="Calibri" panose="020F0502020204030204"/>
              </a:rPr>
              <a:t> </a:t>
            </a:r>
            <a:r>
              <a:rPr sz="2000" spc="10" dirty="0">
                <a:latin typeface="Calibri" panose="020F0502020204030204"/>
                <a:cs typeface="Calibri" panose="020F0502020204030204"/>
              </a:rPr>
              <a:t>in</a:t>
            </a:r>
            <a:r>
              <a:rPr sz="2000" spc="20" dirty="0">
                <a:latin typeface="Calibri" panose="020F0502020204030204"/>
                <a:cs typeface="Calibri" panose="020F0502020204030204"/>
              </a:rPr>
              <a:t> </a:t>
            </a:r>
            <a:r>
              <a:rPr sz="2000" spc="-5" dirty="0">
                <a:latin typeface="Calibri" panose="020F0502020204030204"/>
                <a:cs typeface="Calibri" panose="020F0502020204030204"/>
              </a:rPr>
              <a:t>many</a:t>
            </a:r>
            <a:r>
              <a:rPr sz="2000" spc="-80" dirty="0">
                <a:latin typeface="Calibri" panose="020F0502020204030204"/>
                <a:cs typeface="Calibri" panose="020F0502020204030204"/>
              </a:rPr>
              <a:t> </a:t>
            </a:r>
            <a:r>
              <a:rPr sz="2000" spc="-5" dirty="0">
                <a:latin typeface="Calibri" panose="020F0502020204030204"/>
                <a:cs typeface="Calibri" panose="020F0502020204030204"/>
              </a:rPr>
              <a:t>stripes</a:t>
            </a:r>
            <a:r>
              <a:rPr sz="2000" spc="45" dirty="0">
                <a:latin typeface="Calibri" panose="020F0502020204030204"/>
                <a:cs typeface="Calibri" panose="020F0502020204030204"/>
              </a:rPr>
              <a:t> </a:t>
            </a:r>
            <a:r>
              <a:rPr sz="2000" dirty="0">
                <a:latin typeface="Calibri" panose="020F0502020204030204"/>
                <a:cs typeface="Calibri" panose="020F0502020204030204"/>
              </a:rPr>
              <a:t>and</a:t>
            </a:r>
            <a:r>
              <a:rPr sz="2000" spc="10" dirty="0">
                <a:latin typeface="Calibri" panose="020F0502020204030204"/>
                <a:cs typeface="Calibri" panose="020F0502020204030204"/>
              </a:rPr>
              <a:t> </a:t>
            </a:r>
            <a:r>
              <a:rPr sz="2000" spc="5" dirty="0">
                <a:latin typeface="Calibri" panose="020F0502020204030204"/>
                <a:cs typeface="Calibri" panose="020F0502020204030204"/>
              </a:rPr>
              <a:t>colors.</a:t>
            </a:r>
            <a:endParaRPr sz="2000">
              <a:latin typeface="Calibri" panose="020F0502020204030204"/>
              <a:cs typeface="Calibri" panose="020F0502020204030204"/>
            </a:endParaRPr>
          </a:p>
          <a:p>
            <a:pPr marL="358140" marR="5080" indent="-346075" algn="just">
              <a:lnSpc>
                <a:spcPct val="80000"/>
              </a:lnSpc>
              <a:spcBef>
                <a:spcPts val="480"/>
              </a:spcBef>
              <a:buFont typeface="Arial MT"/>
              <a:buChar char="•"/>
              <a:tabLst>
                <a:tab pos="358775" algn="l"/>
              </a:tabLst>
            </a:pPr>
            <a:r>
              <a:rPr sz="2000" spc="-75" dirty="0">
                <a:latin typeface="Calibri" panose="020F0502020204030204"/>
                <a:cs typeface="Calibri" panose="020F0502020204030204"/>
              </a:rPr>
              <a:t>Take </a:t>
            </a:r>
            <a:r>
              <a:rPr sz="2000" spc="-5" dirty="0">
                <a:latin typeface="Calibri" panose="020F0502020204030204"/>
                <a:cs typeface="Calibri" panose="020F0502020204030204"/>
              </a:rPr>
              <a:t>example </a:t>
            </a:r>
            <a:r>
              <a:rPr sz="2000" spc="-10" dirty="0">
                <a:latin typeface="Calibri" panose="020F0502020204030204"/>
                <a:cs typeface="Calibri" panose="020F0502020204030204"/>
              </a:rPr>
              <a:t>of </a:t>
            </a:r>
            <a:r>
              <a:rPr sz="2000" dirty="0">
                <a:latin typeface="Calibri" panose="020F0502020204030204"/>
                <a:cs typeface="Calibri" panose="020F0502020204030204"/>
              </a:rPr>
              <a:t>a </a:t>
            </a:r>
            <a:r>
              <a:rPr sz="2000" spc="-5" dirty="0">
                <a:latin typeface="Calibri" panose="020F0502020204030204"/>
                <a:cs typeface="Calibri" panose="020F0502020204030204"/>
              </a:rPr>
              <a:t>project </a:t>
            </a:r>
            <a:r>
              <a:rPr sz="2000" spc="-10" dirty="0">
                <a:latin typeface="Calibri" panose="020F0502020204030204"/>
                <a:cs typeface="Calibri" panose="020F0502020204030204"/>
              </a:rPr>
              <a:t>initiated by </a:t>
            </a:r>
            <a:r>
              <a:rPr sz="2000" dirty="0">
                <a:latin typeface="Calibri" panose="020F0502020204030204"/>
                <a:cs typeface="Calibri" panose="020F0502020204030204"/>
              </a:rPr>
              <a:t>a national </a:t>
            </a:r>
            <a:r>
              <a:rPr sz="2000" spc="-5" dirty="0">
                <a:latin typeface="Calibri" panose="020F0502020204030204"/>
                <a:cs typeface="Calibri" panose="020F0502020204030204"/>
              </a:rPr>
              <a:t>professional </a:t>
            </a:r>
            <a:r>
              <a:rPr sz="2000" dirty="0">
                <a:latin typeface="Calibri" panose="020F0502020204030204"/>
                <a:cs typeface="Calibri" panose="020F0502020204030204"/>
              </a:rPr>
              <a:t>association </a:t>
            </a:r>
            <a:r>
              <a:rPr sz="2000" spc="-20" dirty="0">
                <a:latin typeface="Calibri" panose="020F0502020204030204"/>
                <a:cs typeface="Calibri" panose="020F0502020204030204"/>
              </a:rPr>
              <a:t>to </a:t>
            </a:r>
            <a:r>
              <a:rPr sz="2000" spc="-5" dirty="0">
                <a:latin typeface="Calibri" panose="020F0502020204030204"/>
                <a:cs typeface="Calibri" panose="020F0502020204030204"/>
              </a:rPr>
              <a:t>create </a:t>
            </a:r>
            <a:r>
              <a:rPr sz="2000" dirty="0">
                <a:latin typeface="Calibri" panose="020F0502020204030204"/>
                <a:cs typeface="Calibri" panose="020F0502020204030204"/>
              </a:rPr>
              <a:t>a </a:t>
            </a:r>
            <a:r>
              <a:rPr sz="2000" spc="-15" dirty="0">
                <a:latin typeface="Calibri" panose="020F0502020204030204"/>
                <a:cs typeface="Calibri" panose="020F0502020204030204"/>
              </a:rPr>
              <a:t>new technical </a:t>
            </a:r>
            <a:r>
              <a:rPr sz="2000" spc="-10" dirty="0">
                <a:latin typeface="Calibri" panose="020F0502020204030204"/>
                <a:cs typeface="Calibri" panose="020F0502020204030204"/>
              </a:rPr>
              <a:t> </a:t>
            </a:r>
            <a:r>
              <a:rPr sz="2000" spc="-5" dirty="0">
                <a:latin typeface="Calibri" panose="020F0502020204030204"/>
                <a:cs typeface="Calibri" panose="020F0502020204030204"/>
              </a:rPr>
              <a:t>Manual. This project has little relation </a:t>
            </a:r>
            <a:r>
              <a:rPr sz="2000" spc="-20" dirty="0">
                <a:latin typeface="Calibri" panose="020F0502020204030204"/>
                <a:cs typeface="Calibri" panose="020F0502020204030204"/>
              </a:rPr>
              <a:t>to </a:t>
            </a:r>
            <a:r>
              <a:rPr sz="2000" spc="10" dirty="0">
                <a:latin typeface="Calibri" panose="020F0502020204030204"/>
                <a:cs typeface="Calibri" panose="020F0502020204030204"/>
              </a:rPr>
              <a:t>the </a:t>
            </a:r>
            <a:r>
              <a:rPr sz="2000" spc="5" dirty="0">
                <a:latin typeface="Calibri" panose="020F0502020204030204"/>
                <a:cs typeface="Calibri" panose="020F0502020204030204"/>
              </a:rPr>
              <a:t>codified </a:t>
            </a:r>
            <a:r>
              <a:rPr sz="2000" spc="-5" dirty="0">
                <a:latin typeface="Calibri" panose="020F0502020204030204"/>
                <a:cs typeface="Calibri" panose="020F0502020204030204"/>
              </a:rPr>
              <a:t>quality </a:t>
            </a:r>
            <a:r>
              <a:rPr sz="2000" spc="-10" dirty="0">
                <a:latin typeface="Calibri" panose="020F0502020204030204"/>
                <a:cs typeface="Calibri" panose="020F0502020204030204"/>
              </a:rPr>
              <a:t>tools of </a:t>
            </a:r>
            <a:r>
              <a:rPr sz="2000" dirty="0">
                <a:latin typeface="Calibri" panose="020F0502020204030204"/>
                <a:cs typeface="Calibri" panose="020F0502020204030204"/>
              </a:rPr>
              <a:t>manufacturing, </a:t>
            </a:r>
            <a:r>
              <a:rPr sz="2000" spc="-25" dirty="0">
                <a:latin typeface="Calibri" panose="020F0502020204030204"/>
                <a:cs typeface="Calibri" panose="020F0502020204030204"/>
              </a:rPr>
              <a:t>except </a:t>
            </a:r>
            <a:r>
              <a:rPr sz="2000" spc="5" dirty="0">
                <a:latin typeface="Calibri" panose="020F0502020204030204"/>
                <a:cs typeface="Calibri" panose="020F0502020204030204"/>
              </a:rPr>
              <a:t>in </a:t>
            </a:r>
            <a:r>
              <a:rPr sz="2000" spc="10" dirty="0">
                <a:latin typeface="Calibri" panose="020F0502020204030204"/>
                <a:cs typeface="Calibri" panose="020F0502020204030204"/>
              </a:rPr>
              <a:t>the </a:t>
            </a:r>
            <a:r>
              <a:rPr sz="2000" spc="15" dirty="0">
                <a:latin typeface="Calibri" panose="020F0502020204030204"/>
                <a:cs typeface="Calibri" panose="020F0502020204030204"/>
              </a:rPr>
              <a:t> </a:t>
            </a:r>
            <a:r>
              <a:rPr sz="2000" spc="5" dirty="0">
                <a:latin typeface="Calibri" panose="020F0502020204030204"/>
                <a:cs typeface="Calibri" panose="020F0502020204030204"/>
              </a:rPr>
              <a:t>final </a:t>
            </a:r>
            <a:r>
              <a:rPr sz="2000" spc="-15" dirty="0">
                <a:latin typeface="Calibri" panose="020F0502020204030204"/>
                <a:cs typeface="Calibri" panose="020F0502020204030204"/>
              </a:rPr>
              <a:t>steps </a:t>
            </a:r>
            <a:r>
              <a:rPr sz="2000" spc="-10" dirty="0">
                <a:latin typeface="Calibri" panose="020F0502020204030204"/>
                <a:cs typeface="Calibri" panose="020F0502020204030204"/>
              </a:rPr>
              <a:t>of producing </a:t>
            </a:r>
            <a:r>
              <a:rPr sz="2000" spc="-15" dirty="0">
                <a:latin typeface="Calibri" panose="020F0502020204030204"/>
                <a:cs typeface="Calibri" panose="020F0502020204030204"/>
              </a:rPr>
              <a:t>the book </a:t>
            </a:r>
            <a:r>
              <a:rPr sz="2000" spc="-25" dirty="0">
                <a:latin typeface="Calibri" panose="020F0502020204030204"/>
                <a:cs typeface="Calibri" panose="020F0502020204030204"/>
              </a:rPr>
              <a:t>itself, </a:t>
            </a:r>
            <a:r>
              <a:rPr sz="2000" spc="-5" dirty="0">
                <a:latin typeface="Calibri" panose="020F0502020204030204"/>
                <a:cs typeface="Calibri" panose="020F0502020204030204"/>
              </a:rPr>
              <a:t>and </a:t>
            </a:r>
            <a:r>
              <a:rPr sz="2000" spc="-10" dirty="0">
                <a:latin typeface="Calibri" panose="020F0502020204030204"/>
                <a:cs typeface="Calibri" panose="020F0502020204030204"/>
              </a:rPr>
              <a:t>that </a:t>
            </a:r>
            <a:r>
              <a:rPr sz="2000" spc="-5" dirty="0">
                <a:latin typeface="Calibri" panose="020F0502020204030204"/>
                <a:cs typeface="Calibri" panose="020F0502020204030204"/>
              </a:rPr>
              <a:t>task </a:t>
            </a:r>
            <a:r>
              <a:rPr sz="2000" spc="10" dirty="0">
                <a:latin typeface="Calibri" panose="020F0502020204030204"/>
                <a:cs typeface="Calibri" panose="020F0502020204030204"/>
              </a:rPr>
              <a:t>is </a:t>
            </a:r>
            <a:r>
              <a:rPr sz="2000" spc="5" dirty="0">
                <a:latin typeface="Calibri" panose="020F0502020204030204"/>
                <a:cs typeface="Calibri" panose="020F0502020204030204"/>
              </a:rPr>
              <a:t>usually </a:t>
            </a:r>
            <a:r>
              <a:rPr sz="2000" spc="-15" dirty="0">
                <a:latin typeface="Calibri" panose="020F0502020204030204"/>
                <a:cs typeface="Calibri" panose="020F0502020204030204"/>
              </a:rPr>
              <a:t>contracted </a:t>
            </a:r>
            <a:r>
              <a:rPr sz="2000" spc="-20" dirty="0">
                <a:latin typeface="Calibri" panose="020F0502020204030204"/>
                <a:cs typeface="Calibri" panose="020F0502020204030204"/>
              </a:rPr>
              <a:t>to </a:t>
            </a:r>
            <a:r>
              <a:rPr sz="2000" dirty="0">
                <a:latin typeface="Calibri" panose="020F0502020204030204"/>
                <a:cs typeface="Calibri" panose="020F0502020204030204"/>
              </a:rPr>
              <a:t>a </a:t>
            </a:r>
            <a:r>
              <a:rPr sz="2000" spc="-10" dirty="0">
                <a:latin typeface="Calibri" panose="020F0502020204030204"/>
                <a:cs typeface="Calibri" panose="020F0502020204030204"/>
              </a:rPr>
              <a:t>source outside </a:t>
            </a:r>
            <a:r>
              <a:rPr sz="2000" spc="-15" dirty="0">
                <a:latin typeface="Calibri" panose="020F0502020204030204"/>
                <a:cs typeface="Calibri" panose="020F0502020204030204"/>
              </a:rPr>
              <a:t>the </a:t>
            </a:r>
            <a:r>
              <a:rPr sz="2000" spc="-10" dirty="0">
                <a:latin typeface="Calibri" panose="020F0502020204030204"/>
                <a:cs typeface="Calibri" panose="020F0502020204030204"/>
              </a:rPr>
              <a:t> </a:t>
            </a:r>
            <a:r>
              <a:rPr sz="2000" spc="-5" dirty="0">
                <a:latin typeface="Calibri" panose="020F0502020204030204"/>
                <a:cs typeface="Calibri" panose="020F0502020204030204"/>
              </a:rPr>
              <a:t>project</a:t>
            </a:r>
            <a:r>
              <a:rPr sz="2000" dirty="0">
                <a:latin typeface="Calibri" panose="020F0502020204030204"/>
                <a:cs typeface="Calibri" panose="020F0502020204030204"/>
              </a:rPr>
              <a:t> </a:t>
            </a:r>
            <a:r>
              <a:rPr sz="2000" spc="-15" dirty="0">
                <a:latin typeface="Calibri" panose="020F0502020204030204"/>
                <a:cs typeface="Calibri" panose="020F0502020204030204"/>
              </a:rPr>
              <a:t>team.</a:t>
            </a:r>
            <a:endParaRPr sz="2000">
              <a:latin typeface="Calibri" panose="020F0502020204030204"/>
              <a:cs typeface="Calibri" panose="020F0502020204030204"/>
            </a:endParaRPr>
          </a:p>
          <a:p>
            <a:pPr marL="358140" marR="5715" indent="-346075" algn="just">
              <a:lnSpc>
                <a:spcPts val="1920"/>
              </a:lnSpc>
              <a:spcBef>
                <a:spcPts val="465"/>
              </a:spcBef>
              <a:buFont typeface="Arial MT"/>
              <a:buChar char="•"/>
              <a:tabLst>
                <a:tab pos="358775" algn="l"/>
              </a:tabLst>
            </a:pPr>
            <a:r>
              <a:rPr sz="2000" spc="-5" dirty="0">
                <a:latin typeface="Calibri" panose="020F0502020204030204"/>
                <a:cs typeface="Calibri" panose="020F0502020204030204"/>
              </a:rPr>
              <a:t>This</a:t>
            </a:r>
            <a:r>
              <a:rPr sz="2000" dirty="0">
                <a:latin typeface="Calibri" panose="020F0502020204030204"/>
                <a:cs typeface="Calibri" panose="020F0502020204030204"/>
              </a:rPr>
              <a:t> </a:t>
            </a:r>
            <a:r>
              <a:rPr sz="2000" spc="10" dirty="0">
                <a:latin typeface="Calibri" panose="020F0502020204030204"/>
                <a:cs typeface="Calibri" panose="020F0502020204030204"/>
              </a:rPr>
              <a:t>is</a:t>
            </a:r>
            <a:r>
              <a:rPr sz="2000" spc="15" dirty="0">
                <a:latin typeface="Calibri" panose="020F0502020204030204"/>
                <a:cs typeface="Calibri" panose="020F0502020204030204"/>
              </a:rPr>
              <a:t> </a:t>
            </a:r>
            <a:r>
              <a:rPr sz="2000" spc="-5" dirty="0">
                <a:latin typeface="Calibri" panose="020F0502020204030204"/>
                <a:cs typeface="Calibri" panose="020F0502020204030204"/>
              </a:rPr>
              <a:t>because</a:t>
            </a:r>
            <a:r>
              <a:rPr sz="2000" dirty="0">
                <a:latin typeface="Calibri" panose="020F0502020204030204"/>
                <a:cs typeface="Calibri" panose="020F0502020204030204"/>
              </a:rPr>
              <a:t> </a:t>
            </a:r>
            <a:r>
              <a:rPr sz="2000" spc="-5" dirty="0">
                <a:latin typeface="Calibri" panose="020F0502020204030204"/>
                <a:cs typeface="Calibri" panose="020F0502020204030204"/>
              </a:rPr>
              <a:t>projects</a:t>
            </a:r>
            <a:r>
              <a:rPr sz="2000" dirty="0">
                <a:latin typeface="Calibri" panose="020F0502020204030204"/>
                <a:cs typeface="Calibri" panose="020F0502020204030204"/>
              </a:rPr>
              <a:t> </a:t>
            </a:r>
            <a:r>
              <a:rPr sz="2000" spc="-10" dirty="0">
                <a:latin typeface="Calibri" panose="020F0502020204030204"/>
                <a:cs typeface="Calibri" panose="020F0502020204030204"/>
              </a:rPr>
              <a:t>continue</a:t>
            </a:r>
            <a:r>
              <a:rPr sz="2000" spc="-5" dirty="0">
                <a:latin typeface="Calibri" panose="020F0502020204030204"/>
                <a:cs typeface="Calibri" panose="020F0502020204030204"/>
              </a:rPr>
              <a:t> </a:t>
            </a:r>
            <a:r>
              <a:rPr sz="2000" spc="-20" dirty="0">
                <a:latin typeface="Calibri" panose="020F0502020204030204"/>
                <a:cs typeface="Calibri" panose="020F0502020204030204"/>
              </a:rPr>
              <a:t>to</a:t>
            </a:r>
            <a:r>
              <a:rPr sz="2000" spc="-15" dirty="0">
                <a:latin typeface="Calibri" panose="020F0502020204030204"/>
                <a:cs typeface="Calibri" panose="020F0502020204030204"/>
              </a:rPr>
              <a:t> </a:t>
            </a:r>
            <a:r>
              <a:rPr sz="2000" spc="-10" dirty="0">
                <a:latin typeface="Calibri" panose="020F0502020204030204"/>
                <a:cs typeface="Calibri" panose="020F0502020204030204"/>
              </a:rPr>
              <a:t>be</a:t>
            </a:r>
            <a:r>
              <a:rPr sz="2000" spc="-5" dirty="0">
                <a:latin typeface="Calibri" panose="020F0502020204030204"/>
                <a:cs typeface="Calibri" panose="020F0502020204030204"/>
              </a:rPr>
              <a:t> plagued</a:t>
            </a:r>
            <a:r>
              <a:rPr sz="2000" dirty="0">
                <a:latin typeface="Calibri" panose="020F0502020204030204"/>
                <a:cs typeface="Calibri" panose="020F0502020204030204"/>
              </a:rPr>
              <a:t> </a:t>
            </a:r>
            <a:r>
              <a:rPr sz="2000" spc="30" dirty="0">
                <a:latin typeface="Calibri" panose="020F0502020204030204"/>
                <a:cs typeface="Calibri" panose="020F0502020204030204"/>
              </a:rPr>
              <a:t>by</a:t>
            </a:r>
            <a:r>
              <a:rPr sz="2000" spc="35" dirty="0">
                <a:latin typeface="Calibri" panose="020F0502020204030204"/>
                <a:cs typeface="Calibri" panose="020F0502020204030204"/>
              </a:rPr>
              <a:t> </a:t>
            </a:r>
            <a:r>
              <a:rPr sz="2000" spc="5" dirty="0">
                <a:latin typeface="Calibri" panose="020F0502020204030204"/>
                <a:cs typeface="Calibri" panose="020F0502020204030204"/>
              </a:rPr>
              <a:t>imprecise</a:t>
            </a:r>
            <a:r>
              <a:rPr sz="2000" spc="10" dirty="0">
                <a:latin typeface="Calibri" panose="020F0502020204030204"/>
                <a:cs typeface="Calibri" panose="020F0502020204030204"/>
              </a:rPr>
              <a:t> </a:t>
            </a:r>
            <a:r>
              <a:rPr sz="2000" spc="-5" dirty="0">
                <a:latin typeface="Calibri" panose="020F0502020204030204"/>
                <a:cs typeface="Calibri" panose="020F0502020204030204"/>
              </a:rPr>
              <a:t>quality</a:t>
            </a:r>
            <a:r>
              <a:rPr sz="2000" dirty="0">
                <a:latin typeface="Calibri" panose="020F0502020204030204"/>
                <a:cs typeface="Calibri" panose="020F0502020204030204"/>
              </a:rPr>
              <a:t> goals</a:t>
            </a:r>
            <a:r>
              <a:rPr sz="2000" spc="5" dirty="0">
                <a:latin typeface="Calibri" panose="020F0502020204030204"/>
                <a:cs typeface="Calibri" panose="020F0502020204030204"/>
              </a:rPr>
              <a:t> </a:t>
            </a:r>
            <a:r>
              <a:rPr sz="2000" spc="-5" dirty="0">
                <a:latin typeface="Calibri" panose="020F0502020204030204"/>
                <a:cs typeface="Calibri" panose="020F0502020204030204"/>
              </a:rPr>
              <a:t>and</a:t>
            </a:r>
            <a:r>
              <a:rPr sz="2000" dirty="0">
                <a:latin typeface="Calibri" panose="020F0502020204030204"/>
                <a:cs typeface="Calibri" panose="020F0502020204030204"/>
              </a:rPr>
              <a:t> </a:t>
            </a:r>
            <a:r>
              <a:rPr sz="2000" spc="5" dirty="0">
                <a:latin typeface="Calibri" panose="020F0502020204030204"/>
                <a:cs typeface="Calibri" panose="020F0502020204030204"/>
              </a:rPr>
              <a:t>arcane  </a:t>
            </a:r>
            <a:r>
              <a:rPr sz="2000" spc="-5" dirty="0">
                <a:latin typeface="Calibri" panose="020F0502020204030204"/>
                <a:cs typeface="Calibri" panose="020F0502020204030204"/>
              </a:rPr>
              <a:t>quality </a:t>
            </a:r>
            <a:r>
              <a:rPr sz="2000" dirty="0">
                <a:latin typeface="Calibri" panose="020F0502020204030204"/>
                <a:cs typeface="Calibri" panose="020F0502020204030204"/>
              </a:rPr>
              <a:t> </a:t>
            </a:r>
            <a:r>
              <a:rPr sz="2000" spc="-20" dirty="0">
                <a:latin typeface="Calibri" panose="020F0502020204030204"/>
                <a:cs typeface="Calibri" panose="020F0502020204030204"/>
              </a:rPr>
              <a:t>methods </a:t>
            </a:r>
            <a:r>
              <a:rPr sz="2000" dirty="0">
                <a:latin typeface="Calibri" panose="020F0502020204030204"/>
                <a:cs typeface="Calibri" panose="020F0502020204030204"/>
              </a:rPr>
              <a:t>most </a:t>
            </a:r>
            <a:r>
              <a:rPr sz="2000" spc="-10" dirty="0">
                <a:latin typeface="Calibri" panose="020F0502020204030204"/>
                <a:cs typeface="Calibri" panose="020F0502020204030204"/>
              </a:rPr>
              <a:t>suited </a:t>
            </a:r>
            <a:r>
              <a:rPr sz="2000" spc="-25" dirty="0">
                <a:latin typeface="Calibri" panose="020F0502020204030204"/>
                <a:cs typeface="Calibri" panose="020F0502020204030204"/>
              </a:rPr>
              <a:t>for</a:t>
            </a:r>
            <a:r>
              <a:rPr sz="2000" spc="-20" dirty="0">
                <a:latin typeface="Calibri" panose="020F0502020204030204"/>
                <a:cs typeface="Calibri" panose="020F0502020204030204"/>
              </a:rPr>
              <a:t> </a:t>
            </a:r>
            <a:r>
              <a:rPr sz="2000" dirty="0">
                <a:latin typeface="Calibri" panose="020F0502020204030204"/>
                <a:cs typeface="Calibri" panose="020F0502020204030204"/>
              </a:rPr>
              <a:t>a </a:t>
            </a:r>
            <a:r>
              <a:rPr sz="2000" spc="-5" dirty="0">
                <a:latin typeface="Calibri" panose="020F0502020204030204"/>
                <a:cs typeface="Calibri" panose="020F0502020204030204"/>
              </a:rPr>
              <a:t>shop </a:t>
            </a:r>
            <a:r>
              <a:rPr sz="2000" spc="-25" dirty="0">
                <a:latin typeface="Calibri" panose="020F0502020204030204"/>
                <a:cs typeface="Calibri" panose="020F0502020204030204"/>
              </a:rPr>
              <a:t>floor, </a:t>
            </a:r>
            <a:r>
              <a:rPr sz="2000" spc="5" dirty="0">
                <a:latin typeface="Calibri" panose="020F0502020204030204"/>
                <a:cs typeface="Calibri" panose="020F0502020204030204"/>
              </a:rPr>
              <a:t>all </a:t>
            </a:r>
            <a:r>
              <a:rPr sz="2000" spc="-10" dirty="0">
                <a:latin typeface="Calibri" panose="020F0502020204030204"/>
                <a:cs typeface="Calibri" panose="020F0502020204030204"/>
              </a:rPr>
              <a:t>of </a:t>
            </a:r>
            <a:r>
              <a:rPr sz="2000" spc="-5" dirty="0">
                <a:latin typeface="Calibri" panose="020F0502020204030204"/>
                <a:cs typeface="Calibri" panose="020F0502020204030204"/>
              </a:rPr>
              <a:t>this </a:t>
            </a:r>
            <a:r>
              <a:rPr sz="2000" spc="-10" dirty="0">
                <a:latin typeface="Calibri" panose="020F0502020204030204"/>
                <a:cs typeface="Calibri" panose="020F0502020204030204"/>
              </a:rPr>
              <a:t>condemning </a:t>
            </a:r>
            <a:r>
              <a:rPr sz="2000" spc="-15" dirty="0">
                <a:latin typeface="Calibri" panose="020F0502020204030204"/>
                <a:cs typeface="Calibri" panose="020F0502020204030204"/>
              </a:rPr>
              <a:t>the </a:t>
            </a:r>
            <a:r>
              <a:rPr sz="2000" spc="-5" dirty="0">
                <a:latin typeface="Calibri" panose="020F0502020204030204"/>
                <a:cs typeface="Calibri" panose="020F0502020204030204"/>
              </a:rPr>
              <a:t>project </a:t>
            </a:r>
            <a:r>
              <a:rPr sz="2000" spc="-20" dirty="0">
                <a:latin typeface="Calibri" panose="020F0502020204030204"/>
                <a:cs typeface="Calibri" panose="020F0502020204030204"/>
              </a:rPr>
              <a:t>to </a:t>
            </a:r>
            <a:r>
              <a:rPr sz="2000" spc="-5" dirty="0">
                <a:latin typeface="Calibri" panose="020F0502020204030204"/>
                <a:cs typeface="Calibri" panose="020F0502020204030204"/>
              </a:rPr>
              <a:t>less-than-satisfactory </a:t>
            </a:r>
            <a:r>
              <a:rPr sz="2000" dirty="0">
                <a:latin typeface="Calibri" panose="020F0502020204030204"/>
                <a:cs typeface="Calibri" panose="020F0502020204030204"/>
              </a:rPr>
              <a:t> </a:t>
            </a:r>
            <a:r>
              <a:rPr sz="2000" spc="-5" dirty="0">
                <a:latin typeface="Calibri" panose="020F0502020204030204"/>
                <a:cs typeface="Calibri" panose="020F0502020204030204"/>
              </a:rPr>
              <a:t>results</a:t>
            </a:r>
            <a:r>
              <a:rPr sz="2000" spc="45" dirty="0">
                <a:latin typeface="Calibri" panose="020F0502020204030204"/>
                <a:cs typeface="Calibri" panose="020F0502020204030204"/>
              </a:rPr>
              <a:t> </a:t>
            </a:r>
            <a:r>
              <a:rPr sz="2000" spc="-10" dirty="0">
                <a:latin typeface="Calibri" panose="020F0502020204030204"/>
                <a:cs typeface="Calibri" panose="020F0502020204030204"/>
              </a:rPr>
              <a:t>or</a:t>
            </a:r>
            <a:r>
              <a:rPr sz="2000" spc="-30" dirty="0">
                <a:latin typeface="Calibri" panose="020F0502020204030204"/>
                <a:cs typeface="Calibri" panose="020F0502020204030204"/>
              </a:rPr>
              <a:t> </a:t>
            </a:r>
            <a:r>
              <a:rPr sz="2000" spc="-5" dirty="0">
                <a:latin typeface="Calibri" panose="020F0502020204030204"/>
                <a:cs typeface="Calibri" panose="020F0502020204030204"/>
              </a:rPr>
              <a:t>worse.</a:t>
            </a:r>
            <a:endParaRPr sz="2000">
              <a:latin typeface="Calibri" panose="020F05020202040302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76200" rIns="0" bIns="0" rtlCol="0">
            <a:spAutoFit/>
          </a:bodyPr>
          <a:lstStyle/>
          <a:p>
            <a:pPr marL="7620" algn="ctr">
              <a:lnSpc>
                <a:spcPct val="100000"/>
              </a:lnSpc>
              <a:spcBef>
                <a:spcPts val="600"/>
              </a:spcBef>
            </a:pPr>
            <a:r>
              <a:rPr spc="-35" dirty="0"/>
              <a:t>Definition</a:t>
            </a:r>
            <a:r>
              <a:rPr spc="270" dirty="0"/>
              <a:t> </a:t>
            </a:r>
            <a:r>
              <a:rPr spc="-15" dirty="0"/>
              <a:t>of</a:t>
            </a:r>
            <a:r>
              <a:rPr spc="-30" dirty="0"/>
              <a:t> </a:t>
            </a:r>
            <a:r>
              <a:rPr spc="-45" dirty="0"/>
              <a:t>Quality</a:t>
            </a:r>
          </a:p>
        </p:txBody>
      </p:sp>
      <p:sp>
        <p:nvSpPr>
          <p:cNvPr id="3" name="object 3"/>
          <p:cNvSpPr txBox="1"/>
          <p:nvPr/>
        </p:nvSpPr>
        <p:spPr>
          <a:xfrm>
            <a:off x="688975" y="1106487"/>
            <a:ext cx="10818495" cy="5459095"/>
          </a:xfrm>
          <a:prstGeom prst="rect">
            <a:avLst/>
          </a:prstGeom>
        </p:spPr>
        <p:txBody>
          <a:bodyPr vert="horz" wrap="square" lIns="0" tIns="12700" rIns="0" bIns="0" rtlCol="0">
            <a:spAutoFit/>
          </a:bodyPr>
          <a:lstStyle/>
          <a:p>
            <a:pPr marL="297180" indent="-285115">
              <a:lnSpc>
                <a:spcPts val="2160"/>
              </a:lnSpc>
              <a:spcBef>
                <a:spcPts val="100"/>
              </a:spcBef>
              <a:buFont typeface="Arial MT"/>
              <a:buChar char="•"/>
              <a:tabLst>
                <a:tab pos="297180" algn="l"/>
                <a:tab pos="297815" algn="l"/>
              </a:tabLst>
            </a:pPr>
            <a:r>
              <a:rPr sz="2000" spc="-15" dirty="0">
                <a:latin typeface="Calibri" panose="020F0502020204030204"/>
                <a:cs typeface="Calibri" panose="020F0502020204030204"/>
              </a:rPr>
              <a:t>The</a:t>
            </a:r>
            <a:r>
              <a:rPr sz="2000" spc="400" dirty="0">
                <a:latin typeface="Calibri" panose="020F0502020204030204"/>
                <a:cs typeface="Calibri" panose="020F0502020204030204"/>
              </a:rPr>
              <a:t> </a:t>
            </a:r>
            <a:r>
              <a:rPr sz="2000" spc="-50" dirty="0">
                <a:latin typeface="Calibri" panose="020F0502020204030204"/>
                <a:cs typeface="Calibri" panose="020F0502020204030204"/>
              </a:rPr>
              <a:t>key</a:t>
            </a:r>
            <a:r>
              <a:rPr sz="2000" spc="409" dirty="0">
                <a:latin typeface="Calibri" panose="020F0502020204030204"/>
                <a:cs typeface="Calibri" panose="020F0502020204030204"/>
              </a:rPr>
              <a:t> </a:t>
            </a:r>
            <a:r>
              <a:rPr sz="2000" spc="-20" dirty="0">
                <a:latin typeface="Calibri" panose="020F0502020204030204"/>
                <a:cs typeface="Calibri" panose="020F0502020204030204"/>
              </a:rPr>
              <a:t>to</a:t>
            </a:r>
            <a:r>
              <a:rPr sz="2000" spc="420" dirty="0">
                <a:latin typeface="Calibri" panose="020F0502020204030204"/>
                <a:cs typeface="Calibri" panose="020F0502020204030204"/>
              </a:rPr>
              <a:t> </a:t>
            </a:r>
            <a:r>
              <a:rPr sz="2000" spc="-5" dirty="0">
                <a:latin typeface="Calibri" panose="020F0502020204030204"/>
                <a:cs typeface="Calibri" panose="020F0502020204030204"/>
              </a:rPr>
              <a:t>project</a:t>
            </a:r>
            <a:r>
              <a:rPr sz="2000" spc="415" dirty="0">
                <a:latin typeface="Calibri" panose="020F0502020204030204"/>
                <a:cs typeface="Calibri" panose="020F0502020204030204"/>
              </a:rPr>
              <a:t> </a:t>
            </a:r>
            <a:r>
              <a:rPr sz="2000" spc="-5" dirty="0">
                <a:latin typeface="Calibri" panose="020F0502020204030204"/>
                <a:cs typeface="Calibri" panose="020F0502020204030204"/>
              </a:rPr>
              <a:t>quality</a:t>
            </a:r>
            <a:r>
              <a:rPr sz="2000" spc="420" dirty="0">
                <a:latin typeface="Calibri" panose="020F0502020204030204"/>
                <a:cs typeface="Calibri" panose="020F0502020204030204"/>
              </a:rPr>
              <a:t> </a:t>
            </a:r>
            <a:r>
              <a:rPr sz="2000" spc="-5" dirty="0">
                <a:latin typeface="Calibri" panose="020F0502020204030204"/>
                <a:cs typeface="Calibri" panose="020F0502020204030204"/>
              </a:rPr>
              <a:t>lies</a:t>
            </a:r>
            <a:r>
              <a:rPr sz="2000" spc="450" dirty="0">
                <a:latin typeface="Calibri" panose="020F0502020204030204"/>
                <a:cs typeface="Calibri" panose="020F0502020204030204"/>
              </a:rPr>
              <a:t> </a:t>
            </a:r>
            <a:r>
              <a:rPr sz="2000" spc="10" dirty="0">
                <a:latin typeface="Calibri" panose="020F0502020204030204"/>
                <a:cs typeface="Calibri" panose="020F0502020204030204"/>
              </a:rPr>
              <a:t>in</a:t>
            </a:r>
            <a:r>
              <a:rPr sz="2000" spc="420" dirty="0">
                <a:latin typeface="Calibri" panose="020F0502020204030204"/>
                <a:cs typeface="Calibri" panose="020F0502020204030204"/>
              </a:rPr>
              <a:t> </a:t>
            </a:r>
            <a:r>
              <a:rPr sz="2000" spc="-5" dirty="0">
                <a:latin typeface="Calibri" panose="020F0502020204030204"/>
                <a:cs typeface="Calibri" panose="020F0502020204030204"/>
              </a:rPr>
              <a:t>making</a:t>
            </a:r>
            <a:r>
              <a:rPr sz="2000" spc="370" dirty="0">
                <a:latin typeface="Calibri" panose="020F0502020204030204"/>
                <a:cs typeface="Calibri" panose="020F0502020204030204"/>
              </a:rPr>
              <a:t> </a:t>
            </a:r>
            <a:r>
              <a:rPr sz="2000" dirty="0">
                <a:latin typeface="Calibri" panose="020F0502020204030204"/>
                <a:cs typeface="Calibri" panose="020F0502020204030204"/>
              </a:rPr>
              <a:t>a</a:t>
            </a:r>
            <a:r>
              <a:rPr sz="2000" spc="355" dirty="0">
                <a:latin typeface="Calibri" panose="020F0502020204030204"/>
                <a:cs typeface="Calibri" panose="020F0502020204030204"/>
              </a:rPr>
              <a:t> </a:t>
            </a:r>
            <a:r>
              <a:rPr sz="2000" dirty="0">
                <a:latin typeface="Calibri" panose="020F0502020204030204"/>
                <a:cs typeface="Calibri" panose="020F0502020204030204"/>
              </a:rPr>
              <a:t>more</a:t>
            </a:r>
            <a:r>
              <a:rPr sz="2000" spc="405" dirty="0">
                <a:latin typeface="Calibri" panose="020F0502020204030204"/>
                <a:cs typeface="Calibri" panose="020F0502020204030204"/>
              </a:rPr>
              <a:t> </a:t>
            </a:r>
            <a:r>
              <a:rPr sz="2000" spc="-20" dirty="0">
                <a:latin typeface="Calibri" panose="020F0502020204030204"/>
                <a:cs typeface="Calibri" panose="020F0502020204030204"/>
              </a:rPr>
              <a:t>effective,</a:t>
            </a:r>
            <a:r>
              <a:rPr sz="2000" spc="430" dirty="0">
                <a:latin typeface="Calibri" panose="020F0502020204030204"/>
                <a:cs typeface="Calibri" panose="020F0502020204030204"/>
              </a:rPr>
              <a:t> </a:t>
            </a:r>
            <a:r>
              <a:rPr sz="2000" spc="-5" dirty="0">
                <a:latin typeface="Calibri" panose="020F0502020204030204"/>
                <a:cs typeface="Calibri" panose="020F0502020204030204"/>
              </a:rPr>
              <a:t>meaningful</a:t>
            </a:r>
            <a:r>
              <a:rPr sz="2000" spc="390" dirty="0">
                <a:latin typeface="Calibri" panose="020F0502020204030204"/>
                <a:cs typeface="Calibri" panose="020F0502020204030204"/>
              </a:rPr>
              <a:t> </a:t>
            </a:r>
            <a:r>
              <a:rPr sz="2000" spc="-25" dirty="0">
                <a:latin typeface="Calibri" panose="020F0502020204030204"/>
                <a:cs typeface="Calibri" panose="020F0502020204030204"/>
              </a:rPr>
              <a:t>transfer</a:t>
            </a:r>
            <a:r>
              <a:rPr sz="2000" spc="459" dirty="0">
                <a:latin typeface="Calibri" panose="020F0502020204030204"/>
                <a:cs typeface="Calibri" panose="020F0502020204030204"/>
              </a:rPr>
              <a:t> </a:t>
            </a:r>
            <a:r>
              <a:rPr sz="2000" spc="-10" dirty="0">
                <a:latin typeface="Calibri" panose="020F0502020204030204"/>
                <a:cs typeface="Calibri" panose="020F0502020204030204"/>
              </a:rPr>
              <a:t>of</a:t>
            </a:r>
            <a:r>
              <a:rPr sz="2000" spc="465" dirty="0">
                <a:latin typeface="Calibri" panose="020F0502020204030204"/>
                <a:cs typeface="Calibri" panose="020F0502020204030204"/>
              </a:rPr>
              <a:t> </a:t>
            </a:r>
            <a:r>
              <a:rPr sz="2000" spc="-25" dirty="0">
                <a:latin typeface="Calibri" panose="020F0502020204030204"/>
                <a:cs typeface="Calibri" panose="020F0502020204030204"/>
              </a:rPr>
              <a:t>proven</a:t>
            </a:r>
            <a:r>
              <a:rPr sz="2000" spc="420" dirty="0">
                <a:latin typeface="Calibri" panose="020F0502020204030204"/>
                <a:cs typeface="Calibri" panose="020F0502020204030204"/>
              </a:rPr>
              <a:t> </a:t>
            </a:r>
            <a:r>
              <a:rPr sz="2000" spc="-15" dirty="0">
                <a:latin typeface="Calibri" panose="020F0502020204030204"/>
                <a:cs typeface="Calibri" panose="020F0502020204030204"/>
              </a:rPr>
              <a:t>quality</a:t>
            </a:r>
            <a:endParaRPr sz="2000">
              <a:latin typeface="Calibri" panose="020F0502020204030204"/>
              <a:cs typeface="Calibri" panose="020F0502020204030204"/>
            </a:endParaRPr>
          </a:p>
          <a:p>
            <a:pPr marL="297180">
              <a:lnSpc>
                <a:spcPts val="2160"/>
              </a:lnSpc>
            </a:pPr>
            <a:r>
              <a:rPr sz="2000" spc="-20" dirty="0">
                <a:latin typeface="Calibri" panose="020F0502020204030204"/>
                <a:cs typeface="Calibri" panose="020F0502020204030204"/>
              </a:rPr>
              <a:t>methods</a:t>
            </a:r>
            <a:r>
              <a:rPr sz="2000" spc="125" dirty="0">
                <a:latin typeface="Calibri" panose="020F0502020204030204"/>
                <a:cs typeface="Calibri" panose="020F0502020204030204"/>
              </a:rPr>
              <a:t> </a:t>
            </a:r>
            <a:r>
              <a:rPr sz="2000" spc="-20" dirty="0">
                <a:latin typeface="Calibri" panose="020F0502020204030204"/>
                <a:cs typeface="Calibri" panose="020F0502020204030204"/>
              </a:rPr>
              <a:t>to</a:t>
            </a:r>
            <a:r>
              <a:rPr sz="2000" spc="15" dirty="0">
                <a:latin typeface="Calibri" panose="020F0502020204030204"/>
                <a:cs typeface="Calibri" panose="020F0502020204030204"/>
              </a:rPr>
              <a:t> </a:t>
            </a:r>
            <a:r>
              <a:rPr sz="2000" dirty="0">
                <a:latin typeface="Calibri" panose="020F0502020204030204"/>
                <a:cs typeface="Calibri" panose="020F0502020204030204"/>
              </a:rPr>
              <a:t>a</a:t>
            </a:r>
            <a:r>
              <a:rPr sz="2000" spc="-55" dirty="0">
                <a:latin typeface="Calibri" panose="020F0502020204030204"/>
                <a:cs typeface="Calibri" panose="020F0502020204030204"/>
              </a:rPr>
              <a:t> </a:t>
            </a:r>
            <a:r>
              <a:rPr sz="2000" spc="-20" dirty="0">
                <a:latin typeface="Calibri" panose="020F0502020204030204"/>
                <a:cs typeface="Calibri" panose="020F0502020204030204"/>
              </a:rPr>
              <a:t>general</a:t>
            </a:r>
            <a:r>
              <a:rPr sz="2000" spc="130" dirty="0">
                <a:latin typeface="Calibri" panose="020F0502020204030204"/>
                <a:cs typeface="Calibri" panose="020F0502020204030204"/>
              </a:rPr>
              <a:t> </a:t>
            </a:r>
            <a:r>
              <a:rPr sz="2000" spc="-5" dirty="0">
                <a:latin typeface="Calibri" panose="020F0502020204030204"/>
                <a:cs typeface="Calibri" panose="020F0502020204030204"/>
              </a:rPr>
              <a:t>project</a:t>
            </a:r>
            <a:r>
              <a:rPr sz="2000" spc="-70" dirty="0">
                <a:latin typeface="Calibri" panose="020F0502020204030204"/>
                <a:cs typeface="Calibri" panose="020F0502020204030204"/>
              </a:rPr>
              <a:t> </a:t>
            </a:r>
            <a:r>
              <a:rPr sz="2000" spc="-10" dirty="0">
                <a:latin typeface="Calibri" panose="020F0502020204030204"/>
                <a:cs typeface="Calibri" panose="020F0502020204030204"/>
              </a:rPr>
              <a:t>management</a:t>
            </a:r>
            <a:r>
              <a:rPr sz="2000" spc="80" dirty="0">
                <a:latin typeface="Calibri" panose="020F0502020204030204"/>
                <a:cs typeface="Calibri" panose="020F0502020204030204"/>
              </a:rPr>
              <a:t> </a:t>
            </a:r>
            <a:r>
              <a:rPr sz="2000" spc="-5" dirty="0">
                <a:latin typeface="Calibri" panose="020F0502020204030204"/>
                <a:cs typeface="Calibri" panose="020F0502020204030204"/>
              </a:rPr>
              <a:t>domain.</a:t>
            </a:r>
            <a:endParaRPr sz="2000">
              <a:latin typeface="Calibri" panose="020F0502020204030204"/>
              <a:cs typeface="Calibri" panose="020F0502020204030204"/>
            </a:endParaRPr>
          </a:p>
          <a:p>
            <a:pPr marL="297180" indent="-285115">
              <a:lnSpc>
                <a:spcPct val="100000"/>
              </a:lnSpc>
              <a:spcBef>
                <a:spcPts val="5"/>
              </a:spcBef>
              <a:buFont typeface="Arial MT"/>
              <a:buChar char="•"/>
              <a:tabLst>
                <a:tab pos="297180" algn="l"/>
                <a:tab pos="297815" algn="l"/>
              </a:tabLst>
            </a:pPr>
            <a:r>
              <a:rPr sz="2000" spc="-15" dirty="0">
                <a:latin typeface="Calibri" panose="020F0502020204030204"/>
                <a:cs typeface="Calibri" panose="020F0502020204030204"/>
              </a:rPr>
              <a:t>The</a:t>
            </a:r>
            <a:r>
              <a:rPr sz="2000" spc="-5" dirty="0">
                <a:latin typeface="Calibri" panose="020F0502020204030204"/>
                <a:cs typeface="Calibri" panose="020F0502020204030204"/>
              </a:rPr>
              <a:t> </a:t>
            </a:r>
            <a:r>
              <a:rPr sz="2000" spc="15" dirty="0">
                <a:latin typeface="Calibri" panose="020F0502020204030204"/>
                <a:cs typeface="Calibri" panose="020F0502020204030204"/>
              </a:rPr>
              <a:t>first</a:t>
            </a:r>
            <a:r>
              <a:rPr sz="2000" spc="-80" dirty="0">
                <a:latin typeface="Calibri" panose="020F0502020204030204"/>
                <a:cs typeface="Calibri" panose="020F0502020204030204"/>
              </a:rPr>
              <a:t> </a:t>
            </a:r>
            <a:r>
              <a:rPr sz="2000" spc="-15" dirty="0">
                <a:latin typeface="Calibri" panose="020F0502020204030204"/>
                <a:cs typeface="Calibri" panose="020F0502020204030204"/>
              </a:rPr>
              <a:t>step</a:t>
            </a:r>
            <a:r>
              <a:rPr sz="2000" spc="20" dirty="0">
                <a:latin typeface="Calibri" panose="020F0502020204030204"/>
                <a:cs typeface="Calibri" panose="020F0502020204030204"/>
              </a:rPr>
              <a:t> </a:t>
            </a:r>
            <a:r>
              <a:rPr sz="2000" spc="10" dirty="0">
                <a:latin typeface="Calibri" panose="020F0502020204030204"/>
                <a:cs typeface="Calibri" panose="020F0502020204030204"/>
              </a:rPr>
              <a:t>is</a:t>
            </a:r>
            <a:r>
              <a:rPr sz="2000" spc="-35" dirty="0">
                <a:latin typeface="Calibri" panose="020F0502020204030204"/>
                <a:cs typeface="Calibri" panose="020F0502020204030204"/>
              </a:rPr>
              <a:t> </a:t>
            </a:r>
            <a:r>
              <a:rPr sz="2000" spc="-20" dirty="0">
                <a:latin typeface="Calibri" panose="020F0502020204030204"/>
                <a:cs typeface="Calibri" panose="020F0502020204030204"/>
              </a:rPr>
              <a:t>to</a:t>
            </a:r>
            <a:r>
              <a:rPr sz="2000" spc="10" dirty="0">
                <a:latin typeface="Calibri" panose="020F0502020204030204"/>
                <a:cs typeface="Calibri" panose="020F0502020204030204"/>
              </a:rPr>
              <a:t> </a:t>
            </a:r>
            <a:r>
              <a:rPr sz="2000" spc="-5" dirty="0">
                <a:latin typeface="Calibri" panose="020F0502020204030204"/>
                <a:cs typeface="Calibri" panose="020F0502020204030204"/>
              </a:rPr>
              <a:t>answer</a:t>
            </a:r>
            <a:r>
              <a:rPr sz="2000" spc="-20" dirty="0">
                <a:latin typeface="Calibri" panose="020F0502020204030204"/>
                <a:cs typeface="Calibri" panose="020F0502020204030204"/>
              </a:rPr>
              <a:t> </a:t>
            </a:r>
            <a:r>
              <a:rPr sz="2000" spc="-15" dirty="0">
                <a:latin typeface="Calibri" panose="020F0502020204030204"/>
                <a:cs typeface="Calibri" panose="020F0502020204030204"/>
              </a:rPr>
              <a:t>the</a:t>
            </a:r>
            <a:r>
              <a:rPr sz="2000" spc="70" dirty="0">
                <a:latin typeface="Calibri" panose="020F0502020204030204"/>
                <a:cs typeface="Calibri" panose="020F0502020204030204"/>
              </a:rPr>
              <a:t> </a:t>
            </a:r>
            <a:r>
              <a:rPr sz="2000" spc="-15" dirty="0">
                <a:latin typeface="Calibri" panose="020F0502020204030204"/>
                <a:cs typeface="Calibri" panose="020F0502020204030204"/>
              </a:rPr>
              <a:t>question</a:t>
            </a:r>
            <a:r>
              <a:rPr sz="2000" spc="30" dirty="0">
                <a:latin typeface="Calibri" panose="020F0502020204030204"/>
                <a:cs typeface="Calibri" panose="020F0502020204030204"/>
              </a:rPr>
              <a:t> </a:t>
            </a:r>
            <a:r>
              <a:rPr sz="2000" spc="-15" dirty="0">
                <a:latin typeface="Calibri" panose="020F0502020204030204"/>
                <a:cs typeface="Calibri" panose="020F0502020204030204"/>
              </a:rPr>
              <a:t>“What</a:t>
            </a:r>
            <a:r>
              <a:rPr sz="2000" spc="70" dirty="0">
                <a:latin typeface="Calibri" panose="020F0502020204030204"/>
                <a:cs typeface="Calibri" panose="020F0502020204030204"/>
              </a:rPr>
              <a:t> </a:t>
            </a:r>
            <a:r>
              <a:rPr sz="2000" spc="10" dirty="0">
                <a:latin typeface="Calibri" panose="020F0502020204030204"/>
                <a:cs typeface="Calibri" panose="020F0502020204030204"/>
              </a:rPr>
              <a:t>is</a:t>
            </a:r>
            <a:r>
              <a:rPr sz="2000" spc="-35" dirty="0">
                <a:latin typeface="Calibri" panose="020F0502020204030204"/>
                <a:cs typeface="Calibri" panose="020F0502020204030204"/>
              </a:rPr>
              <a:t> </a:t>
            </a:r>
            <a:r>
              <a:rPr sz="2000" spc="-5" dirty="0">
                <a:latin typeface="Calibri" panose="020F0502020204030204"/>
                <a:cs typeface="Calibri" panose="020F0502020204030204"/>
              </a:rPr>
              <a:t>quality?”</a:t>
            </a:r>
            <a:endParaRPr sz="2000">
              <a:latin typeface="Calibri" panose="020F0502020204030204"/>
              <a:cs typeface="Calibri" panose="020F0502020204030204"/>
            </a:endParaRPr>
          </a:p>
          <a:p>
            <a:pPr>
              <a:lnSpc>
                <a:spcPct val="100000"/>
              </a:lnSpc>
              <a:spcBef>
                <a:spcPts val="30"/>
              </a:spcBef>
              <a:buFont typeface="Arial MT"/>
              <a:buChar char="•"/>
            </a:pPr>
            <a:endParaRPr sz="1950">
              <a:latin typeface="Calibri" panose="020F0502020204030204"/>
              <a:cs typeface="Calibri" panose="020F0502020204030204"/>
            </a:endParaRPr>
          </a:p>
          <a:p>
            <a:pPr marL="12700">
              <a:lnSpc>
                <a:spcPct val="100000"/>
              </a:lnSpc>
            </a:pPr>
            <a:r>
              <a:rPr sz="2000" b="1" u="heavy" spc="-20" dirty="0">
                <a:uFill>
                  <a:solidFill>
                    <a:srgbClr val="000000"/>
                  </a:solidFill>
                </a:uFill>
                <a:latin typeface="Calibri" panose="020F0502020204030204"/>
                <a:cs typeface="Calibri" panose="020F0502020204030204"/>
              </a:rPr>
              <a:t>Exercise</a:t>
            </a:r>
            <a:r>
              <a:rPr sz="2000" b="1" u="heavy" spc="20" dirty="0">
                <a:uFill>
                  <a:solidFill>
                    <a:srgbClr val="000000"/>
                  </a:solidFill>
                </a:uFill>
                <a:latin typeface="Calibri" panose="020F0502020204030204"/>
                <a:cs typeface="Calibri" panose="020F0502020204030204"/>
              </a:rPr>
              <a:t> </a:t>
            </a:r>
            <a:r>
              <a:rPr sz="2000" b="1" u="heavy" dirty="0">
                <a:uFill>
                  <a:solidFill>
                    <a:srgbClr val="000000"/>
                  </a:solidFill>
                </a:uFill>
                <a:latin typeface="Calibri" panose="020F0502020204030204"/>
                <a:cs typeface="Calibri" panose="020F0502020204030204"/>
              </a:rPr>
              <a:t>1</a:t>
            </a:r>
            <a:endParaRPr sz="2000">
              <a:latin typeface="Calibri" panose="020F0502020204030204"/>
              <a:cs typeface="Calibri" panose="020F0502020204030204"/>
            </a:endParaRPr>
          </a:p>
          <a:p>
            <a:pPr marL="358140" indent="-346075">
              <a:lnSpc>
                <a:spcPct val="100000"/>
              </a:lnSpc>
              <a:buFont typeface="Arial MT"/>
              <a:buChar char="•"/>
              <a:tabLst>
                <a:tab pos="358140" algn="l"/>
                <a:tab pos="358775" algn="l"/>
              </a:tabLst>
            </a:pPr>
            <a:r>
              <a:rPr sz="2000" spc="-15" dirty="0">
                <a:latin typeface="Calibri" panose="020F0502020204030204"/>
                <a:cs typeface="Calibri" panose="020F0502020204030204"/>
              </a:rPr>
              <a:t>Answer</a:t>
            </a:r>
            <a:r>
              <a:rPr sz="2000" spc="65" dirty="0">
                <a:latin typeface="Calibri" panose="020F0502020204030204"/>
                <a:cs typeface="Calibri" panose="020F0502020204030204"/>
              </a:rPr>
              <a:t> </a:t>
            </a:r>
            <a:r>
              <a:rPr sz="2000" spc="-15" dirty="0">
                <a:latin typeface="Calibri" panose="020F0502020204030204"/>
                <a:cs typeface="Calibri" panose="020F0502020204030204"/>
              </a:rPr>
              <a:t>the</a:t>
            </a:r>
            <a:r>
              <a:rPr sz="2000" spc="80" dirty="0">
                <a:latin typeface="Calibri" panose="020F0502020204030204"/>
                <a:cs typeface="Calibri" panose="020F0502020204030204"/>
              </a:rPr>
              <a:t> </a:t>
            </a:r>
            <a:r>
              <a:rPr sz="2000" spc="-10" dirty="0">
                <a:latin typeface="Calibri" panose="020F0502020204030204"/>
                <a:cs typeface="Calibri" panose="020F0502020204030204"/>
              </a:rPr>
              <a:t>following</a:t>
            </a:r>
            <a:r>
              <a:rPr sz="2000" spc="-95" dirty="0">
                <a:latin typeface="Calibri" panose="020F0502020204030204"/>
                <a:cs typeface="Calibri" panose="020F0502020204030204"/>
              </a:rPr>
              <a:t> </a:t>
            </a:r>
            <a:r>
              <a:rPr sz="2000" spc="-15" dirty="0">
                <a:latin typeface="Calibri" panose="020F0502020204030204"/>
                <a:cs typeface="Calibri" panose="020F0502020204030204"/>
              </a:rPr>
              <a:t>questions</a:t>
            </a:r>
            <a:r>
              <a:rPr sz="2000" spc="140" dirty="0">
                <a:latin typeface="Calibri" panose="020F0502020204030204"/>
                <a:cs typeface="Calibri" panose="020F0502020204030204"/>
              </a:rPr>
              <a:t> </a:t>
            </a:r>
            <a:r>
              <a:rPr sz="2000" spc="-10" dirty="0">
                <a:latin typeface="Calibri" panose="020F0502020204030204"/>
                <a:cs typeface="Calibri" panose="020F0502020204030204"/>
              </a:rPr>
              <a:t>on</a:t>
            </a:r>
            <a:r>
              <a:rPr sz="2000" spc="20" dirty="0">
                <a:latin typeface="Calibri" panose="020F0502020204030204"/>
                <a:cs typeface="Calibri" panose="020F0502020204030204"/>
              </a:rPr>
              <a:t> </a:t>
            </a:r>
            <a:r>
              <a:rPr sz="2000" dirty="0">
                <a:latin typeface="Calibri" panose="020F0502020204030204"/>
                <a:cs typeface="Calibri" panose="020F0502020204030204"/>
              </a:rPr>
              <a:t>a</a:t>
            </a:r>
            <a:r>
              <a:rPr sz="2000" spc="-45" dirty="0">
                <a:latin typeface="Calibri" panose="020F0502020204030204"/>
                <a:cs typeface="Calibri" panose="020F0502020204030204"/>
              </a:rPr>
              <a:t> </a:t>
            </a:r>
            <a:r>
              <a:rPr sz="2000" spc="-5" dirty="0">
                <a:latin typeface="Calibri" panose="020F0502020204030204"/>
                <a:cs typeface="Calibri" panose="020F0502020204030204"/>
              </a:rPr>
              <a:t>piece</a:t>
            </a:r>
            <a:r>
              <a:rPr sz="2000" spc="10" dirty="0">
                <a:latin typeface="Calibri" panose="020F0502020204030204"/>
                <a:cs typeface="Calibri" panose="020F0502020204030204"/>
              </a:rPr>
              <a:t> </a:t>
            </a:r>
            <a:r>
              <a:rPr sz="2000" spc="-10" dirty="0">
                <a:latin typeface="Calibri" panose="020F0502020204030204"/>
                <a:cs typeface="Calibri" panose="020F0502020204030204"/>
              </a:rPr>
              <a:t>of</a:t>
            </a:r>
            <a:r>
              <a:rPr sz="2000" spc="60" dirty="0">
                <a:latin typeface="Calibri" panose="020F0502020204030204"/>
                <a:cs typeface="Calibri" panose="020F0502020204030204"/>
              </a:rPr>
              <a:t> </a:t>
            </a:r>
            <a:r>
              <a:rPr sz="2000" spc="-50" dirty="0">
                <a:latin typeface="Calibri" panose="020F0502020204030204"/>
                <a:cs typeface="Calibri" panose="020F0502020204030204"/>
              </a:rPr>
              <a:t>paper.</a:t>
            </a:r>
            <a:endParaRPr sz="2000">
              <a:latin typeface="Calibri" panose="020F0502020204030204"/>
              <a:cs typeface="Calibri" panose="020F0502020204030204"/>
            </a:endParaRPr>
          </a:p>
          <a:p>
            <a:pPr marL="12700">
              <a:lnSpc>
                <a:spcPct val="100000"/>
              </a:lnSpc>
              <a:spcBef>
                <a:spcPts val="5"/>
              </a:spcBef>
            </a:pPr>
            <a:r>
              <a:rPr sz="2000" i="1" dirty="0">
                <a:latin typeface="Calibri" panose="020F0502020204030204"/>
                <a:cs typeface="Calibri" panose="020F0502020204030204"/>
              </a:rPr>
              <a:t>Q</a:t>
            </a:r>
            <a:r>
              <a:rPr sz="2000" i="1" spc="-35" dirty="0">
                <a:latin typeface="Calibri" panose="020F0502020204030204"/>
                <a:cs typeface="Calibri" panose="020F0502020204030204"/>
              </a:rPr>
              <a:t> </a:t>
            </a:r>
            <a:r>
              <a:rPr sz="2000" i="1" spc="10" dirty="0">
                <a:latin typeface="Calibri" panose="020F0502020204030204"/>
                <a:cs typeface="Calibri" panose="020F0502020204030204"/>
              </a:rPr>
              <a:t>1:</a:t>
            </a:r>
            <a:r>
              <a:rPr sz="2000" i="1" spc="-35" dirty="0">
                <a:latin typeface="Calibri" panose="020F0502020204030204"/>
                <a:cs typeface="Calibri" panose="020F0502020204030204"/>
              </a:rPr>
              <a:t> </a:t>
            </a:r>
            <a:r>
              <a:rPr sz="2000" i="1" u="heavy" dirty="0">
                <a:uFill>
                  <a:solidFill>
                    <a:srgbClr val="000000"/>
                  </a:solidFill>
                </a:uFill>
                <a:latin typeface="Calibri" panose="020F0502020204030204"/>
                <a:cs typeface="Calibri" panose="020F0502020204030204"/>
              </a:rPr>
              <a:t>Meaning</a:t>
            </a:r>
            <a:r>
              <a:rPr sz="2000" i="1" u="heavy" spc="-45" dirty="0">
                <a:uFill>
                  <a:solidFill>
                    <a:srgbClr val="000000"/>
                  </a:solidFill>
                </a:uFill>
                <a:latin typeface="Calibri" panose="020F0502020204030204"/>
                <a:cs typeface="Calibri" panose="020F0502020204030204"/>
              </a:rPr>
              <a:t> </a:t>
            </a:r>
            <a:r>
              <a:rPr sz="2000" i="1" u="heavy" spc="5" dirty="0">
                <a:uFill>
                  <a:solidFill>
                    <a:srgbClr val="000000"/>
                  </a:solidFill>
                </a:uFill>
                <a:latin typeface="Calibri" panose="020F0502020204030204"/>
                <a:cs typeface="Calibri" panose="020F0502020204030204"/>
              </a:rPr>
              <a:t>of</a:t>
            </a:r>
            <a:r>
              <a:rPr sz="2000" i="1" u="heavy" spc="-30" dirty="0">
                <a:uFill>
                  <a:solidFill>
                    <a:srgbClr val="000000"/>
                  </a:solidFill>
                </a:uFill>
                <a:latin typeface="Calibri" panose="020F0502020204030204"/>
                <a:cs typeface="Calibri" panose="020F0502020204030204"/>
              </a:rPr>
              <a:t> </a:t>
            </a:r>
            <a:r>
              <a:rPr sz="2000" i="1" u="heavy" spc="5" dirty="0">
                <a:uFill>
                  <a:solidFill>
                    <a:srgbClr val="000000"/>
                  </a:solidFill>
                </a:uFill>
                <a:latin typeface="Calibri" panose="020F0502020204030204"/>
                <a:cs typeface="Calibri" panose="020F0502020204030204"/>
              </a:rPr>
              <a:t>Quality</a:t>
            </a:r>
            <a:endParaRPr sz="2000">
              <a:latin typeface="Calibri" panose="020F0502020204030204"/>
              <a:cs typeface="Calibri" panose="020F0502020204030204"/>
            </a:endParaRPr>
          </a:p>
          <a:p>
            <a:pPr marL="297180" indent="-285115">
              <a:lnSpc>
                <a:spcPct val="100000"/>
              </a:lnSpc>
              <a:spcBef>
                <a:spcPts val="5"/>
              </a:spcBef>
              <a:buFont typeface="Arial MT"/>
              <a:buChar char="•"/>
              <a:tabLst>
                <a:tab pos="297180" algn="l"/>
                <a:tab pos="297815" algn="l"/>
              </a:tabLst>
            </a:pPr>
            <a:r>
              <a:rPr sz="2000" i="1" spc="-5" dirty="0">
                <a:latin typeface="Calibri" panose="020F0502020204030204"/>
                <a:cs typeface="Calibri" panose="020F0502020204030204"/>
              </a:rPr>
              <a:t>What</a:t>
            </a:r>
            <a:r>
              <a:rPr sz="2000" i="1" spc="-10" dirty="0">
                <a:latin typeface="Calibri" panose="020F0502020204030204"/>
                <a:cs typeface="Calibri" panose="020F0502020204030204"/>
              </a:rPr>
              <a:t> </a:t>
            </a:r>
            <a:r>
              <a:rPr sz="2000" i="1" spc="5" dirty="0">
                <a:latin typeface="Calibri" panose="020F0502020204030204"/>
                <a:cs typeface="Calibri" panose="020F0502020204030204"/>
              </a:rPr>
              <a:t>does</a:t>
            </a:r>
            <a:r>
              <a:rPr sz="2000" i="1" spc="-35" dirty="0">
                <a:latin typeface="Calibri" panose="020F0502020204030204"/>
                <a:cs typeface="Calibri" panose="020F0502020204030204"/>
              </a:rPr>
              <a:t> </a:t>
            </a:r>
            <a:r>
              <a:rPr sz="2000" i="1" dirty="0">
                <a:latin typeface="Calibri" panose="020F0502020204030204"/>
                <a:cs typeface="Calibri" panose="020F0502020204030204"/>
              </a:rPr>
              <a:t>quality</a:t>
            </a:r>
            <a:r>
              <a:rPr sz="2000" i="1" spc="-60" dirty="0">
                <a:latin typeface="Calibri" panose="020F0502020204030204"/>
                <a:cs typeface="Calibri" panose="020F0502020204030204"/>
              </a:rPr>
              <a:t> </a:t>
            </a:r>
            <a:r>
              <a:rPr sz="2000" i="1" spc="5" dirty="0">
                <a:latin typeface="Calibri" panose="020F0502020204030204"/>
                <a:cs typeface="Calibri" panose="020F0502020204030204"/>
              </a:rPr>
              <a:t>mean</a:t>
            </a:r>
            <a:r>
              <a:rPr sz="2000" i="1" spc="-45" dirty="0">
                <a:latin typeface="Calibri" panose="020F0502020204030204"/>
                <a:cs typeface="Calibri" panose="020F0502020204030204"/>
              </a:rPr>
              <a:t> </a:t>
            </a:r>
            <a:r>
              <a:rPr sz="2000" i="1" spc="-15" dirty="0">
                <a:latin typeface="Calibri" panose="020F0502020204030204"/>
                <a:cs typeface="Calibri" panose="020F0502020204030204"/>
              </a:rPr>
              <a:t>to</a:t>
            </a:r>
            <a:r>
              <a:rPr sz="2000" i="1" spc="25" dirty="0">
                <a:latin typeface="Calibri" panose="020F0502020204030204"/>
                <a:cs typeface="Calibri" panose="020F0502020204030204"/>
              </a:rPr>
              <a:t> </a:t>
            </a:r>
            <a:r>
              <a:rPr sz="2000" i="1" spc="-5" dirty="0">
                <a:latin typeface="Calibri" panose="020F0502020204030204"/>
                <a:cs typeface="Calibri" panose="020F0502020204030204"/>
              </a:rPr>
              <a:t>you?</a:t>
            </a:r>
            <a:endParaRPr sz="2000">
              <a:latin typeface="Calibri" panose="020F0502020204030204"/>
              <a:cs typeface="Calibri" panose="020F0502020204030204"/>
            </a:endParaRPr>
          </a:p>
          <a:p>
            <a:pPr marL="297180" indent="-285115">
              <a:lnSpc>
                <a:spcPct val="100000"/>
              </a:lnSpc>
              <a:buFont typeface="Arial MT"/>
              <a:buChar char="•"/>
              <a:tabLst>
                <a:tab pos="297180" algn="l"/>
                <a:tab pos="297815" algn="l"/>
              </a:tabLst>
            </a:pPr>
            <a:r>
              <a:rPr sz="2000" i="1" spc="-5" dirty="0">
                <a:latin typeface="Calibri" panose="020F0502020204030204"/>
                <a:cs typeface="Calibri" panose="020F0502020204030204"/>
              </a:rPr>
              <a:t>What </a:t>
            </a:r>
            <a:r>
              <a:rPr sz="2000" i="1" spc="5" dirty="0">
                <a:latin typeface="Calibri" panose="020F0502020204030204"/>
                <a:cs typeface="Calibri" panose="020F0502020204030204"/>
              </a:rPr>
              <a:t>does</a:t>
            </a:r>
            <a:r>
              <a:rPr sz="2000" i="1" spc="-35" dirty="0">
                <a:latin typeface="Calibri" panose="020F0502020204030204"/>
                <a:cs typeface="Calibri" panose="020F0502020204030204"/>
              </a:rPr>
              <a:t> </a:t>
            </a:r>
            <a:r>
              <a:rPr sz="2000" i="1" dirty="0">
                <a:latin typeface="Calibri" panose="020F0502020204030204"/>
                <a:cs typeface="Calibri" panose="020F0502020204030204"/>
              </a:rPr>
              <a:t>quality</a:t>
            </a:r>
            <a:r>
              <a:rPr sz="2000" i="1" spc="-60" dirty="0">
                <a:latin typeface="Calibri" panose="020F0502020204030204"/>
                <a:cs typeface="Calibri" panose="020F0502020204030204"/>
              </a:rPr>
              <a:t> </a:t>
            </a:r>
            <a:r>
              <a:rPr sz="2000" i="1" spc="5" dirty="0">
                <a:latin typeface="Calibri" panose="020F0502020204030204"/>
                <a:cs typeface="Calibri" panose="020F0502020204030204"/>
              </a:rPr>
              <a:t>mean</a:t>
            </a:r>
            <a:r>
              <a:rPr sz="2000" i="1" spc="-45" dirty="0">
                <a:latin typeface="Calibri" panose="020F0502020204030204"/>
                <a:cs typeface="Calibri" panose="020F0502020204030204"/>
              </a:rPr>
              <a:t> </a:t>
            </a:r>
            <a:r>
              <a:rPr sz="2000" i="1" spc="-15" dirty="0">
                <a:latin typeface="Calibri" panose="020F0502020204030204"/>
                <a:cs typeface="Calibri" panose="020F0502020204030204"/>
              </a:rPr>
              <a:t>to</a:t>
            </a:r>
            <a:r>
              <a:rPr sz="2000" i="1" spc="30" dirty="0">
                <a:latin typeface="Calibri" panose="020F0502020204030204"/>
                <a:cs typeface="Calibri" panose="020F0502020204030204"/>
              </a:rPr>
              <a:t> </a:t>
            </a:r>
            <a:r>
              <a:rPr sz="2000" i="1" spc="-5" dirty="0">
                <a:latin typeface="Calibri" panose="020F0502020204030204"/>
                <a:cs typeface="Calibri" panose="020F0502020204030204"/>
              </a:rPr>
              <a:t>your</a:t>
            </a:r>
            <a:r>
              <a:rPr sz="2000" i="1" spc="-15" dirty="0">
                <a:latin typeface="Calibri" panose="020F0502020204030204"/>
                <a:cs typeface="Calibri" panose="020F0502020204030204"/>
              </a:rPr>
              <a:t> </a:t>
            </a:r>
            <a:r>
              <a:rPr sz="2000" i="1" spc="10" dirty="0">
                <a:latin typeface="Calibri" panose="020F0502020204030204"/>
                <a:cs typeface="Calibri" panose="020F0502020204030204"/>
              </a:rPr>
              <a:t>organization?</a:t>
            </a:r>
            <a:endParaRPr sz="2000">
              <a:latin typeface="Calibri" panose="020F0502020204030204"/>
              <a:cs typeface="Calibri" panose="020F0502020204030204"/>
            </a:endParaRPr>
          </a:p>
          <a:p>
            <a:pPr marL="12700" marR="4925060">
              <a:lnSpc>
                <a:spcPct val="100000"/>
              </a:lnSpc>
              <a:spcBef>
                <a:spcPts val="5"/>
              </a:spcBef>
              <a:buFont typeface="Arial MT"/>
              <a:buChar char="•"/>
              <a:tabLst>
                <a:tab pos="297180" algn="l"/>
                <a:tab pos="297815" algn="l"/>
              </a:tabLst>
            </a:pPr>
            <a:r>
              <a:rPr sz="2000" i="1" spc="-5" dirty="0">
                <a:latin typeface="Calibri" panose="020F0502020204030204"/>
                <a:cs typeface="Calibri" panose="020F0502020204030204"/>
              </a:rPr>
              <a:t>Are</a:t>
            </a:r>
            <a:r>
              <a:rPr sz="2000" i="1" spc="40" dirty="0">
                <a:latin typeface="Calibri" panose="020F0502020204030204"/>
                <a:cs typeface="Calibri" panose="020F0502020204030204"/>
              </a:rPr>
              <a:t> </a:t>
            </a:r>
            <a:r>
              <a:rPr sz="2000" i="1" dirty="0">
                <a:latin typeface="Calibri" panose="020F0502020204030204"/>
                <a:cs typeface="Calibri" panose="020F0502020204030204"/>
              </a:rPr>
              <a:t>there</a:t>
            </a:r>
            <a:r>
              <a:rPr sz="2000" i="1" spc="-40" dirty="0">
                <a:latin typeface="Calibri" panose="020F0502020204030204"/>
                <a:cs typeface="Calibri" panose="020F0502020204030204"/>
              </a:rPr>
              <a:t> </a:t>
            </a:r>
            <a:r>
              <a:rPr sz="2000" i="1" spc="5" dirty="0">
                <a:latin typeface="Calibri" panose="020F0502020204030204"/>
                <a:cs typeface="Calibri" panose="020F0502020204030204"/>
              </a:rPr>
              <a:t>any</a:t>
            </a:r>
            <a:r>
              <a:rPr sz="2000" i="1" spc="-70" dirty="0">
                <a:latin typeface="Calibri" panose="020F0502020204030204"/>
                <a:cs typeface="Calibri" panose="020F0502020204030204"/>
              </a:rPr>
              <a:t> </a:t>
            </a:r>
            <a:r>
              <a:rPr sz="2000" i="1" spc="5" dirty="0">
                <a:latin typeface="Calibri" panose="020F0502020204030204"/>
                <a:cs typeface="Calibri" panose="020F0502020204030204"/>
              </a:rPr>
              <a:t>differences</a:t>
            </a:r>
            <a:r>
              <a:rPr sz="2000" i="1" spc="-110" dirty="0">
                <a:latin typeface="Calibri" panose="020F0502020204030204"/>
                <a:cs typeface="Calibri" panose="020F0502020204030204"/>
              </a:rPr>
              <a:t> </a:t>
            </a:r>
            <a:r>
              <a:rPr sz="2000" i="1" spc="-5" dirty="0">
                <a:latin typeface="Calibri" panose="020F0502020204030204"/>
                <a:cs typeface="Calibri" panose="020F0502020204030204"/>
              </a:rPr>
              <a:t>you</a:t>
            </a:r>
            <a:r>
              <a:rPr sz="2000" i="1" spc="-35" dirty="0">
                <a:latin typeface="Calibri" panose="020F0502020204030204"/>
                <a:cs typeface="Calibri" panose="020F0502020204030204"/>
              </a:rPr>
              <a:t> </a:t>
            </a:r>
            <a:r>
              <a:rPr sz="2000" i="1" spc="-10" dirty="0">
                <a:latin typeface="Calibri" panose="020F0502020204030204"/>
                <a:cs typeface="Calibri" panose="020F0502020204030204"/>
              </a:rPr>
              <a:t>can</a:t>
            </a:r>
            <a:r>
              <a:rPr sz="2000" i="1" spc="-35" dirty="0">
                <a:latin typeface="Calibri" panose="020F0502020204030204"/>
                <a:cs typeface="Calibri" panose="020F0502020204030204"/>
              </a:rPr>
              <a:t> </a:t>
            </a:r>
            <a:r>
              <a:rPr sz="2000" i="1" dirty="0">
                <a:latin typeface="Calibri" panose="020F0502020204030204"/>
                <a:cs typeface="Calibri" panose="020F0502020204030204"/>
              </a:rPr>
              <a:t>see?</a:t>
            </a:r>
            <a:r>
              <a:rPr sz="2000" i="1" spc="-10" dirty="0">
                <a:latin typeface="Calibri" panose="020F0502020204030204"/>
                <a:cs typeface="Calibri" panose="020F0502020204030204"/>
              </a:rPr>
              <a:t> </a:t>
            </a:r>
            <a:r>
              <a:rPr sz="2000" i="1" spc="-5" dirty="0">
                <a:latin typeface="Calibri" panose="020F0502020204030204"/>
                <a:cs typeface="Calibri" panose="020F0502020204030204"/>
              </a:rPr>
              <a:t>What</a:t>
            </a:r>
            <a:r>
              <a:rPr sz="2000" i="1" spc="10" dirty="0">
                <a:latin typeface="Calibri" panose="020F0502020204030204"/>
                <a:cs typeface="Calibri" panose="020F0502020204030204"/>
              </a:rPr>
              <a:t> are</a:t>
            </a:r>
            <a:r>
              <a:rPr sz="2000" i="1" spc="-40" dirty="0">
                <a:latin typeface="Calibri" panose="020F0502020204030204"/>
                <a:cs typeface="Calibri" panose="020F0502020204030204"/>
              </a:rPr>
              <a:t> </a:t>
            </a:r>
            <a:r>
              <a:rPr sz="2000" i="1" spc="-10" dirty="0">
                <a:latin typeface="Calibri" panose="020F0502020204030204"/>
                <a:cs typeface="Calibri" panose="020F0502020204030204"/>
              </a:rPr>
              <a:t>they? </a:t>
            </a:r>
            <a:r>
              <a:rPr sz="2000" i="1" spc="-434" dirty="0">
                <a:latin typeface="Calibri" panose="020F0502020204030204"/>
                <a:cs typeface="Calibri" panose="020F0502020204030204"/>
              </a:rPr>
              <a:t> </a:t>
            </a:r>
            <a:r>
              <a:rPr sz="2000" i="1" dirty="0">
                <a:latin typeface="Calibri" panose="020F0502020204030204"/>
                <a:cs typeface="Calibri" panose="020F0502020204030204"/>
              </a:rPr>
              <a:t>Q</a:t>
            </a:r>
            <a:r>
              <a:rPr sz="2000" i="1" spc="-30" dirty="0">
                <a:latin typeface="Calibri" panose="020F0502020204030204"/>
                <a:cs typeface="Calibri" panose="020F0502020204030204"/>
              </a:rPr>
              <a:t> </a:t>
            </a:r>
            <a:r>
              <a:rPr sz="2000" i="1" spc="10" dirty="0">
                <a:latin typeface="Calibri" panose="020F0502020204030204"/>
                <a:cs typeface="Calibri" panose="020F0502020204030204"/>
              </a:rPr>
              <a:t>2:</a:t>
            </a:r>
            <a:r>
              <a:rPr sz="2000" i="1" spc="-30" dirty="0">
                <a:latin typeface="Calibri" panose="020F0502020204030204"/>
                <a:cs typeface="Calibri" panose="020F0502020204030204"/>
              </a:rPr>
              <a:t> </a:t>
            </a:r>
            <a:r>
              <a:rPr sz="2000" i="1" u="heavy" dirty="0">
                <a:uFill>
                  <a:solidFill>
                    <a:srgbClr val="000000"/>
                  </a:solidFill>
                </a:uFill>
                <a:latin typeface="Calibri" panose="020F0502020204030204"/>
                <a:cs typeface="Calibri" panose="020F0502020204030204"/>
              </a:rPr>
              <a:t>Description</a:t>
            </a:r>
            <a:r>
              <a:rPr sz="2000" i="1" u="heavy" spc="-30" dirty="0">
                <a:uFill>
                  <a:solidFill>
                    <a:srgbClr val="000000"/>
                  </a:solidFill>
                </a:uFill>
                <a:latin typeface="Calibri" panose="020F0502020204030204"/>
                <a:cs typeface="Calibri" panose="020F0502020204030204"/>
              </a:rPr>
              <a:t> </a:t>
            </a:r>
            <a:r>
              <a:rPr sz="2000" i="1" u="heavy" spc="5" dirty="0">
                <a:uFill>
                  <a:solidFill>
                    <a:srgbClr val="000000"/>
                  </a:solidFill>
                </a:uFill>
                <a:latin typeface="Calibri" panose="020F0502020204030204"/>
                <a:cs typeface="Calibri" panose="020F0502020204030204"/>
              </a:rPr>
              <a:t>of</a:t>
            </a:r>
            <a:r>
              <a:rPr sz="2000" i="1" u="heavy" spc="-30" dirty="0">
                <a:uFill>
                  <a:solidFill>
                    <a:srgbClr val="000000"/>
                  </a:solidFill>
                </a:uFill>
                <a:latin typeface="Calibri" panose="020F0502020204030204"/>
                <a:cs typeface="Calibri" panose="020F0502020204030204"/>
              </a:rPr>
              <a:t> </a:t>
            </a:r>
            <a:r>
              <a:rPr sz="2000" i="1" u="heavy" spc="5" dirty="0">
                <a:uFill>
                  <a:solidFill>
                    <a:srgbClr val="000000"/>
                  </a:solidFill>
                </a:uFill>
                <a:latin typeface="Calibri" panose="020F0502020204030204"/>
                <a:cs typeface="Calibri" panose="020F0502020204030204"/>
              </a:rPr>
              <a:t>Quality</a:t>
            </a:r>
            <a:endParaRPr sz="2000">
              <a:latin typeface="Calibri" panose="020F0502020204030204"/>
              <a:cs typeface="Calibri" panose="020F0502020204030204"/>
            </a:endParaRPr>
          </a:p>
          <a:p>
            <a:pPr marL="297180" indent="-285115">
              <a:lnSpc>
                <a:spcPct val="100000"/>
              </a:lnSpc>
              <a:spcBef>
                <a:spcPts val="10"/>
              </a:spcBef>
              <a:buFont typeface="Arial MT"/>
              <a:buChar char="•"/>
              <a:tabLst>
                <a:tab pos="297180" algn="l"/>
                <a:tab pos="297815" algn="l"/>
              </a:tabLst>
            </a:pPr>
            <a:r>
              <a:rPr sz="2000" i="1" spc="10" dirty="0">
                <a:latin typeface="Calibri" panose="020F0502020204030204"/>
                <a:cs typeface="Calibri" panose="020F0502020204030204"/>
              </a:rPr>
              <a:t>How</a:t>
            </a:r>
            <a:r>
              <a:rPr sz="2000" i="1" spc="-50" dirty="0">
                <a:latin typeface="Calibri" panose="020F0502020204030204"/>
                <a:cs typeface="Calibri" panose="020F0502020204030204"/>
              </a:rPr>
              <a:t> </a:t>
            </a:r>
            <a:r>
              <a:rPr sz="2000" i="1" spc="5" dirty="0">
                <a:latin typeface="Calibri" panose="020F0502020204030204"/>
                <a:cs typeface="Calibri" panose="020F0502020204030204"/>
              </a:rPr>
              <a:t>do</a:t>
            </a:r>
            <a:r>
              <a:rPr sz="2000" i="1" spc="-50" dirty="0">
                <a:latin typeface="Calibri" panose="020F0502020204030204"/>
                <a:cs typeface="Calibri" panose="020F0502020204030204"/>
              </a:rPr>
              <a:t> </a:t>
            </a:r>
            <a:r>
              <a:rPr sz="2000" i="1" spc="-5" dirty="0">
                <a:latin typeface="Calibri" panose="020F0502020204030204"/>
                <a:cs typeface="Calibri" panose="020F0502020204030204"/>
              </a:rPr>
              <a:t>you</a:t>
            </a:r>
            <a:r>
              <a:rPr sz="2000" i="1" spc="-50" dirty="0">
                <a:latin typeface="Calibri" panose="020F0502020204030204"/>
                <a:cs typeface="Calibri" panose="020F0502020204030204"/>
              </a:rPr>
              <a:t> </a:t>
            </a:r>
            <a:r>
              <a:rPr sz="2000" i="1" spc="5" dirty="0">
                <a:latin typeface="Calibri" panose="020F0502020204030204"/>
                <a:cs typeface="Calibri" panose="020F0502020204030204"/>
              </a:rPr>
              <a:t>describe</a:t>
            </a:r>
            <a:r>
              <a:rPr sz="2000" i="1" spc="-50" dirty="0">
                <a:latin typeface="Calibri" panose="020F0502020204030204"/>
                <a:cs typeface="Calibri" panose="020F0502020204030204"/>
              </a:rPr>
              <a:t> </a:t>
            </a:r>
            <a:r>
              <a:rPr sz="2000" i="1" spc="5" dirty="0">
                <a:latin typeface="Calibri" panose="020F0502020204030204"/>
                <a:cs typeface="Calibri" panose="020F0502020204030204"/>
              </a:rPr>
              <a:t>quality</a:t>
            </a:r>
            <a:r>
              <a:rPr sz="2000" i="1" spc="-80" dirty="0">
                <a:latin typeface="Calibri" panose="020F0502020204030204"/>
                <a:cs typeface="Calibri" panose="020F0502020204030204"/>
              </a:rPr>
              <a:t> </a:t>
            </a:r>
            <a:r>
              <a:rPr sz="2000" i="1" spc="-15" dirty="0">
                <a:latin typeface="Calibri" panose="020F0502020204030204"/>
                <a:cs typeface="Calibri" panose="020F0502020204030204"/>
              </a:rPr>
              <a:t>to</a:t>
            </a:r>
            <a:r>
              <a:rPr sz="2000" i="1" spc="30" dirty="0">
                <a:latin typeface="Calibri" panose="020F0502020204030204"/>
                <a:cs typeface="Calibri" panose="020F0502020204030204"/>
              </a:rPr>
              <a:t> </a:t>
            </a:r>
            <a:r>
              <a:rPr sz="2000" i="1" spc="5" dirty="0">
                <a:latin typeface="Calibri" panose="020F0502020204030204"/>
                <a:cs typeface="Calibri" panose="020F0502020204030204"/>
              </a:rPr>
              <a:t>others?</a:t>
            </a:r>
            <a:endParaRPr sz="2000">
              <a:latin typeface="Calibri" panose="020F0502020204030204"/>
              <a:cs typeface="Calibri" panose="020F0502020204030204"/>
            </a:endParaRPr>
          </a:p>
          <a:p>
            <a:pPr marL="297180" indent="-285115">
              <a:lnSpc>
                <a:spcPct val="100000"/>
              </a:lnSpc>
              <a:buFont typeface="Arial MT"/>
              <a:buChar char="•"/>
              <a:tabLst>
                <a:tab pos="297180" algn="l"/>
                <a:tab pos="297815" algn="l"/>
              </a:tabLst>
            </a:pPr>
            <a:r>
              <a:rPr sz="2000" i="1" spc="25" dirty="0">
                <a:latin typeface="Calibri" panose="020F0502020204030204"/>
                <a:cs typeface="Calibri" panose="020F0502020204030204"/>
              </a:rPr>
              <a:t>H</a:t>
            </a:r>
            <a:r>
              <a:rPr sz="2000" i="1" spc="5" dirty="0">
                <a:latin typeface="Calibri" panose="020F0502020204030204"/>
                <a:cs typeface="Calibri" panose="020F0502020204030204"/>
              </a:rPr>
              <a:t>o</a:t>
            </a:r>
            <a:r>
              <a:rPr sz="2000" i="1" dirty="0">
                <a:latin typeface="Calibri" panose="020F0502020204030204"/>
                <a:cs typeface="Calibri" panose="020F0502020204030204"/>
              </a:rPr>
              <a:t>w</a:t>
            </a:r>
            <a:r>
              <a:rPr sz="2000" i="1" spc="-40" dirty="0">
                <a:latin typeface="Calibri" panose="020F0502020204030204"/>
                <a:cs typeface="Calibri" panose="020F0502020204030204"/>
              </a:rPr>
              <a:t> </a:t>
            </a:r>
            <a:r>
              <a:rPr sz="2000" i="1" spc="10" dirty="0">
                <a:latin typeface="Calibri" panose="020F0502020204030204"/>
                <a:cs typeface="Calibri" panose="020F0502020204030204"/>
              </a:rPr>
              <a:t>d</a:t>
            </a:r>
            <a:r>
              <a:rPr sz="2000" i="1" dirty="0">
                <a:latin typeface="Calibri" panose="020F0502020204030204"/>
                <a:cs typeface="Calibri" panose="020F0502020204030204"/>
              </a:rPr>
              <a:t>o</a:t>
            </a:r>
            <a:r>
              <a:rPr sz="2000" i="1" spc="-40" dirty="0">
                <a:latin typeface="Calibri" panose="020F0502020204030204"/>
                <a:cs typeface="Calibri" panose="020F0502020204030204"/>
              </a:rPr>
              <a:t> </a:t>
            </a:r>
            <a:r>
              <a:rPr sz="2000" i="1" spc="-20" dirty="0">
                <a:latin typeface="Calibri" panose="020F0502020204030204"/>
                <a:cs typeface="Calibri" panose="020F0502020204030204"/>
              </a:rPr>
              <a:t>y</a:t>
            </a:r>
            <a:r>
              <a:rPr sz="2000" i="1" spc="5" dirty="0">
                <a:latin typeface="Calibri" panose="020F0502020204030204"/>
                <a:cs typeface="Calibri" panose="020F0502020204030204"/>
              </a:rPr>
              <a:t>o</a:t>
            </a:r>
            <a:r>
              <a:rPr sz="2000" i="1" dirty="0">
                <a:latin typeface="Calibri" panose="020F0502020204030204"/>
                <a:cs typeface="Calibri" panose="020F0502020204030204"/>
              </a:rPr>
              <a:t>u</a:t>
            </a:r>
            <a:r>
              <a:rPr sz="2000" i="1" spc="-40" dirty="0">
                <a:latin typeface="Calibri" panose="020F0502020204030204"/>
                <a:cs typeface="Calibri" panose="020F0502020204030204"/>
              </a:rPr>
              <a:t> </a:t>
            </a:r>
            <a:r>
              <a:rPr sz="2000" i="1" spc="5" dirty="0">
                <a:latin typeface="Calibri" panose="020F0502020204030204"/>
                <a:cs typeface="Calibri" panose="020F0502020204030204"/>
              </a:rPr>
              <a:t>o</a:t>
            </a:r>
            <a:r>
              <a:rPr sz="2000" i="1" spc="30" dirty="0">
                <a:latin typeface="Calibri" panose="020F0502020204030204"/>
                <a:cs typeface="Calibri" panose="020F0502020204030204"/>
              </a:rPr>
              <a:t>r</a:t>
            </a:r>
            <a:r>
              <a:rPr sz="2000" i="1" spc="5" dirty="0">
                <a:latin typeface="Calibri" panose="020F0502020204030204"/>
                <a:cs typeface="Calibri" panose="020F0502020204030204"/>
              </a:rPr>
              <a:t>gan</a:t>
            </a:r>
            <a:r>
              <a:rPr sz="2000" i="1" spc="15" dirty="0">
                <a:latin typeface="Calibri" panose="020F0502020204030204"/>
                <a:cs typeface="Calibri" panose="020F0502020204030204"/>
              </a:rPr>
              <a:t>i</a:t>
            </a:r>
            <a:r>
              <a:rPr sz="2000" i="1" spc="5" dirty="0">
                <a:latin typeface="Calibri" panose="020F0502020204030204"/>
                <a:cs typeface="Calibri" panose="020F0502020204030204"/>
              </a:rPr>
              <a:t>za</a:t>
            </a:r>
            <a:r>
              <a:rPr sz="2000" i="1" spc="-30" dirty="0">
                <a:latin typeface="Calibri" panose="020F0502020204030204"/>
                <a:cs typeface="Calibri" panose="020F0502020204030204"/>
              </a:rPr>
              <a:t>t</a:t>
            </a:r>
            <a:r>
              <a:rPr sz="2000" i="1" spc="15" dirty="0">
                <a:latin typeface="Calibri" panose="020F0502020204030204"/>
                <a:cs typeface="Calibri" panose="020F0502020204030204"/>
              </a:rPr>
              <a:t>i</a:t>
            </a:r>
            <a:r>
              <a:rPr sz="2000" i="1" spc="5" dirty="0">
                <a:latin typeface="Calibri" panose="020F0502020204030204"/>
                <a:cs typeface="Calibri" panose="020F0502020204030204"/>
              </a:rPr>
              <a:t>o</a:t>
            </a:r>
            <a:r>
              <a:rPr sz="2000" i="1" dirty="0">
                <a:latin typeface="Calibri" panose="020F0502020204030204"/>
                <a:cs typeface="Calibri" panose="020F0502020204030204"/>
              </a:rPr>
              <a:t>n</a:t>
            </a:r>
            <a:r>
              <a:rPr sz="2000" i="1" spc="-95" dirty="0">
                <a:latin typeface="Calibri" panose="020F0502020204030204"/>
                <a:cs typeface="Calibri" panose="020F0502020204030204"/>
              </a:rPr>
              <a:t> </a:t>
            </a:r>
            <a:r>
              <a:rPr sz="2000" i="1" spc="5" dirty="0">
                <a:latin typeface="Calibri" panose="020F0502020204030204"/>
                <a:cs typeface="Calibri" panose="020F0502020204030204"/>
              </a:rPr>
              <a:t>d</a:t>
            </a:r>
            <a:r>
              <a:rPr sz="2000" i="1" dirty="0">
                <a:latin typeface="Calibri" panose="020F0502020204030204"/>
                <a:cs typeface="Calibri" panose="020F0502020204030204"/>
              </a:rPr>
              <a:t>e</a:t>
            </a:r>
            <a:r>
              <a:rPr sz="2000" i="1" spc="20" dirty="0">
                <a:latin typeface="Calibri" panose="020F0502020204030204"/>
                <a:cs typeface="Calibri" panose="020F0502020204030204"/>
              </a:rPr>
              <a:t>s</a:t>
            </a:r>
            <a:r>
              <a:rPr sz="2000" i="1" spc="-35" dirty="0">
                <a:latin typeface="Calibri" panose="020F0502020204030204"/>
                <a:cs typeface="Calibri" panose="020F0502020204030204"/>
              </a:rPr>
              <a:t>c</a:t>
            </a:r>
            <a:r>
              <a:rPr sz="2000" i="1" spc="30" dirty="0">
                <a:latin typeface="Calibri" panose="020F0502020204030204"/>
                <a:cs typeface="Calibri" panose="020F0502020204030204"/>
              </a:rPr>
              <a:t>r</a:t>
            </a:r>
            <a:r>
              <a:rPr sz="2000" i="1" spc="15" dirty="0">
                <a:latin typeface="Calibri" panose="020F0502020204030204"/>
                <a:cs typeface="Calibri" panose="020F0502020204030204"/>
              </a:rPr>
              <a:t>i</a:t>
            </a:r>
            <a:r>
              <a:rPr sz="2000" i="1" spc="5" dirty="0">
                <a:latin typeface="Calibri" panose="020F0502020204030204"/>
                <a:cs typeface="Calibri" panose="020F0502020204030204"/>
              </a:rPr>
              <a:t>b</a:t>
            </a:r>
            <a:r>
              <a:rPr sz="2000" i="1" dirty="0">
                <a:latin typeface="Calibri" panose="020F0502020204030204"/>
                <a:cs typeface="Calibri" panose="020F0502020204030204"/>
              </a:rPr>
              <a:t>e</a:t>
            </a:r>
            <a:r>
              <a:rPr sz="2000" i="1" spc="-120" dirty="0">
                <a:latin typeface="Calibri" panose="020F0502020204030204"/>
                <a:cs typeface="Calibri" panose="020F0502020204030204"/>
              </a:rPr>
              <a:t> </a:t>
            </a:r>
            <a:r>
              <a:rPr sz="2000" i="1" spc="5" dirty="0">
                <a:latin typeface="Calibri" panose="020F0502020204030204"/>
                <a:cs typeface="Calibri" panose="020F0502020204030204"/>
              </a:rPr>
              <a:t>qua</a:t>
            </a:r>
            <a:r>
              <a:rPr sz="2000" i="1" spc="15" dirty="0">
                <a:latin typeface="Calibri" panose="020F0502020204030204"/>
                <a:cs typeface="Calibri" panose="020F0502020204030204"/>
              </a:rPr>
              <a:t>li</a:t>
            </a:r>
            <a:r>
              <a:rPr sz="2000" i="1" spc="-30" dirty="0">
                <a:latin typeface="Calibri" panose="020F0502020204030204"/>
                <a:cs typeface="Calibri" panose="020F0502020204030204"/>
              </a:rPr>
              <a:t>t</a:t>
            </a:r>
            <a:r>
              <a:rPr sz="2000" i="1" dirty="0">
                <a:latin typeface="Calibri" panose="020F0502020204030204"/>
                <a:cs typeface="Calibri" panose="020F0502020204030204"/>
              </a:rPr>
              <a:t>y</a:t>
            </a:r>
            <a:r>
              <a:rPr sz="2000" i="1" spc="25" dirty="0">
                <a:latin typeface="Calibri" panose="020F0502020204030204"/>
                <a:cs typeface="Calibri" panose="020F0502020204030204"/>
              </a:rPr>
              <a:t> </a:t>
            </a:r>
            <a:r>
              <a:rPr sz="2000" i="1" spc="-35" dirty="0">
                <a:latin typeface="Calibri" panose="020F0502020204030204"/>
                <a:cs typeface="Calibri" panose="020F0502020204030204"/>
              </a:rPr>
              <a:t>t</a:t>
            </a:r>
            <a:r>
              <a:rPr sz="2000" i="1" dirty="0">
                <a:latin typeface="Calibri" panose="020F0502020204030204"/>
                <a:cs typeface="Calibri" panose="020F0502020204030204"/>
              </a:rPr>
              <a:t>o</a:t>
            </a:r>
            <a:r>
              <a:rPr sz="2000" i="1" spc="-40" dirty="0">
                <a:latin typeface="Calibri" panose="020F0502020204030204"/>
                <a:cs typeface="Calibri" panose="020F0502020204030204"/>
              </a:rPr>
              <a:t> </a:t>
            </a:r>
            <a:r>
              <a:rPr sz="2000" i="1" spc="-20" dirty="0">
                <a:latin typeface="Calibri" panose="020F0502020204030204"/>
                <a:cs typeface="Calibri" panose="020F0502020204030204"/>
              </a:rPr>
              <a:t>y</a:t>
            </a:r>
            <a:r>
              <a:rPr sz="2000" i="1" spc="5" dirty="0">
                <a:latin typeface="Calibri" panose="020F0502020204030204"/>
                <a:cs typeface="Calibri" panose="020F0502020204030204"/>
              </a:rPr>
              <a:t>ou</a:t>
            </a:r>
            <a:r>
              <a:rPr sz="2000" i="1" dirty="0">
                <a:latin typeface="Calibri" panose="020F0502020204030204"/>
                <a:cs typeface="Calibri" panose="020F0502020204030204"/>
              </a:rPr>
              <a:t>?</a:t>
            </a:r>
            <a:endParaRPr sz="2000">
              <a:latin typeface="Calibri" panose="020F0502020204030204"/>
              <a:cs typeface="Calibri" panose="020F0502020204030204"/>
            </a:endParaRPr>
          </a:p>
          <a:p>
            <a:pPr marL="12700" marR="4925060">
              <a:lnSpc>
                <a:spcPct val="100000"/>
              </a:lnSpc>
              <a:spcBef>
                <a:spcPts val="5"/>
              </a:spcBef>
              <a:buFont typeface="Arial MT"/>
              <a:buChar char="•"/>
              <a:tabLst>
                <a:tab pos="297180" algn="l"/>
                <a:tab pos="297815" algn="l"/>
              </a:tabLst>
            </a:pPr>
            <a:r>
              <a:rPr sz="2000" i="1" spc="-5" dirty="0">
                <a:latin typeface="Calibri" panose="020F0502020204030204"/>
                <a:cs typeface="Calibri" panose="020F0502020204030204"/>
              </a:rPr>
              <a:t>Are</a:t>
            </a:r>
            <a:r>
              <a:rPr sz="2000" i="1" spc="40" dirty="0">
                <a:latin typeface="Calibri" panose="020F0502020204030204"/>
                <a:cs typeface="Calibri" panose="020F0502020204030204"/>
              </a:rPr>
              <a:t> </a:t>
            </a:r>
            <a:r>
              <a:rPr sz="2000" i="1" dirty="0">
                <a:latin typeface="Calibri" panose="020F0502020204030204"/>
                <a:cs typeface="Calibri" panose="020F0502020204030204"/>
              </a:rPr>
              <a:t>there</a:t>
            </a:r>
            <a:r>
              <a:rPr sz="2000" i="1" spc="-40" dirty="0">
                <a:latin typeface="Calibri" panose="020F0502020204030204"/>
                <a:cs typeface="Calibri" panose="020F0502020204030204"/>
              </a:rPr>
              <a:t> </a:t>
            </a:r>
            <a:r>
              <a:rPr sz="2000" i="1" spc="5" dirty="0">
                <a:latin typeface="Calibri" panose="020F0502020204030204"/>
                <a:cs typeface="Calibri" panose="020F0502020204030204"/>
              </a:rPr>
              <a:t>any</a:t>
            </a:r>
            <a:r>
              <a:rPr sz="2000" i="1" spc="-70" dirty="0">
                <a:latin typeface="Calibri" panose="020F0502020204030204"/>
                <a:cs typeface="Calibri" panose="020F0502020204030204"/>
              </a:rPr>
              <a:t> </a:t>
            </a:r>
            <a:r>
              <a:rPr sz="2000" i="1" spc="5" dirty="0">
                <a:latin typeface="Calibri" panose="020F0502020204030204"/>
                <a:cs typeface="Calibri" panose="020F0502020204030204"/>
              </a:rPr>
              <a:t>differences</a:t>
            </a:r>
            <a:r>
              <a:rPr sz="2000" i="1" spc="-110" dirty="0">
                <a:latin typeface="Calibri" panose="020F0502020204030204"/>
                <a:cs typeface="Calibri" panose="020F0502020204030204"/>
              </a:rPr>
              <a:t> </a:t>
            </a:r>
            <a:r>
              <a:rPr sz="2000" i="1" spc="-5" dirty="0">
                <a:latin typeface="Calibri" panose="020F0502020204030204"/>
                <a:cs typeface="Calibri" panose="020F0502020204030204"/>
              </a:rPr>
              <a:t>you</a:t>
            </a:r>
            <a:r>
              <a:rPr sz="2000" i="1" spc="-35" dirty="0">
                <a:latin typeface="Calibri" panose="020F0502020204030204"/>
                <a:cs typeface="Calibri" panose="020F0502020204030204"/>
              </a:rPr>
              <a:t> </a:t>
            </a:r>
            <a:r>
              <a:rPr sz="2000" i="1" spc="-10" dirty="0">
                <a:latin typeface="Calibri" panose="020F0502020204030204"/>
                <a:cs typeface="Calibri" panose="020F0502020204030204"/>
              </a:rPr>
              <a:t>can</a:t>
            </a:r>
            <a:r>
              <a:rPr sz="2000" i="1" spc="-35" dirty="0">
                <a:latin typeface="Calibri" panose="020F0502020204030204"/>
                <a:cs typeface="Calibri" panose="020F0502020204030204"/>
              </a:rPr>
              <a:t> </a:t>
            </a:r>
            <a:r>
              <a:rPr sz="2000" i="1" dirty="0">
                <a:latin typeface="Calibri" panose="020F0502020204030204"/>
                <a:cs typeface="Calibri" panose="020F0502020204030204"/>
              </a:rPr>
              <a:t>see?</a:t>
            </a:r>
            <a:r>
              <a:rPr sz="2000" i="1" spc="-10" dirty="0">
                <a:latin typeface="Calibri" panose="020F0502020204030204"/>
                <a:cs typeface="Calibri" panose="020F0502020204030204"/>
              </a:rPr>
              <a:t> </a:t>
            </a:r>
            <a:r>
              <a:rPr sz="2000" i="1" spc="-5" dirty="0">
                <a:latin typeface="Calibri" panose="020F0502020204030204"/>
                <a:cs typeface="Calibri" panose="020F0502020204030204"/>
              </a:rPr>
              <a:t>What</a:t>
            </a:r>
            <a:r>
              <a:rPr sz="2000" i="1" spc="10" dirty="0">
                <a:latin typeface="Calibri" panose="020F0502020204030204"/>
                <a:cs typeface="Calibri" panose="020F0502020204030204"/>
              </a:rPr>
              <a:t> are</a:t>
            </a:r>
            <a:r>
              <a:rPr sz="2000" i="1" spc="-40" dirty="0">
                <a:latin typeface="Calibri" panose="020F0502020204030204"/>
                <a:cs typeface="Calibri" panose="020F0502020204030204"/>
              </a:rPr>
              <a:t> </a:t>
            </a:r>
            <a:r>
              <a:rPr sz="2000" i="1" spc="-10" dirty="0">
                <a:latin typeface="Calibri" panose="020F0502020204030204"/>
                <a:cs typeface="Calibri" panose="020F0502020204030204"/>
              </a:rPr>
              <a:t>they? </a:t>
            </a:r>
            <a:r>
              <a:rPr sz="2000" i="1" spc="-434" dirty="0">
                <a:latin typeface="Calibri" panose="020F0502020204030204"/>
                <a:cs typeface="Calibri" panose="020F0502020204030204"/>
              </a:rPr>
              <a:t> </a:t>
            </a:r>
            <a:r>
              <a:rPr sz="2000" i="1" dirty="0">
                <a:latin typeface="Calibri" panose="020F0502020204030204"/>
                <a:cs typeface="Calibri" panose="020F0502020204030204"/>
              </a:rPr>
              <a:t>Q</a:t>
            </a:r>
            <a:r>
              <a:rPr sz="2000" i="1" spc="-30" dirty="0">
                <a:latin typeface="Calibri" panose="020F0502020204030204"/>
                <a:cs typeface="Calibri" panose="020F0502020204030204"/>
              </a:rPr>
              <a:t> </a:t>
            </a:r>
            <a:r>
              <a:rPr sz="2000" i="1" spc="10" dirty="0">
                <a:latin typeface="Calibri" panose="020F0502020204030204"/>
                <a:cs typeface="Calibri" panose="020F0502020204030204"/>
              </a:rPr>
              <a:t>3:</a:t>
            </a:r>
            <a:r>
              <a:rPr sz="2000" i="1" spc="-30" dirty="0">
                <a:latin typeface="Calibri" panose="020F0502020204030204"/>
                <a:cs typeface="Calibri" panose="020F0502020204030204"/>
              </a:rPr>
              <a:t> </a:t>
            </a:r>
            <a:r>
              <a:rPr sz="2000" i="1" u="heavy" spc="5" dirty="0">
                <a:uFill>
                  <a:solidFill>
                    <a:srgbClr val="000000"/>
                  </a:solidFill>
                </a:uFill>
                <a:latin typeface="Calibri" panose="020F0502020204030204"/>
                <a:cs typeface="Calibri" panose="020F0502020204030204"/>
              </a:rPr>
              <a:t>Knowing</a:t>
            </a:r>
            <a:r>
              <a:rPr sz="2000" i="1" u="heavy" spc="-110" dirty="0">
                <a:uFill>
                  <a:solidFill>
                    <a:srgbClr val="000000"/>
                  </a:solidFill>
                </a:uFill>
                <a:latin typeface="Calibri" panose="020F0502020204030204"/>
                <a:cs typeface="Calibri" panose="020F0502020204030204"/>
              </a:rPr>
              <a:t> </a:t>
            </a:r>
            <a:r>
              <a:rPr sz="2000" i="1" u="heavy" spc="5" dirty="0">
                <a:uFill>
                  <a:solidFill>
                    <a:srgbClr val="000000"/>
                  </a:solidFill>
                </a:uFill>
                <a:latin typeface="Calibri" panose="020F0502020204030204"/>
                <a:cs typeface="Calibri" panose="020F0502020204030204"/>
              </a:rPr>
              <a:t>Quality</a:t>
            </a:r>
            <a:endParaRPr sz="2000">
              <a:latin typeface="Calibri" panose="020F0502020204030204"/>
              <a:cs typeface="Calibri" panose="020F0502020204030204"/>
            </a:endParaRPr>
          </a:p>
          <a:p>
            <a:pPr marL="12700" marR="6144260">
              <a:lnSpc>
                <a:spcPct val="100000"/>
              </a:lnSpc>
              <a:spcBef>
                <a:spcPts val="5"/>
              </a:spcBef>
              <a:buFont typeface="Arial MT"/>
              <a:buChar char="•"/>
              <a:tabLst>
                <a:tab pos="297180" algn="l"/>
                <a:tab pos="297815" algn="l"/>
              </a:tabLst>
            </a:pPr>
            <a:r>
              <a:rPr sz="2000" i="1" spc="10" dirty="0">
                <a:latin typeface="Calibri" panose="020F0502020204030204"/>
                <a:cs typeface="Calibri" panose="020F0502020204030204"/>
              </a:rPr>
              <a:t>How</a:t>
            </a:r>
            <a:r>
              <a:rPr sz="2000" i="1" spc="-45" dirty="0">
                <a:latin typeface="Calibri" panose="020F0502020204030204"/>
                <a:cs typeface="Calibri" panose="020F0502020204030204"/>
              </a:rPr>
              <a:t> </a:t>
            </a:r>
            <a:r>
              <a:rPr sz="2000" i="1" spc="5" dirty="0">
                <a:latin typeface="Calibri" panose="020F0502020204030204"/>
                <a:cs typeface="Calibri" panose="020F0502020204030204"/>
              </a:rPr>
              <a:t>do</a:t>
            </a:r>
            <a:r>
              <a:rPr sz="2000" i="1" spc="-45" dirty="0">
                <a:latin typeface="Calibri" panose="020F0502020204030204"/>
                <a:cs typeface="Calibri" panose="020F0502020204030204"/>
              </a:rPr>
              <a:t> </a:t>
            </a:r>
            <a:r>
              <a:rPr sz="2000" i="1" spc="-5" dirty="0">
                <a:latin typeface="Calibri" panose="020F0502020204030204"/>
                <a:cs typeface="Calibri" panose="020F0502020204030204"/>
              </a:rPr>
              <a:t>you</a:t>
            </a:r>
            <a:r>
              <a:rPr sz="2000" i="1" spc="-40" dirty="0">
                <a:latin typeface="Calibri" panose="020F0502020204030204"/>
                <a:cs typeface="Calibri" panose="020F0502020204030204"/>
              </a:rPr>
              <a:t> </a:t>
            </a:r>
            <a:r>
              <a:rPr sz="2000" i="1" spc="-5" dirty="0">
                <a:latin typeface="Calibri" panose="020F0502020204030204"/>
                <a:cs typeface="Calibri" panose="020F0502020204030204"/>
              </a:rPr>
              <a:t>know</a:t>
            </a:r>
            <a:r>
              <a:rPr sz="2000" i="1" spc="40" dirty="0">
                <a:latin typeface="Calibri" panose="020F0502020204030204"/>
                <a:cs typeface="Calibri" panose="020F0502020204030204"/>
              </a:rPr>
              <a:t> </a:t>
            </a:r>
            <a:r>
              <a:rPr sz="2000" i="1" dirty="0">
                <a:latin typeface="Calibri" panose="020F0502020204030204"/>
                <a:cs typeface="Calibri" panose="020F0502020204030204"/>
              </a:rPr>
              <a:t>quality</a:t>
            </a:r>
            <a:r>
              <a:rPr sz="2000" i="1" spc="-60" dirty="0">
                <a:latin typeface="Calibri" panose="020F0502020204030204"/>
                <a:cs typeface="Calibri" panose="020F0502020204030204"/>
              </a:rPr>
              <a:t> </a:t>
            </a:r>
            <a:r>
              <a:rPr sz="2000" i="1" dirty="0">
                <a:latin typeface="Calibri" panose="020F0502020204030204"/>
                <a:cs typeface="Calibri" panose="020F0502020204030204"/>
              </a:rPr>
              <a:t>when</a:t>
            </a:r>
            <a:r>
              <a:rPr sz="2000" i="1" spc="-35" dirty="0">
                <a:latin typeface="Calibri" panose="020F0502020204030204"/>
                <a:cs typeface="Calibri" panose="020F0502020204030204"/>
              </a:rPr>
              <a:t> </a:t>
            </a:r>
            <a:r>
              <a:rPr sz="2000" i="1" spc="-5" dirty="0">
                <a:latin typeface="Calibri" panose="020F0502020204030204"/>
                <a:cs typeface="Calibri" panose="020F0502020204030204"/>
              </a:rPr>
              <a:t>you</a:t>
            </a:r>
            <a:r>
              <a:rPr sz="2000" i="1" spc="30" dirty="0">
                <a:latin typeface="Calibri" panose="020F0502020204030204"/>
                <a:cs typeface="Calibri" panose="020F0502020204030204"/>
              </a:rPr>
              <a:t> </a:t>
            </a:r>
            <a:r>
              <a:rPr sz="2000" i="1" spc="5" dirty="0">
                <a:latin typeface="Calibri" panose="020F0502020204030204"/>
                <a:cs typeface="Calibri" panose="020F0502020204030204"/>
              </a:rPr>
              <a:t>see</a:t>
            </a:r>
            <a:r>
              <a:rPr sz="2000" i="1" spc="-50" dirty="0">
                <a:latin typeface="Calibri" panose="020F0502020204030204"/>
                <a:cs typeface="Calibri" panose="020F0502020204030204"/>
              </a:rPr>
              <a:t> </a:t>
            </a:r>
            <a:r>
              <a:rPr sz="2000" i="1" spc="-5" dirty="0">
                <a:latin typeface="Calibri" panose="020F0502020204030204"/>
                <a:cs typeface="Calibri" panose="020F0502020204030204"/>
              </a:rPr>
              <a:t>it? </a:t>
            </a:r>
            <a:r>
              <a:rPr sz="2000" i="1" spc="-434" dirty="0">
                <a:latin typeface="Calibri" panose="020F0502020204030204"/>
                <a:cs typeface="Calibri" panose="020F0502020204030204"/>
              </a:rPr>
              <a:t> </a:t>
            </a:r>
            <a:r>
              <a:rPr sz="2000" i="1" dirty="0">
                <a:latin typeface="Calibri" panose="020F0502020204030204"/>
                <a:cs typeface="Calibri" panose="020F0502020204030204"/>
              </a:rPr>
              <a:t>Q</a:t>
            </a:r>
            <a:r>
              <a:rPr sz="2000" i="1" spc="-30" dirty="0">
                <a:latin typeface="Calibri" panose="020F0502020204030204"/>
                <a:cs typeface="Calibri" panose="020F0502020204030204"/>
              </a:rPr>
              <a:t> </a:t>
            </a:r>
            <a:r>
              <a:rPr sz="2000" i="1" spc="10" dirty="0">
                <a:latin typeface="Calibri" panose="020F0502020204030204"/>
                <a:cs typeface="Calibri" panose="020F0502020204030204"/>
              </a:rPr>
              <a:t>4:</a:t>
            </a:r>
            <a:r>
              <a:rPr sz="2000" i="1" spc="-30" dirty="0">
                <a:latin typeface="Calibri" panose="020F0502020204030204"/>
                <a:cs typeface="Calibri" panose="020F0502020204030204"/>
              </a:rPr>
              <a:t> </a:t>
            </a:r>
            <a:r>
              <a:rPr sz="2000" i="1" u="heavy" spc="5" dirty="0">
                <a:uFill>
                  <a:solidFill>
                    <a:srgbClr val="000000"/>
                  </a:solidFill>
                </a:uFill>
                <a:latin typeface="Calibri" panose="020F0502020204030204"/>
                <a:cs typeface="Calibri" panose="020F0502020204030204"/>
              </a:rPr>
              <a:t>Quality</a:t>
            </a:r>
            <a:r>
              <a:rPr sz="2000" i="1" u="heavy" spc="-55" dirty="0">
                <a:uFill>
                  <a:solidFill>
                    <a:srgbClr val="000000"/>
                  </a:solidFill>
                </a:uFill>
                <a:latin typeface="Calibri" panose="020F0502020204030204"/>
                <a:cs typeface="Calibri" panose="020F0502020204030204"/>
              </a:rPr>
              <a:t> </a:t>
            </a:r>
            <a:r>
              <a:rPr sz="2000" i="1" u="heavy" dirty="0">
                <a:uFill>
                  <a:solidFill>
                    <a:srgbClr val="000000"/>
                  </a:solidFill>
                </a:uFill>
                <a:latin typeface="Calibri" panose="020F0502020204030204"/>
                <a:cs typeface="Calibri" panose="020F0502020204030204"/>
              </a:rPr>
              <a:t>Components</a:t>
            </a:r>
            <a:endParaRPr sz="2000">
              <a:latin typeface="Calibri" panose="020F0502020204030204"/>
              <a:cs typeface="Calibri" panose="020F0502020204030204"/>
            </a:endParaRPr>
          </a:p>
          <a:p>
            <a:pPr marL="297180" indent="-285115">
              <a:lnSpc>
                <a:spcPct val="100000"/>
              </a:lnSpc>
              <a:spcBef>
                <a:spcPts val="10"/>
              </a:spcBef>
              <a:buFont typeface="Arial MT"/>
              <a:buChar char="•"/>
              <a:tabLst>
                <a:tab pos="297180" algn="l"/>
                <a:tab pos="297815" algn="l"/>
              </a:tabLst>
            </a:pPr>
            <a:r>
              <a:rPr sz="2000" i="1" spc="-5" dirty="0">
                <a:latin typeface="Calibri" panose="020F0502020204030204"/>
                <a:cs typeface="Calibri" panose="020F0502020204030204"/>
              </a:rPr>
              <a:t>What </a:t>
            </a:r>
            <a:r>
              <a:rPr sz="2000" i="1" spc="10" dirty="0">
                <a:latin typeface="Calibri" panose="020F0502020204030204"/>
                <a:cs typeface="Calibri" panose="020F0502020204030204"/>
              </a:rPr>
              <a:t>are</a:t>
            </a:r>
            <a:r>
              <a:rPr sz="2000" i="1" spc="-55" dirty="0">
                <a:latin typeface="Calibri" panose="020F0502020204030204"/>
                <a:cs typeface="Calibri" panose="020F0502020204030204"/>
              </a:rPr>
              <a:t> </a:t>
            </a:r>
            <a:r>
              <a:rPr sz="2000" i="1" dirty="0">
                <a:latin typeface="Calibri" panose="020F0502020204030204"/>
                <a:cs typeface="Calibri" panose="020F0502020204030204"/>
              </a:rPr>
              <a:t>quality’s</a:t>
            </a:r>
            <a:r>
              <a:rPr sz="2000" i="1" spc="-110" dirty="0">
                <a:latin typeface="Calibri" panose="020F0502020204030204"/>
                <a:cs typeface="Calibri" panose="020F0502020204030204"/>
              </a:rPr>
              <a:t> </a:t>
            </a:r>
            <a:r>
              <a:rPr sz="2000" i="1" dirty="0">
                <a:latin typeface="Calibri" panose="020F0502020204030204"/>
                <a:cs typeface="Calibri" panose="020F0502020204030204"/>
              </a:rPr>
              <a:t>component</a:t>
            </a:r>
            <a:r>
              <a:rPr sz="2000" i="1" spc="-70" dirty="0">
                <a:latin typeface="Calibri" panose="020F0502020204030204"/>
                <a:cs typeface="Calibri" panose="020F0502020204030204"/>
              </a:rPr>
              <a:t> </a:t>
            </a:r>
            <a:r>
              <a:rPr sz="2000" i="1" dirty="0">
                <a:latin typeface="Calibri" panose="020F0502020204030204"/>
                <a:cs typeface="Calibri" panose="020F0502020204030204"/>
              </a:rPr>
              <a:t>elements?</a:t>
            </a:r>
            <a:endParaRPr sz="2000">
              <a:latin typeface="Calibri" panose="020F0502020204030204"/>
              <a:cs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76200" rIns="0" bIns="0" rtlCol="0">
            <a:spAutoFit/>
          </a:bodyPr>
          <a:lstStyle/>
          <a:p>
            <a:pPr marL="7620" algn="ctr">
              <a:lnSpc>
                <a:spcPct val="100000"/>
              </a:lnSpc>
              <a:spcBef>
                <a:spcPts val="600"/>
              </a:spcBef>
            </a:pPr>
            <a:r>
              <a:rPr spc="-35" dirty="0"/>
              <a:t>Definition</a:t>
            </a:r>
            <a:r>
              <a:rPr spc="270" dirty="0"/>
              <a:t> </a:t>
            </a:r>
            <a:r>
              <a:rPr spc="-15" dirty="0"/>
              <a:t>of</a:t>
            </a:r>
            <a:r>
              <a:rPr spc="-30" dirty="0"/>
              <a:t> </a:t>
            </a:r>
            <a:r>
              <a:rPr spc="-45" dirty="0"/>
              <a:t>Quality</a:t>
            </a:r>
          </a:p>
        </p:txBody>
      </p:sp>
      <p:sp>
        <p:nvSpPr>
          <p:cNvPr id="3" name="object 3"/>
          <p:cNvSpPr txBox="1"/>
          <p:nvPr/>
        </p:nvSpPr>
        <p:spPr>
          <a:xfrm>
            <a:off x="688975" y="1102169"/>
            <a:ext cx="10831195" cy="5306695"/>
          </a:xfrm>
          <a:prstGeom prst="rect">
            <a:avLst/>
          </a:prstGeom>
        </p:spPr>
        <p:txBody>
          <a:bodyPr vert="horz" wrap="square" lIns="0" tIns="36195" rIns="0" bIns="0" rtlCol="0">
            <a:spAutoFit/>
          </a:bodyPr>
          <a:lstStyle/>
          <a:p>
            <a:pPr marL="358140" indent="-346075">
              <a:lnSpc>
                <a:spcPct val="100000"/>
              </a:lnSpc>
              <a:spcBef>
                <a:spcPts val="285"/>
              </a:spcBef>
              <a:buFont typeface="Arial MT"/>
              <a:buChar char="•"/>
              <a:tabLst>
                <a:tab pos="358140" algn="l"/>
                <a:tab pos="358775" algn="l"/>
              </a:tabLst>
            </a:pPr>
            <a:r>
              <a:rPr sz="1850" spc="-15" dirty="0">
                <a:latin typeface="Calibri" panose="020F0502020204030204"/>
                <a:cs typeface="Calibri" panose="020F0502020204030204"/>
              </a:rPr>
              <a:t>The</a:t>
            </a:r>
            <a:r>
              <a:rPr sz="1850" spc="-50" dirty="0">
                <a:latin typeface="Calibri" panose="020F0502020204030204"/>
                <a:cs typeface="Calibri" panose="020F0502020204030204"/>
              </a:rPr>
              <a:t> </a:t>
            </a:r>
            <a:r>
              <a:rPr sz="1850" spc="-15" dirty="0">
                <a:latin typeface="Calibri" panose="020F0502020204030204"/>
                <a:cs typeface="Calibri" panose="020F0502020204030204"/>
              </a:rPr>
              <a:t>results</a:t>
            </a:r>
            <a:r>
              <a:rPr sz="1850" spc="-90" dirty="0">
                <a:latin typeface="Calibri" panose="020F0502020204030204"/>
                <a:cs typeface="Calibri" panose="020F0502020204030204"/>
              </a:rPr>
              <a:t> </a:t>
            </a:r>
            <a:r>
              <a:rPr sz="1850" spc="-15" dirty="0">
                <a:latin typeface="Calibri" panose="020F0502020204030204"/>
                <a:cs typeface="Calibri" panose="020F0502020204030204"/>
              </a:rPr>
              <a:t>of</a:t>
            </a:r>
            <a:r>
              <a:rPr sz="1850" spc="-20" dirty="0">
                <a:latin typeface="Calibri" panose="020F0502020204030204"/>
                <a:cs typeface="Calibri" panose="020F0502020204030204"/>
              </a:rPr>
              <a:t> </a:t>
            </a:r>
            <a:r>
              <a:rPr sz="1850" spc="-10" dirty="0">
                <a:latin typeface="Calibri" panose="020F0502020204030204"/>
                <a:cs typeface="Calibri" panose="020F0502020204030204"/>
              </a:rPr>
              <a:t>this </a:t>
            </a:r>
            <a:r>
              <a:rPr sz="1850" spc="-20" dirty="0">
                <a:latin typeface="Calibri" panose="020F0502020204030204"/>
                <a:cs typeface="Calibri" panose="020F0502020204030204"/>
              </a:rPr>
              <a:t>brief</a:t>
            </a:r>
            <a:r>
              <a:rPr sz="1850" spc="-95" dirty="0">
                <a:latin typeface="Calibri" panose="020F0502020204030204"/>
                <a:cs typeface="Calibri" panose="020F0502020204030204"/>
              </a:rPr>
              <a:t> </a:t>
            </a:r>
            <a:r>
              <a:rPr sz="1850" spc="-25" dirty="0">
                <a:latin typeface="Calibri" panose="020F0502020204030204"/>
                <a:cs typeface="Calibri" panose="020F0502020204030204"/>
              </a:rPr>
              <a:t>exercise</a:t>
            </a:r>
            <a:r>
              <a:rPr sz="1850" spc="-45" dirty="0">
                <a:latin typeface="Calibri" panose="020F0502020204030204"/>
                <a:cs typeface="Calibri" panose="020F0502020204030204"/>
              </a:rPr>
              <a:t> </a:t>
            </a:r>
            <a:r>
              <a:rPr sz="1850" spc="-15" dirty="0">
                <a:latin typeface="Calibri" panose="020F0502020204030204"/>
                <a:cs typeface="Calibri" panose="020F0502020204030204"/>
              </a:rPr>
              <a:t>probably</a:t>
            </a:r>
            <a:r>
              <a:rPr sz="1850" spc="-125" dirty="0">
                <a:latin typeface="Calibri" panose="020F0502020204030204"/>
                <a:cs typeface="Calibri" panose="020F0502020204030204"/>
              </a:rPr>
              <a:t> </a:t>
            </a:r>
            <a:r>
              <a:rPr sz="1850" spc="-15" dirty="0">
                <a:latin typeface="Calibri" panose="020F0502020204030204"/>
                <a:cs typeface="Calibri" panose="020F0502020204030204"/>
              </a:rPr>
              <a:t>vary</a:t>
            </a:r>
            <a:r>
              <a:rPr sz="1850" spc="-45" dirty="0">
                <a:latin typeface="Calibri" panose="020F0502020204030204"/>
                <a:cs typeface="Calibri" panose="020F0502020204030204"/>
              </a:rPr>
              <a:t> </a:t>
            </a:r>
            <a:r>
              <a:rPr sz="1850" spc="-20" dirty="0">
                <a:latin typeface="Calibri" panose="020F0502020204030204"/>
                <a:cs typeface="Calibri" panose="020F0502020204030204"/>
              </a:rPr>
              <a:t>among</a:t>
            </a:r>
            <a:r>
              <a:rPr sz="1850" spc="-80" dirty="0">
                <a:latin typeface="Calibri" panose="020F0502020204030204"/>
                <a:cs typeface="Calibri" panose="020F0502020204030204"/>
              </a:rPr>
              <a:t> </a:t>
            </a:r>
            <a:r>
              <a:rPr sz="1850" spc="-20" dirty="0">
                <a:latin typeface="Calibri" panose="020F0502020204030204"/>
                <a:cs typeface="Calibri" panose="020F0502020204030204"/>
              </a:rPr>
              <a:t>individuals.</a:t>
            </a:r>
            <a:r>
              <a:rPr sz="1850" dirty="0">
                <a:latin typeface="Calibri" panose="020F0502020204030204"/>
                <a:cs typeface="Calibri" panose="020F0502020204030204"/>
              </a:rPr>
              <a:t> </a:t>
            </a:r>
            <a:r>
              <a:rPr sz="1850" spc="-10" dirty="0">
                <a:latin typeface="Calibri" panose="020F0502020204030204"/>
                <a:cs typeface="Calibri" panose="020F0502020204030204"/>
              </a:rPr>
              <a:t>Some</a:t>
            </a:r>
            <a:r>
              <a:rPr sz="1850" spc="-130" dirty="0">
                <a:latin typeface="Calibri" panose="020F0502020204030204"/>
                <a:cs typeface="Calibri" panose="020F0502020204030204"/>
              </a:rPr>
              <a:t> </a:t>
            </a:r>
            <a:r>
              <a:rPr sz="1850" spc="-5" dirty="0">
                <a:latin typeface="Calibri" panose="020F0502020204030204"/>
                <a:cs typeface="Calibri" panose="020F0502020204030204"/>
              </a:rPr>
              <a:t>central</a:t>
            </a:r>
            <a:r>
              <a:rPr sz="1850" spc="-125" dirty="0">
                <a:latin typeface="Calibri" panose="020F0502020204030204"/>
                <a:cs typeface="Calibri" panose="020F0502020204030204"/>
              </a:rPr>
              <a:t> </a:t>
            </a:r>
            <a:r>
              <a:rPr sz="1850" spc="-25" dirty="0">
                <a:latin typeface="Calibri" panose="020F0502020204030204"/>
                <a:cs typeface="Calibri" panose="020F0502020204030204"/>
              </a:rPr>
              <a:t>themes</a:t>
            </a:r>
            <a:r>
              <a:rPr sz="1850" spc="-15" dirty="0">
                <a:latin typeface="Calibri" panose="020F0502020204030204"/>
                <a:cs typeface="Calibri" panose="020F0502020204030204"/>
              </a:rPr>
              <a:t> may</a:t>
            </a:r>
            <a:r>
              <a:rPr sz="1850" spc="-135" dirty="0">
                <a:latin typeface="Calibri" panose="020F0502020204030204"/>
                <a:cs typeface="Calibri" panose="020F0502020204030204"/>
              </a:rPr>
              <a:t> </a:t>
            </a:r>
            <a:r>
              <a:rPr sz="1850" spc="-10" dirty="0">
                <a:latin typeface="Calibri" panose="020F0502020204030204"/>
                <a:cs typeface="Calibri" panose="020F0502020204030204"/>
              </a:rPr>
              <a:t>be</a:t>
            </a:r>
            <a:r>
              <a:rPr sz="1850" spc="35" dirty="0">
                <a:latin typeface="Calibri" panose="020F0502020204030204"/>
                <a:cs typeface="Calibri" panose="020F0502020204030204"/>
              </a:rPr>
              <a:t> </a:t>
            </a:r>
            <a:r>
              <a:rPr sz="1850" spc="-20" dirty="0">
                <a:latin typeface="Calibri" panose="020F0502020204030204"/>
                <a:cs typeface="Calibri" panose="020F0502020204030204"/>
              </a:rPr>
              <a:t>common</a:t>
            </a:r>
            <a:r>
              <a:rPr sz="1850" spc="-100" dirty="0">
                <a:latin typeface="Calibri" panose="020F0502020204030204"/>
                <a:cs typeface="Calibri" panose="020F0502020204030204"/>
              </a:rPr>
              <a:t> </a:t>
            </a:r>
            <a:r>
              <a:rPr sz="1850" spc="5" dirty="0">
                <a:latin typeface="Calibri" panose="020F0502020204030204"/>
                <a:cs typeface="Calibri" panose="020F0502020204030204"/>
              </a:rPr>
              <a:t>to</a:t>
            </a:r>
            <a:r>
              <a:rPr sz="1850" spc="-105" dirty="0">
                <a:latin typeface="Calibri" panose="020F0502020204030204"/>
                <a:cs typeface="Calibri" panose="020F0502020204030204"/>
              </a:rPr>
              <a:t> </a:t>
            </a:r>
            <a:r>
              <a:rPr sz="1850" spc="-20" dirty="0">
                <a:latin typeface="Calibri" panose="020F0502020204030204"/>
                <a:cs typeface="Calibri" panose="020F0502020204030204"/>
              </a:rPr>
              <a:t>all.</a:t>
            </a:r>
            <a:endParaRPr sz="1850">
              <a:latin typeface="Calibri" panose="020F0502020204030204"/>
              <a:cs typeface="Calibri" panose="020F0502020204030204"/>
            </a:endParaRPr>
          </a:p>
          <a:p>
            <a:pPr marL="12700">
              <a:lnSpc>
                <a:spcPct val="100000"/>
              </a:lnSpc>
              <a:spcBef>
                <a:spcPts val="185"/>
              </a:spcBef>
            </a:pPr>
            <a:r>
              <a:rPr sz="1850" b="1" u="heavy" spc="-20" dirty="0">
                <a:uFill>
                  <a:solidFill>
                    <a:srgbClr val="000000"/>
                  </a:solidFill>
                </a:uFill>
                <a:latin typeface="Calibri" panose="020F0502020204030204"/>
                <a:cs typeface="Calibri" panose="020F0502020204030204"/>
              </a:rPr>
              <a:t>Products</a:t>
            </a:r>
            <a:endParaRPr sz="1850">
              <a:latin typeface="Calibri" panose="020F0502020204030204"/>
              <a:cs typeface="Calibri" panose="020F0502020204030204"/>
            </a:endParaRPr>
          </a:p>
          <a:p>
            <a:pPr marL="297180" indent="-285115">
              <a:lnSpc>
                <a:spcPct val="100000"/>
              </a:lnSpc>
              <a:spcBef>
                <a:spcPts val="185"/>
              </a:spcBef>
              <a:buFont typeface="Arial MT"/>
              <a:buChar char="•"/>
              <a:tabLst>
                <a:tab pos="297180" algn="l"/>
                <a:tab pos="297815" algn="l"/>
              </a:tabLst>
            </a:pPr>
            <a:r>
              <a:rPr sz="1850" spc="10" dirty="0">
                <a:latin typeface="Calibri" panose="020F0502020204030204"/>
                <a:cs typeface="Calibri" panose="020F0502020204030204"/>
              </a:rPr>
              <a:t>I</a:t>
            </a:r>
            <a:r>
              <a:rPr sz="1850" spc="-5" dirty="0">
                <a:latin typeface="Calibri" panose="020F0502020204030204"/>
                <a:cs typeface="Calibri" panose="020F0502020204030204"/>
              </a:rPr>
              <a:t>n</a:t>
            </a:r>
            <a:r>
              <a:rPr sz="1850" spc="-30" dirty="0">
                <a:latin typeface="Calibri" panose="020F0502020204030204"/>
                <a:cs typeface="Calibri" panose="020F0502020204030204"/>
              </a:rPr>
              <a:t> </a:t>
            </a:r>
            <a:r>
              <a:rPr sz="1850" spc="-10" dirty="0">
                <a:latin typeface="Calibri" panose="020F0502020204030204"/>
                <a:cs typeface="Calibri" panose="020F0502020204030204"/>
              </a:rPr>
              <a:t>s</a:t>
            </a:r>
            <a:r>
              <a:rPr sz="1850" spc="-15" dirty="0">
                <a:latin typeface="Calibri" panose="020F0502020204030204"/>
                <a:cs typeface="Calibri" panose="020F0502020204030204"/>
              </a:rPr>
              <a:t>o</a:t>
            </a:r>
            <a:r>
              <a:rPr sz="1850" spc="-40" dirty="0">
                <a:latin typeface="Calibri" panose="020F0502020204030204"/>
                <a:cs typeface="Calibri" panose="020F0502020204030204"/>
              </a:rPr>
              <a:t>m</a:t>
            </a:r>
            <a:r>
              <a:rPr sz="1850" spc="-5" dirty="0">
                <a:latin typeface="Calibri" panose="020F0502020204030204"/>
                <a:cs typeface="Calibri" panose="020F0502020204030204"/>
              </a:rPr>
              <a:t>e</a:t>
            </a:r>
            <a:r>
              <a:rPr sz="1850" spc="-55" dirty="0">
                <a:latin typeface="Calibri" panose="020F0502020204030204"/>
                <a:cs typeface="Calibri" panose="020F0502020204030204"/>
              </a:rPr>
              <a:t> </a:t>
            </a:r>
            <a:r>
              <a:rPr sz="1850" spc="-50" dirty="0">
                <a:latin typeface="Calibri" panose="020F0502020204030204"/>
                <a:cs typeface="Calibri" panose="020F0502020204030204"/>
              </a:rPr>
              <a:t>w</a:t>
            </a:r>
            <a:r>
              <a:rPr sz="1850" spc="-5" dirty="0">
                <a:latin typeface="Calibri" panose="020F0502020204030204"/>
                <a:cs typeface="Calibri" panose="020F0502020204030204"/>
              </a:rPr>
              <a:t>a</a:t>
            </a:r>
            <a:r>
              <a:rPr sz="1850" spc="-204" dirty="0">
                <a:latin typeface="Calibri" panose="020F0502020204030204"/>
                <a:cs typeface="Calibri" panose="020F0502020204030204"/>
              </a:rPr>
              <a:t>y</a:t>
            </a:r>
            <a:r>
              <a:rPr sz="1850" spc="-5" dirty="0">
                <a:latin typeface="Calibri" panose="020F0502020204030204"/>
                <a:cs typeface="Calibri" panose="020F0502020204030204"/>
              </a:rPr>
              <a:t>,</a:t>
            </a:r>
            <a:r>
              <a:rPr sz="1850" spc="-80" dirty="0">
                <a:latin typeface="Calibri" panose="020F0502020204030204"/>
                <a:cs typeface="Calibri" panose="020F0502020204030204"/>
              </a:rPr>
              <a:t> </a:t>
            </a:r>
            <a:r>
              <a:rPr sz="1850" spc="-15" dirty="0">
                <a:latin typeface="Calibri" panose="020F0502020204030204"/>
                <a:cs typeface="Calibri" panose="020F0502020204030204"/>
              </a:rPr>
              <a:t>qu</a:t>
            </a:r>
            <a:r>
              <a:rPr sz="1850" spc="-5" dirty="0">
                <a:latin typeface="Calibri" panose="020F0502020204030204"/>
                <a:cs typeface="Calibri" panose="020F0502020204030204"/>
              </a:rPr>
              <a:t>a</a:t>
            </a:r>
            <a:r>
              <a:rPr sz="1850" spc="-35" dirty="0">
                <a:latin typeface="Calibri" panose="020F0502020204030204"/>
                <a:cs typeface="Calibri" panose="020F0502020204030204"/>
              </a:rPr>
              <a:t>l</a:t>
            </a:r>
            <a:r>
              <a:rPr sz="1850" spc="-30" dirty="0">
                <a:latin typeface="Calibri" panose="020F0502020204030204"/>
                <a:cs typeface="Calibri" panose="020F0502020204030204"/>
              </a:rPr>
              <a:t>i</a:t>
            </a:r>
            <a:r>
              <a:rPr sz="1850" spc="15" dirty="0">
                <a:latin typeface="Calibri" panose="020F0502020204030204"/>
                <a:cs typeface="Calibri" panose="020F0502020204030204"/>
              </a:rPr>
              <a:t>t</a:t>
            </a:r>
            <a:r>
              <a:rPr sz="1850" spc="-5" dirty="0">
                <a:latin typeface="Calibri" panose="020F0502020204030204"/>
                <a:cs typeface="Calibri" panose="020F0502020204030204"/>
              </a:rPr>
              <a:t>y</a:t>
            </a:r>
            <a:r>
              <a:rPr sz="1850" spc="-45" dirty="0">
                <a:latin typeface="Calibri" panose="020F0502020204030204"/>
                <a:cs typeface="Calibri" panose="020F0502020204030204"/>
              </a:rPr>
              <a:t> </a:t>
            </a:r>
            <a:r>
              <a:rPr sz="1850" spc="-30" dirty="0">
                <a:latin typeface="Calibri" panose="020F0502020204030204"/>
                <a:cs typeface="Calibri" panose="020F0502020204030204"/>
              </a:rPr>
              <a:t>i</a:t>
            </a:r>
            <a:r>
              <a:rPr sz="1850" spc="-5" dirty="0">
                <a:latin typeface="Calibri" panose="020F0502020204030204"/>
                <a:cs typeface="Calibri" panose="020F0502020204030204"/>
              </a:rPr>
              <a:t>s</a:t>
            </a:r>
            <a:r>
              <a:rPr sz="1850" spc="-20" dirty="0">
                <a:latin typeface="Calibri" panose="020F0502020204030204"/>
                <a:cs typeface="Calibri" panose="020F0502020204030204"/>
              </a:rPr>
              <a:t> </a:t>
            </a:r>
            <a:r>
              <a:rPr sz="1850" spc="-5" dirty="0">
                <a:latin typeface="Calibri" panose="020F0502020204030204"/>
                <a:cs typeface="Calibri" panose="020F0502020204030204"/>
              </a:rPr>
              <a:t>ass</a:t>
            </a:r>
            <a:r>
              <a:rPr sz="1850" spc="-20" dirty="0">
                <a:latin typeface="Calibri" panose="020F0502020204030204"/>
                <a:cs typeface="Calibri" panose="020F0502020204030204"/>
              </a:rPr>
              <a:t>o</a:t>
            </a:r>
            <a:r>
              <a:rPr sz="1850" spc="10" dirty="0">
                <a:latin typeface="Calibri" panose="020F0502020204030204"/>
                <a:cs typeface="Calibri" panose="020F0502020204030204"/>
              </a:rPr>
              <a:t>c</a:t>
            </a:r>
            <a:r>
              <a:rPr sz="1850" spc="-30" dirty="0">
                <a:latin typeface="Calibri" panose="020F0502020204030204"/>
                <a:cs typeface="Calibri" panose="020F0502020204030204"/>
              </a:rPr>
              <a:t>i</a:t>
            </a:r>
            <a:r>
              <a:rPr sz="1850" spc="-5" dirty="0">
                <a:latin typeface="Calibri" panose="020F0502020204030204"/>
                <a:cs typeface="Calibri" panose="020F0502020204030204"/>
              </a:rPr>
              <a:t>a</a:t>
            </a:r>
            <a:r>
              <a:rPr sz="1850" spc="10" dirty="0">
                <a:latin typeface="Calibri" panose="020F0502020204030204"/>
                <a:cs typeface="Calibri" panose="020F0502020204030204"/>
              </a:rPr>
              <a:t>t</a:t>
            </a:r>
            <a:r>
              <a:rPr sz="1850" spc="-45" dirty="0">
                <a:latin typeface="Calibri" panose="020F0502020204030204"/>
                <a:cs typeface="Calibri" panose="020F0502020204030204"/>
              </a:rPr>
              <a:t>e</a:t>
            </a:r>
            <a:r>
              <a:rPr sz="1850" spc="-5" dirty="0">
                <a:latin typeface="Calibri" panose="020F0502020204030204"/>
                <a:cs typeface="Calibri" panose="020F0502020204030204"/>
              </a:rPr>
              <a:t>d</a:t>
            </a:r>
            <a:r>
              <a:rPr sz="1850" spc="-185" dirty="0">
                <a:latin typeface="Calibri" panose="020F0502020204030204"/>
                <a:cs typeface="Calibri" panose="020F0502020204030204"/>
              </a:rPr>
              <a:t> </a:t>
            </a:r>
            <a:r>
              <a:rPr sz="1850" spc="-50" dirty="0">
                <a:latin typeface="Calibri" panose="020F0502020204030204"/>
                <a:cs typeface="Calibri" panose="020F0502020204030204"/>
              </a:rPr>
              <a:t>w</a:t>
            </a:r>
            <a:r>
              <a:rPr sz="1850" spc="-30" dirty="0">
                <a:latin typeface="Calibri" panose="020F0502020204030204"/>
                <a:cs typeface="Calibri" panose="020F0502020204030204"/>
              </a:rPr>
              <a:t>i</a:t>
            </a:r>
            <a:r>
              <a:rPr sz="1850" spc="15" dirty="0">
                <a:latin typeface="Calibri" panose="020F0502020204030204"/>
                <a:cs typeface="Calibri" panose="020F0502020204030204"/>
              </a:rPr>
              <a:t>t</a:t>
            </a:r>
            <a:r>
              <a:rPr sz="1850" spc="-5" dirty="0">
                <a:latin typeface="Calibri" panose="020F0502020204030204"/>
                <a:cs typeface="Calibri" panose="020F0502020204030204"/>
              </a:rPr>
              <a:t>h</a:t>
            </a:r>
            <a:r>
              <a:rPr sz="1850" spc="-25" dirty="0">
                <a:latin typeface="Calibri" panose="020F0502020204030204"/>
                <a:cs typeface="Calibri" panose="020F0502020204030204"/>
              </a:rPr>
              <a:t> </a:t>
            </a:r>
            <a:r>
              <a:rPr sz="1850" spc="-15" dirty="0">
                <a:latin typeface="Calibri" panose="020F0502020204030204"/>
                <a:cs typeface="Calibri" panose="020F0502020204030204"/>
              </a:rPr>
              <a:t>p</a:t>
            </a:r>
            <a:r>
              <a:rPr sz="1850" spc="-5" dirty="0">
                <a:latin typeface="Calibri" panose="020F0502020204030204"/>
                <a:cs typeface="Calibri" panose="020F0502020204030204"/>
              </a:rPr>
              <a:t>r</a:t>
            </a:r>
            <a:r>
              <a:rPr sz="1850" spc="-20" dirty="0">
                <a:latin typeface="Calibri" panose="020F0502020204030204"/>
                <a:cs typeface="Calibri" panose="020F0502020204030204"/>
              </a:rPr>
              <a:t>o</a:t>
            </a:r>
            <a:r>
              <a:rPr sz="1850" spc="-15" dirty="0">
                <a:latin typeface="Calibri" panose="020F0502020204030204"/>
                <a:cs typeface="Calibri" panose="020F0502020204030204"/>
              </a:rPr>
              <a:t>du</a:t>
            </a:r>
            <a:r>
              <a:rPr sz="1850" spc="10" dirty="0">
                <a:latin typeface="Calibri" panose="020F0502020204030204"/>
                <a:cs typeface="Calibri" panose="020F0502020204030204"/>
              </a:rPr>
              <a:t>c</a:t>
            </a:r>
            <a:r>
              <a:rPr sz="1850" spc="15" dirty="0">
                <a:latin typeface="Calibri" panose="020F0502020204030204"/>
                <a:cs typeface="Calibri" panose="020F0502020204030204"/>
              </a:rPr>
              <a:t>t</a:t>
            </a:r>
            <a:r>
              <a:rPr sz="1850" dirty="0">
                <a:latin typeface="Calibri" panose="020F0502020204030204"/>
                <a:cs typeface="Calibri" panose="020F0502020204030204"/>
              </a:rPr>
              <a:t>s</a:t>
            </a:r>
            <a:r>
              <a:rPr sz="1850" spc="-5" dirty="0">
                <a:latin typeface="Calibri" panose="020F0502020204030204"/>
                <a:cs typeface="Calibri" panose="020F0502020204030204"/>
              </a:rPr>
              <a:t>.</a:t>
            </a:r>
            <a:endParaRPr sz="1850">
              <a:latin typeface="Calibri" panose="020F0502020204030204"/>
              <a:cs typeface="Calibri" panose="020F0502020204030204"/>
            </a:endParaRPr>
          </a:p>
          <a:p>
            <a:pPr marL="297180" indent="-285115">
              <a:lnSpc>
                <a:spcPct val="100000"/>
              </a:lnSpc>
              <a:spcBef>
                <a:spcPts val="105"/>
              </a:spcBef>
              <a:buFont typeface="Arial MT"/>
              <a:buChar char="•"/>
              <a:tabLst>
                <a:tab pos="297180" algn="l"/>
                <a:tab pos="297815" algn="l"/>
              </a:tabLst>
            </a:pPr>
            <a:r>
              <a:rPr sz="1850" spc="-70" dirty="0">
                <a:latin typeface="Calibri" panose="020F0502020204030204"/>
                <a:cs typeface="Calibri" panose="020F0502020204030204"/>
              </a:rPr>
              <a:t>We</a:t>
            </a:r>
            <a:r>
              <a:rPr sz="1850" spc="35" dirty="0">
                <a:latin typeface="Calibri" panose="020F0502020204030204"/>
                <a:cs typeface="Calibri" panose="020F0502020204030204"/>
              </a:rPr>
              <a:t> </a:t>
            </a:r>
            <a:r>
              <a:rPr sz="1850" spc="-20" dirty="0">
                <a:latin typeface="Calibri" panose="020F0502020204030204"/>
                <a:cs typeface="Calibri" panose="020F0502020204030204"/>
              </a:rPr>
              <a:t>may</a:t>
            </a:r>
            <a:r>
              <a:rPr sz="1850" spc="-130" dirty="0">
                <a:latin typeface="Calibri" panose="020F0502020204030204"/>
                <a:cs typeface="Calibri" panose="020F0502020204030204"/>
              </a:rPr>
              <a:t> </a:t>
            </a:r>
            <a:r>
              <a:rPr sz="1850" spc="-20" dirty="0">
                <a:latin typeface="Calibri" panose="020F0502020204030204"/>
                <a:cs typeface="Calibri" panose="020F0502020204030204"/>
              </a:rPr>
              <a:t>define</a:t>
            </a:r>
            <a:r>
              <a:rPr sz="1850" spc="-45" dirty="0">
                <a:latin typeface="Calibri" panose="020F0502020204030204"/>
                <a:cs typeface="Calibri" panose="020F0502020204030204"/>
              </a:rPr>
              <a:t> </a:t>
            </a:r>
            <a:r>
              <a:rPr sz="1850" spc="-10" dirty="0">
                <a:latin typeface="Calibri" panose="020F0502020204030204"/>
                <a:cs typeface="Calibri" panose="020F0502020204030204"/>
              </a:rPr>
              <a:t>quality</a:t>
            </a:r>
            <a:r>
              <a:rPr sz="1850" spc="-55" dirty="0">
                <a:latin typeface="Calibri" panose="020F0502020204030204"/>
                <a:cs typeface="Calibri" panose="020F0502020204030204"/>
              </a:rPr>
              <a:t> </a:t>
            </a:r>
            <a:r>
              <a:rPr sz="1850" spc="-10" dirty="0">
                <a:latin typeface="Calibri" panose="020F0502020204030204"/>
                <a:cs typeface="Calibri" panose="020F0502020204030204"/>
              </a:rPr>
              <a:t>by</a:t>
            </a:r>
            <a:r>
              <a:rPr sz="1850" spc="-45" dirty="0">
                <a:latin typeface="Calibri" panose="020F0502020204030204"/>
                <a:cs typeface="Calibri" panose="020F0502020204030204"/>
              </a:rPr>
              <a:t> </a:t>
            </a:r>
            <a:r>
              <a:rPr sz="1850" spc="-15" dirty="0">
                <a:latin typeface="Calibri" panose="020F0502020204030204"/>
                <a:cs typeface="Calibri" panose="020F0502020204030204"/>
              </a:rPr>
              <a:t>our</a:t>
            </a:r>
            <a:r>
              <a:rPr sz="1850" spc="-10" dirty="0">
                <a:latin typeface="Calibri" panose="020F0502020204030204"/>
                <a:cs typeface="Calibri" panose="020F0502020204030204"/>
              </a:rPr>
              <a:t> </a:t>
            </a:r>
            <a:r>
              <a:rPr sz="1850" spc="-30" dirty="0">
                <a:latin typeface="Calibri" panose="020F0502020204030204"/>
                <a:cs typeface="Calibri" panose="020F0502020204030204"/>
              </a:rPr>
              <a:t>view</a:t>
            </a:r>
            <a:r>
              <a:rPr sz="1850" spc="35" dirty="0">
                <a:latin typeface="Calibri" panose="020F0502020204030204"/>
                <a:cs typeface="Calibri" panose="020F0502020204030204"/>
              </a:rPr>
              <a:t> </a:t>
            </a:r>
            <a:r>
              <a:rPr sz="1850" spc="-10" dirty="0">
                <a:latin typeface="Calibri" panose="020F0502020204030204"/>
                <a:cs typeface="Calibri" panose="020F0502020204030204"/>
              </a:rPr>
              <a:t>of</a:t>
            </a:r>
            <a:r>
              <a:rPr sz="1850" spc="-15" dirty="0">
                <a:latin typeface="Calibri" panose="020F0502020204030204"/>
                <a:cs typeface="Calibri" panose="020F0502020204030204"/>
              </a:rPr>
              <a:t> </a:t>
            </a:r>
            <a:r>
              <a:rPr sz="1850" spc="-5" dirty="0">
                <a:latin typeface="Calibri" panose="020F0502020204030204"/>
                <a:cs typeface="Calibri" panose="020F0502020204030204"/>
              </a:rPr>
              <a:t>the</a:t>
            </a:r>
            <a:r>
              <a:rPr sz="1850" spc="-125" dirty="0">
                <a:latin typeface="Calibri" panose="020F0502020204030204"/>
                <a:cs typeface="Calibri" panose="020F0502020204030204"/>
              </a:rPr>
              <a:t> </a:t>
            </a:r>
            <a:r>
              <a:rPr sz="1850" spc="-25" dirty="0">
                <a:latin typeface="Calibri" panose="020F0502020204030204"/>
                <a:cs typeface="Calibri" panose="020F0502020204030204"/>
              </a:rPr>
              <a:t>features</a:t>
            </a:r>
            <a:r>
              <a:rPr sz="1850" spc="-90" dirty="0">
                <a:latin typeface="Calibri" panose="020F0502020204030204"/>
                <a:cs typeface="Calibri" panose="020F0502020204030204"/>
              </a:rPr>
              <a:t> </a:t>
            </a:r>
            <a:r>
              <a:rPr sz="1850" spc="-15" dirty="0">
                <a:latin typeface="Calibri" panose="020F0502020204030204"/>
                <a:cs typeface="Calibri" panose="020F0502020204030204"/>
              </a:rPr>
              <a:t>or</a:t>
            </a:r>
            <a:r>
              <a:rPr sz="1850" spc="-10" dirty="0">
                <a:latin typeface="Calibri" panose="020F0502020204030204"/>
                <a:cs typeface="Calibri" panose="020F0502020204030204"/>
              </a:rPr>
              <a:t> attributes</a:t>
            </a:r>
            <a:r>
              <a:rPr sz="1850" spc="-165" dirty="0">
                <a:latin typeface="Calibri" panose="020F0502020204030204"/>
                <a:cs typeface="Calibri" panose="020F0502020204030204"/>
              </a:rPr>
              <a:t> </a:t>
            </a:r>
            <a:r>
              <a:rPr sz="1850" spc="-15" dirty="0">
                <a:latin typeface="Calibri" panose="020F0502020204030204"/>
                <a:cs typeface="Calibri" panose="020F0502020204030204"/>
              </a:rPr>
              <a:t>of</a:t>
            </a:r>
            <a:r>
              <a:rPr sz="1850" spc="-10" dirty="0">
                <a:latin typeface="Calibri" panose="020F0502020204030204"/>
                <a:cs typeface="Calibri" panose="020F0502020204030204"/>
              </a:rPr>
              <a:t> </a:t>
            </a:r>
            <a:r>
              <a:rPr sz="1850" spc="-20" dirty="0">
                <a:latin typeface="Calibri" panose="020F0502020204030204"/>
                <a:cs typeface="Calibri" panose="020F0502020204030204"/>
              </a:rPr>
              <a:t>some</a:t>
            </a:r>
            <a:r>
              <a:rPr sz="1850" spc="-45" dirty="0">
                <a:latin typeface="Calibri" panose="020F0502020204030204"/>
                <a:cs typeface="Calibri" panose="020F0502020204030204"/>
              </a:rPr>
              <a:t> </a:t>
            </a:r>
            <a:r>
              <a:rPr sz="1850" spc="-10" dirty="0">
                <a:latin typeface="Calibri" panose="020F0502020204030204"/>
                <a:cs typeface="Calibri" panose="020F0502020204030204"/>
              </a:rPr>
              <a:t>particular</a:t>
            </a:r>
            <a:r>
              <a:rPr sz="1850" spc="-170" dirty="0">
                <a:latin typeface="Calibri" panose="020F0502020204030204"/>
                <a:cs typeface="Calibri" panose="020F0502020204030204"/>
              </a:rPr>
              <a:t> </a:t>
            </a:r>
            <a:r>
              <a:rPr sz="1850" spc="-10" dirty="0">
                <a:latin typeface="Calibri" panose="020F0502020204030204"/>
                <a:cs typeface="Calibri" panose="020F0502020204030204"/>
              </a:rPr>
              <a:t>product</a:t>
            </a:r>
            <a:r>
              <a:rPr sz="1850" spc="-145" dirty="0">
                <a:latin typeface="Calibri" panose="020F0502020204030204"/>
                <a:cs typeface="Calibri" panose="020F0502020204030204"/>
              </a:rPr>
              <a:t> </a:t>
            </a:r>
            <a:r>
              <a:rPr sz="1850" spc="-10" dirty="0">
                <a:latin typeface="Calibri" panose="020F0502020204030204"/>
                <a:cs typeface="Calibri" panose="020F0502020204030204"/>
              </a:rPr>
              <a:t>(e.g.</a:t>
            </a:r>
            <a:r>
              <a:rPr sz="1850" spc="5" dirty="0">
                <a:latin typeface="Calibri" panose="020F0502020204030204"/>
                <a:cs typeface="Calibri" panose="020F0502020204030204"/>
              </a:rPr>
              <a:t> </a:t>
            </a:r>
            <a:r>
              <a:rPr sz="1850" spc="-10" dirty="0">
                <a:latin typeface="Calibri" panose="020F0502020204030204"/>
                <a:cs typeface="Calibri" panose="020F0502020204030204"/>
              </a:rPr>
              <a:t>an</a:t>
            </a:r>
            <a:r>
              <a:rPr sz="1850" spc="-95" dirty="0">
                <a:latin typeface="Calibri" panose="020F0502020204030204"/>
                <a:cs typeface="Calibri" panose="020F0502020204030204"/>
              </a:rPr>
              <a:t> </a:t>
            </a:r>
            <a:r>
              <a:rPr sz="1850" spc="-20" dirty="0">
                <a:latin typeface="Calibri" panose="020F0502020204030204"/>
                <a:cs typeface="Calibri" panose="020F0502020204030204"/>
              </a:rPr>
              <a:t>automobile).</a:t>
            </a:r>
            <a:endParaRPr sz="1850">
              <a:latin typeface="Calibri" panose="020F0502020204030204"/>
              <a:cs typeface="Calibri" panose="020F0502020204030204"/>
            </a:endParaRPr>
          </a:p>
          <a:p>
            <a:pPr marL="297180" indent="-285115">
              <a:lnSpc>
                <a:spcPct val="100000"/>
              </a:lnSpc>
              <a:spcBef>
                <a:spcPts val="180"/>
              </a:spcBef>
              <a:buFont typeface="Arial MT"/>
              <a:buChar char="•"/>
              <a:tabLst>
                <a:tab pos="297180" algn="l"/>
                <a:tab pos="297815" algn="l"/>
              </a:tabLst>
            </a:pPr>
            <a:r>
              <a:rPr sz="1850" spc="-20" dirty="0">
                <a:latin typeface="Calibri" panose="020F0502020204030204"/>
                <a:cs typeface="Calibri" panose="020F0502020204030204"/>
              </a:rPr>
              <a:t>This </a:t>
            </a:r>
            <a:r>
              <a:rPr sz="1850" spc="-30" dirty="0">
                <a:latin typeface="Calibri" panose="020F0502020204030204"/>
                <a:cs typeface="Calibri" panose="020F0502020204030204"/>
              </a:rPr>
              <a:t>view</a:t>
            </a:r>
            <a:r>
              <a:rPr sz="1850" spc="25" dirty="0">
                <a:latin typeface="Calibri" panose="020F0502020204030204"/>
                <a:cs typeface="Calibri" panose="020F0502020204030204"/>
              </a:rPr>
              <a:t> </a:t>
            </a:r>
            <a:r>
              <a:rPr sz="1850" dirty="0">
                <a:latin typeface="Calibri" panose="020F0502020204030204"/>
                <a:cs typeface="Calibri" panose="020F0502020204030204"/>
              </a:rPr>
              <a:t>can</a:t>
            </a:r>
            <a:r>
              <a:rPr sz="1850" spc="-100" dirty="0">
                <a:latin typeface="Calibri" panose="020F0502020204030204"/>
                <a:cs typeface="Calibri" panose="020F0502020204030204"/>
              </a:rPr>
              <a:t> </a:t>
            </a:r>
            <a:r>
              <a:rPr sz="1850" spc="-20" dirty="0">
                <a:latin typeface="Calibri" panose="020F0502020204030204"/>
                <a:cs typeface="Calibri" panose="020F0502020204030204"/>
              </a:rPr>
              <a:t>lead</a:t>
            </a:r>
            <a:r>
              <a:rPr sz="1850" spc="-30" dirty="0">
                <a:latin typeface="Calibri" panose="020F0502020204030204"/>
                <a:cs typeface="Calibri" panose="020F0502020204030204"/>
              </a:rPr>
              <a:t> </a:t>
            </a:r>
            <a:r>
              <a:rPr sz="1850" spc="-10" dirty="0">
                <a:latin typeface="Calibri" panose="020F0502020204030204"/>
                <a:cs typeface="Calibri" panose="020F0502020204030204"/>
              </a:rPr>
              <a:t>us</a:t>
            </a:r>
            <a:r>
              <a:rPr sz="1850" spc="-15" dirty="0">
                <a:latin typeface="Calibri" panose="020F0502020204030204"/>
                <a:cs typeface="Calibri" panose="020F0502020204030204"/>
              </a:rPr>
              <a:t> </a:t>
            </a:r>
            <a:r>
              <a:rPr sz="1850" spc="5" dirty="0">
                <a:latin typeface="Calibri" panose="020F0502020204030204"/>
                <a:cs typeface="Calibri" panose="020F0502020204030204"/>
              </a:rPr>
              <a:t>to</a:t>
            </a:r>
            <a:r>
              <a:rPr sz="1850" spc="-110" dirty="0">
                <a:latin typeface="Calibri" panose="020F0502020204030204"/>
                <a:cs typeface="Calibri" panose="020F0502020204030204"/>
              </a:rPr>
              <a:t> </a:t>
            </a:r>
            <a:r>
              <a:rPr sz="1850" dirty="0">
                <a:latin typeface="Calibri" panose="020F0502020204030204"/>
                <a:cs typeface="Calibri" panose="020F0502020204030204"/>
              </a:rPr>
              <a:t>“I’ll</a:t>
            </a:r>
            <a:r>
              <a:rPr sz="1850" spc="-120" dirty="0">
                <a:latin typeface="Calibri" panose="020F0502020204030204"/>
                <a:cs typeface="Calibri" panose="020F0502020204030204"/>
              </a:rPr>
              <a:t> </a:t>
            </a:r>
            <a:r>
              <a:rPr sz="1850" spc="-20" dirty="0">
                <a:latin typeface="Calibri" panose="020F0502020204030204"/>
                <a:cs typeface="Calibri" panose="020F0502020204030204"/>
              </a:rPr>
              <a:t>know</a:t>
            </a:r>
            <a:r>
              <a:rPr sz="1850" spc="-55" dirty="0">
                <a:latin typeface="Calibri" panose="020F0502020204030204"/>
                <a:cs typeface="Calibri" panose="020F0502020204030204"/>
              </a:rPr>
              <a:t> </a:t>
            </a:r>
            <a:r>
              <a:rPr sz="1850" spc="-15" dirty="0">
                <a:latin typeface="Calibri" panose="020F0502020204030204"/>
                <a:cs typeface="Calibri" panose="020F0502020204030204"/>
              </a:rPr>
              <a:t>it</a:t>
            </a:r>
            <a:r>
              <a:rPr sz="1850" dirty="0">
                <a:latin typeface="Calibri" panose="020F0502020204030204"/>
                <a:cs typeface="Calibri" panose="020F0502020204030204"/>
              </a:rPr>
              <a:t> </a:t>
            </a:r>
            <a:r>
              <a:rPr sz="1850" spc="-30" dirty="0">
                <a:latin typeface="Calibri" panose="020F0502020204030204"/>
                <a:cs typeface="Calibri" panose="020F0502020204030204"/>
              </a:rPr>
              <a:t>when</a:t>
            </a:r>
            <a:r>
              <a:rPr sz="1850" spc="-25" dirty="0">
                <a:latin typeface="Calibri" panose="020F0502020204030204"/>
                <a:cs typeface="Calibri" panose="020F0502020204030204"/>
              </a:rPr>
              <a:t> </a:t>
            </a:r>
            <a:r>
              <a:rPr sz="1850" spc="-5" dirty="0">
                <a:latin typeface="Calibri" panose="020F0502020204030204"/>
                <a:cs typeface="Calibri" panose="020F0502020204030204"/>
              </a:rPr>
              <a:t>I </a:t>
            </a:r>
            <a:r>
              <a:rPr sz="1850" spc="-20" dirty="0">
                <a:latin typeface="Calibri" panose="020F0502020204030204"/>
                <a:cs typeface="Calibri" panose="020F0502020204030204"/>
              </a:rPr>
              <a:t>see</a:t>
            </a:r>
            <a:r>
              <a:rPr sz="1850" spc="-50" dirty="0">
                <a:latin typeface="Calibri" panose="020F0502020204030204"/>
                <a:cs typeface="Calibri" panose="020F0502020204030204"/>
              </a:rPr>
              <a:t> </a:t>
            </a:r>
            <a:r>
              <a:rPr sz="1850" spc="20" dirty="0">
                <a:latin typeface="Calibri" panose="020F0502020204030204"/>
                <a:cs typeface="Calibri" panose="020F0502020204030204"/>
              </a:rPr>
              <a:t>it”</a:t>
            </a:r>
            <a:r>
              <a:rPr sz="1850" spc="-70" dirty="0">
                <a:latin typeface="Calibri" panose="020F0502020204030204"/>
                <a:cs typeface="Calibri" panose="020F0502020204030204"/>
              </a:rPr>
              <a:t> </a:t>
            </a:r>
            <a:r>
              <a:rPr sz="1850" spc="-20" dirty="0">
                <a:latin typeface="Calibri" panose="020F0502020204030204"/>
                <a:cs typeface="Calibri" panose="020F0502020204030204"/>
              </a:rPr>
              <a:t>definition </a:t>
            </a:r>
            <a:r>
              <a:rPr sz="1850" spc="-10" dirty="0">
                <a:latin typeface="Calibri" panose="020F0502020204030204"/>
                <a:cs typeface="Calibri" panose="020F0502020204030204"/>
              </a:rPr>
              <a:t>of</a:t>
            </a:r>
            <a:r>
              <a:rPr sz="1850" spc="-20" dirty="0">
                <a:latin typeface="Calibri" panose="020F0502020204030204"/>
                <a:cs typeface="Calibri" panose="020F0502020204030204"/>
              </a:rPr>
              <a:t> </a:t>
            </a:r>
            <a:r>
              <a:rPr sz="1850" spc="-25" dirty="0">
                <a:latin typeface="Calibri" panose="020F0502020204030204"/>
                <a:cs typeface="Calibri" panose="020F0502020204030204"/>
              </a:rPr>
              <a:t>quality.</a:t>
            </a:r>
            <a:endParaRPr sz="1850">
              <a:latin typeface="Calibri" panose="020F0502020204030204"/>
              <a:cs typeface="Calibri" panose="020F0502020204030204"/>
            </a:endParaRPr>
          </a:p>
          <a:p>
            <a:pPr marL="12700">
              <a:lnSpc>
                <a:spcPct val="100000"/>
              </a:lnSpc>
              <a:spcBef>
                <a:spcPts val="180"/>
              </a:spcBef>
            </a:pPr>
            <a:r>
              <a:rPr sz="1850" b="1" u="heavy" spc="10" dirty="0">
                <a:uFill>
                  <a:solidFill>
                    <a:srgbClr val="000000"/>
                  </a:solidFill>
                </a:uFill>
                <a:latin typeface="Calibri" panose="020F0502020204030204"/>
                <a:cs typeface="Calibri" panose="020F0502020204030204"/>
              </a:rPr>
              <a:t>Defects</a:t>
            </a:r>
            <a:endParaRPr sz="1850">
              <a:latin typeface="Calibri" panose="020F0502020204030204"/>
              <a:cs typeface="Calibri" panose="020F0502020204030204"/>
            </a:endParaRPr>
          </a:p>
          <a:p>
            <a:pPr marL="297180" marR="22225" indent="-285115">
              <a:lnSpc>
                <a:spcPts val="1920"/>
              </a:lnSpc>
              <a:spcBef>
                <a:spcPts val="500"/>
              </a:spcBef>
              <a:buFont typeface="Arial MT"/>
              <a:buChar char="•"/>
              <a:tabLst>
                <a:tab pos="297180" algn="l"/>
                <a:tab pos="297815" algn="l"/>
              </a:tabLst>
            </a:pPr>
            <a:r>
              <a:rPr sz="1850" spc="-15" dirty="0">
                <a:latin typeface="Calibri" panose="020F0502020204030204"/>
                <a:cs typeface="Calibri" panose="020F0502020204030204"/>
              </a:rPr>
              <a:t>The perception </a:t>
            </a:r>
            <a:r>
              <a:rPr sz="1850" spc="-10" dirty="0">
                <a:latin typeface="Calibri" panose="020F0502020204030204"/>
                <a:cs typeface="Calibri" panose="020F0502020204030204"/>
              </a:rPr>
              <a:t>of </a:t>
            </a:r>
            <a:r>
              <a:rPr sz="1850" spc="-20" dirty="0">
                <a:latin typeface="Calibri" panose="020F0502020204030204"/>
                <a:cs typeface="Calibri" panose="020F0502020204030204"/>
              </a:rPr>
              <a:t>product </a:t>
            </a:r>
            <a:r>
              <a:rPr sz="1850" spc="-15" dirty="0">
                <a:latin typeface="Calibri" panose="020F0502020204030204"/>
                <a:cs typeface="Calibri" panose="020F0502020204030204"/>
              </a:rPr>
              <a:t>quality </a:t>
            </a:r>
            <a:r>
              <a:rPr sz="1850" spc="-45" dirty="0">
                <a:latin typeface="Calibri" panose="020F0502020204030204"/>
                <a:cs typeface="Calibri" panose="020F0502020204030204"/>
              </a:rPr>
              <a:t>may </a:t>
            </a:r>
            <a:r>
              <a:rPr sz="1850" spc="-15" dirty="0">
                <a:latin typeface="Calibri" panose="020F0502020204030204"/>
                <a:cs typeface="Calibri" panose="020F0502020204030204"/>
              </a:rPr>
              <a:t>arise </a:t>
            </a:r>
            <a:r>
              <a:rPr sz="1850" spc="-10" dirty="0">
                <a:latin typeface="Calibri" panose="020F0502020204030204"/>
                <a:cs typeface="Calibri" panose="020F0502020204030204"/>
              </a:rPr>
              <a:t>from </a:t>
            </a:r>
            <a:r>
              <a:rPr sz="1850" spc="-25" dirty="0">
                <a:latin typeface="Calibri" panose="020F0502020204030204"/>
                <a:cs typeface="Calibri" panose="020F0502020204030204"/>
              </a:rPr>
              <a:t>favorable </a:t>
            </a:r>
            <a:r>
              <a:rPr sz="1850" spc="-35" dirty="0">
                <a:latin typeface="Calibri" panose="020F0502020204030204"/>
                <a:cs typeface="Calibri" panose="020F0502020204030204"/>
              </a:rPr>
              <a:t>features, </a:t>
            </a:r>
            <a:r>
              <a:rPr sz="1850" spc="-5" dirty="0">
                <a:latin typeface="Calibri" panose="020F0502020204030204"/>
                <a:cs typeface="Calibri" panose="020F0502020204030204"/>
              </a:rPr>
              <a:t>such </a:t>
            </a:r>
            <a:r>
              <a:rPr sz="1850" spc="-10" dirty="0">
                <a:latin typeface="Calibri" panose="020F0502020204030204"/>
                <a:cs typeface="Calibri" panose="020F0502020204030204"/>
              </a:rPr>
              <a:t>as an </a:t>
            </a:r>
            <a:r>
              <a:rPr sz="1850" spc="-25" dirty="0">
                <a:latin typeface="Calibri" panose="020F0502020204030204"/>
                <a:cs typeface="Calibri" panose="020F0502020204030204"/>
              </a:rPr>
              <a:t>automobile that </a:t>
            </a:r>
            <a:r>
              <a:rPr sz="1850" spc="-35" dirty="0">
                <a:latin typeface="Calibri" panose="020F0502020204030204"/>
                <a:cs typeface="Calibri" panose="020F0502020204030204"/>
              </a:rPr>
              <a:t>always </a:t>
            </a:r>
            <a:r>
              <a:rPr sz="1850" spc="-15" dirty="0">
                <a:latin typeface="Calibri" panose="020F0502020204030204"/>
                <a:cs typeface="Calibri" panose="020F0502020204030204"/>
              </a:rPr>
              <a:t>starts </a:t>
            </a:r>
            <a:r>
              <a:rPr sz="1850" spc="-100" dirty="0">
                <a:latin typeface="Calibri" panose="020F0502020204030204"/>
                <a:cs typeface="Calibri" panose="020F0502020204030204"/>
              </a:rPr>
              <a:t>on </a:t>
            </a:r>
            <a:r>
              <a:rPr sz="1850" spc="-405" dirty="0">
                <a:latin typeface="Calibri" panose="020F0502020204030204"/>
                <a:cs typeface="Calibri" panose="020F0502020204030204"/>
              </a:rPr>
              <a:t> </a:t>
            </a:r>
            <a:r>
              <a:rPr sz="1850" spc="-5" dirty="0">
                <a:latin typeface="Calibri" panose="020F0502020204030204"/>
                <a:cs typeface="Calibri" panose="020F0502020204030204"/>
              </a:rPr>
              <a:t>the</a:t>
            </a:r>
            <a:r>
              <a:rPr sz="1850" spc="-55" dirty="0">
                <a:latin typeface="Calibri" panose="020F0502020204030204"/>
                <a:cs typeface="Calibri" panose="020F0502020204030204"/>
              </a:rPr>
              <a:t> </a:t>
            </a:r>
            <a:r>
              <a:rPr sz="1850" spc="-10" dirty="0">
                <a:latin typeface="Calibri" panose="020F0502020204030204"/>
                <a:cs typeface="Calibri" panose="020F0502020204030204"/>
              </a:rPr>
              <a:t>first</a:t>
            </a:r>
            <a:r>
              <a:rPr sz="1850" spc="-160" dirty="0">
                <a:latin typeface="Calibri" panose="020F0502020204030204"/>
                <a:cs typeface="Calibri" panose="020F0502020204030204"/>
              </a:rPr>
              <a:t> </a:t>
            </a:r>
            <a:r>
              <a:rPr sz="1850" spc="-10" dirty="0">
                <a:latin typeface="Calibri" panose="020F0502020204030204"/>
                <a:cs typeface="Calibri" panose="020F0502020204030204"/>
              </a:rPr>
              <a:t>attempt.</a:t>
            </a:r>
            <a:endParaRPr sz="1850">
              <a:latin typeface="Calibri" panose="020F0502020204030204"/>
              <a:cs typeface="Calibri" panose="020F0502020204030204"/>
            </a:endParaRPr>
          </a:p>
          <a:p>
            <a:pPr marL="297180" indent="-285115">
              <a:lnSpc>
                <a:spcPct val="100000"/>
              </a:lnSpc>
              <a:spcBef>
                <a:spcPts val="175"/>
              </a:spcBef>
              <a:buFont typeface="Arial MT"/>
              <a:buChar char="•"/>
              <a:tabLst>
                <a:tab pos="297180" algn="l"/>
                <a:tab pos="297815" algn="l"/>
              </a:tabLst>
            </a:pPr>
            <a:r>
              <a:rPr sz="1850" spc="-70" dirty="0">
                <a:latin typeface="Calibri" panose="020F0502020204030204"/>
                <a:cs typeface="Calibri" panose="020F0502020204030204"/>
              </a:rPr>
              <a:t>We</a:t>
            </a:r>
            <a:r>
              <a:rPr sz="1850" spc="25" dirty="0">
                <a:latin typeface="Calibri" panose="020F0502020204030204"/>
                <a:cs typeface="Calibri" panose="020F0502020204030204"/>
              </a:rPr>
              <a:t> </a:t>
            </a:r>
            <a:r>
              <a:rPr sz="1850" spc="-20" dirty="0">
                <a:latin typeface="Calibri" panose="020F0502020204030204"/>
                <a:cs typeface="Calibri" panose="020F0502020204030204"/>
              </a:rPr>
              <a:t>expect</a:t>
            </a:r>
            <a:r>
              <a:rPr sz="1850" spc="-155" dirty="0">
                <a:latin typeface="Calibri" panose="020F0502020204030204"/>
                <a:cs typeface="Calibri" panose="020F0502020204030204"/>
              </a:rPr>
              <a:t> </a:t>
            </a:r>
            <a:r>
              <a:rPr sz="1850" spc="-10" dirty="0">
                <a:latin typeface="Calibri" panose="020F0502020204030204"/>
                <a:cs typeface="Calibri" panose="020F0502020204030204"/>
              </a:rPr>
              <a:t>quality</a:t>
            </a:r>
            <a:r>
              <a:rPr sz="1850" spc="-60" dirty="0">
                <a:latin typeface="Calibri" panose="020F0502020204030204"/>
                <a:cs typeface="Calibri" panose="020F0502020204030204"/>
              </a:rPr>
              <a:t> </a:t>
            </a:r>
            <a:r>
              <a:rPr sz="1850" spc="-5" dirty="0">
                <a:latin typeface="Calibri" panose="020F0502020204030204"/>
                <a:cs typeface="Calibri" panose="020F0502020204030204"/>
              </a:rPr>
              <a:t>products</a:t>
            </a:r>
            <a:r>
              <a:rPr sz="1850" spc="-170" dirty="0">
                <a:latin typeface="Calibri" panose="020F0502020204030204"/>
                <a:cs typeface="Calibri" panose="020F0502020204030204"/>
              </a:rPr>
              <a:t> </a:t>
            </a:r>
            <a:r>
              <a:rPr sz="1850" spc="5" dirty="0">
                <a:latin typeface="Calibri" panose="020F0502020204030204"/>
                <a:cs typeface="Calibri" panose="020F0502020204030204"/>
              </a:rPr>
              <a:t>to</a:t>
            </a:r>
            <a:r>
              <a:rPr sz="1850" spc="-114" dirty="0">
                <a:latin typeface="Calibri" panose="020F0502020204030204"/>
                <a:cs typeface="Calibri" panose="020F0502020204030204"/>
              </a:rPr>
              <a:t> </a:t>
            </a:r>
            <a:r>
              <a:rPr sz="1850" spc="-10" dirty="0">
                <a:latin typeface="Calibri" panose="020F0502020204030204"/>
                <a:cs typeface="Calibri" panose="020F0502020204030204"/>
              </a:rPr>
              <a:t>be</a:t>
            </a:r>
            <a:r>
              <a:rPr sz="1850" spc="25" dirty="0">
                <a:latin typeface="Calibri" panose="020F0502020204030204"/>
                <a:cs typeface="Calibri" panose="020F0502020204030204"/>
              </a:rPr>
              <a:t> </a:t>
            </a:r>
            <a:r>
              <a:rPr sz="1850" spc="-20" dirty="0">
                <a:latin typeface="Calibri" panose="020F0502020204030204"/>
                <a:cs typeface="Calibri" panose="020F0502020204030204"/>
              </a:rPr>
              <a:t>free</a:t>
            </a:r>
            <a:r>
              <a:rPr sz="1850" spc="-50" dirty="0">
                <a:latin typeface="Calibri" panose="020F0502020204030204"/>
                <a:cs typeface="Calibri" panose="020F0502020204030204"/>
              </a:rPr>
              <a:t> </a:t>
            </a:r>
            <a:r>
              <a:rPr sz="1850" spc="-15" dirty="0">
                <a:latin typeface="Calibri" panose="020F0502020204030204"/>
                <a:cs typeface="Calibri" panose="020F0502020204030204"/>
              </a:rPr>
              <a:t>of</a:t>
            </a:r>
            <a:r>
              <a:rPr sz="1850" spc="-20" dirty="0">
                <a:latin typeface="Calibri" panose="020F0502020204030204"/>
                <a:cs typeface="Calibri" panose="020F0502020204030204"/>
              </a:rPr>
              <a:t> </a:t>
            </a:r>
            <a:r>
              <a:rPr sz="1850" spc="-25" dirty="0">
                <a:latin typeface="Calibri" panose="020F0502020204030204"/>
                <a:cs typeface="Calibri" panose="020F0502020204030204"/>
              </a:rPr>
              <a:t>defects.</a:t>
            </a:r>
            <a:endParaRPr sz="1850">
              <a:latin typeface="Calibri" panose="020F0502020204030204"/>
              <a:cs typeface="Calibri" panose="020F0502020204030204"/>
            </a:endParaRPr>
          </a:p>
          <a:p>
            <a:pPr marL="297180" indent="-285115">
              <a:lnSpc>
                <a:spcPct val="100000"/>
              </a:lnSpc>
              <a:spcBef>
                <a:spcPts val="105"/>
              </a:spcBef>
              <a:buFont typeface="Arial MT"/>
              <a:buChar char="•"/>
              <a:tabLst>
                <a:tab pos="297180" algn="l"/>
                <a:tab pos="297815" algn="l"/>
              </a:tabLst>
            </a:pPr>
            <a:r>
              <a:rPr sz="1850" spc="-30" dirty="0">
                <a:latin typeface="Calibri" panose="020F0502020204030204"/>
                <a:cs typeface="Calibri" panose="020F0502020204030204"/>
              </a:rPr>
              <a:t>When</a:t>
            </a:r>
            <a:r>
              <a:rPr sz="1850" spc="-15" dirty="0">
                <a:latin typeface="Calibri" panose="020F0502020204030204"/>
                <a:cs typeface="Calibri" panose="020F0502020204030204"/>
              </a:rPr>
              <a:t> </a:t>
            </a:r>
            <a:r>
              <a:rPr sz="1850" spc="-25" dirty="0">
                <a:latin typeface="Calibri" panose="020F0502020204030204"/>
                <a:cs typeface="Calibri" panose="020F0502020204030204"/>
              </a:rPr>
              <a:t>we</a:t>
            </a:r>
            <a:r>
              <a:rPr sz="1850" spc="-45" dirty="0">
                <a:latin typeface="Calibri" panose="020F0502020204030204"/>
                <a:cs typeface="Calibri" panose="020F0502020204030204"/>
              </a:rPr>
              <a:t> </a:t>
            </a:r>
            <a:r>
              <a:rPr sz="1850" spc="-10" dirty="0">
                <a:latin typeface="Calibri" panose="020F0502020204030204"/>
                <a:cs typeface="Calibri" panose="020F0502020204030204"/>
              </a:rPr>
              <a:t>purchase</a:t>
            </a:r>
            <a:r>
              <a:rPr sz="1850" spc="-130" dirty="0">
                <a:latin typeface="Calibri" panose="020F0502020204030204"/>
                <a:cs typeface="Calibri" panose="020F0502020204030204"/>
              </a:rPr>
              <a:t> </a:t>
            </a:r>
            <a:r>
              <a:rPr sz="1850" spc="-5" dirty="0">
                <a:latin typeface="Calibri" panose="020F0502020204030204"/>
                <a:cs typeface="Calibri" panose="020F0502020204030204"/>
              </a:rPr>
              <a:t>a</a:t>
            </a:r>
            <a:r>
              <a:rPr sz="1850" spc="-10" dirty="0">
                <a:latin typeface="Calibri" panose="020F0502020204030204"/>
                <a:cs typeface="Calibri" panose="020F0502020204030204"/>
              </a:rPr>
              <a:t> </a:t>
            </a:r>
            <a:r>
              <a:rPr sz="1850" spc="-45" dirty="0">
                <a:latin typeface="Calibri" panose="020F0502020204030204"/>
                <a:cs typeface="Calibri" panose="020F0502020204030204"/>
              </a:rPr>
              <a:t>car,</a:t>
            </a:r>
            <a:r>
              <a:rPr sz="1850" spc="-65" dirty="0">
                <a:latin typeface="Calibri" panose="020F0502020204030204"/>
                <a:cs typeface="Calibri" panose="020F0502020204030204"/>
              </a:rPr>
              <a:t> </a:t>
            </a:r>
            <a:r>
              <a:rPr sz="1850" spc="-15" dirty="0">
                <a:latin typeface="Calibri" panose="020F0502020204030204"/>
                <a:cs typeface="Calibri" panose="020F0502020204030204"/>
              </a:rPr>
              <a:t>all</a:t>
            </a:r>
            <a:r>
              <a:rPr sz="1850" spc="-30" dirty="0">
                <a:latin typeface="Calibri" panose="020F0502020204030204"/>
                <a:cs typeface="Calibri" panose="020F0502020204030204"/>
              </a:rPr>
              <a:t> </a:t>
            </a:r>
            <a:r>
              <a:rPr sz="1850" spc="-5" dirty="0">
                <a:latin typeface="Calibri" panose="020F0502020204030204"/>
                <a:cs typeface="Calibri" panose="020F0502020204030204"/>
              </a:rPr>
              <a:t>the</a:t>
            </a:r>
            <a:r>
              <a:rPr sz="1850" spc="-40" dirty="0">
                <a:latin typeface="Calibri" panose="020F0502020204030204"/>
                <a:cs typeface="Calibri" panose="020F0502020204030204"/>
              </a:rPr>
              <a:t> </a:t>
            </a:r>
            <a:r>
              <a:rPr sz="1850" spc="-10" dirty="0">
                <a:latin typeface="Calibri" panose="020F0502020204030204"/>
                <a:cs typeface="Calibri" panose="020F0502020204030204"/>
              </a:rPr>
              <a:t>indicator</a:t>
            </a:r>
            <a:r>
              <a:rPr sz="1850" spc="-165" dirty="0">
                <a:latin typeface="Calibri" panose="020F0502020204030204"/>
                <a:cs typeface="Calibri" panose="020F0502020204030204"/>
              </a:rPr>
              <a:t> </a:t>
            </a:r>
            <a:r>
              <a:rPr sz="1850" spc="-10" dirty="0">
                <a:latin typeface="Calibri" panose="020F0502020204030204"/>
                <a:cs typeface="Calibri" panose="020F0502020204030204"/>
              </a:rPr>
              <a:t>lights</a:t>
            </a:r>
            <a:r>
              <a:rPr sz="1850" spc="-90" dirty="0">
                <a:latin typeface="Calibri" panose="020F0502020204030204"/>
                <a:cs typeface="Calibri" panose="020F0502020204030204"/>
              </a:rPr>
              <a:t> </a:t>
            </a:r>
            <a:r>
              <a:rPr sz="1850" spc="-10" dirty="0">
                <a:latin typeface="Calibri" panose="020F0502020204030204"/>
                <a:cs typeface="Calibri" panose="020F0502020204030204"/>
              </a:rPr>
              <a:t>on</a:t>
            </a:r>
            <a:r>
              <a:rPr sz="1850" spc="-15" dirty="0">
                <a:latin typeface="Calibri" panose="020F0502020204030204"/>
                <a:cs typeface="Calibri" panose="020F0502020204030204"/>
              </a:rPr>
              <a:t> </a:t>
            </a:r>
            <a:r>
              <a:rPr sz="1850" spc="-5" dirty="0">
                <a:latin typeface="Calibri" panose="020F0502020204030204"/>
                <a:cs typeface="Calibri" panose="020F0502020204030204"/>
              </a:rPr>
              <a:t>the</a:t>
            </a:r>
            <a:r>
              <a:rPr sz="1850" spc="-45" dirty="0">
                <a:latin typeface="Calibri" panose="020F0502020204030204"/>
                <a:cs typeface="Calibri" panose="020F0502020204030204"/>
              </a:rPr>
              <a:t> </a:t>
            </a:r>
            <a:r>
              <a:rPr sz="1850" spc="-15" dirty="0">
                <a:latin typeface="Calibri" panose="020F0502020204030204"/>
                <a:cs typeface="Calibri" panose="020F0502020204030204"/>
              </a:rPr>
              <a:t>dashboard</a:t>
            </a:r>
            <a:r>
              <a:rPr sz="1850" spc="-175" dirty="0">
                <a:latin typeface="Calibri" panose="020F0502020204030204"/>
                <a:cs typeface="Calibri" panose="020F0502020204030204"/>
              </a:rPr>
              <a:t> </a:t>
            </a:r>
            <a:r>
              <a:rPr sz="1850" spc="-15" dirty="0">
                <a:latin typeface="Calibri" panose="020F0502020204030204"/>
                <a:cs typeface="Calibri" panose="020F0502020204030204"/>
              </a:rPr>
              <a:t>should</a:t>
            </a:r>
            <a:r>
              <a:rPr sz="1850" spc="-95" dirty="0">
                <a:latin typeface="Calibri" panose="020F0502020204030204"/>
                <a:cs typeface="Calibri" panose="020F0502020204030204"/>
              </a:rPr>
              <a:t> </a:t>
            </a:r>
            <a:r>
              <a:rPr sz="1850" spc="-10" dirty="0">
                <a:latin typeface="Calibri" panose="020F0502020204030204"/>
                <a:cs typeface="Calibri" panose="020F0502020204030204"/>
              </a:rPr>
              <a:t>function</a:t>
            </a:r>
            <a:r>
              <a:rPr sz="1850" spc="-110" dirty="0">
                <a:latin typeface="Calibri" panose="020F0502020204030204"/>
                <a:cs typeface="Calibri" panose="020F0502020204030204"/>
              </a:rPr>
              <a:t> </a:t>
            </a:r>
            <a:r>
              <a:rPr sz="1850" spc="-30" dirty="0">
                <a:latin typeface="Calibri" panose="020F0502020204030204"/>
                <a:cs typeface="Calibri" panose="020F0502020204030204"/>
              </a:rPr>
              <a:t>properly.</a:t>
            </a:r>
            <a:endParaRPr sz="1850">
              <a:latin typeface="Calibri" panose="020F0502020204030204"/>
              <a:cs typeface="Calibri" panose="020F0502020204030204"/>
            </a:endParaRPr>
          </a:p>
          <a:p>
            <a:pPr marL="12700">
              <a:lnSpc>
                <a:spcPct val="100000"/>
              </a:lnSpc>
              <a:spcBef>
                <a:spcPts val="180"/>
              </a:spcBef>
            </a:pPr>
            <a:r>
              <a:rPr sz="1850" b="1" u="heavy" spc="-10" dirty="0">
                <a:uFill>
                  <a:solidFill>
                    <a:srgbClr val="000000"/>
                  </a:solidFill>
                </a:uFill>
                <a:latin typeface="Calibri" panose="020F0502020204030204"/>
                <a:cs typeface="Calibri" panose="020F0502020204030204"/>
              </a:rPr>
              <a:t>Processes</a:t>
            </a:r>
            <a:endParaRPr sz="1850">
              <a:latin typeface="Calibri" panose="020F0502020204030204"/>
              <a:cs typeface="Calibri" panose="020F0502020204030204"/>
            </a:endParaRPr>
          </a:p>
          <a:p>
            <a:pPr marL="297180" indent="-285115">
              <a:lnSpc>
                <a:spcPct val="100000"/>
              </a:lnSpc>
              <a:spcBef>
                <a:spcPts val="180"/>
              </a:spcBef>
              <a:buFont typeface="Arial MT"/>
              <a:buChar char="•"/>
              <a:tabLst>
                <a:tab pos="297180" algn="l"/>
                <a:tab pos="297815" algn="l"/>
              </a:tabLst>
            </a:pPr>
            <a:r>
              <a:rPr sz="1850" spc="5" dirty="0">
                <a:latin typeface="Calibri" panose="020F0502020204030204"/>
                <a:cs typeface="Calibri" panose="020F0502020204030204"/>
              </a:rPr>
              <a:t>If</a:t>
            </a:r>
            <a:r>
              <a:rPr sz="1850" spc="-25" dirty="0">
                <a:latin typeface="Calibri" panose="020F0502020204030204"/>
                <a:cs typeface="Calibri" panose="020F0502020204030204"/>
              </a:rPr>
              <a:t> we</a:t>
            </a:r>
            <a:r>
              <a:rPr sz="1850" spc="-55" dirty="0">
                <a:latin typeface="Calibri" panose="020F0502020204030204"/>
                <a:cs typeface="Calibri" panose="020F0502020204030204"/>
              </a:rPr>
              <a:t> </a:t>
            </a:r>
            <a:r>
              <a:rPr sz="1850" spc="-10" dirty="0">
                <a:latin typeface="Calibri" panose="020F0502020204030204"/>
                <a:cs typeface="Calibri" panose="020F0502020204030204"/>
              </a:rPr>
              <a:t>manufacture</a:t>
            </a:r>
            <a:r>
              <a:rPr sz="1850" spc="-204" dirty="0">
                <a:latin typeface="Calibri" panose="020F0502020204030204"/>
                <a:cs typeface="Calibri" panose="020F0502020204030204"/>
              </a:rPr>
              <a:t> </a:t>
            </a:r>
            <a:r>
              <a:rPr sz="1850" spc="-5" dirty="0">
                <a:latin typeface="Calibri" panose="020F0502020204030204"/>
                <a:cs typeface="Calibri" panose="020F0502020204030204"/>
              </a:rPr>
              <a:t>a</a:t>
            </a:r>
            <a:r>
              <a:rPr sz="1850" spc="-100" dirty="0">
                <a:latin typeface="Calibri" panose="020F0502020204030204"/>
                <a:cs typeface="Calibri" panose="020F0502020204030204"/>
              </a:rPr>
              <a:t> </a:t>
            </a:r>
            <a:r>
              <a:rPr sz="1850" spc="-5" dirty="0">
                <a:latin typeface="Calibri" panose="020F0502020204030204"/>
                <a:cs typeface="Calibri" panose="020F0502020204030204"/>
              </a:rPr>
              <a:t>product,</a:t>
            </a:r>
            <a:r>
              <a:rPr sz="1850" spc="-150" dirty="0">
                <a:latin typeface="Calibri" panose="020F0502020204030204"/>
                <a:cs typeface="Calibri" panose="020F0502020204030204"/>
              </a:rPr>
              <a:t> </a:t>
            </a:r>
            <a:r>
              <a:rPr sz="1850" spc="-25" dirty="0">
                <a:latin typeface="Calibri" panose="020F0502020204030204"/>
                <a:cs typeface="Calibri" panose="020F0502020204030204"/>
              </a:rPr>
              <a:t>we</a:t>
            </a:r>
            <a:r>
              <a:rPr sz="1850" spc="30" dirty="0">
                <a:latin typeface="Calibri" panose="020F0502020204030204"/>
                <a:cs typeface="Calibri" panose="020F0502020204030204"/>
              </a:rPr>
              <a:t> </a:t>
            </a:r>
            <a:r>
              <a:rPr sz="1850" spc="-15" dirty="0">
                <a:latin typeface="Calibri" panose="020F0502020204030204"/>
                <a:cs typeface="Calibri" panose="020F0502020204030204"/>
              </a:rPr>
              <a:t>probably</a:t>
            </a:r>
            <a:r>
              <a:rPr sz="1850" spc="-130" dirty="0">
                <a:latin typeface="Calibri" panose="020F0502020204030204"/>
                <a:cs typeface="Calibri" panose="020F0502020204030204"/>
              </a:rPr>
              <a:t> </a:t>
            </a:r>
            <a:r>
              <a:rPr sz="1850" spc="-5" dirty="0">
                <a:latin typeface="Calibri" panose="020F0502020204030204"/>
                <a:cs typeface="Calibri" panose="020F0502020204030204"/>
              </a:rPr>
              <a:t>care</a:t>
            </a:r>
            <a:r>
              <a:rPr sz="1850" spc="-135" dirty="0">
                <a:latin typeface="Calibri" panose="020F0502020204030204"/>
                <a:cs typeface="Calibri" panose="020F0502020204030204"/>
              </a:rPr>
              <a:t> </a:t>
            </a:r>
            <a:r>
              <a:rPr sz="1850" spc="-25" dirty="0">
                <a:latin typeface="Calibri" panose="020F0502020204030204"/>
                <a:cs typeface="Calibri" panose="020F0502020204030204"/>
              </a:rPr>
              <a:t>very</a:t>
            </a:r>
            <a:r>
              <a:rPr sz="1850" spc="-50" dirty="0">
                <a:latin typeface="Calibri" panose="020F0502020204030204"/>
                <a:cs typeface="Calibri" panose="020F0502020204030204"/>
              </a:rPr>
              <a:t> </a:t>
            </a:r>
            <a:r>
              <a:rPr sz="1850" spc="-10" dirty="0">
                <a:latin typeface="Calibri" panose="020F0502020204030204"/>
                <a:cs typeface="Calibri" panose="020F0502020204030204"/>
              </a:rPr>
              <a:t>much</a:t>
            </a:r>
            <a:r>
              <a:rPr sz="1850" spc="-30" dirty="0">
                <a:latin typeface="Calibri" panose="020F0502020204030204"/>
                <a:cs typeface="Calibri" panose="020F0502020204030204"/>
              </a:rPr>
              <a:t> </a:t>
            </a:r>
            <a:r>
              <a:rPr sz="1850" spc="-15" dirty="0">
                <a:latin typeface="Calibri" panose="020F0502020204030204"/>
                <a:cs typeface="Calibri" panose="020F0502020204030204"/>
              </a:rPr>
              <a:t>about</a:t>
            </a:r>
            <a:r>
              <a:rPr sz="1850" spc="-70" dirty="0">
                <a:latin typeface="Calibri" panose="020F0502020204030204"/>
                <a:cs typeface="Calibri" panose="020F0502020204030204"/>
              </a:rPr>
              <a:t> </a:t>
            </a:r>
            <a:r>
              <a:rPr sz="1850" spc="-15" dirty="0">
                <a:latin typeface="Calibri" panose="020F0502020204030204"/>
                <a:cs typeface="Calibri" panose="020F0502020204030204"/>
              </a:rPr>
              <a:t>processes.</a:t>
            </a:r>
            <a:endParaRPr sz="1850">
              <a:latin typeface="Calibri" panose="020F0502020204030204"/>
              <a:cs typeface="Calibri" panose="020F0502020204030204"/>
            </a:endParaRPr>
          </a:p>
          <a:p>
            <a:pPr marL="297180" indent="-285115">
              <a:lnSpc>
                <a:spcPct val="100000"/>
              </a:lnSpc>
              <a:spcBef>
                <a:spcPts val="105"/>
              </a:spcBef>
              <a:buFont typeface="Arial MT"/>
              <a:buChar char="•"/>
              <a:tabLst>
                <a:tab pos="297180" algn="l"/>
                <a:tab pos="297815" algn="l"/>
              </a:tabLst>
            </a:pPr>
            <a:r>
              <a:rPr sz="1850" spc="-20" dirty="0">
                <a:latin typeface="Calibri" panose="020F0502020204030204"/>
                <a:cs typeface="Calibri" panose="020F0502020204030204"/>
              </a:rPr>
              <a:t>Customers</a:t>
            </a:r>
            <a:r>
              <a:rPr sz="1850" spc="-180" dirty="0">
                <a:latin typeface="Calibri" panose="020F0502020204030204"/>
                <a:cs typeface="Calibri" panose="020F0502020204030204"/>
              </a:rPr>
              <a:t> </a:t>
            </a:r>
            <a:r>
              <a:rPr sz="1850" spc="-5" dirty="0">
                <a:latin typeface="Calibri" panose="020F0502020204030204"/>
                <a:cs typeface="Calibri" panose="020F0502020204030204"/>
              </a:rPr>
              <a:t>focus</a:t>
            </a:r>
            <a:r>
              <a:rPr sz="1850" spc="-100" dirty="0">
                <a:latin typeface="Calibri" panose="020F0502020204030204"/>
                <a:cs typeface="Calibri" panose="020F0502020204030204"/>
              </a:rPr>
              <a:t> </a:t>
            </a:r>
            <a:r>
              <a:rPr sz="1850" spc="-15" dirty="0">
                <a:latin typeface="Calibri" panose="020F0502020204030204"/>
                <a:cs typeface="Calibri" panose="020F0502020204030204"/>
              </a:rPr>
              <a:t>on</a:t>
            </a:r>
            <a:r>
              <a:rPr sz="1850" spc="-20" dirty="0">
                <a:latin typeface="Calibri" panose="020F0502020204030204"/>
                <a:cs typeface="Calibri" panose="020F0502020204030204"/>
              </a:rPr>
              <a:t> </a:t>
            </a:r>
            <a:r>
              <a:rPr sz="1850" spc="-10" dirty="0">
                <a:latin typeface="Calibri" panose="020F0502020204030204"/>
                <a:cs typeface="Calibri" panose="020F0502020204030204"/>
              </a:rPr>
              <a:t>product</a:t>
            </a:r>
            <a:r>
              <a:rPr sz="1850" spc="-145" dirty="0">
                <a:latin typeface="Calibri" panose="020F0502020204030204"/>
                <a:cs typeface="Calibri" panose="020F0502020204030204"/>
              </a:rPr>
              <a:t> </a:t>
            </a:r>
            <a:r>
              <a:rPr sz="1850" spc="-10" dirty="0">
                <a:latin typeface="Calibri" panose="020F0502020204030204"/>
                <a:cs typeface="Calibri" panose="020F0502020204030204"/>
              </a:rPr>
              <a:t>and</a:t>
            </a:r>
            <a:r>
              <a:rPr sz="1850" spc="-105" dirty="0">
                <a:latin typeface="Calibri" panose="020F0502020204030204"/>
                <a:cs typeface="Calibri" panose="020F0502020204030204"/>
              </a:rPr>
              <a:t> </a:t>
            </a:r>
            <a:r>
              <a:rPr sz="1850" spc="-15" dirty="0">
                <a:latin typeface="Calibri" panose="020F0502020204030204"/>
                <a:cs typeface="Calibri" panose="020F0502020204030204"/>
              </a:rPr>
              <a:t>how</a:t>
            </a:r>
            <a:r>
              <a:rPr sz="1850" spc="-50" dirty="0">
                <a:latin typeface="Calibri" panose="020F0502020204030204"/>
                <a:cs typeface="Calibri" panose="020F0502020204030204"/>
              </a:rPr>
              <a:t> </a:t>
            </a:r>
            <a:r>
              <a:rPr sz="1850" spc="-15" dirty="0">
                <a:latin typeface="Calibri" panose="020F0502020204030204"/>
                <a:cs typeface="Calibri" panose="020F0502020204030204"/>
              </a:rPr>
              <a:t>it</a:t>
            </a:r>
            <a:r>
              <a:rPr sz="1850" spc="10" dirty="0">
                <a:latin typeface="Calibri" panose="020F0502020204030204"/>
                <a:cs typeface="Calibri" panose="020F0502020204030204"/>
              </a:rPr>
              <a:t> </a:t>
            </a:r>
            <a:r>
              <a:rPr sz="1850" spc="-15" dirty="0">
                <a:latin typeface="Calibri" panose="020F0502020204030204"/>
                <a:cs typeface="Calibri" panose="020F0502020204030204"/>
              </a:rPr>
              <a:t>performs.</a:t>
            </a:r>
            <a:r>
              <a:rPr sz="1850" spc="-80" dirty="0">
                <a:latin typeface="Calibri" panose="020F0502020204030204"/>
                <a:cs typeface="Calibri" panose="020F0502020204030204"/>
              </a:rPr>
              <a:t> </a:t>
            </a:r>
            <a:r>
              <a:rPr sz="1850" dirty="0">
                <a:latin typeface="Calibri" panose="020F0502020204030204"/>
                <a:cs typeface="Calibri" panose="020F0502020204030204"/>
              </a:rPr>
              <a:t>In</a:t>
            </a:r>
            <a:r>
              <a:rPr sz="1850" spc="-105" dirty="0">
                <a:latin typeface="Calibri" panose="020F0502020204030204"/>
                <a:cs typeface="Calibri" panose="020F0502020204030204"/>
              </a:rPr>
              <a:t> </a:t>
            </a:r>
            <a:r>
              <a:rPr sz="1850" dirty="0">
                <a:latin typeface="Calibri" panose="020F0502020204030204"/>
                <a:cs typeface="Calibri" panose="020F0502020204030204"/>
              </a:rPr>
              <a:t>contrast,</a:t>
            </a:r>
            <a:r>
              <a:rPr sz="1850" spc="-85" dirty="0">
                <a:latin typeface="Calibri" panose="020F0502020204030204"/>
                <a:cs typeface="Calibri" panose="020F0502020204030204"/>
              </a:rPr>
              <a:t> </a:t>
            </a:r>
            <a:r>
              <a:rPr sz="1850" spc="-15" dirty="0">
                <a:latin typeface="Calibri" panose="020F0502020204030204"/>
                <a:cs typeface="Calibri" panose="020F0502020204030204"/>
              </a:rPr>
              <a:t>our</a:t>
            </a:r>
            <a:r>
              <a:rPr sz="1850" spc="-180" dirty="0">
                <a:latin typeface="Calibri" panose="020F0502020204030204"/>
                <a:cs typeface="Calibri" panose="020F0502020204030204"/>
              </a:rPr>
              <a:t> </a:t>
            </a:r>
            <a:r>
              <a:rPr sz="1850" spc="-10" dirty="0">
                <a:latin typeface="Calibri" panose="020F0502020204030204"/>
                <a:cs typeface="Calibri" panose="020F0502020204030204"/>
              </a:rPr>
              <a:t>focus</a:t>
            </a:r>
            <a:r>
              <a:rPr sz="1850" spc="-170" dirty="0">
                <a:latin typeface="Calibri" panose="020F0502020204030204"/>
                <a:cs typeface="Calibri" panose="020F0502020204030204"/>
              </a:rPr>
              <a:t> </a:t>
            </a:r>
            <a:r>
              <a:rPr sz="1850" spc="-15" dirty="0">
                <a:latin typeface="Calibri" panose="020F0502020204030204"/>
                <a:cs typeface="Calibri" panose="020F0502020204030204"/>
              </a:rPr>
              <a:t>is on</a:t>
            </a:r>
            <a:r>
              <a:rPr sz="1850" spc="-20" dirty="0">
                <a:latin typeface="Calibri" panose="020F0502020204030204"/>
                <a:cs typeface="Calibri" panose="020F0502020204030204"/>
              </a:rPr>
              <a:t> </a:t>
            </a:r>
            <a:r>
              <a:rPr sz="1850" spc="-15" dirty="0">
                <a:latin typeface="Calibri" panose="020F0502020204030204"/>
                <a:cs typeface="Calibri" panose="020F0502020204030204"/>
              </a:rPr>
              <a:t>how</a:t>
            </a:r>
            <a:r>
              <a:rPr sz="1850" spc="-55" dirty="0">
                <a:latin typeface="Calibri" panose="020F0502020204030204"/>
                <a:cs typeface="Calibri" panose="020F0502020204030204"/>
              </a:rPr>
              <a:t> </a:t>
            </a:r>
            <a:r>
              <a:rPr sz="1850" spc="-15" dirty="0">
                <a:latin typeface="Calibri" panose="020F0502020204030204"/>
                <a:cs typeface="Calibri" panose="020F0502020204030204"/>
              </a:rPr>
              <a:t>it</a:t>
            </a:r>
            <a:r>
              <a:rPr sz="1850" spc="5" dirty="0">
                <a:latin typeface="Calibri" panose="020F0502020204030204"/>
                <a:cs typeface="Calibri" panose="020F0502020204030204"/>
              </a:rPr>
              <a:t> </a:t>
            </a:r>
            <a:r>
              <a:rPr sz="1850" spc="-20" dirty="0">
                <a:latin typeface="Calibri" panose="020F0502020204030204"/>
                <a:cs typeface="Calibri" panose="020F0502020204030204"/>
              </a:rPr>
              <a:t>was</a:t>
            </a:r>
            <a:r>
              <a:rPr sz="1850" spc="-95" dirty="0">
                <a:latin typeface="Calibri" panose="020F0502020204030204"/>
                <a:cs typeface="Calibri" panose="020F0502020204030204"/>
              </a:rPr>
              <a:t> </a:t>
            </a:r>
            <a:r>
              <a:rPr sz="1850" spc="-15" dirty="0">
                <a:latin typeface="Calibri" panose="020F0502020204030204"/>
                <a:cs typeface="Calibri" panose="020F0502020204030204"/>
              </a:rPr>
              <a:t>produced.</a:t>
            </a:r>
            <a:endParaRPr sz="1850">
              <a:latin typeface="Calibri" panose="020F0502020204030204"/>
              <a:cs typeface="Calibri" panose="020F0502020204030204"/>
            </a:endParaRPr>
          </a:p>
          <a:p>
            <a:pPr marL="297180" indent="-285115">
              <a:lnSpc>
                <a:spcPct val="100000"/>
              </a:lnSpc>
              <a:spcBef>
                <a:spcPts val="185"/>
              </a:spcBef>
              <a:buFont typeface="Arial MT"/>
              <a:buChar char="•"/>
              <a:tabLst>
                <a:tab pos="297180" algn="l"/>
                <a:tab pos="297815" algn="l"/>
              </a:tabLst>
            </a:pPr>
            <a:r>
              <a:rPr sz="1850" dirty="0">
                <a:latin typeface="Calibri" panose="020F0502020204030204"/>
                <a:cs typeface="Calibri" panose="020F0502020204030204"/>
              </a:rPr>
              <a:t>For</a:t>
            </a:r>
            <a:r>
              <a:rPr sz="1850" spc="-95" dirty="0">
                <a:latin typeface="Calibri" panose="020F0502020204030204"/>
                <a:cs typeface="Calibri" panose="020F0502020204030204"/>
              </a:rPr>
              <a:t> </a:t>
            </a:r>
            <a:r>
              <a:rPr sz="1850" spc="-10" dirty="0">
                <a:latin typeface="Calibri" panose="020F0502020204030204"/>
                <a:cs typeface="Calibri" panose="020F0502020204030204"/>
              </a:rPr>
              <a:t>project</a:t>
            </a:r>
            <a:r>
              <a:rPr sz="1850" spc="-150" dirty="0">
                <a:latin typeface="Calibri" panose="020F0502020204030204"/>
                <a:cs typeface="Calibri" panose="020F0502020204030204"/>
              </a:rPr>
              <a:t> </a:t>
            </a:r>
            <a:r>
              <a:rPr sz="1850" spc="-15" dirty="0">
                <a:latin typeface="Calibri" panose="020F0502020204030204"/>
                <a:cs typeface="Calibri" panose="020F0502020204030204"/>
              </a:rPr>
              <a:t>managers,</a:t>
            </a:r>
            <a:r>
              <a:rPr sz="1850" spc="-160" dirty="0">
                <a:latin typeface="Calibri" panose="020F0502020204030204"/>
                <a:cs typeface="Calibri" panose="020F0502020204030204"/>
              </a:rPr>
              <a:t> </a:t>
            </a:r>
            <a:r>
              <a:rPr sz="1850" spc="-15" dirty="0">
                <a:latin typeface="Calibri" panose="020F0502020204030204"/>
                <a:cs typeface="Calibri" panose="020F0502020204030204"/>
              </a:rPr>
              <a:t>how</a:t>
            </a:r>
            <a:r>
              <a:rPr sz="1850" spc="-50" dirty="0">
                <a:latin typeface="Calibri" panose="020F0502020204030204"/>
                <a:cs typeface="Calibri" panose="020F0502020204030204"/>
              </a:rPr>
              <a:t> </a:t>
            </a:r>
            <a:r>
              <a:rPr sz="1850" dirty="0">
                <a:latin typeface="Calibri" panose="020F0502020204030204"/>
                <a:cs typeface="Calibri" panose="020F0502020204030204"/>
              </a:rPr>
              <a:t>the</a:t>
            </a:r>
            <a:r>
              <a:rPr sz="1850" spc="-50" dirty="0">
                <a:latin typeface="Calibri" panose="020F0502020204030204"/>
                <a:cs typeface="Calibri" panose="020F0502020204030204"/>
              </a:rPr>
              <a:t> </a:t>
            </a:r>
            <a:r>
              <a:rPr sz="1850" spc="-10" dirty="0">
                <a:latin typeface="Calibri" panose="020F0502020204030204"/>
                <a:cs typeface="Calibri" panose="020F0502020204030204"/>
              </a:rPr>
              <a:t>product</a:t>
            </a:r>
            <a:r>
              <a:rPr sz="1850" spc="-160" dirty="0">
                <a:latin typeface="Calibri" panose="020F0502020204030204"/>
                <a:cs typeface="Calibri" panose="020F0502020204030204"/>
              </a:rPr>
              <a:t> </a:t>
            </a:r>
            <a:r>
              <a:rPr sz="1850" spc="-20" dirty="0">
                <a:latin typeface="Calibri" panose="020F0502020204030204"/>
                <a:cs typeface="Calibri" panose="020F0502020204030204"/>
              </a:rPr>
              <a:t>was</a:t>
            </a:r>
            <a:r>
              <a:rPr sz="1850" spc="-95" dirty="0">
                <a:latin typeface="Calibri" panose="020F0502020204030204"/>
                <a:cs typeface="Calibri" panose="020F0502020204030204"/>
              </a:rPr>
              <a:t> </a:t>
            </a:r>
            <a:r>
              <a:rPr sz="1850" spc="-15" dirty="0">
                <a:latin typeface="Calibri" panose="020F0502020204030204"/>
                <a:cs typeface="Calibri" panose="020F0502020204030204"/>
              </a:rPr>
              <a:t>produced</a:t>
            </a:r>
            <a:r>
              <a:rPr sz="1850" spc="-110" dirty="0">
                <a:latin typeface="Calibri" panose="020F0502020204030204"/>
                <a:cs typeface="Calibri" panose="020F0502020204030204"/>
              </a:rPr>
              <a:t> </a:t>
            </a:r>
            <a:r>
              <a:rPr sz="1850" spc="-15" dirty="0">
                <a:latin typeface="Calibri" panose="020F0502020204030204"/>
                <a:cs typeface="Calibri" panose="020F0502020204030204"/>
              </a:rPr>
              <a:t>is</a:t>
            </a:r>
            <a:r>
              <a:rPr sz="1850" spc="-10" dirty="0">
                <a:latin typeface="Calibri" panose="020F0502020204030204"/>
                <a:cs typeface="Calibri" panose="020F0502020204030204"/>
              </a:rPr>
              <a:t> </a:t>
            </a:r>
            <a:r>
              <a:rPr sz="1850" spc="-20" dirty="0">
                <a:latin typeface="Calibri" panose="020F0502020204030204"/>
                <a:cs typeface="Calibri" panose="020F0502020204030204"/>
              </a:rPr>
              <a:t>very</a:t>
            </a:r>
            <a:r>
              <a:rPr sz="1850" spc="-50" dirty="0">
                <a:latin typeface="Calibri" panose="020F0502020204030204"/>
                <a:cs typeface="Calibri" panose="020F0502020204030204"/>
              </a:rPr>
              <a:t> </a:t>
            </a:r>
            <a:r>
              <a:rPr sz="1850" spc="-10" dirty="0">
                <a:latin typeface="Calibri" panose="020F0502020204030204"/>
                <a:cs typeface="Calibri" panose="020F0502020204030204"/>
              </a:rPr>
              <a:t>important.</a:t>
            </a:r>
            <a:endParaRPr sz="1850">
              <a:latin typeface="Calibri" panose="020F0502020204030204"/>
              <a:cs typeface="Calibri" panose="020F0502020204030204"/>
            </a:endParaRPr>
          </a:p>
          <a:p>
            <a:pPr marL="297180" marR="17145" indent="-285115">
              <a:lnSpc>
                <a:spcPts val="1920"/>
              </a:lnSpc>
              <a:spcBef>
                <a:spcPts val="500"/>
              </a:spcBef>
              <a:buFont typeface="Arial MT"/>
              <a:buChar char="•"/>
              <a:tabLst>
                <a:tab pos="297180" algn="l"/>
                <a:tab pos="297815" algn="l"/>
              </a:tabLst>
            </a:pPr>
            <a:r>
              <a:rPr sz="1850" spc="-25" dirty="0">
                <a:latin typeface="Calibri" panose="020F0502020204030204"/>
                <a:cs typeface="Calibri" panose="020F0502020204030204"/>
              </a:rPr>
              <a:t>Whether</a:t>
            </a:r>
            <a:r>
              <a:rPr sz="1850" spc="80" dirty="0">
                <a:latin typeface="Calibri" panose="020F0502020204030204"/>
                <a:cs typeface="Calibri" panose="020F0502020204030204"/>
              </a:rPr>
              <a:t> </a:t>
            </a:r>
            <a:r>
              <a:rPr sz="1850" spc="-15" dirty="0">
                <a:latin typeface="Calibri" panose="020F0502020204030204"/>
                <a:cs typeface="Calibri" panose="020F0502020204030204"/>
              </a:rPr>
              <a:t>they</a:t>
            </a:r>
            <a:r>
              <a:rPr sz="1850" spc="30" dirty="0">
                <a:latin typeface="Calibri" panose="020F0502020204030204"/>
                <a:cs typeface="Calibri" panose="020F0502020204030204"/>
              </a:rPr>
              <a:t> </a:t>
            </a:r>
            <a:r>
              <a:rPr sz="1850" spc="-30" dirty="0">
                <a:latin typeface="Calibri" panose="020F0502020204030204"/>
                <a:cs typeface="Calibri" panose="020F0502020204030204"/>
              </a:rPr>
              <a:t>are</a:t>
            </a:r>
            <a:r>
              <a:rPr sz="1850" spc="40" dirty="0">
                <a:latin typeface="Calibri" panose="020F0502020204030204"/>
                <a:cs typeface="Calibri" panose="020F0502020204030204"/>
              </a:rPr>
              <a:t> </a:t>
            </a:r>
            <a:r>
              <a:rPr sz="1850" spc="-25" dirty="0">
                <a:latin typeface="Calibri" panose="020F0502020204030204"/>
                <a:cs typeface="Calibri" panose="020F0502020204030204"/>
              </a:rPr>
              <a:t>delivering</a:t>
            </a:r>
            <a:r>
              <a:rPr sz="1850" spc="95" dirty="0">
                <a:latin typeface="Calibri" panose="020F0502020204030204"/>
                <a:cs typeface="Calibri" panose="020F0502020204030204"/>
              </a:rPr>
              <a:t> </a:t>
            </a:r>
            <a:r>
              <a:rPr sz="1850" spc="-5" dirty="0">
                <a:latin typeface="Calibri" panose="020F0502020204030204"/>
                <a:cs typeface="Calibri" panose="020F0502020204030204"/>
              </a:rPr>
              <a:t>a</a:t>
            </a:r>
            <a:r>
              <a:rPr sz="1850" spc="55" dirty="0">
                <a:latin typeface="Calibri" panose="020F0502020204030204"/>
                <a:cs typeface="Calibri" panose="020F0502020204030204"/>
              </a:rPr>
              <a:t> </a:t>
            </a:r>
            <a:r>
              <a:rPr sz="1850" spc="-30" dirty="0">
                <a:latin typeface="Calibri" panose="020F0502020204030204"/>
                <a:cs typeface="Calibri" panose="020F0502020204030204"/>
              </a:rPr>
              <a:t>product</a:t>
            </a:r>
            <a:r>
              <a:rPr sz="1850" spc="25" dirty="0">
                <a:latin typeface="Calibri" panose="020F0502020204030204"/>
                <a:cs typeface="Calibri" panose="020F0502020204030204"/>
              </a:rPr>
              <a:t> </a:t>
            </a:r>
            <a:r>
              <a:rPr sz="1850" spc="-25" dirty="0">
                <a:latin typeface="Calibri" panose="020F0502020204030204"/>
                <a:cs typeface="Calibri" panose="020F0502020204030204"/>
              </a:rPr>
              <a:t>that</a:t>
            </a:r>
            <a:r>
              <a:rPr sz="1850" spc="105" dirty="0">
                <a:latin typeface="Calibri" panose="020F0502020204030204"/>
                <a:cs typeface="Calibri" panose="020F0502020204030204"/>
              </a:rPr>
              <a:t> </a:t>
            </a:r>
            <a:r>
              <a:rPr sz="1850" spc="-25" dirty="0">
                <a:latin typeface="Calibri" panose="020F0502020204030204"/>
                <a:cs typeface="Calibri" panose="020F0502020204030204"/>
              </a:rPr>
              <a:t>results</a:t>
            </a:r>
            <a:r>
              <a:rPr sz="1850" spc="65" dirty="0">
                <a:latin typeface="Calibri" panose="020F0502020204030204"/>
                <a:cs typeface="Calibri" panose="020F0502020204030204"/>
              </a:rPr>
              <a:t> </a:t>
            </a:r>
            <a:r>
              <a:rPr sz="1850" spc="-30" dirty="0">
                <a:latin typeface="Calibri" panose="020F0502020204030204"/>
                <a:cs typeface="Calibri" panose="020F0502020204030204"/>
              </a:rPr>
              <a:t>from</a:t>
            </a:r>
            <a:r>
              <a:rPr sz="1850" spc="45" dirty="0">
                <a:latin typeface="Calibri" panose="020F0502020204030204"/>
                <a:cs typeface="Calibri" panose="020F0502020204030204"/>
              </a:rPr>
              <a:t> </a:t>
            </a:r>
            <a:r>
              <a:rPr sz="1850" spc="-30" dirty="0">
                <a:latin typeface="Calibri" panose="020F0502020204030204"/>
                <a:cs typeface="Calibri" panose="020F0502020204030204"/>
              </a:rPr>
              <a:t>manufacturing</a:t>
            </a:r>
            <a:r>
              <a:rPr sz="1850" spc="105" dirty="0">
                <a:latin typeface="Calibri" panose="020F0502020204030204"/>
                <a:cs typeface="Calibri" panose="020F0502020204030204"/>
              </a:rPr>
              <a:t> </a:t>
            </a:r>
            <a:r>
              <a:rPr sz="1850" spc="-15" dirty="0">
                <a:latin typeface="Calibri" panose="020F0502020204030204"/>
                <a:cs typeface="Calibri" panose="020F0502020204030204"/>
              </a:rPr>
              <a:t>or</a:t>
            </a:r>
            <a:r>
              <a:rPr sz="1850" spc="65" dirty="0">
                <a:latin typeface="Calibri" panose="020F0502020204030204"/>
                <a:cs typeface="Calibri" panose="020F0502020204030204"/>
              </a:rPr>
              <a:t> </a:t>
            </a:r>
            <a:r>
              <a:rPr sz="1850" spc="-30" dirty="0">
                <a:latin typeface="Calibri" panose="020F0502020204030204"/>
                <a:cs typeface="Calibri" panose="020F0502020204030204"/>
              </a:rPr>
              <a:t>purely</a:t>
            </a:r>
            <a:r>
              <a:rPr sz="1850" spc="35" dirty="0">
                <a:latin typeface="Calibri" panose="020F0502020204030204"/>
                <a:cs typeface="Calibri" panose="020F0502020204030204"/>
              </a:rPr>
              <a:t> </a:t>
            </a:r>
            <a:r>
              <a:rPr sz="1850" spc="-20" dirty="0">
                <a:latin typeface="Calibri" panose="020F0502020204030204"/>
                <a:cs typeface="Calibri" panose="020F0502020204030204"/>
              </a:rPr>
              <a:t>intellectual</a:t>
            </a:r>
            <a:r>
              <a:rPr sz="1850" spc="50" dirty="0">
                <a:latin typeface="Calibri" panose="020F0502020204030204"/>
                <a:cs typeface="Calibri" panose="020F0502020204030204"/>
              </a:rPr>
              <a:t> </a:t>
            </a:r>
            <a:r>
              <a:rPr sz="1850" spc="-40" dirty="0">
                <a:latin typeface="Calibri" panose="020F0502020204030204"/>
                <a:cs typeface="Calibri" panose="020F0502020204030204"/>
              </a:rPr>
              <a:t>activity,</a:t>
            </a:r>
            <a:r>
              <a:rPr sz="1850" spc="114" dirty="0">
                <a:latin typeface="Calibri" panose="020F0502020204030204"/>
                <a:cs typeface="Calibri" panose="020F0502020204030204"/>
              </a:rPr>
              <a:t> </a:t>
            </a:r>
            <a:r>
              <a:rPr sz="1850" spc="-55" dirty="0">
                <a:latin typeface="Calibri" panose="020F0502020204030204"/>
                <a:cs typeface="Calibri" panose="020F0502020204030204"/>
              </a:rPr>
              <a:t>the </a:t>
            </a:r>
            <a:r>
              <a:rPr sz="1850" spc="-405" dirty="0">
                <a:latin typeface="Calibri" panose="020F0502020204030204"/>
                <a:cs typeface="Calibri" panose="020F0502020204030204"/>
              </a:rPr>
              <a:t> </a:t>
            </a:r>
            <a:r>
              <a:rPr sz="1850" spc="-15" dirty="0">
                <a:latin typeface="Calibri" panose="020F0502020204030204"/>
                <a:cs typeface="Calibri" panose="020F0502020204030204"/>
              </a:rPr>
              <a:t>processes</a:t>
            </a:r>
            <a:r>
              <a:rPr sz="1850" spc="-95" dirty="0">
                <a:latin typeface="Calibri" panose="020F0502020204030204"/>
                <a:cs typeface="Calibri" panose="020F0502020204030204"/>
              </a:rPr>
              <a:t> </a:t>
            </a:r>
            <a:r>
              <a:rPr sz="1850" spc="-5" dirty="0">
                <a:latin typeface="Calibri" panose="020F0502020204030204"/>
                <a:cs typeface="Calibri" panose="020F0502020204030204"/>
              </a:rPr>
              <a:t>that</a:t>
            </a:r>
            <a:r>
              <a:rPr sz="1850" spc="-155" dirty="0">
                <a:latin typeface="Calibri" panose="020F0502020204030204"/>
                <a:cs typeface="Calibri" panose="020F0502020204030204"/>
              </a:rPr>
              <a:t> </a:t>
            </a:r>
            <a:r>
              <a:rPr sz="1850" spc="-10" dirty="0">
                <a:latin typeface="Calibri" panose="020F0502020204030204"/>
                <a:cs typeface="Calibri" panose="020F0502020204030204"/>
              </a:rPr>
              <a:t>produce</a:t>
            </a:r>
            <a:r>
              <a:rPr sz="1850" spc="-145" dirty="0">
                <a:latin typeface="Calibri" panose="020F0502020204030204"/>
                <a:cs typeface="Calibri" panose="020F0502020204030204"/>
              </a:rPr>
              <a:t> </a:t>
            </a:r>
            <a:r>
              <a:rPr sz="1850" spc="-5" dirty="0">
                <a:latin typeface="Calibri" panose="020F0502020204030204"/>
                <a:cs typeface="Calibri" panose="020F0502020204030204"/>
              </a:rPr>
              <a:t>that</a:t>
            </a:r>
            <a:r>
              <a:rPr sz="1850" spc="-85" dirty="0">
                <a:latin typeface="Calibri" panose="020F0502020204030204"/>
                <a:cs typeface="Calibri" panose="020F0502020204030204"/>
              </a:rPr>
              <a:t> </a:t>
            </a:r>
            <a:r>
              <a:rPr sz="1850" spc="-10" dirty="0">
                <a:latin typeface="Calibri" panose="020F0502020204030204"/>
                <a:cs typeface="Calibri" panose="020F0502020204030204"/>
              </a:rPr>
              <a:t>product</a:t>
            </a:r>
            <a:r>
              <a:rPr sz="1850" spc="-150" dirty="0">
                <a:latin typeface="Calibri" panose="020F0502020204030204"/>
                <a:cs typeface="Calibri" panose="020F0502020204030204"/>
              </a:rPr>
              <a:t> </a:t>
            </a:r>
            <a:r>
              <a:rPr sz="1850" spc="-15" dirty="0">
                <a:latin typeface="Calibri" panose="020F0502020204030204"/>
                <a:cs typeface="Calibri" panose="020F0502020204030204"/>
              </a:rPr>
              <a:t>have</a:t>
            </a:r>
            <a:r>
              <a:rPr sz="1850" spc="-135" dirty="0">
                <a:latin typeface="Calibri" panose="020F0502020204030204"/>
                <a:cs typeface="Calibri" panose="020F0502020204030204"/>
              </a:rPr>
              <a:t> </a:t>
            </a:r>
            <a:r>
              <a:rPr sz="1850" spc="-10" dirty="0">
                <a:latin typeface="Calibri" panose="020F0502020204030204"/>
                <a:cs typeface="Calibri" panose="020F0502020204030204"/>
              </a:rPr>
              <a:t>great</a:t>
            </a:r>
            <a:r>
              <a:rPr sz="1850" spc="-75" dirty="0">
                <a:latin typeface="Calibri" panose="020F0502020204030204"/>
                <a:cs typeface="Calibri" panose="020F0502020204030204"/>
              </a:rPr>
              <a:t> </a:t>
            </a:r>
            <a:r>
              <a:rPr sz="1850" spc="-30" dirty="0">
                <a:latin typeface="Calibri" panose="020F0502020204030204"/>
                <a:cs typeface="Calibri" panose="020F0502020204030204"/>
              </a:rPr>
              <a:t>effect</a:t>
            </a:r>
            <a:r>
              <a:rPr sz="1850" dirty="0">
                <a:latin typeface="Calibri" panose="020F0502020204030204"/>
                <a:cs typeface="Calibri" panose="020F0502020204030204"/>
              </a:rPr>
              <a:t> </a:t>
            </a:r>
            <a:r>
              <a:rPr sz="1850" spc="-15" dirty="0">
                <a:latin typeface="Calibri" panose="020F0502020204030204"/>
                <a:cs typeface="Calibri" panose="020F0502020204030204"/>
              </a:rPr>
              <a:t>on</a:t>
            </a:r>
            <a:r>
              <a:rPr sz="1850" spc="-105" dirty="0">
                <a:latin typeface="Calibri" panose="020F0502020204030204"/>
                <a:cs typeface="Calibri" panose="020F0502020204030204"/>
              </a:rPr>
              <a:t> </a:t>
            </a:r>
            <a:r>
              <a:rPr sz="1850" spc="-5" dirty="0">
                <a:latin typeface="Calibri" panose="020F0502020204030204"/>
                <a:cs typeface="Calibri" panose="020F0502020204030204"/>
              </a:rPr>
              <a:t>the</a:t>
            </a:r>
            <a:r>
              <a:rPr sz="1850" spc="-55" dirty="0">
                <a:latin typeface="Calibri" panose="020F0502020204030204"/>
                <a:cs typeface="Calibri" panose="020F0502020204030204"/>
              </a:rPr>
              <a:t> </a:t>
            </a:r>
            <a:r>
              <a:rPr sz="1850" spc="-15" dirty="0">
                <a:latin typeface="Calibri" panose="020F0502020204030204"/>
                <a:cs typeface="Calibri" panose="020F0502020204030204"/>
              </a:rPr>
              <a:t>outcome.</a:t>
            </a:r>
            <a:endParaRPr sz="1850">
              <a:latin typeface="Calibri" panose="020F0502020204030204"/>
              <a:cs typeface="Calibri" panose="020F0502020204030204"/>
            </a:endParaRPr>
          </a:p>
          <a:p>
            <a:pPr marL="297180" marR="5080" indent="-285115">
              <a:lnSpc>
                <a:spcPts val="1920"/>
              </a:lnSpc>
              <a:spcBef>
                <a:spcPts val="485"/>
              </a:spcBef>
              <a:buFont typeface="Arial MT"/>
              <a:buChar char="•"/>
              <a:tabLst>
                <a:tab pos="297180" algn="l"/>
                <a:tab pos="297815" algn="l"/>
              </a:tabLst>
            </a:pPr>
            <a:r>
              <a:rPr sz="1850" spc="-20" dirty="0">
                <a:latin typeface="Calibri" panose="020F0502020204030204"/>
                <a:cs typeface="Calibri" panose="020F0502020204030204"/>
              </a:rPr>
              <a:t>What</a:t>
            </a:r>
            <a:r>
              <a:rPr sz="1850" spc="90" dirty="0">
                <a:latin typeface="Calibri" panose="020F0502020204030204"/>
                <a:cs typeface="Calibri" panose="020F0502020204030204"/>
              </a:rPr>
              <a:t> </a:t>
            </a:r>
            <a:r>
              <a:rPr sz="1850" spc="-25" dirty="0">
                <a:latin typeface="Calibri" panose="020F0502020204030204"/>
                <a:cs typeface="Calibri" panose="020F0502020204030204"/>
              </a:rPr>
              <a:t>you</a:t>
            </a:r>
            <a:r>
              <a:rPr sz="1850" spc="60" dirty="0">
                <a:latin typeface="Calibri" panose="020F0502020204030204"/>
                <a:cs typeface="Calibri" panose="020F0502020204030204"/>
              </a:rPr>
              <a:t> </a:t>
            </a:r>
            <a:r>
              <a:rPr sz="1850" spc="-10" dirty="0">
                <a:latin typeface="Calibri" panose="020F0502020204030204"/>
                <a:cs typeface="Calibri" panose="020F0502020204030204"/>
              </a:rPr>
              <a:t>do</a:t>
            </a:r>
            <a:r>
              <a:rPr sz="1850" spc="50" dirty="0">
                <a:latin typeface="Calibri" panose="020F0502020204030204"/>
                <a:cs typeface="Calibri" panose="020F0502020204030204"/>
              </a:rPr>
              <a:t> </a:t>
            </a:r>
            <a:r>
              <a:rPr sz="1850" spc="-20" dirty="0">
                <a:latin typeface="Calibri" panose="020F0502020204030204"/>
                <a:cs typeface="Calibri" panose="020F0502020204030204"/>
              </a:rPr>
              <a:t>may</a:t>
            </a:r>
            <a:r>
              <a:rPr sz="1850" spc="30" dirty="0">
                <a:latin typeface="Calibri" panose="020F0502020204030204"/>
                <a:cs typeface="Calibri" panose="020F0502020204030204"/>
              </a:rPr>
              <a:t> </a:t>
            </a:r>
            <a:r>
              <a:rPr sz="1850" spc="-20" dirty="0">
                <a:latin typeface="Calibri" panose="020F0502020204030204"/>
                <a:cs typeface="Calibri" panose="020F0502020204030204"/>
              </a:rPr>
              <a:t>satisfy</a:t>
            </a:r>
            <a:r>
              <a:rPr sz="1850" spc="35" dirty="0">
                <a:latin typeface="Calibri" panose="020F0502020204030204"/>
                <a:cs typeface="Calibri" panose="020F0502020204030204"/>
              </a:rPr>
              <a:t> </a:t>
            </a:r>
            <a:r>
              <a:rPr sz="1850" spc="-30" dirty="0">
                <a:latin typeface="Calibri" panose="020F0502020204030204"/>
                <a:cs typeface="Calibri" panose="020F0502020204030204"/>
              </a:rPr>
              <a:t>the</a:t>
            </a:r>
            <a:r>
              <a:rPr sz="1850" spc="30" dirty="0">
                <a:latin typeface="Calibri" panose="020F0502020204030204"/>
                <a:cs typeface="Calibri" panose="020F0502020204030204"/>
              </a:rPr>
              <a:t> </a:t>
            </a:r>
            <a:r>
              <a:rPr sz="1850" spc="-40" dirty="0">
                <a:latin typeface="Calibri" panose="020F0502020204030204"/>
                <a:cs typeface="Calibri" panose="020F0502020204030204"/>
              </a:rPr>
              <a:t>customer,</a:t>
            </a:r>
            <a:r>
              <a:rPr sz="1850" spc="95" dirty="0">
                <a:latin typeface="Calibri" panose="020F0502020204030204"/>
                <a:cs typeface="Calibri" panose="020F0502020204030204"/>
              </a:rPr>
              <a:t> </a:t>
            </a:r>
            <a:r>
              <a:rPr sz="1850" spc="-40" dirty="0">
                <a:latin typeface="Calibri" panose="020F0502020204030204"/>
                <a:cs typeface="Calibri" panose="020F0502020204030204"/>
              </a:rPr>
              <a:t>but</a:t>
            </a:r>
            <a:r>
              <a:rPr sz="1850" spc="85" dirty="0">
                <a:latin typeface="Calibri" panose="020F0502020204030204"/>
                <a:cs typeface="Calibri" panose="020F0502020204030204"/>
              </a:rPr>
              <a:t> </a:t>
            </a:r>
            <a:r>
              <a:rPr sz="1850" spc="-15" dirty="0">
                <a:latin typeface="Calibri" panose="020F0502020204030204"/>
                <a:cs typeface="Calibri" panose="020F0502020204030204"/>
              </a:rPr>
              <a:t>how</a:t>
            </a:r>
            <a:r>
              <a:rPr sz="1850" spc="30" dirty="0">
                <a:latin typeface="Calibri" panose="020F0502020204030204"/>
                <a:cs typeface="Calibri" panose="020F0502020204030204"/>
              </a:rPr>
              <a:t> </a:t>
            </a:r>
            <a:r>
              <a:rPr sz="1850" spc="-25" dirty="0">
                <a:latin typeface="Calibri" panose="020F0502020204030204"/>
                <a:cs typeface="Calibri" panose="020F0502020204030204"/>
              </a:rPr>
              <a:t>you</a:t>
            </a:r>
            <a:r>
              <a:rPr sz="1850" spc="60" dirty="0">
                <a:latin typeface="Calibri" panose="020F0502020204030204"/>
                <a:cs typeface="Calibri" panose="020F0502020204030204"/>
              </a:rPr>
              <a:t> </a:t>
            </a:r>
            <a:r>
              <a:rPr sz="1850" spc="-10" dirty="0">
                <a:latin typeface="Calibri" panose="020F0502020204030204"/>
                <a:cs typeface="Calibri" panose="020F0502020204030204"/>
              </a:rPr>
              <a:t>do</a:t>
            </a:r>
            <a:r>
              <a:rPr sz="1850" spc="55" dirty="0">
                <a:latin typeface="Calibri" panose="020F0502020204030204"/>
                <a:cs typeface="Calibri" panose="020F0502020204030204"/>
              </a:rPr>
              <a:t> </a:t>
            </a:r>
            <a:r>
              <a:rPr sz="1850" spc="-15" dirty="0">
                <a:latin typeface="Calibri" panose="020F0502020204030204"/>
                <a:cs typeface="Calibri" panose="020F0502020204030204"/>
              </a:rPr>
              <a:t>it</a:t>
            </a:r>
            <a:r>
              <a:rPr sz="1850" spc="85" dirty="0">
                <a:latin typeface="Calibri" panose="020F0502020204030204"/>
                <a:cs typeface="Calibri" panose="020F0502020204030204"/>
              </a:rPr>
              <a:t> </a:t>
            </a:r>
            <a:r>
              <a:rPr sz="1850" spc="-30" dirty="0">
                <a:latin typeface="Calibri" panose="020F0502020204030204"/>
                <a:cs typeface="Calibri" panose="020F0502020204030204"/>
              </a:rPr>
              <a:t>will</a:t>
            </a:r>
            <a:r>
              <a:rPr sz="1850" spc="45" dirty="0">
                <a:latin typeface="Calibri" panose="020F0502020204030204"/>
                <a:cs typeface="Calibri" panose="020F0502020204030204"/>
              </a:rPr>
              <a:t> </a:t>
            </a:r>
            <a:r>
              <a:rPr sz="1850" spc="-35" dirty="0">
                <a:latin typeface="Calibri" panose="020F0502020204030204"/>
                <a:cs typeface="Calibri" panose="020F0502020204030204"/>
              </a:rPr>
              <a:t>keep</a:t>
            </a:r>
            <a:r>
              <a:rPr sz="1850" spc="60" dirty="0">
                <a:latin typeface="Calibri" panose="020F0502020204030204"/>
                <a:cs typeface="Calibri" panose="020F0502020204030204"/>
              </a:rPr>
              <a:t> </a:t>
            </a:r>
            <a:r>
              <a:rPr sz="1850" spc="-20" dirty="0">
                <a:latin typeface="Calibri" panose="020F0502020204030204"/>
                <a:cs typeface="Calibri" panose="020F0502020204030204"/>
              </a:rPr>
              <a:t>you</a:t>
            </a:r>
            <a:r>
              <a:rPr sz="1850" spc="55" dirty="0">
                <a:latin typeface="Calibri" panose="020F0502020204030204"/>
                <a:cs typeface="Calibri" panose="020F0502020204030204"/>
              </a:rPr>
              <a:t> </a:t>
            </a:r>
            <a:r>
              <a:rPr sz="1850" spc="-10" dirty="0">
                <a:latin typeface="Calibri" panose="020F0502020204030204"/>
                <a:cs typeface="Calibri" panose="020F0502020204030204"/>
              </a:rPr>
              <a:t>on</a:t>
            </a:r>
            <a:r>
              <a:rPr sz="1850" spc="55" dirty="0">
                <a:latin typeface="Calibri" panose="020F0502020204030204"/>
                <a:cs typeface="Calibri" panose="020F0502020204030204"/>
              </a:rPr>
              <a:t> </a:t>
            </a:r>
            <a:r>
              <a:rPr sz="1850" spc="-15" dirty="0">
                <a:latin typeface="Calibri" panose="020F0502020204030204"/>
                <a:cs typeface="Calibri" panose="020F0502020204030204"/>
              </a:rPr>
              <a:t>schedule</a:t>
            </a:r>
            <a:r>
              <a:rPr sz="1850" spc="30" dirty="0">
                <a:latin typeface="Calibri" panose="020F0502020204030204"/>
                <a:cs typeface="Calibri" panose="020F0502020204030204"/>
              </a:rPr>
              <a:t> </a:t>
            </a:r>
            <a:r>
              <a:rPr sz="1850" spc="-10" dirty="0">
                <a:latin typeface="Calibri" panose="020F0502020204030204"/>
                <a:cs typeface="Calibri" panose="020F0502020204030204"/>
              </a:rPr>
              <a:t>and</a:t>
            </a:r>
            <a:r>
              <a:rPr sz="1850" spc="60" dirty="0">
                <a:latin typeface="Calibri" panose="020F0502020204030204"/>
                <a:cs typeface="Calibri" panose="020F0502020204030204"/>
              </a:rPr>
              <a:t> </a:t>
            </a:r>
            <a:r>
              <a:rPr sz="1850" spc="-15" dirty="0">
                <a:latin typeface="Calibri" panose="020F0502020204030204"/>
                <a:cs typeface="Calibri" panose="020F0502020204030204"/>
              </a:rPr>
              <a:t>on</a:t>
            </a:r>
            <a:r>
              <a:rPr sz="1850" spc="55" dirty="0">
                <a:latin typeface="Calibri" panose="020F0502020204030204"/>
                <a:cs typeface="Calibri" panose="020F0502020204030204"/>
              </a:rPr>
              <a:t> </a:t>
            </a:r>
            <a:r>
              <a:rPr sz="1850" spc="-15" dirty="0">
                <a:latin typeface="Calibri" panose="020F0502020204030204"/>
                <a:cs typeface="Calibri" panose="020F0502020204030204"/>
              </a:rPr>
              <a:t>budget</a:t>
            </a:r>
            <a:r>
              <a:rPr sz="1850" spc="85" dirty="0">
                <a:latin typeface="Calibri" panose="020F0502020204030204"/>
                <a:cs typeface="Calibri" panose="020F0502020204030204"/>
              </a:rPr>
              <a:t> </a:t>
            </a:r>
            <a:r>
              <a:rPr sz="1850" spc="-10" dirty="0">
                <a:latin typeface="Calibri" panose="020F0502020204030204"/>
                <a:cs typeface="Calibri" panose="020F0502020204030204"/>
              </a:rPr>
              <a:t>—</a:t>
            </a:r>
            <a:r>
              <a:rPr sz="1850" spc="80" dirty="0">
                <a:latin typeface="Calibri" panose="020F0502020204030204"/>
                <a:cs typeface="Calibri" panose="020F0502020204030204"/>
              </a:rPr>
              <a:t> </a:t>
            </a:r>
            <a:r>
              <a:rPr sz="1850" spc="-10" dirty="0">
                <a:latin typeface="Calibri" panose="020F0502020204030204"/>
                <a:cs typeface="Calibri" panose="020F0502020204030204"/>
              </a:rPr>
              <a:t>and</a:t>
            </a:r>
            <a:r>
              <a:rPr sz="1850" spc="55" dirty="0">
                <a:latin typeface="Calibri" panose="020F0502020204030204"/>
                <a:cs typeface="Calibri" panose="020F0502020204030204"/>
              </a:rPr>
              <a:t> </a:t>
            </a:r>
            <a:r>
              <a:rPr sz="1850" spc="-25" dirty="0">
                <a:latin typeface="Calibri" panose="020F0502020204030204"/>
                <a:cs typeface="Calibri" panose="020F0502020204030204"/>
              </a:rPr>
              <a:t>that </a:t>
            </a:r>
            <a:r>
              <a:rPr sz="1850" spc="-405" dirty="0">
                <a:latin typeface="Calibri" panose="020F0502020204030204"/>
                <a:cs typeface="Calibri" panose="020F0502020204030204"/>
              </a:rPr>
              <a:t> </a:t>
            </a:r>
            <a:r>
              <a:rPr sz="1850" spc="-20" dirty="0">
                <a:latin typeface="Calibri" panose="020F0502020204030204"/>
                <a:cs typeface="Calibri" panose="020F0502020204030204"/>
              </a:rPr>
              <a:t>may</a:t>
            </a:r>
            <a:r>
              <a:rPr sz="1850" spc="-55" dirty="0">
                <a:latin typeface="Calibri" panose="020F0502020204030204"/>
                <a:cs typeface="Calibri" panose="020F0502020204030204"/>
              </a:rPr>
              <a:t> </a:t>
            </a:r>
            <a:r>
              <a:rPr sz="1850" spc="-20" dirty="0">
                <a:latin typeface="Calibri" panose="020F0502020204030204"/>
                <a:cs typeface="Calibri" panose="020F0502020204030204"/>
              </a:rPr>
              <a:t>result</a:t>
            </a:r>
            <a:r>
              <a:rPr sz="1850" spc="-70" dirty="0">
                <a:latin typeface="Calibri" panose="020F0502020204030204"/>
                <a:cs typeface="Calibri" panose="020F0502020204030204"/>
              </a:rPr>
              <a:t> </a:t>
            </a:r>
            <a:r>
              <a:rPr sz="1850" spc="-20" dirty="0">
                <a:latin typeface="Calibri" panose="020F0502020204030204"/>
                <a:cs typeface="Calibri" panose="020F0502020204030204"/>
              </a:rPr>
              <a:t>in</a:t>
            </a:r>
            <a:r>
              <a:rPr sz="1850" spc="-25" dirty="0">
                <a:latin typeface="Calibri" panose="020F0502020204030204"/>
                <a:cs typeface="Calibri" panose="020F0502020204030204"/>
              </a:rPr>
              <a:t> </a:t>
            </a:r>
            <a:r>
              <a:rPr sz="1850" spc="-15" dirty="0">
                <a:latin typeface="Calibri" panose="020F0502020204030204"/>
                <a:cs typeface="Calibri" panose="020F0502020204030204"/>
              </a:rPr>
              <a:t>long-term</a:t>
            </a:r>
            <a:r>
              <a:rPr sz="1850" spc="-130" dirty="0">
                <a:latin typeface="Calibri" panose="020F0502020204030204"/>
                <a:cs typeface="Calibri" panose="020F0502020204030204"/>
              </a:rPr>
              <a:t> </a:t>
            </a:r>
            <a:r>
              <a:rPr sz="1850" spc="-10" dirty="0">
                <a:latin typeface="Calibri" panose="020F0502020204030204"/>
                <a:cs typeface="Calibri" panose="020F0502020204030204"/>
              </a:rPr>
              <a:t>sustainable</a:t>
            </a:r>
            <a:r>
              <a:rPr sz="1850" spc="-225" dirty="0">
                <a:latin typeface="Calibri" panose="020F0502020204030204"/>
                <a:cs typeface="Calibri" panose="020F0502020204030204"/>
              </a:rPr>
              <a:t> </a:t>
            </a:r>
            <a:r>
              <a:rPr sz="1850" spc="-15" dirty="0">
                <a:latin typeface="Calibri" panose="020F0502020204030204"/>
                <a:cs typeface="Calibri" panose="020F0502020204030204"/>
              </a:rPr>
              <a:t>relationship</a:t>
            </a:r>
            <a:r>
              <a:rPr sz="1850" spc="-120" dirty="0">
                <a:latin typeface="Calibri" panose="020F0502020204030204"/>
                <a:cs typeface="Calibri" panose="020F0502020204030204"/>
              </a:rPr>
              <a:t> </a:t>
            </a:r>
            <a:r>
              <a:rPr sz="1850" spc="-25" dirty="0">
                <a:latin typeface="Calibri" panose="020F0502020204030204"/>
                <a:cs typeface="Calibri" panose="020F0502020204030204"/>
              </a:rPr>
              <a:t>between </a:t>
            </a:r>
            <a:r>
              <a:rPr sz="1850" spc="-5" dirty="0">
                <a:latin typeface="Calibri" panose="020F0502020204030204"/>
                <a:cs typeface="Calibri" panose="020F0502020204030204"/>
              </a:rPr>
              <a:t>the</a:t>
            </a:r>
            <a:r>
              <a:rPr sz="1850" spc="-55" dirty="0">
                <a:latin typeface="Calibri" panose="020F0502020204030204"/>
                <a:cs typeface="Calibri" panose="020F0502020204030204"/>
              </a:rPr>
              <a:t> </a:t>
            </a:r>
            <a:r>
              <a:rPr sz="1850" spc="-10" dirty="0">
                <a:latin typeface="Calibri" panose="020F0502020204030204"/>
                <a:cs typeface="Calibri" panose="020F0502020204030204"/>
              </a:rPr>
              <a:t>project</a:t>
            </a:r>
            <a:r>
              <a:rPr sz="1850" spc="-145" dirty="0">
                <a:latin typeface="Calibri" panose="020F0502020204030204"/>
                <a:cs typeface="Calibri" panose="020F0502020204030204"/>
              </a:rPr>
              <a:t> </a:t>
            </a:r>
            <a:r>
              <a:rPr sz="1850" spc="-20" dirty="0">
                <a:latin typeface="Calibri" panose="020F0502020204030204"/>
                <a:cs typeface="Calibri" panose="020F0502020204030204"/>
              </a:rPr>
              <a:t>manager</a:t>
            </a:r>
            <a:r>
              <a:rPr sz="1850" spc="-100" dirty="0">
                <a:latin typeface="Calibri" panose="020F0502020204030204"/>
                <a:cs typeface="Calibri" panose="020F0502020204030204"/>
              </a:rPr>
              <a:t> </a:t>
            </a:r>
            <a:r>
              <a:rPr sz="1850" spc="-10" dirty="0">
                <a:latin typeface="Calibri" panose="020F0502020204030204"/>
                <a:cs typeface="Calibri" panose="020F0502020204030204"/>
              </a:rPr>
              <a:t>and</a:t>
            </a:r>
            <a:r>
              <a:rPr sz="1850" spc="-105" dirty="0">
                <a:latin typeface="Calibri" panose="020F0502020204030204"/>
                <a:cs typeface="Calibri" panose="020F0502020204030204"/>
              </a:rPr>
              <a:t> </a:t>
            </a:r>
            <a:r>
              <a:rPr sz="1850" spc="-30" dirty="0">
                <a:latin typeface="Calibri" panose="020F0502020204030204"/>
                <a:cs typeface="Calibri" panose="020F0502020204030204"/>
              </a:rPr>
              <a:t>customer.</a:t>
            </a:r>
            <a:endParaRPr sz="1850">
              <a:latin typeface="Calibri" panose="020F0502020204030204"/>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76200" rIns="0" bIns="0" rtlCol="0">
            <a:spAutoFit/>
          </a:bodyPr>
          <a:lstStyle/>
          <a:p>
            <a:pPr marL="7620" algn="ctr">
              <a:lnSpc>
                <a:spcPct val="100000"/>
              </a:lnSpc>
              <a:spcBef>
                <a:spcPts val="600"/>
              </a:spcBef>
            </a:pPr>
            <a:r>
              <a:rPr spc="-35" dirty="0"/>
              <a:t>Definition</a:t>
            </a:r>
            <a:r>
              <a:rPr spc="270" dirty="0"/>
              <a:t> </a:t>
            </a:r>
            <a:r>
              <a:rPr spc="-15" dirty="0"/>
              <a:t>of</a:t>
            </a:r>
            <a:r>
              <a:rPr spc="-30" dirty="0"/>
              <a:t> </a:t>
            </a:r>
            <a:r>
              <a:rPr spc="-45" dirty="0"/>
              <a:t>Quality</a:t>
            </a:r>
          </a:p>
        </p:txBody>
      </p:sp>
      <p:sp>
        <p:nvSpPr>
          <p:cNvPr id="3" name="object 3"/>
          <p:cNvSpPr txBox="1"/>
          <p:nvPr/>
        </p:nvSpPr>
        <p:spPr>
          <a:xfrm>
            <a:off x="688975" y="1102550"/>
            <a:ext cx="10824210" cy="5387975"/>
          </a:xfrm>
          <a:prstGeom prst="rect">
            <a:avLst/>
          </a:prstGeom>
        </p:spPr>
        <p:txBody>
          <a:bodyPr vert="horz" wrap="square" lIns="0" tIns="66675" rIns="0" bIns="0" rtlCol="0">
            <a:spAutoFit/>
          </a:bodyPr>
          <a:lstStyle/>
          <a:p>
            <a:pPr marL="12700">
              <a:lnSpc>
                <a:spcPct val="100000"/>
              </a:lnSpc>
              <a:spcBef>
                <a:spcPts val="525"/>
              </a:spcBef>
            </a:pPr>
            <a:r>
              <a:rPr sz="2250" b="1" u="heavy" spc="-5" dirty="0">
                <a:uFill>
                  <a:solidFill>
                    <a:srgbClr val="000000"/>
                  </a:solidFill>
                </a:uFill>
                <a:latin typeface="Calibri" panose="020F0502020204030204"/>
                <a:cs typeface="Calibri" panose="020F0502020204030204"/>
              </a:rPr>
              <a:t>Customers</a:t>
            </a:r>
            <a:endParaRPr sz="2250">
              <a:latin typeface="Calibri" panose="020F0502020204030204"/>
              <a:cs typeface="Calibri" panose="020F0502020204030204"/>
            </a:endParaRPr>
          </a:p>
          <a:p>
            <a:pPr marL="297180" marR="8890" indent="-285115">
              <a:lnSpc>
                <a:spcPts val="2640"/>
              </a:lnSpc>
              <a:spcBef>
                <a:spcPts val="565"/>
              </a:spcBef>
              <a:buFont typeface="Arial MT"/>
              <a:buChar char="•"/>
              <a:tabLst>
                <a:tab pos="297180" algn="l"/>
                <a:tab pos="297815" algn="l"/>
              </a:tabLst>
            </a:pPr>
            <a:r>
              <a:rPr sz="2250" spc="-75" dirty="0">
                <a:latin typeface="Calibri" panose="020F0502020204030204"/>
                <a:cs typeface="Calibri" panose="020F0502020204030204"/>
              </a:rPr>
              <a:t>You</a:t>
            </a:r>
            <a:r>
              <a:rPr sz="2250" spc="80" dirty="0">
                <a:latin typeface="Calibri" panose="020F0502020204030204"/>
                <a:cs typeface="Calibri" panose="020F0502020204030204"/>
              </a:rPr>
              <a:t> </a:t>
            </a:r>
            <a:r>
              <a:rPr sz="2250" spc="-15" dirty="0">
                <a:latin typeface="Calibri" panose="020F0502020204030204"/>
                <a:cs typeface="Calibri" panose="020F0502020204030204"/>
              </a:rPr>
              <a:t>can</a:t>
            </a:r>
            <a:r>
              <a:rPr sz="2250" dirty="0">
                <a:latin typeface="Calibri" panose="020F0502020204030204"/>
                <a:cs typeface="Calibri" panose="020F0502020204030204"/>
              </a:rPr>
              <a:t> </a:t>
            </a:r>
            <a:r>
              <a:rPr sz="2250" spc="-10" dirty="0">
                <a:latin typeface="Calibri" panose="020F0502020204030204"/>
                <a:cs typeface="Calibri" panose="020F0502020204030204"/>
              </a:rPr>
              <a:t>build</a:t>
            </a:r>
            <a:r>
              <a:rPr sz="2250" spc="80" dirty="0">
                <a:latin typeface="Calibri" panose="020F0502020204030204"/>
                <a:cs typeface="Calibri" panose="020F0502020204030204"/>
              </a:rPr>
              <a:t> </a:t>
            </a:r>
            <a:r>
              <a:rPr sz="2250" spc="-15" dirty="0">
                <a:latin typeface="Calibri" panose="020F0502020204030204"/>
                <a:cs typeface="Calibri" panose="020F0502020204030204"/>
              </a:rPr>
              <a:t>the </a:t>
            </a:r>
            <a:r>
              <a:rPr sz="2250" dirty="0">
                <a:latin typeface="Calibri" panose="020F0502020204030204"/>
                <a:cs typeface="Calibri" panose="020F0502020204030204"/>
              </a:rPr>
              <a:t>best</a:t>
            </a:r>
            <a:r>
              <a:rPr sz="2250" spc="35" dirty="0">
                <a:latin typeface="Calibri" panose="020F0502020204030204"/>
                <a:cs typeface="Calibri" panose="020F0502020204030204"/>
              </a:rPr>
              <a:t> </a:t>
            </a:r>
            <a:r>
              <a:rPr sz="2250" spc="-30" dirty="0">
                <a:latin typeface="Calibri" panose="020F0502020204030204"/>
                <a:cs typeface="Calibri" panose="020F0502020204030204"/>
              </a:rPr>
              <a:t>products</a:t>
            </a:r>
            <a:r>
              <a:rPr sz="2250" spc="75" dirty="0">
                <a:latin typeface="Calibri" panose="020F0502020204030204"/>
                <a:cs typeface="Calibri" panose="020F0502020204030204"/>
              </a:rPr>
              <a:t> </a:t>
            </a:r>
            <a:r>
              <a:rPr sz="2250" spc="-35" dirty="0">
                <a:latin typeface="Calibri" panose="020F0502020204030204"/>
                <a:cs typeface="Calibri" panose="020F0502020204030204"/>
              </a:rPr>
              <a:t>available</a:t>
            </a:r>
            <a:r>
              <a:rPr sz="2250" spc="60" dirty="0">
                <a:latin typeface="Calibri" panose="020F0502020204030204"/>
                <a:cs typeface="Calibri" panose="020F0502020204030204"/>
              </a:rPr>
              <a:t> </a:t>
            </a:r>
            <a:r>
              <a:rPr sz="2250" spc="-25" dirty="0">
                <a:latin typeface="Calibri" panose="020F0502020204030204"/>
                <a:cs typeface="Calibri" panose="020F0502020204030204"/>
              </a:rPr>
              <a:t>in</a:t>
            </a:r>
            <a:r>
              <a:rPr sz="2250" spc="80" dirty="0">
                <a:latin typeface="Calibri" panose="020F0502020204030204"/>
                <a:cs typeface="Calibri" panose="020F0502020204030204"/>
              </a:rPr>
              <a:t> </a:t>
            </a:r>
            <a:r>
              <a:rPr sz="2250" spc="-15" dirty="0">
                <a:latin typeface="Calibri" panose="020F0502020204030204"/>
                <a:cs typeface="Calibri" panose="020F0502020204030204"/>
              </a:rPr>
              <a:t>the</a:t>
            </a:r>
            <a:r>
              <a:rPr sz="2250" spc="65" dirty="0">
                <a:latin typeface="Calibri" panose="020F0502020204030204"/>
                <a:cs typeface="Calibri" panose="020F0502020204030204"/>
              </a:rPr>
              <a:t> </a:t>
            </a:r>
            <a:r>
              <a:rPr sz="2250" spc="-40" dirty="0">
                <a:latin typeface="Calibri" panose="020F0502020204030204"/>
                <a:cs typeface="Calibri" panose="020F0502020204030204"/>
              </a:rPr>
              <a:t>market</a:t>
            </a:r>
            <a:r>
              <a:rPr sz="2250" spc="30" dirty="0">
                <a:latin typeface="Calibri" panose="020F0502020204030204"/>
                <a:cs typeface="Calibri" panose="020F0502020204030204"/>
              </a:rPr>
              <a:t> </a:t>
            </a:r>
            <a:r>
              <a:rPr sz="2250" spc="5" dirty="0">
                <a:latin typeface="Calibri" panose="020F0502020204030204"/>
                <a:cs typeface="Calibri" panose="020F0502020204030204"/>
              </a:rPr>
              <a:t>but</a:t>
            </a:r>
            <a:r>
              <a:rPr sz="2250" spc="30" dirty="0">
                <a:latin typeface="Calibri" panose="020F0502020204030204"/>
                <a:cs typeface="Calibri" panose="020F0502020204030204"/>
              </a:rPr>
              <a:t> </a:t>
            </a:r>
            <a:r>
              <a:rPr sz="2250" spc="-25" dirty="0">
                <a:latin typeface="Calibri" panose="020F0502020204030204"/>
                <a:cs typeface="Calibri" panose="020F0502020204030204"/>
              </a:rPr>
              <a:t>these</a:t>
            </a:r>
            <a:r>
              <a:rPr sz="2250" spc="65" dirty="0">
                <a:latin typeface="Calibri" panose="020F0502020204030204"/>
                <a:cs typeface="Calibri" panose="020F0502020204030204"/>
              </a:rPr>
              <a:t> </a:t>
            </a:r>
            <a:r>
              <a:rPr sz="2250" spc="-10" dirty="0">
                <a:latin typeface="Calibri" panose="020F0502020204030204"/>
                <a:cs typeface="Calibri" panose="020F0502020204030204"/>
              </a:rPr>
              <a:t>are</a:t>
            </a:r>
            <a:r>
              <a:rPr sz="2250" spc="60" dirty="0">
                <a:latin typeface="Calibri" panose="020F0502020204030204"/>
                <a:cs typeface="Calibri" panose="020F0502020204030204"/>
              </a:rPr>
              <a:t> </a:t>
            </a:r>
            <a:r>
              <a:rPr sz="2250" spc="-25" dirty="0">
                <a:latin typeface="Calibri" panose="020F0502020204030204"/>
                <a:cs typeface="Calibri" panose="020F0502020204030204"/>
              </a:rPr>
              <a:t>worthless</a:t>
            </a:r>
            <a:r>
              <a:rPr sz="2250" spc="75" dirty="0">
                <a:latin typeface="Calibri" panose="020F0502020204030204"/>
                <a:cs typeface="Calibri" panose="020F0502020204030204"/>
              </a:rPr>
              <a:t> </a:t>
            </a:r>
            <a:r>
              <a:rPr sz="2250" spc="-20" dirty="0">
                <a:latin typeface="Calibri" panose="020F0502020204030204"/>
                <a:cs typeface="Calibri" panose="020F0502020204030204"/>
              </a:rPr>
              <a:t>if</a:t>
            </a:r>
            <a:r>
              <a:rPr sz="2250" spc="95" dirty="0">
                <a:latin typeface="Calibri" panose="020F0502020204030204"/>
                <a:cs typeface="Calibri" panose="020F0502020204030204"/>
              </a:rPr>
              <a:t> </a:t>
            </a:r>
            <a:r>
              <a:rPr sz="2250" spc="-30" dirty="0">
                <a:latin typeface="Calibri" panose="020F0502020204030204"/>
                <a:cs typeface="Calibri" panose="020F0502020204030204"/>
              </a:rPr>
              <a:t>nobody</a:t>
            </a:r>
            <a:r>
              <a:rPr sz="2250" spc="75" dirty="0">
                <a:latin typeface="Calibri" panose="020F0502020204030204"/>
                <a:cs typeface="Calibri" panose="020F0502020204030204"/>
              </a:rPr>
              <a:t> </a:t>
            </a:r>
            <a:r>
              <a:rPr sz="2250" spc="-40" dirty="0">
                <a:latin typeface="Calibri" panose="020F0502020204030204"/>
                <a:cs typeface="Calibri" panose="020F0502020204030204"/>
              </a:rPr>
              <a:t>is </a:t>
            </a:r>
            <a:r>
              <a:rPr sz="2250" spc="-495" dirty="0">
                <a:latin typeface="Calibri" panose="020F0502020204030204"/>
                <a:cs typeface="Calibri" panose="020F0502020204030204"/>
              </a:rPr>
              <a:t> </a:t>
            </a:r>
            <a:r>
              <a:rPr sz="2250" spc="-10" dirty="0">
                <a:latin typeface="Calibri" panose="020F0502020204030204"/>
                <a:cs typeface="Calibri" panose="020F0502020204030204"/>
              </a:rPr>
              <a:t>interested</a:t>
            </a:r>
            <a:r>
              <a:rPr sz="2250" spc="-80" dirty="0">
                <a:latin typeface="Calibri" panose="020F0502020204030204"/>
                <a:cs typeface="Calibri" panose="020F0502020204030204"/>
              </a:rPr>
              <a:t> </a:t>
            </a:r>
            <a:r>
              <a:rPr sz="2250" spc="-25" dirty="0">
                <a:latin typeface="Calibri" panose="020F0502020204030204"/>
                <a:cs typeface="Calibri" panose="020F0502020204030204"/>
              </a:rPr>
              <a:t>in</a:t>
            </a:r>
            <a:r>
              <a:rPr sz="2250" spc="-165" dirty="0">
                <a:latin typeface="Calibri" panose="020F0502020204030204"/>
                <a:cs typeface="Calibri" panose="020F0502020204030204"/>
              </a:rPr>
              <a:t> </a:t>
            </a:r>
            <a:r>
              <a:rPr sz="2250" dirty="0">
                <a:latin typeface="Calibri" panose="020F0502020204030204"/>
                <a:cs typeface="Calibri" panose="020F0502020204030204"/>
              </a:rPr>
              <a:t>buying</a:t>
            </a:r>
            <a:r>
              <a:rPr sz="2250" spc="-190" dirty="0">
                <a:latin typeface="Calibri" panose="020F0502020204030204"/>
                <a:cs typeface="Calibri" panose="020F0502020204030204"/>
              </a:rPr>
              <a:t> </a:t>
            </a:r>
            <a:r>
              <a:rPr sz="2250" spc="-10" dirty="0">
                <a:latin typeface="Calibri" panose="020F0502020204030204"/>
                <a:cs typeface="Calibri" panose="020F0502020204030204"/>
              </a:rPr>
              <a:t>these</a:t>
            </a:r>
            <a:r>
              <a:rPr sz="2250" spc="-95" dirty="0">
                <a:latin typeface="Calibri" panose="020F0502020204030204"/>
                <a:cs typeface="Calibri" panose="020F0502020204030204"/>
              </a:rPr>
              <a:t> </a:t>
            </a:r>
            <a:r>
              <a:rPr sz="2250" spc="-5" dirty="0">
                <a:latin typeface="Calibri" panose="020F0502020204030204"/>
                <a:cs typeface="Calibri" panose="020F0502020204030204"/>
              </a:rPr>
              <a:t>products.</a:t>
            </a:r>
            <a:endParaRPr sz="2250">
              <a:latin typeface="Calibri" panose="020F0502020204030204"/>
              <a:cs typeface="Calibri" panose="020F0502020204030204"/>
            </a:endParaRPr>
          </a:p>
          <a:p>
            <a:pPr marL="297180" marR="5080" indent="-285115">
              <a:lnSpc>
                <a:spcPts val="2650"/>
              </a:lnSpc>
              <a:spcBef>
                <a:spcPts val="555"/>
              </a:spcBef>
              <a:buFont typeface="Arial MT"/>
              <a:buChar char="•"/>
              <a:tabLst>
                <a:tab pos="297180" algn="l"/>
                <a:tab pos="297815" algn="l"/>
              </a:tabLst>
            </a:pPr>
            <a:r>
              <a:rPr sz="2250" spc="-5" dirty="0">
                <a:latin typeface="Calibri" panose="020F0502020204030204"/>
                <a:cs typeface="Calibri" panose="020F0502020204030204"/>
              </a:rPr>
              <a:t>This</a:t>
            </a:r>
            <a:r>
              <a:rPr sz="2250" spc="300" dirty="0">
                <a:latin typeface="Calibri" panose="020F0502020204030204"/>
                <a:cs typeface="Calibri" panose="020F0502020204030204"/>
              </a:rPr>
              <a:t> </a:t>
            </a:r>
            <a:r>
              <a:rPr sz="2250" spc="-30" dirty="0">
                <a:latin typeface="Calibri" panose="020F0502020204030204"/>
                <a:cs typeface="Calibri" panose="020F0502020204030204"/>
              </a:rPr>
              <a:t>view</a:t>
            </a:r>
            <a:r>
              <a:rPr sz="2250" spc="300" dirty="0">
                <a:latin typeface="Calibri" panose="020F0502020204030204"/>
                <a:cs typeface="Calibri" panose="020F0502020204030204"/>
              </a:rPr>
              <a:t> </a:t>
            </a:r>
            <a:r>
              <a:rPr sz="2250" dirty="0">
                <a:latin typeface="Calibri" panose="020F0502020204030204"/>
                <a:cs typeface="Calibri" panose="020F0502020204030204"/>
              </a:rPr>
              <a:t>of</a:t>
            </a:r>
            <a:r>
              <a:rPr sz="2250" spc="335" dirty="0">
                <a:latin typeface="Calibri" panose="020F0502020204030204"/>
                <a:cs typeface="Calibri" panose="020F0502020204030204"/>
              </a:rPr>
              <a:t> </a:t>
            </a:r>
            <a:r>
              <a:rPr sz="2250" spc="-30" dirty="0">
                <a:latin typeface="Calibri" panose="020F0502020204030204"/>
                <a:cs typeface="Calibri" panose="020F0502020204030204"/>
              </a:rPr>
              <a:t>quality</a:t>
            </a:r>
            <a:r>
              <a:rPr sz="2250" spc="330" dirty="0">
                <a:latin typeface="Calibri" panose="020F0502020204030204"/>
                <a:cs typeface="Calibri" panose="020F0502020204030204"/>
              </a:rPr>
              <a:t> </a:t>
            </a:r>
            <a:r>
              <a:rPr sz="2250" spc="-55" dirty="0">
                <a:latin typeface="Calibri" panose="020F0502020204030204"/>
                <a:cs typeface="Calibri" panose="020F0502020204030204"/>
              </a:rPr>
              <a:t>may</a:t>
            </a:r>
            <a:r>
              <a:rPr sz="2250" spc="320" dirty="0">
                <a:latin typeface="Calibri" panose="020F0502020204030204"/>
                <a:cs typeface="Calibri" panose="020F0502020204030204"/>
              </a:rPr>
              <a:t> </a:t>
            </a:r>
            <a:r>
              <a:rPr sz="2250" spc="-5" dirty="0">
                <a:latin typeface="Calibri" panose="020F0502020204030204"/>
                <a:cs typeface="Calibri" panose="020F0502020204030204"/>
              </a:rPr>
              <a:t>have</a:t>
            </a:r>
            <a:r>
              <a:rPr sz="2250" spc="300" dirty="0">
                <a:latin typeface="Calibri" panose="020F0502020204030204"/>
                <a:cs typeface="Calibri" panose="020F0502020204030204"/>
              </a:rPr>
              <a:t> </a:t>
            </a:r>
            <a:r>
              <a:rPr sz="2250" spc="-20" dirty="0">
                <a:latin typeface="Calibri" panose="020F0502020204030204"/>
                <a:cs typeface="Calibri" panose="020F0502020204030204"/>
              </a:rPr>
              <a:t>short-term</a:t>
            </a:r>
            <a:r>
              <a:rPr sz="2250" spc="270" dirty="0">
                <a:latin typeface="Calibri" panose="020F0502020204030204"/>
                <a:cs typeface="Calibri" panose="020F0502020204030204"/>
              </a:rPr>
              <a:t> </a:t>
            </a:r>
            <a:r>
              <a:rPr sz="2250" spc="-40" dirty="0">
                <a:latin typeface="Calibri" panose="020F0502020204030204"/>
                <a:cs typeface="Calibri" panose="020F0502020204030204"/>
              </a:rPr>
              <a:t>utility,</a:t>
            </a:r>
            <a:r>
              <a:rPr sz="2250" spc="305" dirty="0">
                <a:latin typeface="Calibri" panose="020F0502020204030204"/>
                <a:cs typeface="Calibri" panose="020F0502020204030204"/>
              </a:rPr>
              <a:t> </a:t>
            </a:r>
            <a:r>
              <a:rPr sz="2250" spc="5" dirty="0">
                <a:latin typeface="Calibri" panose="020F0502020204030204"/>
                <a:cs typeface="Calibri" panose="020F0502020204030204"/>
              </a:rPr>
              <a:t>but</a:t>
            </a:r>
            <a:r>
              <a:rPr sz="2250" spc="265" dirty="0">
                <a:latin typeface="Calibri" panose="020F0502020204030204"/>
                <a:cs typeface="Calibri" panose="020F0502020204030204"/>
              </a:rPr>
              <a:t> </a:t>
            </a:r>
            <a:r>
              <a:rPr sz="2250" spc="-45" dirty="0">
                <a:latin typeface="Calibri" panose="020F0502020204030204"/>
                <a:cs typeface="Calibri" panose="020F0502020204030204"/>
              </a:rPr>
              <a:t>can</a:t>
            </a:r>
            <a:r>
              <a:rPr sz="2250" spc="320" dirty="0">
                <a:latin typeface="Calibri" panose="020F0502020204030204"/>
                <a:cs typeface="Calibri" panose="020F0502020204030204"/>
              </a:rPr>
              <a:t> </a:t>
            </a:r>
            <a:r>
              <a:rPr sz="2250" spc="5" dirty="0">
                <a:latin typeface="Calibri" panose="020F0502020204030204"/>
                <a:cs typeface="Calibri" panose="020F0502020204030204"/>
              </a:rPr>
              <a:t>be</a:t>
            </a:r>
            <a:r>
              <a:rPr sz="2250" spc="300" dirty="0">
                <a:latin typeface="Calibri" panose="020F0502020204030204"/>
                <a:cs typeface="Calibri" panose="020F0502020204030204"/>
              </a:rPr>
              <a:t> </a:t>
            </a:r>
            <a:r>
              <a:rPr sz="2250" spc="-30" dirty="0">
                <a:latin typeface="Calibri" panose="020F0502020204030204"/>
                <a:cs typeface="Calibri" panose="020F0502020204030204"/>
              </a:rPr>
              <a:t>limiting,</a:t>
            </a:r>
            <a:r>
              <a:rPr sz="2250" spc="300" dirty="0">
                <a:latin typeface="Calibri" panose="020F0502020204030204"/>
                <a:cs typeface="Calibri" panose="020F0502020204030204"/>
              </a:rPr>
              <a:t> </a:t>
            </a:r>
            <a:r>
              <a:rPr sz="2250" dirty="0">
                <a:latin typeface="Calibri" panose="020F0502020204030204"/>
                <a:cs typeface="Calibri" panose="020F0502020204030204"/>
              </a:rPr>
              <a:t>even</a:t>
            </a:r>
            <a:r>
              <a:rPr sz="2250" spc="330" dirty="0">
                <a:latin typeface="Calibri" panose="020F0502020204030204"/>
                <a:cs typeface="Calibri" panose="020F0502020204030204"/>
              </a:rPr>
              <a:t> </a:t>
            </a:r>
            <a:r>
              <a:rPr sz="2250" spc="-20" dirty="0">
                <a:latin typeface="Calibri" panose="020F0502020204030204"/>
                <a:cs typeface="Calibri" panose="020F0502020204030204"/>
              </a:rPr>
              <a:t>lethal,</a:t>
            </a:r>
            <a:r>
              <a:rPr sz="2250" spc="300" dirty="0">
                <a:latin typeface="Calibri" panose="020F0502020204030204"/>
                <a:cs typeface="Calibri" panose="020F0502020204030204"/>
              </a:rPr>
              <a:t> </a:t>
            </a:r>
            <a:r>
              <a:rPr sz="2250" spc="-20" dirty="0">
                <a:latin typeface="Calibri" panose="020F0502020204030204"/>
                <a:cs typeface="Calibri" panose="020F0502020204030204"/>
              </a:rPr>
              <a:t>for</a:t>
            </a:r>
            <a:r>
              <a:rPr sz="2250" spc="320" dirty="0">
                <a:latin typeface="Calibri" panose="020F0502020204030204"/>
                <a:cs typeface="Calibri" panose="020F0502020204030204"/>
              </a:rPr>
              <a:t> </a:t>
            </a:r>
            <a:r>
              <a:rPr sz="2250" spc="-35" dirty="0">
                <a:latin typeface="Calibri" panose="020F0502020204030204"/>
                <a:cs typeface="Calibri" panose="020F0502020204030204"/>
              </a:rPr>
              <a:t>the </a:t>
            </a:r>
            <a:r>
              <a:rPr sz="2250" spc="-490" dirty="0">
                <a:latin typeface="Calibri" panose="020F0502020204030204"/>
                <a:cs typeface="Calibri" panose="020F0502020204030204"/>
              </a:rPr>
              <a:t> </a:t>
            </a:r>
            <a:r>
              <a:rPr sz="2250" spc="-25" dirty="0">
                <a:latin typeface="Calibri" panose="020F0502020204030204"/>
                <a:cs typeface="Calibri" panose="020F0502020204030204"/>
              </a:rPr>
              <a:t>organization</a:t>
            </a:r>
            <a:r>
              <a:rPr sz="2250" spc="-155" dirty="0">
                <a:latin typeface="Calibri" panose="020F0502020204030204"/>
                <a:cs typeface="Calibri" panose="020F0502020204030204"/>
              </a:rPr>
              <a:t> </a:t>
            </a:r>
            <a:r>
              <a:rPr sz="2250" spc="-25" dirty="0">
                <a:latin typeface="Calibri" panose="020F0502020204030204"/>
                <a:cs typeface="Calibri" panose="020F0502020204030204"/>
              </a:rPr>
              <a:t>in</a:t>
            </a:r>
            <a:r>
              <a:rPr sz="2250" spc="-10" dirty="0">
                <a:latin typeface="Calibri" panose="020F0502020204030204"/>
                <a:cs typeface="Calibri" panose="020F0502020204030204"/>
              </a:rPr>
              <a:t> the</a:t>
            </a:r>
            <a:r>
              <a:rPr sz="2250" spc="-105" dirty="0">
                <a:latin typeface="Calibri" panose="020F0502020204030204"/>
                <a:cs typeface="Calibri" panose="020F0502020204030204"/>
              </a:rPr>
              <a:t> </a:t>
            </a:r>
            <a:r>
              <a:rPr sz="2250" spc="-5" dirty="0">
                <a:latin typeface="Calibri" panose="020F0502020204030204"/>
                <a:cs typeface="Calibri" panose="020F0502020204030204"/>
              </a:rPr>
              <a:t>long</a:t>
            </a:r>
            <a:r>
              <a:rPr sz="2250" spc="-40" dirty="0">
                <a:latin typeface="Calibri" panose="020F0502020204030204"/>
                <a:cs typeface="Calibri" panose="020F0502020204030204"/>
              </a:rPr>
              <a:t> </a:t>
            </a:r>
            <a:r>
              <a:rPr sz="2250" spc="-15" dirty="0">
                <a:latin typeface="Calibri" panose="020F0502020204030204"/>
                <a:cs typeface="Calibri" panose="020F0502020204030204"/>
              </a:rPr>
              <a:t>term.</a:t>
            </a:r>
            <a:endParaRPr sz="2250">
              <a:latin typeface="Calibri" panose="020F0502020204030204"/>
              <a:cs typeface="Calibri" panose="020F0502020204030204"/>
            </a:endParaRPr>
          </a:p>
          <a:p>
            <a:pPr marL="297180" indent="-285115">
              <a:lnSpc>
                <a:spcPct val="100000"/>
              </a:lnSpc>
              <a:spcBef>
                <a:spcPts val="420"/>
              </a:spcBef>
              <a:buFont typeface="Arial MT"/>
              <a:buChar char="•"/>
              <a:tabLst>
                <a:tab pos="297180" algn="l"/>
                <a:tab pos="297815" algn="l"/>
              </a:tabLst>
            </a:pPr>
            <a:r>
              <a:rPr sz="2250" spc="5" dirty="0">
                <a:latin typeface="Calibri" panose="020F0502020204030204"/>
                <a:cs typeface="Calibri" panose="020F0502020204030204"/>
              </a:rPr>
              <a:t>The</a:t>
            </a:r>
            <a:r>
              <a:rPr sz="2250" spc="-100" dirty="0">
                <a:latin typeface="Calibri" panose="020F0502020204030204"/>
                <a:cs typeface="Calibri" panose="020F0502020204030204"/>
              </a:rPr>
              <a:t> </a:t>
            </a:r>
            <a:r>
              <a:rPr sz="2250" spc="-25" dirty="0">
                <a:latin typeface="Calibri" panose="020F0502020204030204"/>
                <a:cs typeface="Calibri" panose="020F0502020204030204"/>
              </a:rPr>
              <a:t>key</a:t>
            </a:r>
            <a:r>
              <a:rPr sz="2250" spc="-80" dirty="0">
                <a:latin typeface="Calibri" panose="020F0502020204030204"/>
                <a:cs typeface="Calibri" panose="020F0502020204030204"/>
              </a:rPr>
              <a:t> </a:t>
            </a:r>
            <a:r>
              <a:rPr sz="2250" spc="5" dirty="0">
                <a:latin typeface="Calibri" panose="020F0502020204030204"/>
                <a:cs typeface="Calibri" panose="020F0502020204030204"/>
              </a:rPr>
              <a:t>here</a:t>
            </a:r>
            <a:r>
              <a:rPr sz="2250" spc="-180" dirty="0">
                <a:latin typeface="Calibri" panose="020F0502020204030204"/>
                <a:cs typeface="Calibri" panose="020F0502020204030204"/>
              </a:rPr>
              <a:t> </a:t>
            </a:r>
            <a:r>
              <a:rPr sz="2250" spc="-25" dirty="0">
                <a:latin typeface="Calibri" panose="020F0502020204030204"/>
                <a:cs typeface="Calibri" panose="020F0502020204030204"/>
              </a:rPr>
              <a:t>is </a:t>
            </a:r>
            <a:r>
              <a:rPr sz="2250" spc="-20" dirty="0">
                <a:latin typeface="Calibri" panose="020F0502020204030204"/>
                <a:cs typeface="Calibri" panose="020F0502020204030204"/>
              </a:rPr>
              <a:t>to</a:t>
            </a:r>
            <a:r>
              <a:rPr sz="2250" spc="-10" dirty="0">
                <a:latin typeface="Calibri" panose="020F0502020204030204"/>
                <a:cs typeface="Calibri" panose="020F0502020204030204"/>
              </a:rPr>
              <a:t> build</a:t>
            </a:r>
            <a:r>
              <a:rPr sz="2250" spc="-85" dirty="0">
                <a:latin typeface="Calibri" panose="020F0502020204030204"/>
                <a:cs typeface="Calibri" panose="020F0502020204030204"/>
              </a:rPr>
              <a:t> </a:t>
            </a:r>
            <a:r>
              <a:rPr sz="2250" spc="-10" dirty="0">
                <a:latin typeface="Calibri" panose="020F0502020204030204"/>
                <a:cs typeface="Calibri" panose="020F0502020204030204"/>
              </a:rPr>
              <a:t>relevant</a:t>
            </a:r>
            <a:r>
              <a:rPr sz="2250" spc="-204" dirty="0">
                <a:latin typeface="Calibri" panose="020F0502020204030204"/>
                <a:cs typeface="Calibri" panose="020F0502020204030204"/>
              </a:rPr>
              <a:t> </a:t>
            </a:r>
            <a:r>
              <a:rPr sz="2250" spc="-5" dirty="0">
                <a:latin typeface="Calibri" panose="020F0502020204030204"/>
                <a:cs typeface="Calibri" panose="020F0502020204030204"/>
              </a:rPr>
              <a:t>products</a:t>
            </a:r>
            <a:r>
              <a:rPr sz="2250" spc="-190" dirty="0">
                <a:latin typeface="Calibri" panose="020F0502020204030204"/>
                <a:cs typeface="Calibri" panose="020F0502020204030204"/>
              </a:rPr>
              <a:t> </a:t>
            </a:r>
            <a:r>
              <a:rPr sz="2250" spc="-20" dirty="0">
                <a:latin typeface="Calibri" panose="020F0502020204030204"/>
                <a:cs typeface="Calibri" panose="020F0502020204030204"/>
              </a:rPr>
              <a:t>that</a:t>
            </a:r>
            <a:r>
              <a:rPr sz="2250" spc="-135" dirty="0">
                <a:latin typeface="Calibri" panose="020F0502020204030204"/>
                <a:cs typeface="Calibri" panose="020F0502020204030204"/>
              </a:rPr>
              <a:t> </a:t>
            </a:r>
            <a:r>
              <a:rPr sz="2250" spc="-5" dirty="0">
                <a:latin typeface="Calibri" panose="020F0502020204030204"/>
                <a:cs typeface="Calibri" panose="020F0502020204030204"/>
              </a:rPr>
              <a:t>other</a:t>
            </a:r>
            <a:r>
              <a:rPr sz="2250" spc="-90" dirty="0">
                <a:latin typeface="Calibri" panose="020F0502020204030204"/>
                <a:cs typeface="Calibri" panose="020F0502020204030204"/>
              </a:rPr>
              <a:t> </a:t>
            </a:r>
            <a:r>
              <a:rPr sz="2250" dirty="0">
                <a:latin typeface="Calibri" panose="020F0502020204030204"/>
                <a:cs typeface="Calibri" panose="020F0502020204030204"/>
              </a:rPr>
              <a:t>people</a:t>
            </a:r>
            <a:r>
              <a:rPr sz="2250" spc="-185" dirty="0">
                <a:latin typeface="Calibri" panose="020F0502020204030204"/>
                <a:cs typeface="Calibri" panose="020F0502020204030204"/>
              </a:rPr>
              <a:t> </a:t>
            </a:r>
            <a:r>
              <a:rPr sz="2250" spc="-10" dirty="0">
                <a:latin typeface="Calibri" panose="020F0502020204030204"/>
                <a:cs typeface="Calibri" panose="020F0502020204030204"/>
              </a:rPr>
              <a:t>want</a:t>
            </a:r>
            <a:r>
              <a:rPr sz="2250" spc="-145" dirty="0">
                <a:latin typeface="Calibri" panose="020F0502020204030204"/>
                <a:cs typeface="Calibri" panose="020F0502020204030204"/>
              </a:rPr>
              <a:t> </a:t>
            </a:r>
            <a:r>
              <a:rPr sz="2250" spc="-20" dirty="0">
                <a:latin typeface="Calibri" panose="020F0502020204030204"/>
                <a:cs typeface="Calibri" panose="020F0502020204030204"/>
              </a:rPr>
              <a:t>to</a:t>
            </a:r>
            <a:r>
              <a:rPr sz="2250" spc="-5" dirty="0">
                <a:latin typeface="Calibri" panose="020F0502020204030204"/>
                <a:cs typeface="Calibri" panose="020F0502020204030204"/>
              </a:rPr>
              <a:t> </a:t>
            </a:r>
            <a:r>
              <a:rPr sz="2250" spc="-30" dirty="0">
                <a:latin typeface="Calibri" panose="020F0502020204030204"/>
                <a:cs typeface="Calibri" panose="020F0502020204030204"/>
              </a:rPr>
              <a:t>buy.</a:t>
            </a:r>
            <a:endParaRPr sz="2250">
              <a:latin typeface="Calibri" panose="020F0502020204030204"/>
              <a:cs typeface="Calibri" panose="020F0502020204030204"/>
            </a:endParaRPr>
          </a:p>
          <a:p>
            <a:pPr marL="297180" indent="-285115">
              <a:lnSpc>
                <a:spcPct val="100000"/>
              </a:lnSpc>
              <a:spcBef>
                <a:spcPts val="425"/>
              </a:spcBef>
              <a:buFont typeface="Arial MT"/>
              <a:buChar char="•"/>
              <a:tabLst>
                <a:tab pos="297180" algn="l"/>
                <a:tab pos="297815" algn="l"/>
              </a:tabLst>
            </a:pPr>
            <a:r>
              <a:rPr sz="2250" spc="-25" dirty="0">
                <a:latin typeface="Calibri" panose="020F0502020204030204"/>
                <a:cs typeface="Calibri" panose="020F0502020204030204"/>
              </a:rPr>
              <a:t>People</a:t>
            </a:r>
            <a:r>
              <a:rPr sz="2250" spc="-15" dirty="0">
                <a:latin typeface="Calibri" panose="020F0502020204030204"/>
                <a:cs typeface="Calibri" panose="020F0502020204030204"/>
              </a:rPr>
              <a:t> </a:t>
            </a:r>
            <a:r>
              <a:rPr sz="2250" spc="-55" dirty="0">
                <a:latin typeface="Calibri" panose="020F0502020204030204"/>
                <a:cs typeface="Calibri" panose="020F0502020204030204"/>
              </a:rPr>
              <a:t>may</a:t>
            </a:r>
            <a:r>
              <a:rPr sz="2250" dirty="0">
                <a:latin typeface="Calibri" panose="020F0502020204030204"/>
                <a:cs typeface="Calibri" panose="020F0502020204030204"/>
              </a:rPr>
              <a:t> </a:t>
            </a:r>
            <a:r>
              <a:rPr sz="2250" spc="-5" dirty="0">
                <a:latin typeface="Calibri" panose="020F0502020204030204"/>
                <a:cs typeface="Calibri" panose="020F0502020204030204"/>
              </a:rPr>
              <a:t>have</a:t>
            </a:r>
            <a:r>
              <a:rPr sz="2250" spc="-180" dirty="0">
                <a:latin typeface="Calibri" panose="020F0502020204030204"/>
                <a:cs typeface="Calibri" panose="020F0502020204030204"/>
              </a:rPr>
              <a:t> </a:t>
            </a:r>
            <a:r>
              <a:rPr sz="2250" spc="-5" dirty="0">
                <a:latin typeface="Calibri" panose="020F0502020204030204"/>
                <a:cs typeface="Calibri" panose="020F0502020204030204"/>
              </a:rPr>
              <a:t>a</a:t>
            </a:r>
            <a:r>
              <a:rPr sz="2250" spc="-60" dirty="0">
                <a:latin typeface="Calibri" panose="020F0502020204030204"/>
                <a:cs typeface="Calibri" panose="020F0502020204030204"/>
              </a:rPr>
              <a:t> </a:t>
            </a:r>
            <a:r>
              <a:rPr sz="2250" spc="-5" dirty="0">
                <a:latin typeface="Calibri" panose="020F0502020204030204"/>
                <a:cs typeface="Calibri" panose="020F0502020204030204"/>
              </a:rPr>
              <a:t>different</a:t>
            </a:r>
            <a:r>
              <a:rPr sz="2250" spc="-220" dirty="0">
                <a:latin typeface="Calibri" panose="020F0502020204030204"/>
                <a:cs typeface="Calibri" panose="020F0502020204030204"/>
              </a:rPr>
              <a:t> </a:t>
            </a:r>
            <a:r>
              <a:rPr sz="2250" spc="-10" dirty="0">
                <a:latin typeface="Calibri" panose="020F0502020204030204"/>
                <a:cs typeface="Calibri" panose="020F0502020204030204"/>
              </a:rPr>
              <a:t>view</a:t>
            </a:r>
            <a:r>
              <a:rPr sz="2250" spc="-180" dirty="0">
                <a:latin typeface="Calibri" panose="020F0502020204030204"/>
                <a:cs typeface="Calibri" panose="020F0502020204030204"/>
              </a:rPr>
              <a:t> </a:t>
            </a:r>
            <a:r>
              <a:rPr sz="2250" dirty="0">
                <a:latin typeface="Calibri" panose="020F0502020204030204"/>
                <a:cs typeface="Calibri" panose="020F0502020204030204"/>
              </a:rPr>
              <a:t>of</a:t>
            </a:r>
            <a:r>
              <a:rPr sz="2250" spc="10" dirty="0">
                <a:latin typeface="Calibri" panose="020F0502020204030204"/>
                <a:cs typeface="Calibri" panose="020F0502020204030204"/>
              </a:rPr>
              <a:t> </a:t>
            </a:r>
            <a:r>
              <a:rPr sz="2250" spc="-20" dirty="0">
                <a:latin typeface="Calibri" panose="020F0502020204030204"/>
                <a:cs typeface="Calibri" panose="020F0502020204030204"/>
              </a:rPr>
              <a:t>quality</a:t>
            </a:r>
            <a:r>
              <a:rPr sz="2250" spc="-80" dirty="0">
                <a:latin typeface="Calibri" panose="020F0502020204030204"/>
                <a:cs typeface="Calibri" panose="020F0502020204030204"/>
              </a:rPr>
              <a:t> </a:t>
            </a:r>
            <a:r>
              <a:rPr sz="2250" spc="-15" dirty="0">
                <a:latin typeface="Calibri" panose="020F0502020204030204"/>
                <a:cs typeface="Calibri" panose="020F0502020204030204"/>
              </a:rPr>
              <a:t>and</a:t>
            </a:r>
            <a:r>
              <a:rPr sz="2250" spc="-80" dirty="0">
                <a:latin typeface="Calibri" panose="020F0502020204030204"/>
                <a:cs typeface="Calibri" panose="020F0502020204030204"/>
              </a:rPr>
              <a:t> </a:t>
            </a:r>
            <a:r>
              <a:rPr sz="2250" spc="-20" dirty="0">
                <a:latin typeface="Calibri" panose="020F0502020204030204"/>
                <a:cs typeface="Calibri" panose="020F0502020204030204"/>
              </a:rPr>
              <a:t>it</a:t>
            </a:r>
            <a:r>
              <a:rPr sz="2250" spc="30" dirty="0">
                <a:latin typeface="Calibri" panose="020F0502020204030204"/>
                <a:cs typeface="Calibri" panose="020F0502020204030204"/>
              </a:rPr>
              <a:t> </a:t>
            </a:r>
            <a:r>
              <a:rPr sz="2250" spc="-20" dirty="0">
                <a:latin typeface="Calibri" panose="020F0502020204030204"/>
                <a:cs typeface="Calibri" panose="020F0502020204030204"/>
              </a:rPr>
              <a:t>is</a:t>
            </a:r>
            <a:r>
              <a:rPr sz="2250" spc="-25" dirty="0">
                <a:latin typeface="Calibri" panose="020F0502020204030204"/>
                <a:cs typeface="Calibri" panose="020F0502020204030204"/>
              </a:rPr>
              <a:t> </a:t>
            </a:r>
            <a:r>
              <a:rPr sz="2250" spc="-5" dirty="0">
                <a:latin typeface="Calibri" panose="020F0502020204030204"/>
                <a:cs typeface="Calibri" panose="020F0502020204030204"/>
              </a:rPr>
              <a:t>rooted</a:t>
            </a:r>
            <a:r>
              <a:rPr sz="2250" spc="-150" dirty="0">
                <a:latin typeface="Calibri" panose="020F0502020204030204"/>
                <a:cs typeface="Calibri" panose="020F0502020204030204"/>
              </a:rPr>
              <a:t> </a:t>
            </a:r>
            <a:r>
              <a:rPr sz="2250" spc="-25" dirty="0">
                <a:latin typeface="Calibri" panose="020F0502020204030204"/>
                <a:cs typeface="Calibri" panose="020F0502020204030204"/>
              </a:rPr>
              <a:t>in</a:t>
            </a:r>
            <a:r>
              <a:rPr sz="2250" spc="-80" dirty="0">
                <a:latin typeface="Calibri" panose="020F0502020204030204"/>
                <a:cs typeface="Calibri" panose="020F0502020204030204"/>
              </a:rPr>
              <a:t> </a:t>
            </a:r>
            <a:r>
              <a:rPr sz="2250" spc="-10" dirty="0">
                <a:latin typeface="Calibri" panose="020F0502020204030204"/>
                <a:cs typeface="Calibri" panose="020F0502020204030204"/>
              </a:rPr>
              <a:t>what</a:t>
            </a:r>
            <a:r>
              <a:rPr sz="2250" spc="-55" dirty="0">
                <a:latin typeface="Calibri" panose="020F0502020204030204"/>
                <a:cs typeface="Calibri" panose="020F0502020204030204"/>
              </a:rPr>
              <a:t> </a:t>
            </a:r>
            <a:r>
              <a:rPr sz="2250" spc="-10" dirty="0">
                <a:latin typeface="Calibri" panose="020F0502020204030204"/>
                <a:cs typeface="Calibri" panose="020F0502020204030204"/>
              </a:rPr>
              <a:t>customers</a:t>
            </a:r>
            <a:r>
              <a:rPr sz="2250" spc="-85" dirty="0">
                <a:latin typeface="Calibri" panose="020F0502020204030204"/>
                <a:cs typeface="Calibri" panose="020F0502020204030204"/>
              </a:rPr>
              <a:t> </a:t>
            </a:r>
            <a:r>
              <a:rPr sz="2250" spc="-30" dirty="0">
                <a:latin typeface="Calibri" panose="020F0502020204030204"/>
                <a:cs typeface="Calibri" panose="020F0502020204030204"/>
              </a:rPr>
              <a:t>want.</a:t>
            </a:r>
            <a:endParaRPr sz="2250">
              <a:latin typeface="Calibri" panose="020F0502020204030204"/>
              <a:cs typeface="Calibri" panose="020F0502020204030204"/>
            </a:endParaRPr>
          </a:p>
          <a:p>
            <a:pPr marL="297180" indent="-285115">
              <a:lnSpc>
                <a:spcPct val="100000"/>
              </a:lnSpc>
              <a:spcBef>
                <a:spcPts val="505"/>
              </a:spcBef>
              <a:buFont typeface="Arial MT"/>
              <a:buChar char="•"/>
              <a:tabLst>
                <a:tab pos="297180" algn="l"/>
                <a:tab pos="297815" algn="l"/>
              </a:tabLst>
            </a:pPr>
            <a:r>
              <a:rPr sz="2250" spc="-75" dirty="0">
                <a:latin typeface="Calibri" panose="020F0502020204030204"/>
                <a:cs typeface="Calibri" panose="020F0502020204030204"/>
              </a:rPr>
              <a:t>To</a:t>
            </a:r>
            <a:r>
              <a:rPr sz="2250" spc="-90" dirty="0">
                <a:latin typeface="Calibri" panose="020F0502020204030204"/>
                <a:cs typeface="Calibri" panose="020F0502020204030204"/>
              </a:rPr>
              <a:t> </a:t>
            </a:r>
            <a:r>
              <a:rPr sz="2250" spc="-5" dirty="0">
                <a:latin typeface="Calibri" panose="020F0502020204030204"/>
                <a:cs typeface="Calibri" panose="020F0502020204030204"/>
              </a:rPr>
              <a:t>these</a:t>
            </a:r>
            <a:r>
              <a:rPr sz="2250" spc="-105" dirty="0">
                <a:latin typeface="Calibri" panose="020F0502020204030204"/>
                <a:cs typeface="Calibri" panose="020F0502020204030204"/>
              </a:rPr>
              <a:t> </a:t>
            </a:r>
            <a:r>
              <a:rPr sz="2250" dirty="0">
                <a:latin typeface="Calibri" panose="020F0502020204030204"/>
                <a:cs typeface="Calibri" panose="020F0502020204030204"/>
              </a:rPr>
              <a:t>people,</a:t>
            </a:r>
            <a:r>
              <a:rPr sz="2250" spc="-180" dirty="0">
                <a:latin typeface="Calibri" panose="020F0502020204030204"/>
                <a:cs typeface="Calibri" panose="020F0502020204030204"/>
              </a:rPr>
              <a:t> </a:t>
            </a:r>
            <a:r>
              <a:rPr sz="2250" spc="-20" dirty="0">
                <a:latin typeface="Calibri" panose="020F0502020204030204"/>
                <a:cs typeface="Calibri" panose="020F0502020204030204"/>
              </a:rPr>
              <a:t>quality</a:t>
            </a:r>
            <a:r>
              <a:rPr sz="2250" spc="-65" dirty="0">
                <a:latin typeface="Calibri" panose="020F0502020204030204"/>
                <a:cs typeface="Calibri" panose="020F0502020204030204"/>
              </a:rPr>
              <a:t> </a:t>
            </a:r>
            <a:r>
              <a:rPr sz="2250" spc="-20" dirty="0">
                <a:latin typeface="Calibri" panose="020F0502020204030204"/>
                <a:cs typeface="Calibri" panose="020F0502020204030204"/>
              </a:rPr>
              <a:t>is</a:t>
            </a:r>
            <a:r>
              <a:rPr sz="2250" spc="65" dirty="0">
                <a:latin typeface="Calibri" panose="020F0502020204030204"/>
                <a:cs typeface="Calibri" panose="020F0502020204030204"/>
              </a:rPr>
              <a:t> </a:t>
            </a:r>
            <a:r>
              <a:rPr sz="2250" dirty="0">
                <a:latin typeface="Calibri" panose="020F0502020204030204"/>
                <a:cs typeface="Calibri" panose="020F0502020204030204"/>
              </a:rPr>
              <a:t>defined</a:t>
            </a:r>
            <a:r>
              <a:rPr sz="2250" spc="-150" dirty="0">
                <a:latin typeface="Calibri" panose="020F0502020204030204"/>
                <a:cs typeface="Calibri" panose="020F0502020204030204"/>
              </a:rPr>
              <a:t> </a:t>
            </a:r>
            <a:r>
              <a:rPr sz="2250" spc="5" dirty="0">
                <a:latin typeface="Calibri" panose="020F0502020204030204"/>
                <a:cs typeface="Calibri" panose="020F0502020204030204"/>
              </a:rPr>
              <a:t>by</a:t>
            </a:r>
            <a:r>
              <a:rPr sz="2250" spc="-160" dirty="0">
                <a:latin typeface="Calibri" panose="020F0502020204030204"/>
                <a:cs typeface="Calibri" panose="020F0502020204030204"/>
              </a:rPr>
              <a:t> </a:t>
            </a:r>
            <a:r>
              <a:rPr sz="2250" spc="-10" dirty="0">
                <a:latin typeface="Calibri" panose="020F0502020204030204"/>
                <a:cs typeface="Calibri" panose="020F0502020204030204"/>
              </a:rPr>
              <a:t>customers,</a:t>
            </a:r>
            <a:r>
              <a:rPr sz="2250" spc="-80" dirty="0">
                <a:latin typeface="Calibri" panose="020F0502020204030204"/>
                <a:cs typeface="Calibri" panose="020F0502020204030204"/>
              </a:rPr>
              <a:t> </a:t>
            </a:r>
            <a:r>
              <a:rPr sz="2250" spc="-15" dirty="0">
                <a:latin typeface="Calibri" panose="020F0502020204030204"/>
                <a:cs typeface="Calibri" panose="020F0502020204030204"/>
              </a:rPr>
              <a:t>their</a:t>
            </a:r>
            <a:r>
              <a:rPr sz="2250" spc="-170" dirty="0">
                <a:latin typeface="Calibri" panose="020F0502020204030204"/>
                <a:cs typeface="Calibri" panose="020F0502020204030204"/>
              </a:rPr>
              <a:t> </a:t>
            </a:r>
            <a:r>
              <a:rPr sz="2250" dirty="0">
                <a:latin typeface="Calibri" panose="020F0502020204030204"/>
                <a:cs typeface="Calibri" panose="020F0502020204030204"/>
              </a:rPr>
              <a:t>needs,</a:t>
            </a:r>
            <a:r>
              <a:rPr sz="2250" spc="-175" dirty="0">
                <a:latin typeface="Calibri" panose="020F0502020204030204"/>
                <a:cs typeface="Calibri" panose="020F0502020204030204"/>
              </a:rPr>
              <a:t> </a:t>
            </a:r>
            <a:r>
              <a:rPr sz="2250" spc="-15" dirty="0">
                <a:latin typeface="Calibri" panose="020F0502020204030204"/>
                <a:cs typeface="Calibri" panose="020F0502020204030204"/>
              </a:rPr>
              <a:t>and</a:t>
            </a:r>
            <a:r>
              <a:rPr sz="2250" spc="-160" dirty="0">
                <a:latin typeface="Calibri" panose="020F0502020204030204"/>
                <a:cs typeface="Calibri" panose="020F0502020204030204"/>
              </a:rPr>
              <a:t> </a:t>
            </a:r>
            <a:r>
              <a:rPr sz="2250" spc="-15" dirty="0">
                <a:latin typeface="Calibri" panose="020F0502020204030204"/>
                <a:cs typeface="Calibri" panose="020F0502020204030204"/>
              </a:rPr>
              <a:t>their</a:t>
            </a:r>
            <a:r>
              <a:rPr sz="2250" dirty="0">
                <a:latin typeface="Calibri" panose="020F0502020204030204"/>
                <a:cs typeface="Calibri" panose="020F0502020204030204"/>
              </a:rPr>
              <a:t> </a:t>
            </a:r>
            <a:r>
              <a:rPr sz="2250" spc="-20" dirty="0">
                <a:latin typeface="Calibri" panose="020F0502020204030204"/>
                <a:cs typeface="Calibri" panose="020F0502020204030204"/>
              </a:rPr>
              <a:t>expectations.</a:t>
            </a:r>
            <a:endParaRPr sz="2250">
              <a:latin typeface="Calibri" panose="020F0502020204030204"/>
              <a:cs typeface="Calibri" panose="020F0502020204030204"/>
            </a:endParaRPr>
          </a:p>
          <a:p>
            <a:pPr marL="12700">
              <a:lnSpc>
                <a:spcPct val="100000"/>
              </a:lnSpc>
              <a:spcBef>
                <a:spcPts val="425"/>
              </a:spcBef>
            </a:pPr>
            <a:r>
              <a:rPr sz="2250" b="1" u="heavy" spc="-15" dirty="0">
                <a:uFill>
                  <a:solidFill>
                    <a:srgbClr val="000000"/>
                  </a:solidFill>
                </a:uFill>
                <a:latin typeface="Calibri" panose="020F0502020204030204"/>
                <a:cs typeface="Calibri" panose="020F0502020204030204"/>
              </a:rPr>
              <a:t>Systems</a:t>
            </a:r>
            <a:endParaRPr sz="2250">
              <a:latin typeface="Calibri" panose="020F0502020204030204"/>
              <a:cs typeface="Calibri" panose="020F0502020204030204"/>
            </a:endParaRPr>
          </a:p>
          <a:p>
            <a:pPr marL="297180" indent="-285115">
              <a:lnSpc>
                <a:spcPct val="100000"/>
              </a:lnSpc>
              <a:spcBef>
                <a:spcPts val="505"/>
              </a:spcBef>
              <a:buFont typeface="Arial MT"/>
              <a:buChar char="•"/>
              <a:tabLst>
                <a:tab pos="297180" algn="l"/>
                <a:tab pos="297815" algn="l"/>
              </a:tabLst>
            </a:pPr>
            <a:r>
              <a:rPr sz="2250" spc="-5" dirty="0">
                <a:latin typeface="Calibri" panose="020F0502020204030204"/>
                <a:cs typeface="Calibri" panose="020F0502020204030204"/>
              </a:rPr>
              <a:t>A</a:t>
            </a:r>
            <a:r>
              <a:rPr sz="2250" spc="-50" dirty="0">
                <a:latin typeface="Calibri" panose="020F0502020204030204"/>
                <a:cs typeface="Calibri" panose="020F0502020204030204"/>
              </a:rPr>
              <a:t> </a:t>
            </a:r>
            <a:r>
              <a:rPr sz="2250" spc="-10" dirty="0">
                <a:latin typeface="Calibri" panose="020F0502020204030204"/>
                <a:cs typeface="Calibri" panose="020F0502020204030204"/>
              </a:rPr>
              <a:t>system</a:t>
            </a:r>
            <a:r>
              <a:rPr sz="2250" spc="-210" dirty="0">
                <a:latin typeface="Calibri" panose="020F0502020204030204"/>
                <a:cs typeface="Calibri" panose="020F0502020204030204"/>
              </a:rPr>
              <a:t> </a:t>
            </a:r>
            <a:r>
              <a:rPr sz="2250" spc="-20" dirty="0">
                <a:latin typeface="Calibri" panose="020F0502020204030204"/>
                <a:cs typeface="Calibri" panose="020F0502020204030204"/>
              </a:rPr>
              <a:t>is</a:t>
            </a:r>
            <a:r>
              <a:rPr sz="2250" spc="-25" dirty="0">
                <a:latin typeface="Calibri" panose="020F0502020204030204"/>
                <a:cs typeface="Calibri" panose="020F0502020204030204"/>
              </a:rPr>
              <a:t> </a:t>
            </a:r>
            <a:r>
              <a:rPr sz="2250" spc="-5" dirty="0">
                <a:latin typeface="Calibri" panose="020F0502020204030204"/>
                <a:cs typeface="Calibri" panose="020F0502020204030204"/>
              </a:rPr>
              <a:t>a</a:t>
            </a:r>
            <a:r>
              <a:rPr sz="2250" spc="15" dirty="0">
                <a:latin typeface="Calibri" panose="020F0502020204030204"/>
                <a:cs typeface="Calibri" panose="020F0502020204030204"/>
              </a:rPr>
              <a:t> </a:t>
            </a:r>
            <a:r>
              <a:rPr sz="2250" dirty="0">
                <a:latin typeface="Calibri" panose="020F0502020204030204"/>
                <a:cs typeface="Calibri" panose="020F0502020204030204"/>
              </a:rPr>
              <a:t>group</a:t>
            </a:r>
            <a:r>
              <a:rPr sz="2250" spc="-150" dirty="0">
                <a:latin typeface="Calibri" panose="020F0502020204030204"/>
                <a:cs typeface="Calibri" panose="020F0502020204030204"/>
              </a:rPr>
              <a:t> </a:t>
            </a:r>
            <a:r>
              <a:rPr sz="2250" dirty="0">
                <a:latin typeface="Calibri" panose="020F0502020204030204"/>
                <a:cs typeface="Calibri" panose="020F0502020204030204"/>
              </a:rPr>
              <a:t>of</a:t>
            </a:r>
            <a:r>
              <a:rPr sz="2250" spc="-75" dirty="0">
                <a:latin typeface="Calibri" panose="020F0502020204030204"/>
                <a:cs typeface="Calibri" panose="020F0502020204030204"/>
              </a:rPr>
              <a:t> </a:t>
            </a:r>
            <a:r>
              <a:rPr sz="2250" spc="-15" dirty="0">
                <a:latin typeface="Calibri" panose="020F0502020204030204"/>
                <a:cs typeface="Calibri" panose="020F0502020204030204"/>
              </a:rPr>
              <a:t>things</a:t>
            </a:r>
            <a:r>
              <a:rPr sz="2250" spc="-105" dirty="0">
                <a:latin typeface="Calibri" panose="020F0502020204030204"/>
                <a:cs typeface="Calibri" panose="020F0502020204030204"/>
              </a:rPr>
              <a:t> </a:t>
            </a:r>
            <a:r>
              <a:rPr sz="2250" spc="-20" dirty="0">
                <a:latin typeface="Calibri" panose="020F0502020204030204"/>
                <a:cs typeface="Calibri" panose="020F0502020204030204"/>
              </a:rPr>
              <a:t>that</a:t>
            </a:r>
            <a:r>
              <a:rPr sz="2250" spc="-55" dirty="0">
                <a:latin typeface="Calibri" panose="020F0502020204030204"/>
                <a:cs typeface="Calibri" panose="020F0502020204030204"/>
              </a:rPr>
              <a:t> </a:t>
            </a:r>
            <a:r>
              <a:rPr sz="2250" dirty="0">
                <a:latin typeface="Calibri" panose="020F0502020204030204"/>
                <a:cs typeface="Calibri" panose="020F0502020204030204"/>
              </a:rPr>
              <a:t>work</a:t>
            </a:r>
            <a:r>
              <a:rPr sz="2250" spc="-165" dirty="0">
                <a:latin typeface="Calibri" panose="020F0502020204030204"/>
                <a:cs typeface="Calibri" panose="020F0502020204030204"/>
              </a:rPr>
              <a:t> </a:t>
            </a:r>
            <a:r>
              <a:rPr sz="2250" spc="-35" dirty="0">
                <a:latin typeface="Calibri" panose="020F0502020204030204"/>
                <a:cs typeface="Calibri" panose="020F0502020204030204"/>
              </a:rPr>
              <a:t>together.</a:t>
            </a:r>
            <a:endParaRPr sz="2250">
              <a:latin typeface="Calibri" panose="020F0502020204030204"/>
              <a:cs typeface="Calibri" panose="020F0502020204030204"/>
            </a:endParaRPr>
          </a:p>
          <a:p>
            <a:pPr marL="297180" indent="-285115">
              <a:lnSpc>
                <a:spcPct val="100000"/>
              </a:lnSpc>
              <a:spcBef>
                <a:spcPts val="505"/>
              </a:spcBef>
              <a:buFont typeface="Arial MT"/>
              <a:buChar char="•"/>
              <a:tabLst>
                <a:tab pos="297180" algn="l"/>
                <a:tab pos="297815" algn="l"/>
              </a:tabLst>
            </a:pPr>
            <a:r>
              <a:rPr sz="2250" spc="-55" dirty="0">
                <a:latin typeface="Calibri" panose="020F0502020204030204"/>
                <a:cs typeface="Calibri" panose="020F0502020204030204"/>
              </a:rPr>
              <a:t>At</a:t>
            </a:r>
            <a:r>
              <a:rPr sz="2250" spc="15" dirty="0">
                <a:latin typeface="Calibri" panose="020F0502020204030204"/>
                <a:cs typeface="Calibri" panose="020F0502020204030204"/>
              </a:rPr>
              <a:t> </a:t>
            </a:r>
            <a:r>
              <a:rPr sz="2250" spc="-5" dirty="0">
                <a:latin typeface="Calibri" panose="020F0502020204030204"/>
                <a:cs typeface="Calibri" panose="020F0502020204030204"/>
              </a:rPr>
              <a:t>a</a:t>
            </a:r>
            <a:r>
              <a:rPr sz="2250" spc="-55" dirty="0">
                <a:latin typeface="Calibri" panose="020F0502020204030204"/>
                <a:cs typeface="Calibri" panose="020F0502020204030204"/>
              </a:rPr>
              <a:t> </a:t>
            </a:r>
            <a:r>
              <a:rPr sz="2250" spc="-10" dirty="0">
                <a:latin typeface="Calibri" panose="020F0502020204030204"/>
                <a:cs typeface="Calibri" panose="020F0502020204030204"/>
              </a:rPr>
              <a:t>higher</a:t>
            </a:r>
            <a:r>
              <a:rPr sz="2250" spc="-80" dirty="0">
                <a:latin typeface="Calibri" panose="020F0502020204030204"/>
                <a:cs typeface="Calibri" panose="020F0502020204030204"/>
              </a:rPr>
              <a:t> </a:t>
            </a:r>
            <a:r>
              <a:rPr sz="2250" spc="-5" dirty="0">
                <a:latin typeface="Calibri" panose="020F0502020204030204"/>
                <a:cs typeface="Calibri" panose="020F0502020204030204"/>
              </a:rPr>
              <a:t>level</a:t>
            </a:r>
            <a:r>
              <a:rPr sz="2250" spc="-130" dirty="0">
                <a:latin typeface="Calibri" panose="020F0502020204030204"/>
                <a:cs typeface="Calibri" panose="020F0502020204030204"/>
              </a:rPr>
              <a:t> </a:t>
            </a:r>
            <a:r>
              <a:rPr sz="2250" dirty="0">
                <a:latin typeface="Calibri" panose="020F0502020204030204"/>
                <a:cs typeface="Calibri" panose="020F0502020204030204"/>
              </a:rPr>
              <a:t>of</a:t>
            </a:r>
            <a:r>
              <a:rPr sz="2250" spc="-75" dirty="0">
                <a:latin typeface="Calibri" panose="020F0502020204030204"/>
                <a:cs typeface="Calibri" panose="020F0502020204030204"/>
              </a:rPr>
              <a:t> </a:t>
            </a:r>
            <a:r>
              <a:rPr sz="2250" spc="-15" dirty="0">
                <a:latin typeface="Calibri" panose="020F0502020204030204"/>
                <a:cs typeface="Calibri" panose="020F0502020204030204"/>
              </a:rPr>
              <a:t>analysis,</a:t>
            </a:r>
            <a:r>
              <a:rPr sz="2250" spc="-100" dirty="0">
                <a:latin typeface="Calibri" panose="020F0502020204030204"/>
                <a:cs typeface="Calibri" panose="020F0502020204030204"/>
              </a:rPr>
              <a:t> </a:t>
            </a:r>
            <a:r>
              <a:rPr sz="2250" spc="-20" dirty="0">
                <a:latin typeface="Calibri" panose="020F0502020204030204"/>
                <a:cs typeface="Calibri" panose="020F0502020204030204"/>
              </a:rPr>
              <a:t>quality</a:t>
            </a:r>
            <a:r>
              <a:rPr sz="2250" spc="-75" dirty="0">
                <a:latin typeface="Calibri" panose="020F0502020204030204"/>
                <a:cs typeface="Calibri" panose="020F0502020204030204"/>
              </a:rPr>
              <a:t> </a:t>
            </a:r>
            <a:r>
              <a:rPr sz="2250" spc="-55" dirty="0">
                <a:latin typeface="Calibri" panose="020F0502020204030204"/>
                <a:cs typeface="Calibri" panose="020F0502020204030204"/>
              </a:rPr>
              <a:t>may</a:t>
            </a:r>
            <a:r>
              <a:rPr sz="2250" spc="80" dirty="0">
                <a:latin typeface="Calibri" panose="020F0502020204030204"/>
                <a:cs typeface="Calibri" panose="020F0502020204030204"/>
              </a:rPr>
              <a:t> </a:t>
            </a:r>
            <a:r>
              <a:rPr sz="2250" spc="5" dirty="0">
                <a:latin typeface="Calibri" panose="020F0502020204030204"/>
                <a:cs typeface="Calibri" panose="020F0502020204030204"/>
              </a:rPr>
              <a:t>be</a:t>
            </a:r>
            <a:r>
              <a:rPr sz="2250" spc="-105" dirty="0">
                <a:latin typeface="Calibri" panose="020F0502020204030204"/>
                <a:cs typeface="Calibri" panose="020F0502020204030204"/>
              </a:rPr>
              <a:t> </a:t>
            </a:r>
            <a:r>
              <a:rPr sz="2250" spc="-10" dirty="0">
                <a:latin typeface="Calibri" panose="020F0502020204030204"/>
                <a:cs typeface="Calibri" panose="020F0502020204030204"/>
              </a:rPr>
              <a:t>viewed</a:t>
            </a:r>
            <a:r>
              <a:rPr sz="2250" spc="-155" dirty="0">
                <a:latin typeface="Calibri" panose="020F0502020204030204"/>
                <a:cs typeface="Calibri" panose="020F0502020204030204"/>
              </a:rPr>
              <a:t> </a:t>
            </a:r>
            <a:r>
              <a:rPr sz="2250" spc="-25" dirty="0">
                <a:latin typeface="Calibri" panose="020F0502020204030204"/>
                <a:cs typeface="Calibri" panose="020F0502020204030204"/>
              </a:rPr>
              <a:t>as </a:t>
            </a:r>
            <a:r>
              <a:rPr sz="2250" spc="-15" dirty="0">
                <a:latin typeface="Calibri" panose="020F0502020204030204"/>
                <a:cs typeface="Calibri" panose="020F0502020204030204"/>
              </a:rPr>
              <a:t>arising</a:t>
            </a:r>
            <a:r>
              <a:rPr sz="2250" spc="-30" dirty="0">
                <a:latin typeface="Calibri" panose="020F0502020204030204"/>
                <a:cs typeface="Calibri" panose="020F0502020204030204"/>
              </a:rPr>
              <a:t> </a:t>
            </a:r>
            <a:r>
              <a:rPr sz="2250" spc="10" dirty="0">
                <a:latin typeface="Calibri" panose="020F0502020204030204"/>
                <a:cs typeface="Calibri" panose="020F0502020204030204"/>
              </a:rPr>
              <a:t>from</a:t>
            </a:r>
            <a:r>
              <a:rPr sz="2250" spc="-215" dirty="0">
                <a:latin typeface="Calibri" panose="020F0502020204030204"/>
                <a:cs typeface="Calibri" panose="020F0502020204030204"/>
              </a:rPr>
              <a:t> </a:t>
            </a:r>
            <a:r>
              <a:rPr sz="2250" spc="-10" dirty="0">
                <a:latin typeface="Calibri" panose="020F0502020204030204"/>
                <a:cs typeface="Calibri" panose="020F0502020204030204"/>
              </a:rPr>
              <a:t>things</a:t>
            </a:r>
            <a:r>
              <a:rPr sz="2250" spc="-105" dirty="0">
                <a:latin typeface="Calibri" panose="020F0502020204030204"/>
                <a:cs typeface="Calibri" panose="020F0502020204030204"/>
              </a:rPr>
              <a:t> </a:t>
            </a:r>
            <a:r>
              <a:rPr sz="2250" spc="-15" dirty="0">
                <a:latin typeface="Calibri" panose="020F0502020204030204"/>
                <a:cs typeface="Calibri" panose="020F0502020204030204"/>
              </a:rPr>
              <a:t>that</a:t>
            </a:r>
            <a:r>
              <a:rPr sz="2250" spc="-60" dirty="0">
                <a:latin typeface="Calibri" panose="020F0502020204030204"/>
                <a:cs typeface="Calibri" panose="020F0502020204030204"/>
              </a:rPr>
              <a:t> </a:t>
            </a:r>
            <a:r>
              <a:rPr sz="2250" dirty="0">
                <a:latin typeface="Calibri" panose="020F0502020204030204"/>
                <a:cs typeface="Calibri" panose="020F0502020204030204"/>
              </a:rPr>
              <a:t>work</a:t>
            </a:r>
            <a:r>
              <a:rPr sz="2250" spc="-80" dirty="0">
                <a:latin typeface="Calibri" panose="020F0502020204030204"/>
                <a:cs typeface="Calibri" panose="020F0502020204030204"/>
              </a:rPr>
              <a:t> </a:t>
            </a:r>
            <a:r>
              <a:rPr sz="2250" spc="-35" dirty="0">
                <a:latin typeface="Calibri" panose="020F0502020204030204"/>
                <a:cs typeface="Calibri" panose="020F0502020204030204"/>
              </a:rPr>
              <a:t>together.</a:t>
            </a:r>
            <a:endParaRPr sz="2250">
              <a:latin typeface="Calibri" panose="020F0502020204030204"/>
              <a:cs typeface="Calibri" panose="020F0502020204030204"/>
            </a:endParaRPr>
          </a:p>
          <a:p>
            <a:pPr marL="297180" marR="5080" indent="-285115" algn="just">
              <a:lnSpc>
                <a:spcPts val="2640"/>
              </a:lnSpc>
              <a:spcBef>
                <a:spcPts val="560"/>
              </a:spcBef>
              <a:buFont typeface="Arial MT"/>
              <a:buChar char="•"/>
              <a:tabLst>
                <a:tab pos="297815" algn="l"/>
              </a:tabLst>
            </a:pPr>
            <a:r>
              <a:rPr sz="2250" spc="-25" dirty="0">
                <a:latin typeface="Calibri" panose="020F0502020204030204"/>
                <a:cs typeface="Calibri" panose="020F0502020204030204"/>
              </a:rPr>
              <a:t>Products, </a:t>
            </a:r>
            <a:r>
              <a:rPr sz="2250" spc="-30" dirty="0">
                <a:latin typeface="Calibri" panose="020F0502020204030204"/>
                <a:cs typeface="Calibri" panose="020F0502020204030204"/>
              </a:rPr>
              <a:t>defects, </a:t>
            </a:r>
            <a:r>
              <a:rPr sz="2250" spc="-25" dirty="0">
                <a:latin typeface="Calibri" panose="020F0502020204030204"/>
                <a:cs typeface="Calibri" panose="020F0502020204030204"/>
              </a:rPr>
              <a:t>processes, </a:t>
            </a:r>
            <a:r>
              <a:rPr sz="2250" spc="-40" dirty="0">
                <a:latin typeface="Calibri" panose="020F0502020204030204"/>
                <a:cs typeface="Calibri" panose="020F0502020204030204"/>
              </a:rPr>
              <a:t>and</a:t>
            </a:r>
            <a:r>
              <a:rPr sz="2250" spc="-35" dirty="0">
                <a:latin typeface="Calibri" panose="020F0502020204030204"/>
                <a:cs typeface="Calibri" panose="020F0502020204030204"/>
              </a:rPr>
              <a:t> customers</a:t>
            </a:r>
            <a:r>
              <a:rPr sz="2250" spc="-30" dirty="0">
                <a:latin typeface="Calibri" panose="020F0502020204030204"/>
                <a:cs typeface="Calibri" panose="020F0502020204030204"/>
              </a:rPr>
              <a:t> </a:t>
            </a:r>
            <a:r>
              <a:rPr sz="2250" spc="-40" dirty="0">
                <a:latin typeface="Calibri" panose="020F0502020204030204"/>
                <a:cs typeface="Calibri" panose="020F0502020204030204"/>
              </a:rPr>
              <a:t>are</a:t>
            </a:r>
            <a:r>
              <a:rPr sz="2250" spc="-35" dirty="0">
                <a:latin typeface="Calibri" panose="020F0502020204030204"/>
                <a:cs typeface="Calibri" panose="020F0502020204030204"/>
              </a:rPr>
              <a:t> </a:t>
            </a:r>
            <a:r>
              <a:rPr sz="2250" spc="-25" dirty="0">
                <a:latin typeface="Calibri" panose="020F0502020204030204"/>
                <a:cs typeface="Calibri" panose="020F0502020204030204"/>
              </a:rPr>
              <a:t>all </a:t>
            </a:r>
            <a:r>
              <a:rPr sz="2250" spc="-5" dirty="0">
                <a:latin typeface="Calibri" panose="020F0502020204030204"/>
                <a:cs typeface="Calibri" panose="020F0502020204030204"/>
              </a:rPr>
              <a:t>part </a:t>
            </a:r>
            <a:r>
              <a:rPr sz="2250" spc="5" dirty="0">
                <a:latin typeface="Calibri" panose="020F0502020204030204"/>
                <a:cs typeface="Calibri" panose="020F0502020204030204"/>
              </a:rPr>
              <a:t>of </a:t>
            </a:r>
            <a:r>
              <a:rPr sz="2250" spc="-5" dirty="0">
                <a:latin typeface="Calibri" panose="020F0502020204030204"/>
                <a:cs typeface="Calibri" panose="020F0502020204030204"/>
              </a:rPr>
              <a:t>a </a:t>
            </a:r>
            <a:r>
              <a:rPr sz="2250" spc="-20" dirty="0">
                <a:latin typeface="Calibri" panose="020F0502020204030204"/>
                <a:cs typeface="Calibri" panose="020F0502020204030204"/>
              </a:rPr>
              <a:t>system </a:t>
            </a:r>
            <a:r>
              <a:rPr sz="2250" spc="-15" dirty="0">
                <a:latin typeface="Calibri" panose="020F0502020204030204"/>
                <a:cs typeface="Calibri" panose="020F0502020204030204"/>
              </a:rPr>
              <a:t>that </a:t>
            </a:r>
            <a:r>
              <a:rPr sz="2250" spc="-40" dirty="0">
                <a:latin typeface="Calibri" panose="020F0502020204030204"/>
                <a:cs typeface="Calibri" panose="020F0502020204030204"/>
              </a:rPr>
              <a:t>generates</a:t>
            </a:r>
            <a:r>
              <a:rPr sz="2250" spc="425" dirty="0">
                <a:latin typeface="Calibri" panose="020F0502020204030204"/>
                <a:cs typeface="Calibri" panose="020F0502020204030204"/>
              </a:rPr>
              <a:t> </a:t>
            </a:r>
            <a:r>
              <a:rPr sz="2250" spc="-45" dirty="0">
                <a:latin typeface="Calibri" panose="020F0502020204030204"/>
                <a:cs typeface="Calibri" panose="020F0502020204030204"/>
              </a:rPr>
              <a:t>quality, </a:t>
            </a:r>
            <a:r>
              <a:rPr sz="2250" spc="-495" dirty="0">
                <a:latin typeface="Calibri" panose="020F0502020204030204"/>
                <a:cs typeface="Calibri" panose="020F0502020204030204"/>
              </a:rPr>
              <a:t> </a:t>
            </a:r>
            <a:r>
              <a:rPr sz="2250" spc="-25" dirty="0">
                <a:latin typeface="Calibri" panose="020F0502020204030204"/>
                <a:cs typeface="Calibri" panose="020F0502020204030204"/>
              </a:rPr>
              <a:t>as </a:t>
            </a:r>
            <a:r>
              <a:rPr sz="2250" spc="-10" dirty="0">
                <a:latin typeface="Calibri" panose="020F0502020204030204"/>
                <a:cs typeface="Calibri" panose="020F0502020204030204"/>
              </a:rPr>
              <a:t>are </a:t>
            </a:r>
            <a:r>
              <a:rPr sz="2250" spc="-30" dirty="0">
                <a:latin typeface="Calibri" panose="020F0502020204030204"/>
                <a:cs typeface="Calibri" panose="020F0502020204030204"/>
              </a:rPr>
              <a:t>suppliers, </a:t>
            </a:r>
            <a:r>
              <a:rPr sz="2250" spc="-20" dirty="0">
                <a:latin typeface="Calibri" panose="020F0502020204030204"/>
                <a:cs typeface="Calibri" panose="020F0502020204030204"/>
              </a:rPr>
              <a:t>policies, </a:t>
            </a:r>
            <a:r>
              <a:rPr sz="2250" spc="-30" dirty="0">
                <a:latin typeface="Calibri" panose="020F0502020204030204"/>
                <a:cs typeface="Calibri" panose="020F0502020204030204"/>
              </a:rPr>
              <a:t>organizations, </a:t>
            </a:r>
            <a:r>
              <a:rPr sz="2250" spc="-40" dirty="0">
                <a:latin typeface="Calibri" panose="020F0502020204030204"/>
                <a:cs typeface="Calibri" panose="020F0502020204030204"/>
              </a:rPr>
              <a:t>and </a:t>
            </a:r>
            <a:r>
              <a:rPr sz="2250" spc="-25" dirty="0">
                <a:latin typeface="Calibri" panose="020F0502020204030204"/>
                <a:cs typeface="Calibri" panose="020F0502020204030204"/>
              </a:rPr>
              <a:t>perhaps </a:t>
            </a:r>
            <a:r>
              <a:rPr sz="2250" spc="-35" dirty="0">
                <a:latin typeface="Calibri" panose="020F0502020204030204"/>
                <a:cs typeface="Calibri" panose="020F0502020204030204"/>
              </a:rPr>
              <a:t>some </a:t>
            </a:r>
            <a:r>
              <a:rPr sz="2250" spc="-20" dirty="0">
                <a:latin typeface="Calibri" panose="020F0502020204030204"/>
                <a:cs typeface="Calibri" panose="020F0502020204030204"/>
              </a:rPr>
              <a:t>other </a:t>
            </a:r>
            <a:r>
              <a:rPr sz="2250" spc="-25" dirty="0">
                <a:latin typeface="Calibri" panose="020F0502020204030204"/>
                <a:cs typeface="Calibri" panose="020F0502020204030204"/>
              </a:rPr>
              <a:t>things unique to </a:t>
            </a:r>
            <a:r>
              <a:rPr sz="2250" spc="-5" dirty="0">
                <a:latin typeface="Calibri" panose="020F0502020204030204"/>
                <a:cs typeface="Calibri" panose="020F0502020204030204"/>
              </a:rPr>
              <a:t>a </a:t>
            </a:r>
            <a:r>
              <a:rPr sz="2250" spc="-40" dirty="0">
                <a:latin typeface="Calibri" panose="020F0502020204030204"/>
                <a:cs typeface="Calibri" panose="020F0502020204030204"/>
              </a:rPr>
              <a:t>specific </a:t>
            </a:r>
            <a:r>
              <a:rPr sz="2250" spc="-35" dirty="0">
                <a:latin typeface="Calibri" panose="020F0502020204030204"/>
                <a:cs typeface="Calibri" panose="020F0502020204030204"/>
              </a:rPr>
              <a:t> </a:t>
            </a:r>
            <a:r>
              <a:rPr sz="2250" spc="-20" dirty="0">
                <a:latin typeface="Calibri" panose="020F0502020204030204"/>
                <a:cs typeface="Calibri" panose="020F0502020204030204"/>
              </a:rPr>
              <a:t>situation.</a:t>
            </a:r>
            <a:endParaRPr sz="2250">
              <a:latin typeface="Calibri" panose="020F0502020204030204"/>
              <a:cs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76200" rIns="0" bIns="0" rtlCol="0">
            <a:spAutoFit/>
          </a:bodyPr>
          <a:lstStyle/>
          <a:p>
            <a:pPr marL="7620" algn="ctr">
              <a:lnSpc>
                <a:spcPct val="100000"/>
              </a:lnSpc>
              <a:spcBef>
                <a:spcPts val="600"/>
              </a:spcBef>
            </a:pPr>
            <a:r>
              <a:rPr spc="-35" dirty="0"/>
              <a:t>Definition</a:t>
            </a:r>
            <a:r>
              <a:rPr spc="270" dirty="0"/>
              <a:t> </a:t>
            </a:r>
            <a:r>
              <a:rPr spc="-15" dirty="0"/>
              <a:t>of</a:t>
            </a:r>
            <a:r>
              <a:rPr spc="-30" dirty="0"/>
              <a:t> </a:t>
            </a:r>
            <a:r>
              <a:rPr spc="-45" dirty="0"/>
              <a:t>Quality</a:t>
            </a:r>
          </a:p>
        </p:txBody>
      </p:sp>
      <p:sp>
        <p:nvSpPr>
          <p:cNvPr id="3" name="object 3"/>
          <p:cNvSpPr txBox="1"/>
          <p:nvPr/>
        </p:nvSpPr>
        <p:spPr>
          <a:xfrm>
            <a:off x="688975" y="1157541"/>
            <a:ext cx="10835005" cy="5224780"/>
          </a:xfrm>
          <a:prstGeom prst="rect">
            <a:avLst/>
          </a:prstGeom>
        </p:spPr>
        <p:txBody>
          <a:bodyPr vert="horz" wrap="square" lIns="0" tIns="12700" rIns="0" bIns="0" rtlCol="0">
            <a:spAutoFit/>
          </a:bodyPr>
          <a:lstStyle/>
          <a:p>
            <a:pPr marL="12700" marR="5080" algn="just">
              <a:lnSpc>
                <a:spcPct val="100000"/>
              </a:lnSpc>
              <a:spcBef>
                <a:spcPts val="100"/>
              </a:spcBef>
            </a:pPr>
            <a:r>
              <a:rPr sz="2400" b="1" u="heavy" spc="-10" dirty="0">
                <a:uFill>
                  <a:solidFill>
                    <a:srgbClr val="000000"/>
                  </a:solidFill>
                </a:uFill>
                <a:latin typeface="Calibri" panose="020F0502020204030204"/>
                <a:cs typeface="Calibri" panose="020F0502020204030204"/>
              </a:rPr>
              <a:t>PMI </a:t>
            </a:r>
            <a:r>
              <a:rPr sz="2400" b="1" u="heavy" spc="-15" dirty="0">
                <a:uFill>
                  <a:solidFill>
                    <a:srgbClr val="000000"/>
                  </a:solidFill>
                </a:uFill>
                <a:latin typeface="Calibri" panose="020F0502020204030204"/>
                <a:cs typeface="Calibri" panose="020F0502020204030204"/>
              </a:rPr>
              <a:t>Definition:</a:t>
            </a:r>
            <a:r>
              <a:rPr sz="2400" b="1" spc="-15" dirty="0">
                <a:latin typeface="Calibri" panose="020F0502020204030204"/>
                <a:cs typeface="Calibri" panose="020F0502020204030204"/>
              </a:rPr>
              <a:t> </a:t>
            </a:r>
            <a:r>
              <a:rPr sz="2400" spc="15" dirty="0">
                <a:latin typeface="Calibri" panose="020F0502020204030204"/>
                <a:cs typeface="Calibri" panose="020F0502020204030204"/>
              </a:rPr>
              <a:t>The PMI </a:t>
            </a:r>
            <a:r>
              <a:rPr sz="2400" spc="-5" dirty="0">
                <a:latin typeface="Calibri" panose="020F0502020204030204"/>
                <a:cs typeface="Calibri" panose="020F0502020204030204"/>
              </a:rPr>
              <a:t>defines </a:t>
            </a:r>
            <a:r>
              <a:rPr sz="2400" dirty="0">
                <a:latin typeface="Calibri" panose="020F0502020204030204"/>
                <a:cs typeface="Calibri" panose="020F0502020204030204"/>
              </a:rPr>
              <a:t>quality </a:t>
            </a:r>
            <a:r>
              <a:rPr sz="2400" spc="-15" dirty="0">
                <a:latin typeface="Calibri" panose="020F0502020204030204"/>
                <a:cs typeface="Calibri" panose="020F0502020204030204"/>
              </a:rPr>
              <a:t>as </a:t>
            </a:r>
            <a:r>
              <a:rPr sz="2400" spc="10" dirty="0">
                <a:latin typeface="Calibri" panose="020F0502020204030204"/>
                <a:cs typeface="Calibri" panose="020F0502020204030204"/>
              </a:rPr>
              <a:t>“the </a:t>
            </a:r>
            <a:r>
              <a:rPr sz="2400" spc="-15" dirty="0">
                <a:latin typeface="Calibri" panose="020F0502020204030204"/>
                <a:cs typeface="Calibri" panose="020F0502020204030204"/>
              </a:rPr>
              <a:t>totality </a:t>
            </a:r>
            <a:r>
              <a:rPr sz="2400" spc="5" dirty="0">
                <a:latin typeface="Calibri" panose="020F0502020204030204"/>
                <a:cs typeface="Calibri" panose="020F0502020204030204"/>
              </a:rPr>
              <a:t>of </a:t>
            </a:r>
            <a:r>
              <a:rPr sz="2400" spc="-10" dirty="0">
                <a:latin typeface="Calibri" panose="020F0502020204030204"/>
                <a:cs typeface="Calibri" panose="020F0502020204030204"/>
              </a:rPr>
              <a:t>characteristics </a:t>
            </a:r>
            <a:r>
              <a:rPr sz="2400" spc="5" dirty="0">
                <a:latin typeface="Calibri" panose="020F0502020204030204"/>
                <a:cs typeface="Calibri" panose="020F0502020204030204"/>
              </a:rPr>
              <a:t>of </a:t>
            </a:r>
            <a:r>
              <a:rPr sz="2400" spc="-15" dirty="0">
                <a:latin typeface="Calibri" panose="020F0502020204030204"/>
                <a:cs typeface="Calibri" panose="020F0502020204030204"/>
              </a:rPr>
              <a:t>an </a:t>
            </a:r>
            <a:r>
              <a:rPr sz="2400" spc="-25" dirty="0">
                <a:latin typeface="Calibri" panose="020F0502020204030204"/>
                <a:cs typeface="Calibri" panose="020F0502020204030204"/>
              </a:rPr>
              <a:t>entity </a:t>
            </a:r>
            <a:r>
              <a:rPr sz="2400" spc="-20" dirty="0">
                <a:latin typeface="Calibri" panose="020F0502020204030204"/>
                <a:cs typeface="Calibri" panose="020F0502020204030204"/>
              </a:rPr>
              <a:t> </a:t>
            </a:r>
            <a:r>
              <a:rPr sz="2400" spc="-10" dirty="0">
                <a:latin typeface="Calibri" panose="020F0502020204030204"/>
                <a:cs typeface="Calibri" panose="020F0502020204030204"/>
              </a:rPr>
              <a:t>that </a:t>
            </a:r>
            <a:r>
              <a:rPr sz="2400" spc="-5" dirty="0">
                <a:latin typeface="Calibri" panose="020F0502020204030204"/>
                <a:cs typeface="Calibri" panose="020F0502020204030204"/>
              </a:rPr>
              <a:t>bear </a:t>
            </a:r>
            <a:r>
              <a:rPr sz="2400" spc="5" dirty="0">
                <a:latin typeface="Calibri" panose="020F0502020204030204"/>
                <a:cs typeface="Calibri" panose="020F0502020204030204"/>
              </a:rPr>
              <a:t>on </a:t>
            </a:r>
            <a:r>
              <a:rPr sz="2400" dirty="0">
                <a:latin typeface="Calibri" panose="020F0502020204030204"/>
                <a:cs typeface="Calibri" panose="020F0502020204030204"/>
              </a:rPr>
              <a:t>its </a:t>
            </a:r>
            <a:r>
              <a:rPr sz="2400" spc="-15" dirty="0">
                <a:latin typeface="Calibri" panose="020F0502020204030204"/>
                <a:cs typeface="Calibri" panose="020F0502020204030204"/>
              </a:rPr>
              <a:t>ability </a:t>
            </a:r>
            <a:r>
              <a:rPr sz="2400" spc="-5" dirty="0">
                <a:latin typeface="Calibri" panose="020F0502020204030204"/>
                <a:cs typeface="Calibri" panose="020F0502020204030204"/>
              </a:rPr>
              <a:t>to </a:t>
            </a:r>
            <a:r>
              <a:rPr sz="2400" spc="-15" dirty="0">
                <a:latin typeface="Calibri" panose="020F0502020204030204"/>
                <a:cs typeface="Calibri" panose="020F0502020204030204"/>
              </a:rPr>
              <a:t>satisfy </a:t>
            </a:r>
            <a:r>
              <a:rPr sz="2400" spc="-5" dirty="0">
                <a:latin typeface="Calibri" panose="020F0502020204030204"/>
                <a:cs typeface="Calibri" panose="020F0502020204030204"/>
              </a:rPr>
              <a:t>stated </a:t>
            </a:r>
            <a:r>
              <a:rPr sz="2400" spc="5" dirty="0">
                <a:latin typeface="Calibri" panose="020F0502020204030204"/>
                <a:cs typeface="Calibri" panose="020F0502020204030204"/>
              </a:rPr>
              <a:t>or </a:t>
            </a:r>
            <a:r>
              <a:rPr sz="2400" spc="-10" dirty="0">
                <a:latin typeface="Calibri" panose="020F0502020204030204"/>
                <a:cs typeface="Calibri" panose="020F0502020204030204"/>
              </a:rPr>
              <a:t>implied </a:t>
            </a:r>
            <a:r>
              <a:rPr sz="2400" spc="-5" dirty="0">
                <a:latin typeface="Calibri" panose="020F0502020204030204"/>
                <a:cs typeface="Calibri" panose="020F0502020204030204"/>
              </a:rPr>
              <a:t>needs” </a:t>
            </a:r>
            <a:r>
              <a:rPr sz="2400" spc="5" dirty="0">
                <a:latin typeface="Calibri" panose="020F0502020204030204"/>
                <a:cs typeface="Calibri" panose="020F0502020204030204"/>
              </a:rPr>
              <a:t>or </a:t>
            </a:r>
            <a:r>
              <a:rPr sz="2400" spc="10" dirty="0">
                <a:latin typeface="Calibri" panose="020F0502020204030204"/>
                <a:cs typeface="Calibri" panose="020F0502020204030204"/>
              </a:rPr>
              <a:t>“the </a:t>
            </a:r>
            <a:r>
              <a:rPr sz="2400" spc="-5" dirty="0">
                <a:latin typeface="Calibri" panose="020F0502020204030204"/>
                <a:cs typeface="Calibri" panose="020F0502020204030204"/>
              </a:rPr>
              <a:t>degree to </a:t>
            </a:r>
            <a:r>
              <a:rPr sz="2400" dirty="0">
                <a:latin typeface="Calibri" panose="020F0502020204030204"/>
                <a:cs typeface="Calibri" panose="020F0502020204030204"/>
              </a:rPr>
              <a:t>which a </a:t>
            </a:r>
            <a:r>
              <a:rPr sz="2400" spc="5" dirty="0">
                <a:latin typeface="Calibri" panose="020F0502020204030204"/>
                <a:cs typeface="Calibri" panose="020F0502020204030204"/>
              </a:rPr>
              <a:t>set </a:t>
            </a:r>
            <a:r>
              <a:rPr sz="2400" spc="10" dirty="0">
                <a:latin typeface="Calibri" panose="020F0502020204030204"/>
                <a:cs typeface="Calibri" panose="020F0502020204030204"/>
              </a:rPr>
              <a:t> </a:t>
            </a:r>
            <a:r>
              <a:rPr sz="2400" spc="5" dirty="0">
                <a:latin typeface="Calibri" panose="020F0502020204030204"/>
                <a:cs typeface="Calibri" panose="020F0502020204030204"/>
              </a:rPr>
              <a:t>of </a:t>
            </a:r>
            <a:r>
              <a:rPr sz="2400" dirty="0">
                <a:latin typeface="Calibri" panose="020F0502020204030204"/>
                <a:cs typeface="Calibri" panose="020F0502020204030204"/>
              </a:rPr>
              <a:t>inherent</a:t>
            </a:r>
            <a:r>
              <a:rPr sz="2400" spc="-140" dirty="0">
                <a:latin typeface="Calibri" panose="020F0502020204030204"/>
                <a:cs typeface="Calibri" panose="020F0502020204030204"/>
              </a:rPr>
              <a:t> </a:t>
            </a:r>
            <a:r>
              <a:rPr sz="2400" spc="-10" dirty="0">
                <a:latin typeface="Calibri" panose="020F0502020204030204"/>
                <a:cs typeface="Calibri" panose="020F0502020204030204"/>
              </a:rPr>
              <a:t>characteristics</a:t>
            </a:r>
            <a:r>
              <a:rPr sz="2400" spc="65" dirty="0">
                <a:latin typeface="Calibri" panose="020F0502020204030204"/>
                <a:cs typeface="Calibri" panose="020F0502020204030204"/>
              </a:rPr>
              <a:t> </a:t>
            </a:r>
            <a:r>
              <a:rPr sz="2400" dirty="0">
                <a:latin typeface="Calibri" panose="020F0502020204030204"/>
                <a:cs typeface="Calibri" panose="020F0502020204030204"/>
              </a:rPr>
              <a:t>fulfill</a:t>
            </a:r>
            <a:r>
              <a:rPr sz="2400" spc="-45" dirty="0">
                <a:latin typeface="Calibri" panose="020F0502020204030204"/>
                <a:cs typeface="Calibri" panose="020F0502020204030204"/>
              </a:rPr>
              <a:t> </a:t>
            </a:r>
            <a:r>
              <a:rPr sz="2400" spc="-10" dirty="0">
                <a:latin typeface="Calibri" panose="020F0502020204030204"/>
                <a:cs typeface="Calibri" panose="020F0502020204030204"/>
              </a:rPr>
              <a:t>requirements.”</a:t>
            </a:r>
            <a:endParaRPr sz="2400">
              <a:latin typeface="Calibri" panose="020F0502020204030204"/>
              <a:cs typeface="Calibri" panose="020F0502020204030204"/>
            </a:endParaRPr>
          </a:p>
          <a:p>
            <a:pPr>
              <a:lnSpc>
                <a:spcPct val="100000"/>
              </a:lnSpc>
              <a:spcBef>
                <a:spcPts val="50"/>
              </a:spcBef>
            </a:pPr>
            <a:endParaRPr sz="3250">
              <a:latin typeface="Calibri" panose="020F0502020204030204"/>
              <a:cs typeface="Calibri" panose="020F0502020204030204"/>
            </a:endParaRPr>
          </a:p>
          <a:p>
            <a:pPr marL="12700" algn="just">
              <a:lnSpc>
                <a:spcPct val="100000"/>
              </a:lnSpc>
            </a:pPr>
            <a:r>
              <a:rPr sz="2400" b="1" spc="5" dirty="0">
                <a:latin typeface="Calibri" panose="020F0502020204030204"/>
                <a:cs typeface="Calibri" panose="020F0502020204030204"/>
              </a:rPr>
              <a:t>Project</a:t>
            </a:r>
            <a:r>
              <a:rPr sz="2400" b="1" spc="320" dirty="0">
                <a:latin typeface="Calibri" panose="020F0502020204030204"/>
                <a:cs typeface="Calibri" panose="020F0502020204030204"/>
              </a:rPr>
              <a:t> </a:t>
            </a:r>
            <a:r>
              <a:rPr sz="2400" b="1" spc="-20" dirty="0">
                <a:latin typeface="Calibri" panose="020F0502020204030204"/>
                <a:cs typeface="Calibri" panose="020F0502020204030204"/>
              </a:rPr>
              <a:t>quality</a:t>
            </a:r>
            <a:r>
              <a:rPr sz="2400" b="1" spc="330" dirty="0">
                <a:latin typeface="Calibri" panose="020F0502020204030204"/>
                <a:cs typeface="Calibri" panose="020F0502020204030204"/>
              </a:rPr>
              <a:t> </a:t>
            </a:r>
            <a:r>
              <a:rPr sz="2400" b="1" spc="-15" dirty="0">
                <a:latin typeface="Calibri" panose="020F0502020204030204"/>
                <a:cs typeface="Calibri" panose="020F0502020204030204"/>
              </a:rPr>
              <a:t>management</a:t>
            </a:r>
            <a:r>
              <a:rPr sz="2400" b="1" spc="320" dirty="0">
                <a:latin typeface="Calibri" panose="020F0502020204030204"/>
                <a:cs typeface="Calibri" panose="020F0502020204030204"/>
              </a:rPr>
              <a:t> </a:t>
            </a:r>
            <a:r>
              <a:rPr sz="2400" dirty="0">
                <a:latin typeface="Calibri" panose="020F0502020204030204"/>
                <a:cs typeface="Calibri" panose="020F0502020204030204"/>
              </a:rPr>
              <a:t>is</a:t>
            </a:r>
            <a:r>
              <a:rPr sz="2400" spc="365" dirty="0">
                <a:latin typeface="Calibri" panose="020F0502020204030204"/>
                <a:cs typeface="Calibri" panose="020F0502020204030204"/>
              </a:rPr>
              <a:t> </a:t>
            </a:r>
            <a:r>
              <a:rPr sz="2400" spc="-15" dirty="0">
                <a:latin typeface="Calibri" panose="020F0502020204030204"/>
                <a:cs typeface="Calibri" panose="020F0502020204030204"/>
              </a:rPr>
              <a:t>all</a:t>
            </a:r>
            <a:r>
              <a:rPr sz="2400" spc="360" dirty="0">
                <a:latin typeface="Calibri" panose="020F0502020204030204"/>
                <a:cs typeface="Calibri" panose="020F0502020204030204"/>
              </a:rPr>
              <a:t> </a:t>
            </a:r>
            <a:r>
              <a:rPr sz="2400" dirty="0">
                <a:latin typeface="Calibri" panose="020F0502020204030204"/>
                <a:cs typeface="Calibri" panose="020F0502020204030204"/>
              </a:rPr>
              <a:t>the</a:t>
            </a:r>
            <a:r>
              <a:rPr sz="2400" spc="265" dirty="0">
                <a:latin typeface="Calibri" panose="020F0502020204030204"/>
                <a:cs typeface="Calibri" panose="020F0502020204030204"/>
              </a:rPr>
              <a:t> </a:t>
            </a:r>
            <a:r>
              <a:rPr sz="2400" spc="-5" dirty="0">
                <a:latin typeface="Calibri" panose="020F0502020204030204"/>
                <a:cs typeface="Calibri" panose="020F0502020204030204"/>
              </a:rPr>
              <a:t>processes</a:t>
            </a:r>
            <a:r>
              <a:rPr sz="2400" spc="305" dirty="0">
                <a:latin typeface="Calibri" panose="020F0502020204030204"/>
                <a:cs typeface="Calibri" panose="020F0502020204030204"/>
              </a:rPr>
              <a:t> </a:t>
            </a:r>
            <a:r>
              <a:rPr sz="2400" spc="-5" dirty="0">
                <a:latin typeface="Calibri" panose="020F0502020204030204"/>
                <a:cs typeface="Calibri" panose="020F0502020204030204"/>
              </a:rPr>
              <a:t>and</a:t>
            </a:r>
            <a:r>
              <a:rPr sz="2400" spc="360" dirty="0">
                <a:latin typeface="Calibri" panose="020F0502020204030204"/>
                <a:cs typeface="Calibri" panose="020F0502020204030204"/>
              </a:rPr>
              <a:t> </a:t>
            </a:r>
            <a:r>
              <a:rPr sz="2400" spc="-5" dirty="0">
                <a:latin typeface="Calibri" panose="020F0502020204030204"/>
                <a:cs typeface="Calibri" panose="020F0502020204030204"/>
              </a:rPr>
              <a:t>activities</a:t>
            </a:r>
            <a:r>
              <a:rPr sz="2400" spc="300" dirty="0">
                <a:latin typeface="Calibri" panose="020F0502020204030204"/>
                <a:cs typeface="Calibri" panose="020F0502020204030204"/>
              </a:rPr>
              <a:t> </a:t>
            </a:r>
            <a:r>
              <a:rPr sz="2400" spc="5" dirty="0">
                <a:latin typeface="Calibri" panose="020F0502020204030204"/>
                <a:cs typeface="Calibri" panose="020F0502020204030204"/>
              </a:rPr>
              <a:t>needed</a:t>
            </a:r>
            <a:r>
              <a:rPr sz="2400" spc="295" dirty="0">
                <a:latin typeface="Calibri" panose="020F0502020204030204"/>
                <a:cs typeface="Calibri" panose="020F0502020204030204"/>
              </a:rPr>
              <a:t> </a:t>
            </a:r>
            <a:r>
              <a:rPr sz="2400" spc="-5" dirty="0">
                <a:latin typeface="Calibri" panose="020F0502020204030204"/>
                <a:cs typeface="Calibri" panose="020F0502020204030204"/>
              </a:rPr>
              <a:t>to</a:t>
            </a:r>
            <a:r>
              <a:rPr sz="2400" spc="275" dirty="0">
                <a:latin typeface="Calibri" panose="020F0502020204030204"/>
                <a:cs typeface="Calibri" panose="020F0502020204030204"/>
              </a:rPr>
              <a:t> </a:t>
            </a:r>
            <a:r>
              <a:rPr sz="2400" spc="-10" dirty="0">
                <a:latin typeface="Calibri" panose="020F0502020204030204"/>
                <a:cs typeface="Calibri" panose="020F0502020204030204"/>
              </a:rPr>
              <a:t>determine</a:t>
            </a:r>
            <a:endParaRPr sz="2400">
              <a:latin typeface="Calibri" panose="020F0502020204030204"/>
              <a:cs typeface="Calibri" panose="020F0502020204030204"/>
            </a:endParaRPr>
          </a:p>
          <a:p>
            <a:pPr marL="12700" algn="just">
              <a:lnSpc>
                <a:spcPct val="100000"/>
              </a:lnSpc>
              <a:spcBef>
                <a:spcPts val="5"/>
              </a:spcBef>
            </a:pPr>
            <a:r>
              <a:rPr sz="2400" spc="-35" dirty="0">
                <a:latin typeface="Calibri" panose="020F0502020204030204"/>
                <a:cs typeface="Calibri" panose="020F0502020204030204"/>
              </a:rPr>
              <a:t>a</a:t>
            </a:r>
            <a:r>
              <a:rPr sz="2400" spc="15" dirty="0">
                <a:latin typeface="Calibri" panose="020F0502020204030204"/>
                <a:cs typeface="Calibri" panose="020F0502020204030204"/>
              </a:rPr>
              <a:t>n</a:t>
            </a:r>
            <a:r>
              <a:rPr sz="2400" dirty="0">
                <a:latin typeface="Calibri" panose="020F0502020204030204"/>
                <a:cs typeface="Calibri" panose="020F0502020204030204"/>
              </a:rPr>
              <a:t>d</a:t>
            </a:r>
            <a:r>
              <a:rPr sz="2400" spc="40" dirty="0">
                <a:latin typeface="Calibri" panose="020F0502020204030204"/>
                <a:cs typeface="Calibri" panose="020F0502020204030204"/>
              </a:rPr>
              <a:t> </a:t>
            </a:r>
            <a:r>
              <a:rPr sz="2400" spc="-30" dirty="0">
                <a:latin typeface="Calibri" panose="020F0502020204030204"/>
                <a:cs typeface="Calibri" panose="020F0502020204030204"/>
              </a:rPr>
              <a:t>a</a:t>
            </a:r>
            <a:r>
              <a:rPr sz="2400" spc="20" dirty="0">
                <a:latin typeface="Calibri" panose="020F0502020204030204"/>
                <a:cs typeface="Calibri" panose="020F0502020204030204"/>
              </a:rPr>
              <a:t>c</a:t>
            </a:r>
            <a:r>
              <a:rPr sz="2400" spc="15" dirty="0">
                <a:latin typeface="Calibri" panose="020F0502020204030204"/>
                <a:cs typeface="Calibri" panose="020F0502020204030204"/>
              </a:rPr>
              <a:t>h</a:t>
            </a:r>
            <a:r>
              <a:rPr sz="2400" spc="5" dirty="0">
                <a:latin typeface="Calibri" panose="020F0502020204030204"/>
                <a:cs typeface="Calibri" panose="020F0502020204030204"/>
              </a:rPr>
              <a:t>i</a:t>
            </a:r>
            <a:r>
              <a:rPr sz="2400" dirty="0">
                <a:latin typeface="Calibri" panose="020F0502020204030204"/>
                <a:cs typeface="Calibri" panose="020F0502020204030204"/>
              </a:rPr>
              <a:t>e</a:t>
            </a:r>
            <a:r>
              <a:rPr sz="2400" spc="40" dirty="0">
                <a:latin typeface="Calibri" panose="020F0502020204030204"/>
                <a:cs typeface="Calibri" panose="020F0502020204030204"/>
              </a:rPr>
              <a:t>v</a:t>
            </a:r>
            <a:r>
              <a:rPr sz="2400" dirty="0">
                <a:latin typeface="Calibri" panose="020F0502020204030204"/>
                <a:cs typeface="Calibri" panose="020F0502020204030204"/>
              </a:rPr>
              <a:t>e</a:t>
            </a:r>
            <a:r>
              <a:rPr sz="2400" spc="-135" dirty="0">
                <a:latin typeface="Calibri" panose="020F0502020204030204"/>
                <a:cs typeface="Calibri" panose="020F0502020204030204"/>
              </a:rPr>
              <a:t> </a:t>
            </a:r>
            <a:r>
              <a:rPr sz="2400" spc="15" dirty="0">
                <a:latin typeface="Calibri" panose="020F0502020204030204"/>
                <a:cs typeface="Calibri" panose="020F0502020204030204"/>
              </a:rPr>
              <a:t>p</a:t>
            </a:r>
            <a:r>
              <a:rPr sz="2400" spc="-40" dirty="0">
                <a:latin typeface="Calibri" panose="020F0502020204030204"/>
                <a:cs typeface="Calibri" panose="020F0502020204030204"/>
              </a:rPr>
              <a:t>r</a:t>
            </a:r>
            <a:r>
              <a:rPr sz="2400" spc="10" dirty="0">
                <a:latin typeface="Calibri" panose="020F0502020204030204"/>
                <a:cs typeface="Calibri" panose="020F0502020204030204"/>
              </a:rPr>
              <a:t>o</a:t>
            </a:r>
            <a:r>
              <a:rPr sz="2400" spc="-15" dirty="0">
                <a:latin typeface="Calibri" panose="020F0502020204030204"/>
                <a:cs typeface="Calibri" panose="020F0502020204030204"/>
              </a:rPr>
              <a:t>j</a:t>
            </a:r>
            <a:r>
              <a:rPr sz="2400" dirty="0">
                <a:latin typeface="Calibri" panose="020F0502020204030204"/>
                <a:cs typeface="Calibri" panose="020F0502020204030204"/>
              </a:rPr>
              <a:t>e</a:t>
            </a:r>
            <a:r>
              <a:rPr sz="2400" spc="25" dirty="0">
                <a:latin typeface="Calibri" panose="020F0502020204030204"/>
                <a:cs typeface="Calibri" panose="020F0502020204030204"/>
              </a:rPr>
              <a:t>c</a:t>
            </a:r>
            <a:r>
              <a:rPr sz="2400" dirty="0">
                <a:latin typeface="Calibri" panose="020F0502020204030204"/>
                <a:cs typeface="Calibri" panose="020F0502020204030204"/>
              </a:rPr>
              <a:t>t</a:t>
            </a:r>
            <a:r>
              <a:rPr sz="2400" spc="-60" dirty="0">
                <a:latin typeface="Calibri" panose="020F0502020204030204"/>
                <a:cs typeface="Calibri" panose="020F0502020204030204"/>
              </a:rPr>
              <a:t> </a:t>
            </a:r>
            <a:r>
              <a:rPr sz="2400" spc="15" dirty="0">
                <a:latin typeface="Calibri" panose="020F0502020204030204"/>
                <a:cs typeface="Calibri" panose="020F0502020204030204"/>
              </a:rPr>
              <a:t>qu</a:t>
            </a:r>
            <a:r>
              <a:rPr sz="2400" spc="-30" dirty="0">
                <a:latin typeface="Calibri" panose="020F0502020204030204"/>
                <a:cs typeface="Calibri" panose="020F0502020204030204"/>
              </a:rPr>
              <a:t>a</a:t>
            </a:r>
            <a:r>
              <a:rPr sz="2400" spc="5" dirty="0">
                <a:latin typeface="Calibri" panose="020F0502020204030204"/>
                <a:cs typeface="Calibri" panose="020F0502020204030204"/>
              </a:rPr>
              <a:t>li</a:t>
            </a:r>
            <a:r>
              <a:rPr sz="2400" dirty="0">
                <a:latin typeface="Calibri" panose="020F0502020204030204"/>
                <a:cs typeface="Calibri" panose="020F0502020204030204"/>
              </a:rPr>
              <a:t>t</a:t>
            </a:r>
            <a:r>
              <a:rPr sz="2400" spc="-130" dirty="0">
                <a:latin typeface="Calibri" panose="020F0502020204030204"/>
                <a:cs typeface="Calibri" panose="020F0502020204030204"/>
              </a:rPr>
              <a:t>y</a:t>
            </a:r>
            <a:r>
              <a:rPr sz="2400" dirty="0">
                <a:latin typeface="Calibri" panose="020F0502020204030204"/>
                <a:cs typeface="Calibri" panose="020F0502020204030204"/>
              </a:rPr>
              <a:t>.</a:t>
            </a:r>
            <a:endParaRPr sz="2400">
              <a:latin typeface="Calibri" panose="020F0502020204030204"/>
              <a:cs typeface="Calibri" panose="020F0502020204030204"/>
            </a:endParaRPr>
          </a:p>
          <a:p>
            <a:pPr>
              <a:lnSpc>
                <a:spcPct val="100000"/>
              </a:lnSpc>
            </a:pPr>
            <a:endParaRPr sz="3350">
              <a:latin typeface="Calibri" panose="020F0502020204030204"/>
              <a:cs typeface="Calibri" panose="020F0502020204030204"/>
            </a:endParaRPr>
          </a:p>
          <a:p>
            <a:pPr marL="469900" indent="-457835" algn="just">
              <a:lnSpc>
                <a:spcPct val="100000"/>
              </a:lnSpc>
              <a:buFont typeface="Arial MT"/>
              <a:buChar char="•"/>
              <a:tabLst>
                <a:tab pos="469900" algn="l"/>
              </a:tabLst>
            </a:pPr>
            <a:r>
              <a:rPr sz="2400" spc="-5" dirty="0">
                <a:latin typeface="Calibri" panose="020F0502020204030204"/>
                <a:cs typeface="Calibri" panose="020F0502020204030204"/>
              </a:rPr>
              <a:t>Quality</a:t>
            </a:r>
            <a:r>
              <a:rPr sz="2400" spc="-30" dirty="0">
                <a:latin typeface="Calibri" panose="020F0502020204030204"/>
                <a:cs typeface="Calibri" panose="020F0502020204030204"/>
              </a:rPr>
              <a:t> </a:t>
            </a:r>
            <a:r>
              <a:rPr sz="2400" dirty="0">
                <a:latin typeface="Calibri" panose="020F0502020204030204"/>
                <a:cs typeface="Calibri" panose="020F0502020204030204"/>
              </a:rPr>
              <a:t>is</a:t>
            </a:r>
            <a:r>
              <a:rPr sz="2400" spc="35" dirty="0">
                <a:latin typeface="Calibri" panose="020F0502020204030204"/>
                <a:cs typeface="Calibri" panose="020F0502020204030204"/>
              </a:rPr>
              <a:t> </a:t>
            </a:r>
            <a:r>
              <a:rPr sz="2400" spc="5" dirty="0">
                <a:latin typeface="Calibri" panose="020F0502020204030204"/>
                <a:cs typeface="Calibri" panose="020F0502020204030204"/>
              </a:rPr>
              <a:t>not</a:t>
            </a:r>
            <a:r>
              <a:rPr sz="2400" spc="-65" dirty="0">
                <a:latin typeface="Calibri" panose="020F0502020204030204"/>
                <a:cs typeface="Calibri" panose="020F0502020204030204"/>
              </a:rPr>
              <a:t> </a:t>
            </a:r>
            <a:r>
              <a:rPr sz="2400" dirty="0">
                <a:latin typeface="Calibri" panose="020F0502020204030204"/>
                <a:cs typeface="Calibri" panose="020F0502020204030204"/>
              </a:rPr>
              <a:t>a</a:t>
            </a:r>
            <a:r>
              <a:rPr sz="2400" spc="-20" dirty="0">
                <a:latin typeface="Calibri" panose="020F0502020204030204"/>
                <a:cs typeface="Calibri" panose="020F0502020204030204"/>
              </a:rPr>
              <a:t> naturally</a:t>
            </a:r>
            <a:r>
              <a:rPr sz="2400" spc="65" dirty="0">
                <a:latin typeface="Calibri" panose="020F0502020204030204"/>
                <a:cs typeface="Calibri" panose="020F0502020204030204"/>
              </a:rPr>
              <a:t> </a:t>
            </a:r>
            <a:r>
              <a:rPr sz="2400" dirty="0">
                <a:latin typeface="Calibri" panose="020F0502020204030204"/>
                <a:cs typeface="Calibri" panose="020F0502020204030204"/>
              </a:rPr>
              <a:t>occurring</a:t>
            </a:r>
            <a:r>
              <a:rPr sz="2400" spc="-65" dirty="0">
                <a:latin typeface="Calibri" panose="020F0502020204030204"/>
                <a:cs typeface="Calibri" panose="020F0502020204030204"/>
              </a:rPr>
              <a:t> </a:t>
            </a:r>
            <a:r>
              <a:rPr sz="2400" spc="10" dirty="0">
                <a:latin typeface="Calibri" panose="020F0502020204030204"/>
                <a:cs typeface="Calibri" panose="020F0502020204030204"/>
              </a:rPr>
              <a:t>event.</a:t>
            </a:r>
            <a:endParaRPr sz="2400">
              <a:latin typeface="Calibri" panose="020F0502020204030204"/>
              <a:cs typeface="Calibri" panose="020F0502020204030204"/>
            </a:endParaRPr>
          </a:p>
          <a:p>
            <a:pPr marL="469900" marR="8255" indent="-457835" algn="just">
              <a:lnSpc>
                <a:spcPct val="100000"/>
              </a:lnSpc>
              <a:spcBef>
                <a:spcPts val="565"/>
              </a:spcBef>
              <a:buFont typeface="Arial MT"/>
              <a:buChar char="•"/>
              <a:tabLst>
                <a:tab pos="469900" algn="l"/>
              </a:tabLst>
            </a:pPr>
            <a:r>
              <a:rPr sz="2400" spc="15" dirty="0">
                <a:latin typeface="Calibri" panose="020F0502020204030204"/>
                <a:cs typeface="Calibri" panose="020F0502020204030204"/>
              </a:rPr>
              <a:t>It</a:t>
            </a:r>
            <a:r>
              <a:rPr sz="2400" spc="20" dirty="0">
                <a:latin typeface="Calibri" panose="020F0502020204030204"/>
                <a:cs typeface="Calibri" panose="020F0502020204030204"/>
              </a:rPr>
              <a:t> </a:t>
            </a:r>
            <a:r>
              <a:rPr sz="2400" dirty="0">
                <a:latin typeface="Calibri" panose="020F0502020204030204"/>
                <a:cs typeface="Calibri" panose="020F0502020204030204"/>
              </a:rPr>
              <a:t>is</a:t>
            </a:r>
            <a:r>
              <a:rPr sz="2400" spc="5" dirty="0">
                <a:latin typeface="Calibri" panose="020F0502020204030204"/>
                <a:cs typeface="Calibri" panose="020F0502020204030204"/>
              </a:rPr>
              <a:t> </a:t>
            </a:r>
            <a:r>
              <a:rPr sz="2400" dirty="0">
                <a:latin typeface="Calibri" panose="020F0502020204030204"/>
                <a:cs typeface="Calibri" panose="020F0502020204030204"/>
              </a:rPr>
              <a:t>a</a:t>
            </a:r>
            <a:r>
              <a:rPr sz="2400" spc="5" dirty="0">
                <a:latin typeface="Calibri" panose="020F0502020204030204"/>
                <a:cs typeface="Calibri" panose="020F0502020204030204"/>
              </a:rPr>
              <a:t> </a:t>
            </a:r>
            <a:r>
              <a:rPr sz="2400" dirty="0">
                <a:latin typeface="Calibri" panose="020F0502020204030204"/>
                <a:cs typeface="Calibri" panose="020F0502020204030204"/>
              </a:rPr>
              <a:t>result</a:t>
            </a:r>
            <a:r>
              <a:rPr sz="2400" spc="5" dirty="0">
                <a:latin typeface="Calibri" panose="020F0502020204030204"/>
                <a:cs typeface="Calibri" panose="020F0502020204030204"/>
              </a:rPr>
              <a:t> of</a:t>
            </a:r>
            <a:r>
              <a:rPr sz="2400" spc="10" dirty="0">
                <a:latin typeface="Calibri" panose="020F0502020204030204"/>
                <a:cs typeface="Calibri" panose="020F0502020204030204"/>
              </a:rPr>
              <a:t> </a:t>
            </a:r>
            <a:r>
              <a:rPr sz="2400" spc="-10" dirty="0">
                <a:latin typeface="Calibri" panose="020F0502020204030204"/>
                <a:cs typeface="Calibri" panose="020F0502020204030204"/>
              </a:rPr>
              <a:t>hard,</a:t>
            </a:r>
            <a:r>
              <a:rPr sz="2400" spc="-5" dirty="0">
                <a:latin typeface="Calibri" panose="020F0502020204030204"/>
                <a:cs typeface="Calibri" panose="020F0502020204030204"/>
              </a:rPr>
              <a:t> </a:t>
            </a:r>
            <a:r>
              <a:rPr sz="2400" spc="-10" dirty="0">
                <a:latin typeface="Calibri" panose="020F0502020204030204"/>
                <a:cs typeface="Calibri" panose="020F0502020204030204"/>
              </a:rPr>
              <a:t>deliberate</a:t>
            </a:r>
            <a:r>
              <a:rPr sz="2400" spc="-5" dirty="0">
                <a:latin typeface="Calibri" panose="020F0502020204030204"/>
                <a:cs typeface="Calibri" panose="020F0502020204030204"/>
              </a:rPr>
              <a:t> </a:t>
            </a:r>
            <a:r>
              <a:rPr sz="2400" spc="-20" dirty="0">
                <a:latin typeface="Calibri" panose="020F0502020204030204"/>
                <a:cs typeface="Calibri" panose="020F0502020204030204"/>
              </a:rPr>
              <a:t>work</a:t>
            </a:r>
            <a:r>
              <a:rPr sz="2400" spc="-15" dirty="0">
                <a:latin typeface="Calibri" panose="020F0502020204030204"/>
                <a:cs typeface="Calibri" panose="020F0502020204030204"/>
              </a:rPr>
              <a:t> </a:t>
            </a:r>
            <a:r>
              <a:rPr sz="2400" spc="-10" dirty="0">
                <a:latin typeface="Calibri" panose="020F0502020204030204"/>
                <a:cs typeface="Calibri" panose="020F0502020204030204"/>
              </a:rPr>
              <a:t>that</a:t>
            </a:r>
            <a:r>
              <a:rPr sz="2400" spc="-5" dirty="0">
                <a:latin typeface="Calibri" panose="020F0502020204030204"/>
                <a:cs typeface="Calibri" panose="020F0502020204030204"/>
              </a:rPr>
              <a:t> </a:t>
            </a:r>
            <a:r>
              <a:rPr sz="2400" spc="5" dirty="0">
                <a:latin typeface="Calibri" panose="020F0502020204030204"/>
                <a:cs typeface="Calibri" panose="020F0502020204030204"/>
              </a:rPr>
              <a:t>begins</a:t>
            </a:r>
            <a:r>
              <a:rPr sz="2400" spc="10" dirty="0">
                <a:latin typeface="Calibri" panose="020F0502020204030204"/>
                <a:cs typeface="Calibri" panose="020F0502020204030204"/>
              </a:rPr>
              <a:t> </a:t>
            </a:r>
            <a:r>
              <a:rPr sz="2400" spc="-10" dirty="0">
                <a:latin typeface="Calibri" panose="020F0502020204030204"/>
                <a:cs typeface="Calibri" panose="020F0502020204030204"/>
              </a:rPr>
              <a:t>with</a:t>
            </a:r>
            <a:r>
              <a:rPr sz="2400" spc="-5" dirty="0">
                <a:latin typeface="Calibri" panose="020F0502020204030204"/>
                <a:cs typeface="Calibri" panose="020F0502020204030204"/>
              </a:rPr>
              <a:t> </a:t>
            </a:r>
            <a:r>
              <a:rPr sz="2400" dirty="0">
                <a:latin typeface="Calibri" panose="020F0502020204030204"/>
                <a:cs typeface="Calibri" panose="020F0502020204030204"/>
              </a:rPr>
              <a:t>planning,</a:t>
            </a:r>
            <a:r>
              <a:rPr sz="2400" spc="5" dirty="0">
                <a:latin typeface="Calibri" panose="020F0502020204030204"/>
                <a:cs typeface="Calibri" panose="020F0502020204030204"/>
              </a:rPr>
              <a:t> </a:t>
            </a:r>
            <a:r>
              <a:rPr sz="2400" dirty="0">
                <a:latin typeface="Calibri" panose="020F0502020204030204"/>
                <a:cs typeface="Calibri" panose="020F0502020204030204"/>
              </a:rPr>
              <a:t>includes </a:t>
            </a:r>
            <a:r>
              <a:rPr sz="2400" spc="5" dirty="0">
                <a:latin typeface="Calibri" panose="020F0502020204030204"/>
                <a:cs typeface="Calibri" panose="020F0502020204030204"/>
              </a:rPr>
              <a:t> </a:t>
            </a:r>
            <a:r>
              <a:rPr sz="2400" spc="-10" dirty="0">
                <a:latin typeface="Calibri" panose="020F0502020204030204"/>
                <a:cs typeface="Calibri" panose="020F0502020204030204"/>
              </a:rPr>
              <a:t>consideration </a:t>
            </a:r>
            <a:r>
              <a:rPr sz="2400" spc="5" dirty="0">
                <a:latin typeface="Calibri" panose="020F0502020204030204"/>
                <a:cs typeface="Calibri" panose="020F0502020204030204"/>
              </a:rPr>
              <a:t>of </a:t>
            </a:r>
            <a:r>
              <a:rPr sz="2400" spc="-5" dirty="0">
                <a:latin typeface="Calibri" panose="020F0502020204030204"/>
                <a:cs typeface="Calibri" panose="020F0502020204030204"/>
              </a:rPr>
              <a:t>contributing elements, </a:t>
            </a:r>
            <a:r>
              <a:rPr sz="2400" dirty="0">
                <a:latin typeface="Calibri" panose="020F0502020204030204"/>
                <a:cs typeface="Calibri" panose="020F0502020204030204"/>
              </a:rPr>
              <a:t>applies </a:t>
            </a:r>
            <a:r>
              <a:rPr sz="2400" spc="-5" dirty="0">
                <a:latin typeface="Calibri" panose="020F0502020204030204"/>
                <a:cs typeface="Calibri" panose="020F0502020204030204"/>
              </a:rPr>
              <a:t>disciplined </a:t>
            </a:r>
            <a:r>
              <a:rPr sz="2400" spc="-15" dirty="0">
                <a:latin typeface="Calibri" panose="020F0502020204030204"/>
                <a:cs typeface="Calibri" panose="020F0502020204030204"/>
              </a:rPr>
              <a:t>processes </a:t>
            </a:r>
            <a:r>
              <a:rPr sz="2400" spc="-10" dirty="0">
                <a:latin typeface="Calibri" panose="020F0502020204030204"/>
                <a:cs typeface="Calibri" panose="020F0502020204030204"/>
              </a:rPr>
              <a:t>and </a:t>
            </a:r>
            <a:r>
              <a:rPr sz="2400" spc="5" dirty="0">
                <a:latin typeface="Calibri" panose="020F0502020204030204"/>
                <a:cs typeface="Calibri" panose="020F0502020204030204"/>
              </a:rPr>
              <a:t>tools, </a:t>
            </a:r>
            <a:r>
              <a:rPr sz="2400" spc="-10" dirty="0">
                <a:latin typeface="Calibri" panose="020F0502020204030204"/>
                <a:cs typeface="Calibri" panose="020F0502020204030204"/>
              </a:rPr>
              <a:t>and </a:t>
            </a:r>
            <a:r>
              <a:rPr sz="2400" spc="-530" dirty="0">
                <a:latin typeface="Calibri" panose="020F0502020204030204"/>
                <a:cs typeface="Calibri" panose="020F0502020204030204"/>
              </a:rPr>
              <a:t> </a:t>
            </a:r>
            <a:r>
              <a:rPr sz="2400" spc="-40" dirty="0">
                <a:latin typeface="Calibri" panose="020F0502020204030204"/>
                <a:cs typeface="Calibri" panose="020F0502020204030204"/>
              </a:rPr>
              <a:t>never,</a:t>
            </a:r>
            <a:r>
              <a:rPr sz="2400" spc="-20" dirty="0">
                <a:latin typeface="Calibri" panose="020F0502020204030204"/>
                <a:cs typeface="Calibri" panose="020F0502020204030204"/>
              </a:rPr>
              <a:t> </a:t>
            </a:r>
            <a:r>
              <a:rPr sz="2400" spc="10" dirty="0">
                <a:latin typeface="Calibri" panose="020F0502020204030204"/>
                <a:cs typeface="Calibri" panose="020F0502020204030204"/>
              </a:rPr>
              <a:t>ever</a:t>
            </a:r>
            <a:r>
              <a:rPr sz="2400" spc="-100" dirty="0">
                <a:latin typeface="Calibri" panose="020F0502020204030204"/>
                <a:cs typeface="Calibri" panose="020F0502020204030204"/>
              </a:rPr>
              <a:t> </a:t>
            </a:r>
            <a:r>
              <a:rPr sz="2400" spc="10" dirty="0">
                <a:latin typeface="Calibri" panose="020F0502020204030204"/>
                <a:cs typeface="Calibri" panose="020F0502020204030204"/>
              </a:rPr>
              <a:t>ends.</a:t>
            </a:r>
            <a:endParaRPr sz="2400">
              <a:latin typeface="Calibri" panose="020F0502020204030204"/>
              <a:cs typeface="Calibri" panose="020F0502020204030204"/>
            </a:endParaRPr>
          </a:p>
          <a:p>
            <a:pPr marL="469900" indent="-457835" algn="just">
              <a:lnSpc>
                <a:spcPct val="100000"/>
              </a:lnSpc>
              <a:spcBef>
                <a:spcPts val="575"/>
              </a:spcBef>
              <a:buFont typeface="Arial MT"/>
              <a:buChar char="•"/>
              <a:tabLst>
                <a:tab pos="469900" algn="l"/>
              </a:tabLst>
            </a:pPr>
            <a:r>
              <a:rPr sz="2400" spc="5" dirty="0">
                <a:latin typeface="Calibri" panose="020F0502020204030204"/>
                <a:cs typeface="Calibri" panose="020F0502020204030204"/>
              </a:rPr>
              <a:t>Achieving</a:t>
            </a:r>
            <a:r>
              <a:rPr sz="2400" spc="95" dirty="0">
                <a:latin typeface="Calibri" panose="020F0502020204030204"/>
                <a:cs typeface="Calibri" panose="020F0502020204030204"/>
              </a:rPr>
              <a:t> </a:t>
            </a:r>
            <a:r>
              <a:rPr sz="2400" dirty="0">
                <a:latin typeface="Calibri" panose="020F0502020204030204"/>
                <a:cs typeface="Calibri" panose="020F0502020204030204"/>
              </a:rPr>
              <a:t>quality</a:t>
            </a:r>
            <a:r>
              <a:rPr sz="2400" spc="135" dirty="0">
                <a:latin typeface="Calibri" panose="020F0502020204030204"/>
                <a:cs typeface="Calibri" panose="020F0502020204030204"/>
              </a:rPr>
              <a:t> </a:t>
            </a:r>
            <a:r>
              <a:rPr sz="2400" dirty="0">
                <a:latin typeface="Calibri" panose="020F0502020204030204"/>
                <a:cs typeface="Calibri" panose="020F0502020204030204"/>
              </a:rPr>
              <a:t>in</a:t>
            </a:r>
            <a:r>
              <a:rPr sz="2400" spc="120" dirty="0">
                <a:latin typeface="Calibri" panose="020F0502020204030204"/>
                <a:cs typeface="Calibri" panose="020F0502020204030204"/>
              </a:rPr>
              <a:t> </a:t>
            </a:r>
            <a:r>
              <a:rPr sz="2400" spc="-5" dirty="0">
                <a:latin typeface="Calibri" panose="020F0502020204030204"/>
                <a:cs typeface="Calibri" panose="020F0502020204030204"/>
              </a:rPr>
              <a:t>project</a:t>
            </a:r>
            <a:r>
              <a:rPr sz="2400" spc="105" dirty="0">
                <a:latin typeface="Calibri" panose="020F0502020204030204"/>
                <a:cs typeface="Calibri" panose="020F0502020204030204"/>
              </a:rPr>
              <a:t> </a:t>
            </a:r>
            <a:r>
              <a:rPr sz="2400" spc="-10" dirty="0">
                <a:latin typeface="Calibri" panose="020F0502020204030204"/>
                <a:cs typeface="Calibri" panose="020F0502020204030204"/>
              </a:rPr>
              <a:t>implementation</a:t>
            </a:r>
            <a:r>
              <a:rPr sz="2400" spc="114" dirty="0">
                <a:latin typeface="Calibri" panose="020F0502020204030204"/>
                <a:cs typeface="Calibri" panose="020F0502020204030204"/>
              </a:rPr>
              <a:t> </a:t>
            </a:r>
            <a:r>
              <a:rPr sz="2400" dirty="0">
                <a:latin typeface="Calibri" panose="020F0502020204030204"/>
                <a:cs typeface="Calibri" panose="020F0502020204030204"/>
              </a:rPr>
              <a:t>is</a:t>
            </a:r>
            <a:r>
              <a:rPr sz="2400" spc="120" dirty="0">
                <a:latin typeface="Calibri" panose="020F0502020204030204"/>
                <a:cs typeface="Calibri" panose="020F0502020204030204"/>
              </a:rPr>
              <a:t> </a:t>
            </a:r>
            <a:r>
              <a:rPr sz="2400" spc="10" dirty="0">
                <a:latin typeface="Calibri" panose="020F0502020204030204"/>
                <a:cs typeface="Calibri" panose="020F0502020204030204"/>
              </a:rPr>
              <a:t>not</a:t>
            </a:r>
            <a:r>
              <a:rPr sz="2400" spc="180" dirty="0">
                <a:latin typeface="Calibri" panose="020F0502020204030204"/>
                <a:cs typeface="Calibri" panose="020F0502020204030204"/>
              </a:rPr>
              <a:t> </a:t>
            </a:r>
            <a:r>
              <a:rPr sz="2400" dirty="0">
                <a:latin typeface="Calibri" panose="020F0502020204030204"/>
                <a:cs typeface="Calibri" panose="020F0502020204030204"/>
              </a:rPr>
              <a:t>a</a:t>
            </a:r>
            <a:r>
              <a:rPr sz="2400" spc="70" dirty="0">
                <a:latin typeface="Calibri" panose="020F0502020204030204"/>
                <a:cs typeface="Calibri" panose="020F0502020204030204"/>
              </a:rPr>
              <a:t> </a:t>
            </a:r>
            <a:r>
              <a:rPr sz="2400" spc="-5" dirty="0">
                <a:latin typeface="Calibri" panose="020F0502020204030204"/>
                <a:cs typeface="Calibri" panose="020F0502020204030204"/>
              </a:rPr>
              <a:t>matter</a:t>
            </a:r>
            <a:r>
              <a:rPr sz="2400" spc="55" dirty="0">
                <a:latin typeface="Calibri" panose="020F0502020204030204"/>
                <a:cs typeface="Calibri" panose="020F0502020204030204"/>
              </a:rPr>
              <a:t> </a:t>
            </a:r>
            <a:r>
              <a:rPr sz="2400" spc="5" dirty="0">
                <a:latin typeface="Calibri" panose="020F0502020204030204"/>
                <a:cs typeface="Calibri" panose="020F0502020204030204"/>
              </a:rPr>
              <a:t>of</a:t>
            </a:r>
            <a:r>
              <a:rPr sz="2400" spc="170" dirty="0">
                <a:latin typeface="Calibri" panose="020F0502020204030204"/>
                <a:cs typeface="Calibri" panose="020F0502020204030204"/>
              </a:rPr>
              <a:t> </a:t>
            </a:r>
            <a:r>
              <a:rPr sz="2400" spc="-10" dirty="0">
                <a:latin typeface="Calibri" panose="020F0502020204030204"/>
                <a:cs typeface="Calibri" panose="020F0502020204030204"/>
              </a:rPr>
              <a:t>luck</a:t>
            </a:r>
            <a:r>
              <a:rPr sz="2400" spc="130" dirty="0">
                <a:latin typeface="Calibri" panose="020F0502020204030204"/>
                <a:cs typeface="Calibri" panose="020F0502020204030204"/>
              </a:rPr>
              <a:t> </a:t>
            </a:r>
            <a:r>
              <a:rPr sz="2400" spc="5" dirty="0">
                <a:latin typeface="Calibri" panose="020F0502020204030204"/>
                <a:cs typeface="Calibri" panose="020F0502020204030204"/>
              </a:rPr>
              <a:t>or</a:t>
            </a:r>
            <a:r>
              <a:rPr sz="2400" spc="140" dirty="0">
                <a:latin typeface="Calibri" panose="020F0502020204030204"/>
                <a:cs typeface="Calibri" panose="020F0502020204030204"/>
              </a:rPr>
              <a:t> </a:t>
            </a:r>
            <a:r>
              <a:rPr sz="2400" dirty="0">
                <a:latin typeface="Calibri" panose="020F0502020204030204"/>
                <a:cs typeface="Calibri" panose="020F0502020204030204"/>
              </a:rPr>
              <a:t>coincidence;</a:t>
            </a:r>
            <a:endParaRPr sz="2400">
              <a:latin typeface="Calibri" panose="020F0502020204030204"/>
              <a:cs typeface="Calibri" panose="020F0502020204030204"/>
            </a:endParaRPr>
          </a:p>
          <a:p>
            <a:pPr marL="469900" algn="just">
              <a:lnSpc>
                <a:spcPct val="100000"/>
              </a:lnSpc>
              <a:spcBef>
                <a:spcPts val="5"/>
              </a:spcBef>
            </a:pPr>
            <a:r>
              <a:rPr sz="2400" dirty="0">
                <a:latin typeface="Calibri" panose="020F0502020204030204"/>
                <a:cs typeface="Calibri" panose="020F0502020204030204"/>
              </a:rPr>
              <a:t>it</a:t>
            </a:r>
            <a:r>
              <a:rPr sz="2400" spc="10" dirty="0">
                <a:latin typeface="Calibri" panose="020F0502020204030204"/>
                <a:cs typeface="Calibri" panose="020F0502020204030204"/>
              </a:rPr>
              <a:t> </a:t>
            </a:r>
            <a:r>
              <a:rPr sz="2400" dirty="0">
                <a:latin typeface="Calibri" panose="020F0502020204030204"/>
                <a:cs typeface="Calibri" panose="020F0502020204030204"/>
              </a:rPr>
              <a:t>is</a:t>
            </a:r>
            <a:r>
              <a:rPr sz="2400" spc="-50" dirty="0">
                <a:latin typeface="Calibri" panose="020F0502020204030204"/>
                <a:cs typeface="Calibri" panose="020F0502020204030204"/>
              </a:rPr>
              <a:t> </a:t>
            </a:r>
            <a:r>
              <a:rPr sz="2400" dirty="0">
                <a:latin typeface="Calibri" panose="020F0502020204030204"/>
                <a:cs typeface="Calibri" panose="020F0502020204030204"/>
              </a:rPr>
              <a:t>a</a:t>
            </a:r>
            <a:r>
              <a:rPr sz="2400" spc="-20" dirty="0">
                <a:latin typeface="Calibri" panose="020F0502020204030204"/>
                <a:cs typeface="Calibri" panose="020F0502020204030204"/>
              </a:rPr>
              <a:t> </a:t>
            </a:r>
            <a:r>
              <a:rPr sz="2400" spc="-10" dirty="0">
                <a:latin typeface="Calibri" panose="020F0502020204030204"/>
                <a:cs typeface="Calibri" panose="020F0502020204030204"/>
              </a:rPr>
              <a:t>matter</a:t>
            </a:r>
            <a:r>
              <a:rPr sz="2400" spc="-95" dirty="0">
                <a:latin typeface="Calibri" panose="020F0502020204030204"/>
                <a:cs typeface="Calibri" panose="020F0502020204030204"/>
              </a:rPr>
              <a:t> </a:t>
            </a:r>
            <a:r>
              <a:rPr sz="2400" spc="5" dirty="0">
                <a:latin typeface="Calibri" panose="020F0502020204030204"/>
                <a:cs typeface="Calibri" panose="020F0502020204030204"/>
              </a:rPr>
              <a:t>of</a:t>
            </a:r>
            <a:r>
              <a:rPr sz="2400" spc="-5" dirty="0">
                <a:latin typeface="Calibri" panose="020F0502020204030204"/>
                <a:cs typeface="Calibri" panose="020F0502020204030204"/>
              </a:rPr>
              <a:t> management.</a:t>
            </a:r>
            <a:endParaRPr sz="2400">
              <a:latin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76200" rIns="0" bIns="0" rtlCol="0">
            <a:spAutoFit/>
          </a:bodyPr>
          <a:lstStyle/>
          <a:p>
            <a:pPr marL="2540" algn="ctr">
              <a:lnSpc>
                <a:spcPct val="100000"/>
              </a:lnSpc>
              <a:spcBef>
                <a:spcPts val="600"/>
              </a:spcBef>
            </a:pPr>
            <a:r>
              <a:rPr spc="-40" dirty="0"/>
              <a:t>Quality</a:t>
            </a:r>
            <a:r>
              <a:rPr spc="195" dirty="0"/>
              <a:t> </a:t>
            </a:r>
            <a:r>
              <a:rPr spc="-55" dirty="0"/>
              <a:t>vs.</a:t>
            </a:r>
            <a:r>
              <a:rPr spc="185" dirty="0"/>
              <a:t> </a:t>
            </a:r>
            <a:r>
              <a:rPr spc="-15" dirty="0"/>
              <a:t>Grade</a:t>
            </a:r>
          </a:p>
        </p:txBody>
      </p:sp>
      <p:sp>
        <p:nvSpPr>
          <p:cNvPr id="3" name="object 3"/>
          <p:cNvSpPr txBox="1"/>
          <p:nvPr/>
        </p:nvSpPr>
        <p:spPr>
          <a:xfrm>
            <a:off x="688975" y="1106550"/>
            <a:ext cx="10836910" cy="5292090"/>
          </a:xfrm>
          <a:prstGeom prst="rect">
            <a:avLst/>
          </a:prstGeom>
        </p:spPr>
        <p:txBody>
          <a:bodyPr vert="horz" wrap="square" lIns="0" tIns="74295" rIns="0" bIns="0" rtlCol="0">
            <a:spAutoFit/>
          </a:bodyPr>
          <a:lstStyle/>
          <a:p>
            <a:pPr marL="469900" marR="8255" indent="-457835" algn="just">
              <a:lnSpc>
                <a:spcPts val="3200"/>
              </a:lnSpc>
              <a:spcBef>
                <a:spcPts val="585"/>
              </a:spcBef>
              <a:buFont typeface="Arial MT"/>
              <a:buChar char="•"/>
              <a:tabLst>
                <a:tab pos="469900" algn="l"/>
              </a:tabLst>
            </a:pPr>
            <a:r>
              <a:rPr sz="3050" spc="5" dirty="0">
                <a:latin typeface="Calibri" panose="020F0502020204030204"/>
                <a:cs typeface="Calibri" panose="020F0502020204030204"/>
              </a:rPr>
              <a:t>The </a:t>
            </a:r>
            <a:r>
              <a:rPr sz="3050" spc="-35" dirty="0">
                <a:latin typeface="Calibri" panose="020F0502020204030204"/>
                <a:cs typeface="Calibri" panose="020F0502020204030204"/>
              </a:rPr>
              <a:t>project</a:t>
            </a:r>
            <a:r>
              <a:rPr sz="3050" spc="-30" dirty="0">
                <a:latin typeface="Calibri" panose="020F0502020204030204"/>
                <a:cs typeface="Calibri" panose="020F0502020204030204"/>
              </a:rPr>
              <a:t> </a:t>
            </a:r>
            <a:r>
              <a:rPr sz="3050" spc="-40" dirty="0">
                <a:latin typeface="Calibri" panose="020F0502020204030204"/>
                <a:cs typeface="Calibri" panose="020F0502020204030204"/>
              </a:rPr>
              <a:t>management </a:t>
            </a:r>
            <a:r>
              <a:rPr sz="3050" spc="-5" dirty="0">
                <a:latin typeface="Calibri" panose="020F0502020204030204"/>
                <a:cs typeface="Calibri" panose="020F0502020204030204"/>
              </a:rPr>
              <a:t>team</a:t>
            </a:r>
            <a:r>
              <a:rPr sz="3050" dirty="0">
                <a:latin typeface="Calibri" panose="020F0502020204030204"/>
                <a:cs typeface="Calibri" panose="020F0502020204030204"/>
              </a:rPr>
              <a:t> </a:t>
            </a:r>
            <a:r>
              <a:rPr sz="3050" spc="-55" dirty="0">
                <a:latin typeface="Calibri" panose="020F0502020204030204"/>
                <a:cs typeface="Calibri" panose="020F0502020204030204"/>
              </a:rPr>
              <a:t>must</a:t>
            </a:r>
            <a:r>
              <a:rPr sz="3050" spc="-50" dirty="0">
                <a:latin typeface="Calibri" panose="020F0502020204030204"/>
                <a:cs typeface="Calibri" panose="020F0502020204030204"/>
              </a:rPr>
              <a:t> </a:t>
            </a:r>
            <a:r>
              <a:rPr sz="3050" spc="-5" dirty="0">
                <a:latin typeface="Calibri" panose="020F0502020204030204"/>
                <a:cs typeface="Calibri" panose="020F0502020204030204"/>
              </a:rPr>
              <a:t>be </a:t>
            </a:r>
            <a:r>
              <a:rPr sz="3050" spc="-30" dirty="0">
                <a:latin typeface="Calibri" panose="020F0502020204030204"/>
                <a:cs typeface="Calibri" panose="020F0502020204030204"/>
              </a:rPr>
              <a:t>careful</a:t>
            </a:r>
            <a:r>
              <a:rPr sz="3050" spc="-25" dirty="0">
                <a:latin typeface="Calibri" panose="020F0502020204030204"/>
                <a:cs typeface="Calibri" panose="020F0502020204030204"/>
              </a:rPr>
              <a:t> </a:t>
            </a:r>
            <a:r>
              <a:rPr sz="3050" spc="-35" dirty="0">
                <a:latin typeface="Calibri" panose="020F0502020204030204"/>
                <a:cs typeface="Calibri" panose="020F0502020204030204"/>
              </a:rPr>
              <a:t>not</a:t>
            </a:r>
            <a:r>
              <a:rPr sz="3050" spc="-30" dirty="0">
                <a:latin typeface="Calibri" panose="020F0502020204030204"/>
                <a:cs typeface="Calibri" panose="020F0502020204030204"/>
              </a:rPr>
              <a:t> </a:t>
            </a:r>
            <a:r>
              <a:rPr sz="3050" spc="5" dirty="0">
                <a:latin typeface="Calibri" panose="020F0502020204030204"/>
                <a:cs typeface="Calibri" panose="020F0502020204030204"/>
              </a:rPr>
              <a:t>to </a:t>
            </a:r>
            <a:r>
              <a:rPr sz="3050" spc="-25" dirty="0">
                <a:latin typeface="Calibri" panose="020F0502020204030204"/>
                <a:cs typeface="Calibri" panose="020F0502020204030204"/>
              </a:rPr>
              <a:t>confuse </a:t>
            </a:r>
            <a:r>
              <a:rPr sz="3050" spc="-20" dirty="0">
                <a:latin typeface="Calibri" panose="020F0502020204030204"/>
                <a:cs typeface="Calibri" panose="020F0502020204030204"/>
              </a:rPr>
              <a:t> </a:t>
            </a:r>
            <a:r>
              <a:rPr sz="3050" dirty="0">
                <a:latin typeface="Calibri" panose="020F0502020204030204"/>
                <a:cs typeface="Calibri" panose="020F0502020204030204"/>
              </a:rPr>
              <a:t>quality</a:t>
            </a:r>
            <a:r>
              <a:rPr sz="3050" spc="-225" dirty="0">
                <a:latin typeface="Calibri" panose="020F0502020204030204"/>
                <a:cs typeface="Calibri" panose="020F0502020204030204"/>
              </a:rPr>
              <a:t> </a:t>
            </a:r>
            <a:r>
              <a:rPr sz="3050" dirty="0">
                <a:latin typeface="Calibri" panose="020F0502020204030204"/>
                <a:cs typeface="Calibri" panose="020F0502020204030204"/>
              </a:rPr>
              <a:t>with</a:t>
            </a:r>
            <a:r>
              <a:rPr sz="3050" spc="-45" dirty="0">
                <a:latin typeface="Calibri" panose="020F0502020204030204"/>
                <a:cs typeface="Calibri" panose="020F0502020204030204"/>
              </a:rPr>
              <a:t> </a:t>
            </a:r>
            <a:r>
              <a:rPr sz="3050" spc="-25" dirty="0">
                <a:latin typeface="Calibri" panose="020F0502020204030204"/>
                <a:cs typeface="Calibri" panose="020F0502020204030204"/>
              </a:rPr>
              <a:t>grade.</a:t>
            </a:r>
            <a:endParaRPr sz="3050">
              <a:latin typeface="Calibri" panose="020F0502020204030204"/>
              <a:cs typeface="Calibri" panose="020F0502020204030204"/>
            </a:endParaRPr>
          </a:p>
          <a:p>
            <a:pPr marL="469900" marR="5080" indent="-457835" algn="just">
              <a:lnSpc>
                <a:spcPct val="89000"/>
              </a:lnSpc>
              <a:spcBef>
                <a:spcPts val="730"/>
              </a:spcBef>
              <a:buFont typeface="Arial MT"/>
              <a:buChar char="•"/>
              <a:tabLst>
                <a:tab pos="469900" algn="l"/>
              </a:tabLst>
            </a:pPr>
            <a:r>
              <a:rPr sz="3050" b="1" spc="-20" dirty="0">
                <a:latin typeface="Calibri" panose="020F0502020204030204"/>
                <a:cs typeface="Calibri" panose="020F0502020204030204"/>
              </a:rPr>
              <a:t>Grade </a:t>
            </a:r>
            <a:r>
              <a:rPr sz="3050" spc="-35" dirty="0">
                <a:latin typeface="Calibri" panose="020F0502020204030204"/>
                <a:cs typeface="Calibri" panose="020F0502020204030204"/>
              </a:rPr>
              <a:t>is</a:t>
            </a:r>
            <a:r>
              <a:rPr sz="3050" spc="-30" dirty="0">
                <a:latin typeface="Calibri" panose="020F0502020204030204"/>
                <a:cs typeface="Calibri" panose="020F0502020204030204"/>
              </a:rPr>
              <a:t> </a:t>
            </a:r>
            <a:r>
              <a:rPr sz="3050" spc="-40" dirty="0">
                <a:latin typeface="Calibri" panose="020F0502020204030204"/>
                <a:cs typeface="Calibri" panose="020F0502020204030204"/>
              </a:rPr>
              <a:t>“a</a:t>
            </a:r>
            <a:r>
              <a:rPr sz="3050" spc="-35" dirty="0">
                <a:latin typeface="Calibri" panose="020F0502020204030204"/>
                <a:cs typeface="Calibri" panose="020F0502020204030204"/>
              </a:rPr>
              <a:t> category</a:t>
            </a:r>
            <a:r>
              <a:rPr sz="3050" spc="-30" dirty="0">
                <a:latin typeface="Calibri" panose="020F0502020204030204"/>
                <a:cs typeface="Calibri" panose="020F0502020204030204"/>
              </a:rPr>
              <a:t> </a:t>
            </a:r>
            <a:r>
              <a:rPr sz="3050" spc="-5" dirty="0">
                <a:latin typeface="Calibri" panose="020F0502020204030204"/>
                <a:cs typeface="Calibri" panose="020F0502020204030204"/>
              </a:rPr>
              <a:t>or </a:t>
            </a:r>
            <a:r>
              <a:rPr sz="3050" spc="-35" dirty="0">
                <a:latin typeface="Calibri" panose="020F0502020204030204"/>
                <a:cs typeface="Calibri" panose="020F0502020204030204"/>
              </a:rPr>
              <a:t>rank given </a:t>
            </a:r>
            <a:r>
              <a:rPr sz="3050" spc="5" dirty="0">
                <a:latin typeface="Calibri" panose="020F0502020204030204"/>
                <a:cs typeface="Calibri" panose="020F0502020204030204"/>
              </a:rPr>
              <a:t>to </a:t>
            </a:r>
            <a:r>
              <a:rPr sz="3050" spc="-25" dirty="0">
                <a:latin typeface="Calibri" panose="020F0502020204030204"/>
                <a:cs typeface="Calibri" panose="020F0502020204030204"/>
              </a:rPr>
              <a:t>entities </a:t>
            </a:r>
            <a:r>
              <a:rPr sz="3050" spc="-20" dirty="0">
                <a:latin typeface="Calibri" panose="020F0502020204030204"/>
                <a:cs typeface="Calibri" panose="020F0502020204030204"/>
              </a:rPr>
              <a:t>having </a:t>
            </a:r>
            <a:r>
              <a:rPr sz="3050" spc="-25" dirty="0">
                <a:latin typeface="Calibri" panose="020F0502020204030204"/>
                <a:cs typeface="Calibri" panose="020F0502020204030204"/>
              </a:rPr>
              <a:t>the</a:t>
            </a:r>
            <a:r>
              <a:rPr sz="3050" spc="-20" dirty="0">
                <a:latin typeface="Calibri" panose="020F0502020204030204"/>
                <a:cs typeface="Calibri" panose="020F0502020204030204"/>
              </a:rPr>
              <a:t> </a:t>
            </a:r>
            <a:r>
              <a:rPr sz="3050" spc="-15" dirty="0">
                <a:latin typeface="Calibri" panose="020F0502020204030204"/>
                <a:cs typeface="Calibri" panose="020F0502020204030204"/>
              </a:rPr>
              <a:t>same </a:t>
            </a:r>
            <a:r>
              <a:rPr sz="3050" spc="-10" dirty="0">
                <a:latin typeface="Calibri" panose="020F0502020204030204"/>
                <a:cs typeface="Calibri" panose="020F0502020204030204"/>
              </a:rPr>
              <a:t> </a:t>
            </a:r>
            <a:r>
              <a:rPr sz="3050" spc="-20" dirty="0">
                <a:latin typeface="Calibri" panose="020F0502020204030204"/>
                <a:cs typeface="Calibri" panose="020F0502020204030204"/>
              </a:rPr>
              <a:t>functional</a:t>
            </a:r>
            <a:r>
              <a:rPr sz="3050" spc="-15" dirty="0">
                <a:latin typeface="Calibri" panose="020F0502020204030204"/>
                <a:cs typeface="Calibri" panose="020F0502020204030204"/>
              </a:rPr>
              <a:t> </a:t>
            </a:r>
            <a:r>
              <a:rPr sz="3050" spc="-5" dirty="0">
                <a:latin typeface="Calibri" panose="020F0502020204030204"/>
                <a:cs typeface="Calibri" panose="020F0502020204030204"/>
              </a:rPr>
              <a:t>use</a:t>
            </a:r>
            <a:r>
              <a:rPr sz="3050" dirty="0">
                <a:latin typeface="Calibri" panose="020F0502020204030204"/>
                <a:cs typeface="Calibri" panose="020F0502020204030204"/>
              </a:rPr>
              <a:t> </a:t>
            </a:r>
            <a:r>
              <a:rPr sz="3050" spc="-35" dirty="0">
                <a:latin typeface="Calibri" panose="020F0502020204030204"/>
                <a:cs typeface="Calibri" panose="020F0502020204030204"/>
              </a:rPr>
              <a:t>but</a:t>
            </a:r>
            <a:r>
              <a:rPr sz="3050" spc="-30" dirty="0">
                <a:latin typeface="Calibri" panose="020F0502020204030204"/>
                <a:cs typeface="Calibri" panose="020F0502020204030204"/>
              </a:rPr>
              <a:t> </a:t>
            </a:r>
            <a:r>
              <a:rPr sz="3050" spc="-45" dirty="0">
                <a:latin typeface="Calibri" panose="020F0502020204030204"/>
                <a:cs typeface="Calibri" panose="020F0502020204030204"/>
              </a:rPr>
              <a:t>different</a:t>
            </a:r>
            <a:r>
              <a:rPr sz="3050" spc="-40" dirty="0">
                <a:latin typeface="Calibri" panose="020F0502020204030204"/>
                <a:cs typeface="Calibri" panose="020F0502020204030204"/>
              </a:rPr>
              <a:t> </a:t>
            </a:r>
            <a:r>
              <a:rPr sz="3050" spc="-35" dirty="0">
                <a:latin typeface="Calibri" panose="020F0502020204030204"/>
                <a:cs typeface="Calibri" panose="020F0502020204030204"/>
              </a:rPr>
              <a:t>requirements</a:t>
            </a:r>
            <a:r>
              <a:rPr sz="3050" spc="-30" dirty="0">
                <a:latin typeface="Calibri" panose="020F0502020204030204"/>
                <a:cs typeface="Calibri" panose="020F0502020204030204"/>
              </a:rPr>
              <a:t> </a:t>
            </a:r>
            <a:r>
              <a:rPr sz="3050" spc="-25" dirty="0">
                <a:latin typeface="Calibri" panose="020F0502020204030204"/>
                <a:cs typeface="Calibri" panose="020F0502020204030204"/>
              </a:rPr>
              <a:t>for</a:t>
            </a:r>
            <a:r>
              <a:rPr sz="3050" spc="-20" dirty="0">
                <a:latin typeface="Calibri" panose="020F0502020204030204"/>
                <a:cs typeface="Calibri" panose="020F0502020204030204"/>
              </a:rPr>
              <a:t> </a:t>
            </a:r>
            <a:r>
              <a:rPr sz="3050" spc="-15" dirty="0">
                <a:latin typeface="Calibri" panose="020F0502020204030204"/>
                <a:cs typeface="Calibri" panose="020F0502020204030204"/>
              </a:rPr>
              <a:t>quality”</a:t>
            </a:r>
            <a:r>
              <a:rPr sz="3050" spc="-10" dirty="0">
                <a:latin typeface="Calibri" panose="020F0502020204030204"/>
                <a:cs typeface="Calibri" panose="020F0502020204030204"/>
              </a:rPr>
              <a:t> </a:t>
            </a:r>
            <a:r>
              <a:rPr sz="3050" dirty="0">
                <a:latin typeface="Calibri" panose="020F0502020204030204"/>
                <a:cs typeface="Calibri" panose="020F0502020204030204"/>
              </a:rPr>
              <a:t>[3].</a:t>
            </a:r>
            <a:r>
              <a:rPr sz="3050" spc="5" dirty="0">
                <a:latin typeface="Calibri" panose="020F0502020204030204"/>
                <a:cs typeface="Calibri" panose="020F0502020204030204"/>
              </a:rPr>
              <a:t> </a:t>
            </a:r>
            <a:r>
              <a:rPr sz="3050" spc="-10" dirty="0">
                <a:latin typeface="Calibri" panose="020F0502020204030204"/>
                <a:cs typeface="Calibri" panose="020F0502020204030204"/>
              </a:rPr>
              <a:t>Low </a:t>
            </a:r>
            <a:r>
              <a:rPr sz="3050" spc="-5" dirty="0">
                <a:latin typeface="Calibri" panose="020F0502020204030204"/>
                <a:cs typeface="Calibri" panose="020F0502020204030204"/>
              </a:rPr>
              <a:t> </a:t>
            </a:r>
            <a:r>
              <a:rPr sz="3050" dirty="0">
                <a:latin typeface="Calibri" panose="020F0502020204030204"/>
                <a:cs typeface="Calibri" panose="020F0502020204030204"/>
              </a:rPr>
              <a:t>quality</a:t>
            </a:r>
            <a:r>
              <a:rPr sz="3050" spc="-220" dirty="0">
                <a:latin typeface="Calibri" panose="020F0502020204030204"/>
                <a:cs typeface="Calibri" panose="020F0502020204030204"/>
              </a:rPr>
              <a:t> </a:t>
            </a:r>
            <a:r>
              <a:rPr sz="3050" spc="5" dirty="0">
                <a:latin typeface="Calibri" panose="020F0502020204030204"/>
                <a:cs typeface="Calibri" panose="020F0502020204030204"/>
              </a:rPr>
              <a:t>is</a:t>
            </a:r>
            <a:r>
              <a:rPr sz="3050" spc="-40" dirty="0">
                <a:latin typeface="Calibri" panose="020F0502020204030204"/>
                <a:cs typeface="Calibri" panose="020F0502020204030204"/>
              </a:rPr>
              <a:t> </a:t>
            </a:r>
            <a:r>
              <a:rPr sz="3050" spc="-30" dirty="0">
                <a:latin typeface="Calibri" panose="020F0502020204030204"/>
                <a:cs typeface="Calibri" panose="020F0502020204030204"/>
              </a:rPr>
              <a:t>always</a:t>
            </a:r>
            <a:r>
              <a:rPr sz="3050" spc="-114" dirty="0">
                <a:latin typeface="Calibri" panose="020F0502020204030204"/>
                <a:cs typeface="Calibri" panose="020F0502020204030204"/>
              </a:rPr>
              <a:t> </a:t>
            </a:r>
            <a:r>
              <a:rPr sz="3050" spc="-5" dirty="0">
                <a:latin typeface="Calibri" panose="020F0502020204030204"/>
                <a:cs typeface="Calibri" panose="020F0502020204030204"/>
              </a:rPr>
              <a:t>a</a:t>
            </a:r>
            <a:r>
              <a:rPr sz="3050" spc="10" dirty="0">
                <a:latin typeface="Calibri" panose="020F0502020204030204"/>
                <a:cs typeface="Calibri" panose="020F0502020204030204"/>
              </a:rPr>
              <a:t> </a:t>
            </a:r>
            <a:r>
              <a:rPr sz="3050" spc="-20" dirty="0">
                <a:latin typeface="Calibri" panose="020F0502020204030204"/>
                <a:cs typeface="Calibri" panose="020F0502020204030204"/>
              </a:rPr>
              <a:t>problem;</a:t>
            </a:r>
            <a:r>
              <a:rPr sz="3050" spc="-145" dirty="0">
                <a:latin typeface="Calibri" panose="020F0502020204030204"/>
                <a:cs typeface="Calibri" panose="020F0502020204030204"/>
              </a:rPr>
              <a:t> </a:t>
            </a:r>
            <a:r>
              <a:rPr sz="3050" dirty="0">
                <a:latin typeface="Calibri" panose="020F0502020204030204"/>
                <a:cs typeface="Calibri" panose="020F0502020204030204"/>
              </a:rPr>
              <a:t>low</a:t>
            </a:r>
            <a:r>
              <a:rPr sz="3050" spc="-65" dirty="0">
                <a:latin typeface="Calibri" panose="020F0502020204030204"/>
                <a:cs typeface="Calibri" panose="020F0502020204030204"/>
              </a:rPr>
              <a:t> </a:t>
            </a:r>
            <a:r>
              <a:rPr sz="3050" spc="-30" dirty="0">
                <a:latin typeface="Calibri" panose="020F0502020204030204"/>
                <a:cs typeface="Calibri" panose="020F0502020204030204"/>
              </a:rPr>
              <a:t>grade</a:t>
            </a:r>
            <a:r>
              <a:rPr sz="3050" spc="-125" dirty="0">
                <a:latin typeface="Calibri" panose="020F0502020204030204"/>
                <a:cs typeface="Calibri" panose="020F0502020204030204"/>
              </a:rPr>
              <a:t> </a:t>
            </a:r>
            <a:r>
              <a:rPr sz="3050" spc="-50" dirty="0">
                <a:latin typeface="Calibri" panose="020F0502020204030204"/>
                <a:cs typeface="Calibri" panose="020F0502020204030204"/>
              </a:rPr>
              <a:t>may</a:t>
            </a:r>
            <a:r>
              <a:rPr sz="3050" spc="15" dirty="0">
                <a:latin typeface="Calibri" panose="020F0502020204030204"/>
                <a:cs typeface="Calibri" panose="020F0502020204030204"/>
              </a:rPr>
              <a:t> </a:t>
            </a:r>
            <a:r>
              <a:rPr sz="3050" spc="-10" dirty="0">
                <a:latin typeface="Calibri" panose="020F0502020204030204"/>
                <a:cs typeface="Calibri" panose="020F0502020204030204"/>
              </a:rPr>
              <a:t>not</a:t>
            </a:r>
            <a:r>
              <a:rPr sz="3050" spc="-35" dirty="0">
                <a:latin typeface="Calibri" panose="020F0502020204030204"/>
                <a:cs typeface="Calibri" panose="020F0502020204030204"/>
              </a:rPr>
              <a:t> </a:t>
            </a:r>
            <a:r>
              <a:rPr sz="3050" spc="-5" dirty="0">
                <a:latin typeface="Calibri" panose="020F0502020204030204"/>
                <a:cs typeface="Calibri" panose="020F0502020204030204"/>
              </a:rPr>
              <a:t>be.</a:t>
            </a:r>
            <a:endParaRPr sz="3050">
              <a:latin typeface="Calibri" panose="020F0502020204030204"/>
              <a:cs typeface="Calibri" panose="020F0502020204030204"/>
            </a:endParaRPr>
          </a:p>
          <a:p>
            <a:pPr marL="469900" marR="5080" indent="-457835" algn="just">
              <a:lnSpc>
                <a:spcPct val="89000"/>
              </a:lnSpc>
              <a:spcBef>
                <a:spcPts val="670"/>
              </a:spcBef>
              <a:buFont typeface="Arial MT"/>
              <a:buChar char="•"/>
              <a:tabLst>
                <a:tab pos="469900" algn="l"/>
              </a:tabLst>
            </a:pPr>
            <a:r>
              <a:rPr sz="3050" spc="-50" dirty="0">
                <a:latin typeface="Calibri" panose="020F0502020204030204"/>
                <a:cs typeface="Calibri" panose="020F0502020204030204"/>
              </a:rPr>
              <a:t>For</a:t>
            </a:r>
            <a:r>
              <a:rPr sz="3050" spc="-45" dirty="0">
                <a:latin typeface="Calibri" panose="020F0502020204030204"/>
                <a:cs typeface="Calibri" panose="020F0502020204030204"/>
              </a:rPr>
              <a:t> </a:t>
            </a:r>
            <a:r>
              <a:rPr sz="3050" spc="-35" dirty="0">
                <a:latin typeface="Calibri" panose="020F0502020204030204"/>
                <a:cs typeface="Calibri" panose="020F0502020204030204"/>
              </a:rPr>
              <a:t>example,</a:t>
            </a:r>
            <a:r>
              <a:rPr sz="3050" spc="-30" dirty="0">
                <a:latin typeface="Calibri" panose="020F0502020204030204"/>
                <a:cs typeface="Calibri" panose="020F0502020204030204"/>
              </a:rPr>
              <a:t> </a:t>
            </a:r>
            <a:r>
              <a:rPr sz="3050" spc="-5" dirty="0">
                <a:latin typeface="Calibri" panose="020F0502020204030204"/>
                <a:cs typeface="Calibri" panose="020F0502020204030204"/>
              </a:rPr>
              <a:t>a</a:t>
            </a:r>
            <a:r>
              <a:rPr sz="3050" dirty="0">
                <a:latin typeface="Calibri" panose="020F0502020204030204"/>
                <a:cs typeface="Calibri" panose="020F0502020204030204"/>
              </a:rPr>
              <a:t> </a:t>
            </a:r>
            <a:r>
              <a:rPr sz="3050" spc="-35" dirty="0">
                <a:latin typeface="Calibri" panose="020F0502020204030204"/>
                <a:cs typeface="Calibri" panose="020F0502020204030204"/>
              </a:rPr>
              <a:t>software</a:t>
            </a:r>
            <a:r>
              <a:rPr sz="3050" spc="-30" dirty="0">
                <a:latin typeface="Calibri" panose="020F0502020204030204"/>
                <a:cs typeface="Calibri" panose="020F0502020204030204"/>
              </a:rPr>
              <a:t> </a:t>
            </a:r>
            <a:r>
              <a:rPr sz="3050" spc="-35" dirty="0">
                <a:latin typeface="Calibri" panose="020F0502020204030204"/>
                <a:cs typeface="Calibri" panose="020F0502020204030204"/>
              </a:rPr>
              <a:t>product</a:t>
            </a:r>
            <a:r>
              <a:rPr sz="3050" spc="-30" dirty="0">
                <a:latin typeface="Calibri" panose="020F0502020204030204"/>
                <a:cs typeface="Calibri" panose="020F0502020204030204"/>
              </a:rPr>
              <a:t> </a:t>
            </a:r>
            <a:r>
              <a:rPr sz="3050" spc="-50" dirty="0">
                <a:latin typeface="Calibri" panose="020F0502020204030204"/>
                <a:cs typeface="Calibri" panose="020F0502020204030204"/>
              </a:rPr>
              <a:t>may</a:t>
            </a:r>
            <a:r>
              <a:rPr sz="3050" spc="-45" dirty="0">
                <a:latin typeface="Calibri" panose="020F0502020204030204"/>
                <a:cs typeface="Calibri" panose="020F0502020204030204"/>
              </a:rPr>
              <a:t> </a:t>
            </a:r>
            <a:r>
              <a:rPr sz="3050" spc="-5" dirty="0">
                <a:latin typeface="Calibri" panose="020F0502020204030204"/>
                <a:cs typeface="Calibri" panose="020F0502020204030204"/>
              </a:rPr>
              <a:t>be</a:t>
            </a:r>
            <a:r>
              <a:rPr sz="3050" dirty="0">
                <a:latin typeface="Calibri" panose="020F0502020204030204"/>
                <a:cs typeface="Calibri" panose="020F0502020204030204"/>
              </a:rPr>
              <a:t> </a:t>
            </a:r>
            <a:r>
              <a:rPr sz="3050" spc="-50" dirty="0">
                <a:latin typeface="Calibri" panose="020F0502020204030204"/>
                <a:cs typeface="Calibri" panose="020F0502020204030204"/>
              </a:rPr>
              <a:t>of</a:t>
            </a:r>
            <a:r>
              <a:rPr sz="3050" spc="-45" dirty="0">
                <a:latin typeface="Calibri" panose="020F0502020204030204"/>
                <a:cs typeface="Calibri" panose="020F0502020204030204"/>
              </a:rPr>
              <a:t> </a:t>
            </a:r>
            <a:r>
              <a:rPr sz="3050" spc="-20" dirty="0">
                <a:latin typeface="Calibri" panose="020F0502020204030204"/>
                <a:cs typeface="Calibri" panose="020F0502020204030204"/>
              </a:rPr>
              <a:t>high</a:t>
            </a:r>
            <a:r>
              <a:rPr sz="3050" spc="-15" dirty="0">
                <a:latin typeface="Calibri" panose="020F0502020204030204"/>
                <a:cs typeface="Calibri" panose="020F0502020204030204"/>
              </a:rPr>
              <a:t> quality</a:t>
            </a:r>
            <a:r>
              <a:rPr sz="3050" spc="655" dirty="0">
                <a:latin typeface="Calibri" panose="020F0502020204030204"/>
                <a:cs typeface="Calibri" panose="020F0502020204030204"/>
              </a:rPr>
              <a:t> </a:t>
            </a:r>
            <a:r>
              <a:rPr sz="3050" dirty="0">
                <a:latin typeface="Calibri" panose="020F0502020204030204"/>
                <a:cs typeface="Calibri" panose="020F0502020204030204"/>
              </a:rPr>
              <a:t>(no </a:t>
            </a:r>
            <a:r>
              <a:rPr sz="3050" spc="5" dirty="0">
                <a:latin typeface="Calibri" panose="020F0502020204030204"/>
                <a:cs typeface="Calibri" panose="020F0502020204030204"/>
              </a:rPr>
              <a:t> </a:t>
            </a:r>
            <a:r>
              <a:rPr sz="3050" spc="-20" dirty="0">
                <a:latin typeface="Calibri" panose="020F0502020204030204"/>
                <a:cs typeface="Calibri" panose="020F0502020204030204"/>
              </a:rPr>
              <a:t>obvious bugs, </a:t>
            </a:r>
            <a:r>
              <a:rPr sz="3050" spc="-30" dirty="0">
                <a:latin typeface="Calibri" panose="020F0502020204030204"/>
                <a:cs typeface="Calibri" panose="020F0502020204030204"/>
              </a:rPr>
              <a:t>readable </a:t>
            </a:r>
            <a:r>
              <a:rPr sz="3050" spc="-35" dirty="0">
                <a:latin typeface="Calibri" panose="020F0502020204030204"/>
                <a:cs typeface="Calibri" panose="020F0502020204030204"/>
              </a:rPr>
              <a:t>manual) </a:t>
            </a:r>
            <a:r>
              <a:rPr sz="3050" spc="-40" dirty="0">
                <a:latin typeface="Calibri" panose="020F0502020204030204"/>
                <a:cs typeface="Calibri" panose="020F0502020204030204"/>
              </a:rPr>
              <a:t>and </a:t>
            </a:r>
            <a:r>
              <a:rPr sz="3050" dirty="0">
                <a:latin typeface="Calibri" panose="020F0502020204030204"/>
                <a:cs typeface="Calibri" panose="020F0502020204030204"/>
              </a:rPr>
              <a:t>low </a:t>
            </a:r>
            <a:r>
              <a:rPr sz="3050" spc="-45" dirty="0">
                <a:latin typeface="Calibri" panose="020F0502020204030204"/>
                <a:cs typeface="Calibri" panose="020F0502020204030204"/>
              </a:rPr>
              <a:t>grade </a:t>
            </a:r>
            <a:r>
              <a:rPr sz="3050" spc="15" dirty="0">
                <a:latin typeface="Calibri" panose="020F0502020204030204"/>
                <a:cs typeface="Calibri" panose="020F0502020204030204"/>
              </a:rPr>
              <a:t>(a </a:t>
            </a:r>
            <a:r>
              <a:rPr sz="3050" spc="-20" dirty="0">
                <a:latin typeface="Calibri" panose="020F0502020204030204"/>
                <a:cs typeface="Calibri" panose="020F0502020204030204"/>
              </a:rPr>
              <a:t>limited </a:t>
            </a:r>
            <a:r>
              <a:rPr sz="3050" spc="-25" dirty="0">
                <a:latin typeface="Calibri" panose="020F0502020204030204"/>
                <a:cs typeface="Calibri" panose="020F0502020204030204"/>
              </a:rPr>
              <a:t>number </a:t>
            </a:r>
            <a:r>
              <a:rPr sz="3050" spc="-20" dirty="0">
                <a:latin typeface="Calibri" panose="020F0502020204030204"/>
                <a:cs typeface="Calibri" panose="020F0502020204030204"/>
              </a:rPr>
              <a:t> </a:t>
            </a:r>
            <a:r>
              <a:rPr sz="3050" spc="-5" dirty="0">
                <a:latin typeface="Calibri" panose="020F0502020204030204"/>
                <a:cs typeface="Calibri" panose="020F0502020204030204"/>
              </a:rPr>
              <a:t>of </a:t>
            </a:r>
            <a:r>
              <a:rPr sz="3050" spc="-40" dirty="0">
                <a:latin typeface="Calibri" panose="020F0502020204030204"/>
                <a:cs typeface="Calibri" panose="020F0502020204030204"/>
              </a:rPr>
              <a:t>features), </a:t>
            </a:r>
            <a:r>
              <a:rPr sz="3050" spc="-5" dirty="0">
                <a:latin typeface="Calibri" panose="020F0502020204030204"/>
                <a:cs typeface="Calibri" panose="020F0502020204030204"/>
              </a:rPr>
              <a:t>or </a:t>
            </a:r>
            <a:r>
              <a:rPr sz="3050" spc="-50" dirty="0">
                <a:latin typeface="Calibri" panose="020F0502020204030204"/>
                <a:cs typeface="Calibri" panose="020F0502020204030204"/>
              </a:rPr>
              <a:t>of </a:t>
            </a:r>
            <a:r>
              <a:rPr sz="3050" spc="-30" dirty="0">
                <a:latin typeface="Calibri" panose="020F0502020204030204"/>
                <a:cs typeface="Calibri" panose="020F0502020204030204"/>
              </a:rPr>
              <a:t>low </a:t>
            </a:r>
            <a:r>
              <a:rPr sz="3050" spc="-25" dirty="0">
                <a:latin typeface="Calibri" panose="020F0502020204030204"/>
                <a:cs typeface="Calibri" panose="020F0502020204030204"/>
              </a:rPr>
              <a:t>quality (many </a:t>
            </a:r>
            <a:r>
              <a:rPr sz="3050" spc="-20" dirty="0">
                <a:latin typeface="Calibri" panose="020F0502020204030204"/>
                <a:cs typeface="Calibri" panose="020F0502020204030204"/>
              </a:rPr>
              <a:t>bugs, poorly </a:t>
            </a:r>
            <a:r>
              <a:rPr sz="3050" spc="-45" dirty="0">
                <a:latin typeface="Calibri" panose="020F0502020204030204"/>
                <a:cs typeface="Calibri" panose="020F0502020204030204"/>
              </a:rPr>
              <a:t>organized </a:t>
            </a:r>
            <a:r>
              <a:rPr sz="3050" spc="-5" dirty="0">
                <a:latin typeface="Calibri" panose="020F0502020204030204"/>
                <a:cs typeface="Calibri" panose="020F0502020204030204"/>
              </a:rPr>
              <a:t>user </a:t>
            </a:r>
            <a:r>
              <a:rPr sz="3050" dirty="0">
                <a:latin typeface="Calibri" panose="020F0502020204030204"/>
                <a:cs typeface="Calibri" panose="020F0502020204030204"/>
              </a:rPr>
              <a:t> </a:t>
            </a:r>
            <a:r>
              <a:rPr sz="3050" spc="-20" dirty="0">
                <a:latin typeface="Calibri" panose="020F0502020204030204"/>
                <a:cs typeface="Calibri" panose="020F0502020204030204"/>
              </a:rPr>
              <a:t>documentation)</a:t>
            </a:r>
            <a:r>
              <a:rPr sz="3050" spc="-250" dirty="0">
                <a:latin typeface="Calibri" panose="020F0502020204030204"/>
                <a:cs typeface="Calibri" panose="020F0502020204030204"/>
              </a:rPr>
              <a:t> </a:t>
            </a:r>
            <a:r>
              <a:rPr sz="3050" spc="-15" dirty="0">
                <a:latin typeface="Calibri" panose="020F0502020204030204"/>
                <a:cs typeface="Calibri" panose="020F0502020204030204"/>
              </a:rPr>
              <a:t>and</a:t>
            </a:r>
            <a:r>
              <a:rPr sz="3050" spc="-45" dirty="0">
                <a:latin typeface="Calibri" panose="020F0502020204030204"/>
                <a:cs typeface="Calibri" panose="020F0502020204030204"/>
              </a:rPr>
              <a:t> </a:t>
            </a:r>
            <a:r>
              <a:rPr sz="3050" dirty="0">
                <a:latin typeface="Calibri" panose="020F0502020204030204"/>
                <a:cs typeface="Calibri" panose="020F0502020204030204"/>
              </a:rPr>
              <a:t>high</a:t>
            </a:r>
            <a:r>
              <a:rPr sz="3050" spc="-114" dirty="0">
                <a:latin typeface="Calibri" panose="020F0502020204030204"/>
                <a:cs typeface="Calibri" panose="020F0502020204030204"/>
              </a:rPr>
              <a:t> </a:t>
            </a:r>
            <a:r>
              <a:rPr sz="3050" spc="-30" dirty="0">
                <a:latin typeface="Calibri" panose="020F0502020204030204"/>
                <a:cs typeface="Calibri" panose="020F0502020204030204"/>
              </a:rPr>
              <a:t>grade</a:t>
            </a:r>
            <a:r>
              <a:rPr sz="3050" spc="-35" dirty="0">
                <a:latin typeface="Calibri" panose="020F0502020204030204"/>
                <a:cs typeface="Calibri" panose="020F0502020204030204"/>
              </a:rPr>
              <a:t> </a:t>
            </a:r>
            <a:r>
              <a:rPr sz="3050" spc="-20" dirty="0">
                <a:latin typeface="Calibri" panose="020F0502020204030204"/>
                <a:cs typeface="Calibri" panose="020F0502020204030204"/>
              </a:rPr>
              <a:t>(numerous</a:t>
            </a:r>
            <a:r>
              <a:rPr sz="3050" spc="-200" dirty="0">
                <a:latin typeface="Calibri" panose="020F0502020204030204"/>
                <a:cs typeface="Calibri" panose="020F0502020204030204"/>
              </a:rPr>
              <a:t> </a:t>
            </a:r>
            <a:r>
              <a:rPr sz="3050" spc="-15" dirty="0">
                <a:latin typeface="Calibri" panose="020F0502020204030204"/>
                <a:cs typeface="Calibri" panose="020F0502020204030204"/>
              </a:rPr>
              <a:t>features).</a:t>
            </a:r>
            <a:endParaRPr sz="3050">
              <a:latin typeface="Calibri" panose="020F0502020204030204"/>
              <a:cs typeface="Calibri" panose="020F0502020204030204"/>
            </a:endParaRPr>
          </a:p>
          <a:p>
            <a:pPr marL="469900" marR="7620" indent="-457835" algn="just">
              <a:lnSpc>
                <a:spcPct val="89000"/>
              </a:lnSpc>
              <a:spcBef>
                <a:spcPts val="675"/>
              </a:spcBef>
              <a:buFont typeface="Arial MT"/>
              <a:buChar char="•"/>
              <a:tabLst>
                <a:tab pos="469900" algn="l"/>
              </a:tabLst>
            </a:pPr>
            <a:r>
              <a:rPr sz="3050" spc="-20" dirty="0">
                <a:latin typeface="Calibri" panose="020F0502020204030204"/>
                <a:cs typeface="Calibri" panose="020F0502020204030204"/>
              </a:rPr>
              <a:t>Determining </a:t>
            </a:r>
            <a:r>
              <a:rPr sz="3050" spc="-15" dirty="0">
                <a:latin typeface="Calibri" panose="020F0502020204030204"/>
                <a:cs typeface="Calibri" panose="020F0502020204030204"/>
              </a:rPr>
              <a:t>and </a:t>
            </a:r>
            <a:r>
              <a:rPr sz="3050" spc="-35" dirty="0">
                <a:latin typeface="Calibri" panose="020F0502020204030204"/>
                <a:cs typeface="Calibri" panose="020F0502020204030204"/>
              </a:rPr>
              <a:t>delivering </a:t>
            </a:r>
            <a:r>
              <a:rPr sz="3050" spc="-25" dirty="0">
                <a:latin typeface="Calibri" panose="020F0502020204030204"/>
                <a:cs typeface="Calibri" panose="020F0502020204030204"/>
              </a:rPr>
              <a:t>the </a:t>
            </a:r>
            <a:r>
              <a:rPr sz="3050" spc="-40" dirty="0">
                <a:latin typeface="Calibri" panose="020F0502020204030204"/>
                <a:cs typeface="Calibri" panose="020F0502020204030204"/>
              </a:rPr>
              <a:t>required </a:t>
            </a:r>
            <a:r>
              <a:rPr sz="3050" spc="-25" dirty="0">
                <a:latin typeface="Calibri" panose="020F0502020204030204"/>
                <a:cs typeface="Calibri" panose="020F0502020204030204"/>
              </a:rPr>
              <a:t>levels </a:t>
            </a:r>
            <a:r>
              <a:rPr sz="3050" spc="-5" dirty="0">
                <a:latin typeface="Calibri" panose="020F0502020204030204"/>
                <a:cs typeface="Calibri" panose="020F0502020204030204"/>
              </a:rPr>
              <a:t>of </a:t>
            </a:r>
            <a:r>
              <a:rPr sz="3050" dirty="0">
                <a:latin typeface="Calibri" panose="020F0502020204030204"/>
                <a:cs typeface="Calibri" panose="020F0502020204030204"/>
              </a:rPr>
              <a:t>both </a:t>
            </a:r>
            <a:r>
              <a:rPr sz="3050" spc="-15" dirty="0">
                <a:latin typeface="Calibri" panose="020F0502020204030204"/>
                <a:cs typeface="Calibri" panose="020F0502020204030204"/>
              </a:rPr>
              <a:t>quality and </a:t>
            </a:r>
            <a:r>
              <a:rPr sz="3050" spc="-10" dirty="0">
                <a:latin typeface="Calibri" panose="020F0502020204030204"/>
                <a:cs typeface="Calibri" panose="020F0502020204030204"/>
              </a:rPr>
              <a:t> </a:t>
            </a:r>
            <a:r>
              <a:rPr sz="3050" spc="-30" dirty="0">
                <a:latin typeface="Calibri" panose="020F0502020204030204"/>
                <a:cs typeface="Calibri" panose="020F0502020204030204"/>
              </a:rPr>
              <a:t>grade</a:t>
            </a:r>
            <a:r>
              <a:rPr sz="3050" spc="-25" dirty="0">
                <a:latin typeface="Calibri" panose="020F0502020204030204"/>
                <a:cs typeface="Calibri" panose="020F0502020204030204"/>
              </a:rPr>
              <a:t> </a:t>
            </a:r>
            <a:r>
              <a:rPr sz="3050" spc="-45" dirty="0">
                <a:latin typeface="Calibri" panose="020F0502020204030204"/>
                <a:cs typeface="Calibri" panose="020F0502020204030204"/>
              </a:rPr>
              <a:t>are</a:t>
            </a:r>
            <a:r>
              <a:rPr sz="3050" spc="-40" dirty="0">
                <a:latin typeface="Calibri" panose="020F0502020204030204"/>
                <a:cs typeface="Calibri" panose="020F0502020204030204"/>
              </a:rPr>
              <a:t> </a:t>
            </a:r>
            <a:r>
              <a:rPr sz="3050" spc="-30" dirty="0">
                <a:latin typeface="Calibri" panose="020F0502020204030204"/>
                <a:cs typeface="Calibri" panose="020F0502020204030204"/>
              </a:rPr>
              <a:t>the</a:t>
            </a:r>
            <a:r>
              <a:rPr sz="3050" spc="-25" dirty="0">
                <a:latin typeface="Calibri" panose="020F0502020204030204"/>
                <a:cs typeface="Calibri" panose="020F0502020204030204"/>
              </a:rPr>
              <a:t> responsibilities</a:t>
            </a:r>
            <a:r>
              <a:rPr sz="3050" spc="-20" dirty="0">
                <a:latin typeface="Calibri" panose="020F0502020204030204"/>
                <a:cs typeface="Calibri" panose="020F0502020204030204"/>
              </a:rPr>
              <a:t> </a:t>
            </a:r>
            <a:r>
              <a:rPr sz="3050" spc="-45" dirty="0">
                <a:latin typeface="Calibri" panose="020F0502020204030204"/>
                <a:cs typeface="Calibri" panose="020F0502020204030204"/>
              </a:rPr>
              <a:t>of</a:t>
            </a:r>
            <a:r>
              <a:rPr sz="3050" spc="-40" dirty="0">
                <a:latin typeface="Calibri" panose="020F0502020204030204"/>
                <a:cs typeface="Calibri" panose="020F0502020204030204"/>
              </a:rPr>
              <a:t> </a:t>
            </a:r>
            <a:r>
              <a:rPr sz="3050" spc="-30" dirty="0">
                <a:latin typeface="Calibri" panose="020F0502020204030204"/>
                <a:cs typeface="Calibri" panose="020F0502020204030204"/>
              </a:rPr>
              <a:t>the</a:t>
            </a:r>
            <a:r>
              <a:rPr sz="3050" spc="-25" dirty="0">
                <a:latin typeface="Calibri" panose="020F0502020204030204"/>
                <a:cs typeface="Calibri" panose="020F0502020204030204"/>
              </a:rPr>
              <a:t> </a:t>
            </a:r>
            <a:r>
              <a:rPr sz="3050" spc="-35" dirty="0">
                <a:latin typeface="Calibri" panose="020F0502020204030204"/>
                <a:cs typeface="Calibri" panose="020F0502020204030204"/>
              </a:rPr>
              <a:t>project</a:t>
            </a:r>
            <a:r>
              <a:rPr sz="3050" spc="-30" dirty="0">
                <a:latin typeface="Calibri" panose="020F0502020204030204"/>
                <a:cs typeface="Calibri" panose="020F0502020204030204"/>
              </a:rPr>
              <a:t> </a:t>
            </a:r>
            <a:r>
              <a:rPr sz="3050" spc="-25" dirty="0">
                <a:latin typeface="Calibri" panose="020F0502020204030204"/>
                <a:cs typeface="Calibri" panose="020F0502020204030204"/>
              </a:rPr>
              <a:t>manager</a:t>
            </a:r>
            <a:r>
              <a:rPr sz="3050" spc="-20" dirty="0">
                <a:latin typeface="Calibri" panose="020F0502020204030204"/>
                <a:cs typeface="Calibri" panose="020F0502020204030204"/>
              </a:rPr>
              <a:t> </a:t>
            </a:r>
            <a:r>
              <a:rPr sz="3050" spc="-40" dirty="0">
                <a:latin typeface="Calibri" panose="020F0502020204030204"/>
                <a:cs typeface="Calibri" panose="020F0502020204030204"/>
              </a:rPr>
              <a:t>and</a:t>
            </a:r>
            <a:r>
              <a:rPr sz="3050" spc="-35" dirty="0">
                <a:latin typeface="Calibri" panose="020F0502020204030204"/>
                <a:cs typeface="Calibri" panose="020F0502020204030204"/>
              </a:rPr>
              <a:t> </a:t>
            </a:r>
            <a:r>
              <a:rPr sz="3050" spc="-30" dirty="0">
                <a:latin typeface="Calibri" panose="020F0502020204030204"/>
                <a:cs typeface="Calibri" panose="020F0502020204030204"/>
              </a:rPr>
              <a:t>the </a:t>
            </a:r>
            <a:r>
              <a:rPr sz="3050" spc="-25" dirty="0">
                <a:latin typeface="Calibri" panose="020F0502020204030204"/>
                <a:cs typeface="Calibri" panose="020F0502020204030204"/>
              </a:rPr>
              <a:t> </a:t>
            </a:r>
            <a:r>
              <a:rPr sz="3050" spc="-10" dirty="0">
                <a:latin typeface="Calibri" panose="020F0502020204030204"/>
                <a:cs typeface="Calibri" panose="020F0502020204030204"/>
              </a:rPr>
              <a:t>p</a:t>
            </a:r>
            <a:r>
              <a:rPr sz="3050" spc="-105" dirty="0">
                <a:latin typeface="Calibri" panose="020F0502020204030204"/>
                <a:cs typeface="Calibri" panose="020F0502020204030204"/>
              </a:rPr>
              <a:t>r</a:t>
            </a:r>
            <a:r>
              <a:rPr sz="3050" spc="-10" dirty="0">
                <a:latin typeface="Calibri" panose="020F0502020204030204"/>
                <a:cs typeface="Calibri" panose="020F0502020204030204"/>
              </a:rPr>
              <a:t>o</a:t>
            </a:r>
            <a:r>
              <a:rPr sz="3050" spc="-20" dirty="0">
                <a:latin typeface="Calibri" panose="020F0502020204030204"/>
                <a:cs typeface="Calibri" panose="020F0502020204030204"/>
              </a:rPr>
              <a:t>j</a:t>
            </a:r>
            <a:r>
              <a:rPr sz="3050" spc="-5" dirty="0">
                <a:latin typeface="Calibri" panose="020F0502020204030204"/>
                <a:cs typeface="Calibri" panose="020F0502020204030204"/>
              </a:rPr>
              <a:t>ect</a:t>
            </a:r>
            <a:r>
              <a:rPr sz="3050" spc="-114" dirty="0">
                <a:latin typeface="Calibri" panose="020F0502020204030204"/>
                <a:cs typeface="Calibri" panose="020F0502020204030204"/>
              </a:rPr>
              <a:t> </a:t>
            </a:r>
            <a:r>
              <a:rPr sz="3050" spc="-35" dirty="0">
                <a:latin typeface="Calibri" panose="020F0502020204030204"/>
                <a:cs typeface="Calibri" panose="020F0502020204030204"/>
              </a:rPr>
              <a:t>m</a:t>
            </a:r>
            <a:r>
              <a:rPr sz="3050" spc="-25" dirty="0">
                <a:latin typeface="Calibri" panose="020F0502020204030204"/>
                <a:cs typeface="Calibri" panose="020F0502020204030204"/>
              </a:rPr>
              <a:t>a</a:t>
            </a:r>
            <a:r>
              <a:rPr sz="3050" spc="-10" dirty="0">
                <a:latin typeface="Calibri" panose="020F0502020204030204"/>
                <a:cs typeface="Calibri" panose="020F0502020204030204"/>
              </a:rPr>
              <a:t>n</a:t>
            </a:r>
            <a:r>
              <a:rPr sz="3050" spc="-20" dirty="0">
                <a:latin typeface="Calibri" panose="020F0502020204030204"/>
                <a:cs typeface="Calibri" panose="020F0502020204030204"/>
              </a:rPr>
              <a:t>a</a:t>
            </a:r>
            <a:r>
              <a:rPr sz="3050" spc="-5" dirty="0">
                <a:latin typeface="Calibri" panose="020F0502020204030204"/>
                <a:cs typeface="Calibri" panose="020F0502020204030204"/>
              </a:rPr>
              <a:t>g</a:t>
            </a:r>
            <a:r>
              <a:rPr sz="3050" spc="5" dirty="0">
                <a:latin typeface="Calibri" panose="020F0502020204030204"/>
                <a:cs typeface="Calibri" panose="020F0502020204030204"/>
              </a:rPr>
              <a:t>e</a:t>
            </a:r>
            <a:r>
              <a:rPr sz="3050" spc="-35" dirty="0">
                <a:latin typeface="Calibri" panose="020F0502020204030204"/>
                <a:cs typeface="Calibri" panose="020F0502020204030204"/>
              </a:rPr>
              <a:t>m</a:t>
            </a:r>
            <a:r>
              <a:rPr sz="3050" spc="-5" dirty="0">
                <a:latin typeface="Calibri" panose="020F0502020204030204"/>
                <a:cs typeface="Calibri" panose="020F0502020204030204"/>
              </a:rPr>
              <a:t>e</a:t>
            </a:r>
            <a:r>
              <a:rPr sz="3050" dirty="0">
                <a:latin typeface="Calibri" panose="020F0502020204030204"/>
                <a:cs typeface="Calibri" panose="020F0502020204030204"/>
              </a:rPr>
              <a:t>n</a:t>
            </a:r>
            <a:r>
              <a:rPr sz="3050" spc="-5" dirty="0">
                <a:latin typeface="Calibri" panose="020F0502020204030204"/>
                <a:cs typeface="Calibri" panose="020F0502020204030204"/>
              </a:rPr>
              <a:t>t</a:t>
            </a:r>
            <a:r>
              <a:rPr sz="3050" spc="-195" dirty="0">
                <a:latin typeface="Calibri" panose="020F0502020204030204"/>
                <a:cs typeface="Calibri" panose="020F0502020204030204"/>
              </a:rPr>
              <a:t> </a:t>
            </a:r>
            <a:r>
              <a:rPr sz="3050" spc="10" dirty="0">
                <a:latin typeface="Calibri" panose="020F0502020204030204"/>
                <a:cs typeface="Calibri" panose="020F0502020204030204"/>
              </a:rPr>
              <a:t>t</a:t>
            </a:r>
            <a:r>
              <a:rPr sz="3050" spc="-5" dirty="0">
                <a:latin typeface="Calibri" panose="020F0502020204030204"/>
                <a:cs typeface="Calibri" panose="020F0502020204030204"/>
              </a:rPr>
              <a:t>e</a:t>
            </a:r>
            <a:r>
              <a:rPr sz="3050" spc="-20" dirty="0">
                <a:latin typeface="Calibri" panose="020F0502020204030204"/>
                <a:cs typeface="Calibri" panose="020F0502020204030204"/>
              </a:rPr>
              <a:t>a</a:t>
            </a:r>
            <a:r>
              <a:rPr sz="3050" spc="-35" dirty="0">
                <a:latin typeface="Calibri" panose="020F0502020204030204"/>
                <a:cs typeface="Calibri" panose="020F0502020204030204"/>
              </a:rPr>
              <a:t>m</a:t>
            </a:r>
            <a:r>
              <a:rPr sz="3050" spc="-5" dirty="0">
                <a:latin typeface="Calibri" panose="020F0502020204030204"/>
                <a:cs typeface="Calibri" panose="020F0502020204030204"/>
              </a:rPr>
              <a:t>.</a:t>
            </a:r>
            <a:endParaRPr sz="3050">
              <a:latin typeface="Calibri" panose="020F0502020204030204"/>
              <a:cs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76200" rIns="0" bIns="0" rtlCol="0">
            <a:spAutoFit/>
          </a:bodyPr>
          <a:lstStyle/>
          <a:p>
            <a:pPr marL="1905" algn="ctr">
              <a:lnSpc>
                <a:spcPct val="100000"/>
              </a:lnSpc>
              <a:spcBef>
                <a:spcPts val="600"/>
              </a:spcBef>
            </a:pPr>
            <a:r>
              <a:rPr spc="5" dirty="0"/>
              <a:t>Project</a:t>
            </a:r>
            <a:r>
              <a:rPr spc="-100" dirty="0"/>
              <a:t> </a:t>
            </a:r>
            <a:r>
              <a:rPr spc="-40" dirty="0"/>
              <a:t>Quality</a:t>
            </a:r>
            <a:r>
              <a:rPr spc="300" dirty="0"/>
              <a:t> </a:t>
            </a:r>
            <a:r>
              <a:rPr spc="-30" dirty="0"/>
              <a:t>Management</a:t>
            </a:r>
            <a:r>
              <a:rPr spc="215" dirty="0"/>
              <a:t> </a:t>
            </a:r>
            <a:r>
              <a:rPr spc="-20" dirty="0"/>
              <a:t>Process</a:t>
            </a:r>
          </a:p>
        </p:txBody>
      </p:sp>
      <p:pic>
        <p:nvPicPr>
          <p:cNvPr id="3" name="object 3"/>
          <p:cNvPicPr/>
          <p:nvPr/>
        </p:nvPicPr>
        <p:blipFill>
          <a:blip r:embed="rId2" cstate="print"/>
          <a:stretch>
            <a:fillRect/>
          </a:stretch>
        </p:blipFill>
        <p:spPr>
          <a:xfrm>
            <a:off x="609600" y="1148080"/>
            <a:ext cx="10972800" cy="5486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76200" rIns="0" bIns="0" rtlCol="0">
            <a:spAutoFit/>
          </a:bodyPr>
          <a:lstStyle/>
          <a:p>
            <a:pPr marL="1905" algn="ctr">
              <a:lnSpc>
                <a:spcPct val="100000"/>
              </a:lnSpc>
              <a:spcBef>
                <a:spcPts val="600"/>
              </a:spcBef>
            </a:pPr>
            <a:r>
              <a:rPr spc="5" dirty="0"/>
              <a:t>Project</a:t>
            </a:r>
            <a:r>
              <a:rPr spc="-100" dirty="0"/>
              <a:t> </a:t>
            </a:r>
            <a:r>
              <a:rPr spc="-40" dirty="0"/>
              <a:t>Quality</a:t>
            </a:r>
            <a:r>
              <a:rPr spc="300" dirty="0"/>
              <a:t> </a:t>
            </a:r>
            <a:r>
              <a:rPr spc="-30" dirty="0"/>
              <a:t>Management</a:t>
            </a:r>
            <a:r>
              <a:rPr spc="215" dirty="0"/>
              <a:t> </a:t>
            </a:r>
            <a:r>
              <a:rPr spc="-20" dirty="0"/>
              <a:t>Process</a:t>
            </a:r>
          </a:p>
        </p:txBody>
      </p:sp>
      <p:sp>
        <p:nvSpPr>
          <p:cNvPr id="3" name="object 3"/>
          <p:cNvSpPr txBox="1"/>
          <p:nvPr/>
        </p:nvSpPr>
        <p:spPr>
          <a:xfrm>
            <a:off x="688975" y="1065783"/>
            <a:ext cx="10812780" cy="5251450"/>
          </a:xfrm>
          <a:prstGeom prst="rect">
            <a:avLst/>
          </a:prstGeom>
        </p:spPr>
        <p:txBody>
          <a:bodyPr vert="horz" wrap="square" lIns="0" tIns="110489" rIns="0" bIns="0" rtlCol="0">
            <a:spAutoFit/>
          </a:bodyPr>
          <a:lstStyle/>
          <a:p>
            <a:pPr marL="358140" marR="222250" indent="-346075">
              <a:lnSpc>
                <a:spcPct val="79000"/>
              </a:lnSpc>
              <a:spcBef>
                <a:spcPts val="870"/>
              </a:spcBef>
              <a:buFont typeface="Arial MT"/>
              <a:buChar char="•"/>
              <a:tabLst>
                <a:tab pos="358140" algn="l"/>
                <a:tab pos="358775" algn="l"/>
              </a:tabLst>
            </a:pPr>
            <a:r>
              <a:rPr sz="3050" b="1" spc="-15" dirty="0">
                <a:latin typeface="Calibri" panose="020F0502020204030204"/>
                <a:cs typeface="Calibri" panose="020F0502020204030204"/>
              </a:rPr>
              <a:t>Plan </a:t>
            </a:r>
            <a:r>
              <a:rPr sz="3050" b="1" spc="-20" dirty="0">
                <a:latin typeface="Calibri" panose="020F0502020204030204"/>
                <a:cs typeface="Calibri" panose="020F0502020204030204"/>
              </a:rPr>
              <a:t>Quality Management</a:t>
            </a:r>
            <a:r>
              <a:rPr sz="3050" spc="-20" dirty="0">
                <a:latin typeface="Calibri" panose="020F0502020204030204"/>
                <a:cs typeface="Calibri" panose="020F0502020204030204"/>
              </a:rPr>
              <a:t>—The process </a:t>
            </a:r>
            <a:r>
              <a:rPr sz="3050" spc="-5" dirty="0">
                <a:latin typeface="Calibri" panose="020F0502020204030204"/>
                <a:cs typeface="Calibri" panose="020F0502020204030204"/>
              </a:rPr>
              <a:t>of </a:t>
            </a:r>
            <a:r>
              <a:rPr sz="3050" dirty="0">
                <a:latin typeface="Calibri" panose="020F0502020204030204"/>
                <a:cs typeface="Calibri" panose="020F0502020204030204"/>
              </a:rPr>
              <a:t>identifying quality </a:t>
            </a:r>
            <a:r>
              <a:rPr sz="3050" spc="5" dirty="0">
                <a:latin typeface="Calibri" panose="020F0502020204030204"/>
                <a:cs typeface="Calibri" panose="020F0502020204030204"/>
              </a:rPr>
              <a:t> </a:t>
            </a:r>
            <a:r>
              <a:rPr sz="3050" spc="-15" dirty="0">
                <a:latin typeface="Calibri" panose="020F0502020204030204"/>
                <a:cs typeface="Calibri" panose="020F0502020204030204"/>
              </a:rPr>
              <a:t>requirements</a:t>
            </a:r>
            <a:r>
              <a:rPr sz="3050" spc="-280" dirty="0">
                <a:latin typeface="Calibri" panose="020F0502020204030204"/>
                <a:cs typeface="Calibri" panose="020F0502020204030204"/>
              </a:rPr>
              <a:t> </a:t>
            </a:r>
            <a:r>
              <a:rPr sz="3050" spc="-20" dirty="0">
                <a:latin typeface="Calibri" panose="020F0502020204030204"/>
                <a:cs typeface="Calibri" panose="020F0502020204030204"/>
              </a:rPr>
              <a:t>and/or</a:t>
            </a:r>
            <a:r>
              <a:rPr sz="3050" spc="-65" dirty="0">
                <a:latin typeface="Calibri" panose="020F0502020204030204"/>
                <a:cs typeface="Calibri" panose="020F0502020204030204"/>
              </a:rPr>
              <a:t> </a:t>
            </a:r>
            <a:r>
              <a:rPr sz="3050" spc="-20" dirty="0">
                <a:latin typeface="Calibri" panose="020F0502020204030204"/>
                <a:cs typeface="Calibri" panose="020F0502020204030204"/>
              </a:rPr>
              <a:t>standards</a:t>
            </a:r>
            <a:r>
              <a:rPr sz="3050" spc="-195" dirty="0">
                <a:latin typeface="Calibri" panose="020F0502020204030204"/>
                <a:cs typeface="Calibri" panose="020F0502020204030204"/>
              </a:rPr>
              <a:t> </a:t>
            </a:r>
            <a:r>
              <a:rPr sz="3050" spc="-25" dirty="0">
                <a:latin typeface="Calibri" panose="020F0502020204030204"/>
                <a:cs typeface="Calibri" panose="020F0502020204030204"/>
              </a:rPr>
              <a:t>for</a:t>
            </a:r>
            <a:r>
              <a:rPr sz="3050" spc="-65" dirty="0">
                <a:latin typeface="Calibri" panose="020F0502020204030204"/>
                <a:cs typeface="Calibri" panose="020F0502020204030204"/>
              </a:rPr>
              <a:t> </a:t>
            </a:r>
            <a:r>
              <a:rPr sz="3050" dirty="0">
                <a:latin typeface="Calibri" panose="020F0502020204030204"/>
                <a:cs typeface="Calibri" panose="020F0502020204030204"/>
              </a:rPr>
              <a:t>the</a:t>
            </a:r>
            <a:r>
              <a:rPr sz="3050" spc="-120" dirty="0">
                <a:latin typeface="Calibri" panose="020F0502020204030204"/>
                <a:cs typeface="Calibri" panose="020F0502020204030204"/>
              </a:rPr>
              <a:t> </a:t>
            </a:r>
            <a:r>
              <a:rPr sz="3050" spc="-25" dirty="0">
                <a:latin typeface="Calibri" panose="020F0502020204030204"/>
                <a:cs typeface="Calibri" panose="020F0502020204030204"/>
              </a:rPr>
              <a:t>project</a:t>
            </a:r>
            <a:r>
              <a:rPr sz="3050" spc="-110" dirty="0">
                <a:latin typeface="Calibri" panose="020F0502020204030204"/>
                <a:cs typeface="Calibri" panose="020F0502020204030204"/>
              </a:rPr>
              <a:t> </a:t>
            </a:r>
            <a:r>
              <a:rPr sz="3050" spc="-15" dirty="0">
                <a:latin typeface="Calibri" panose="020F0502020204030204"/>
                <a:cs typeface="Calibri" panose="020F0502020204030204"/>
              </a:rPr>
              <a:t>and</a:t>
            </a:r>
            <a:r>
              <a:rPr sz="3050" spc="-35" dirty="0">
                <a:latin typeface="Calibri" panose="020F0502020204030204"/>
                <a:cs typeface="Calibri" panose="020F0502020204030204"/>
              </a:rPr>
              <a:t> </a:t>
            </a:r>
            <a:r>
              <a:rPr sz="3050" spc="5" dirty="0">
                <a:latin typeface="Calibri" panose="020F0502020204030204"/>
                <a:cs typeface="Calibri" panose="020F0502020204030204"/>
              </a:rPr>
              <a:t>its</a:t>
            </a:r>
            <a:r>
              <a:rPr sz="3050" spc="-110" dirty="0">
                <a:latin typeface="Calibri" panose="020F0502020204030204"/>
                <a:cs typeface="Calibri" panose="020F0502020204030204"/>
              </a:rPr>
              <a:t> </a:t>
            </a:r>
            <a:r>
              <a:rPr sz="3050" spc="-15" dirty="0">
                <a:latin typeface="Calibri" panose="020F0502020204030204"/>
                <a:cs typeface="Calibri" panose="020F0502020204030204"/>
              </a:rPr>
              <a:t>deliverables </a:t>
            </a:r>
            <a:r>
              <a:rPr sz="3050" spc="-675" dirty="0">
                <a:latin typeface="Calibri" panose="020F0502020204030204"/>
                <a:cs typeface="Calibri" panose="020F0502020204030204"/>
              </a:rPr>
              <a:t> </a:t>
            </a:r>
            <a:r>
              <a:rPr sz="3050" spc="-15" dirty="0">
                <a:latin typeface="Calibri" panose="020F0502020204030204"/>
                <a:cs typeface="Calibri" panose="020F0502020204030204"/>
              </a:rPr>
              <a:t>and documenting </a:t>
            </a:r>
            <a:r>
              <a:rPr sz="3050" spc="-10" dirty="0">
                <a:latin typeface="Calibri" panose="020F0502020204030204"/>
                <a:cs typeface="Calibri" panose="020F0502020204030204"/>
              </a:rPr>
              <a:t>how </a:t>
            </a:r>
            <a:r>
              <a:rPr sz="3050" dirty="0">
                <a:latin typeface="Calibri" panose="020F0502020204030204"/>
                <a:cs typeface="Calibri" panose="020F0502020204030204"/>
              </a:rPr>
              <a:t>the </a:t>
            </a:r>
            <a:r>
              <a:rPr sz="3050" spc="-25" dirty="0">
                <a:latin typeface="Calibri" panose="020F0502020204030204"/>
                <a:cs typeface="Calibri" panose="020F0502020204030204"/>
              </a:rPr>
              <a:t>project </a:t>
            </a:r>
            <a:r>
              <a:rPr sz="3050" dirty="0">
                <a:latin typeface="Calibri" panose="020F0502020204030204"/>
                <a:cs typeface="Calibri" panose="020F0502020204030204"/>
              </a:rPr>
              <a:t>will </a:t>
            </a:r>
            <a:r>
              <a:rPr sz="3050" spc="-20" dirty="0">
                <a:latin typeface="Calibri" panose="020F0502020204030204"/>
                <a:cs typeface="Calibri" panose="020F0502020204030204"/>
              </a:rPr>
              <a:t>demonstrate </a:t>
            </a:r>
            <a:r>
              <a:rPr sz="3050" spc="-10" dirty="0">
                <a:latin typeface="Calibri" panose="020F0502020204030204"/>
                <a:cs typeface="Calibri" panose="020F0502020204030204"/>
              </a:rPr>
              <a:t>compliance </a:t>
            </a:r>
            <a:r>
              <a:rPr sz="3050" spc="-5" dirty="0">
                <a:latin typeface="Calibri" panose="020F0502020204030204"/>
                <a:cs typeface="Calibri" panose="020F0502020204030204"/>
              </a:rPr>
              <a:t> </a:t>
            </a:r>
            <a:r>
              <a:rPr sz="3050" dirty="0">
                <a:latin typeface="Calibri" panose="020F0502020204030204"/>
                <a:cs typeface="Calibri" panose="020F0502020204030204"/>
              </a:rPr>
              <a:t>with</a:t>
            </a:r>
            <a:r>
              <a:rPr sz="3050" spc="-140" dirty="0">
                <a:latin typeface="Calibri" panose="020F0502020204030204"/>
                <a:cs typeface="Calibri" panose="020F0502020204030204"/>
              </a:rPr>
              <a:t> </a:t>
            </a:r>
            <a:r>
              <a:rPr sz="3050" dirty="0">
                <a:latin typeface="Calibri" panose="020F0502020204030204"/>
                <a:cs typeface="Calibri" panose="020F0502020204030204"/>
              </a:rPr>
              <a:t>quality</a:t>
            </a:r>
            <a:r>
              <a:rPr sz="3050" spc="-150" dirty="0">
                <a:latin typeface="Calibri" panose="020F0502020204030204"/>
                <a:cs typeface="Calibri" panose="020F0502020204030204"/>
              </a:rPr>
              <a:t> </a:t>
            </a:r>
            <a:r>
              <a:rPr sz="3050" spc="-20" dirty="0">
                <a:latin typeface="Calibri" panose="020F0502020204030204"/>
                <a:cs typeface="Calibri" panose="020F0502020204030204"/>
              </a:rPr>
              <a:t>requirements.</a:t>
            </a:r>
            <a:endParaRPr sz="3050">
              <a:latin typeface="Calibri" panose="020F0502020204030204"/>
              <a:cs typeface="Calibri" panose="020F0502020204030204"/>
            </a:endParaRPr>
          </a:p>
          <a:p>
            <a:pPr>
              <a:lnSpc>
                <a:spcPct val="100000"/>
              </a:lnSpc>
              <a:spcBef>
                <a:spcPts val="50"/>
              </a:spcBef>
              <a:buFont typeface="Arial MT"/>
              <a:buChar char="•"/>
            </a:pPr>
            <a:endParaRPr sz="3500">
              <a:latin typeface="Calibri" panose="020F0502020204030204"/>
              <a:cs typeface="Calibri" panose="020F0502020204030204"/>
            </a:endParaRPr>
          </a:p>
          <a:p>
            <a:pPr marL="358140" marR="5080" indent="-346075">
              <a:lnSpc>
                <a:spcPct val="79000"/>
              </a:lnSpc>
              <a:spcBef>
                <a:spcPts val="5"/>
              </a:spcBef>
              <a:buFont typeface="Arial MT"/>
              <a:buChar char="•"/>
              <a:tabLst>
                <a:tab pos="358140" algn="l"/>
                <a:tab pos="358775" algn="l"/>
              </a:tabLst>
            </a:pPr>
            <a:r>
              <a:rPr sz="3050" b="1" spc="-110" dirty="0">
                <a:latin typeface="Calibri" panose="020F0502020204030204"/>
                <a:cs typeface="Calibri" panose="020F0502020204030204"/>
              </a:rPr>
              <a:t>P</a:t>
            </a:r>
            <a:r>
              <a:rPr sz="3050" b="1" spc="-20" dirty="0">
                <a:latin typeface="Calibri" panose="020F0502020204030204"/>
                <a:cs typeface="Calibri" panose="020F0502020204030204"/>
              </a:rPr>
              <a:t>e</a:t>
            </a:r>
            <a:r>
              <a:rPr sz="3050" b="1" spc="30" dirty="0">
                <a:latin typeface="Calibri" panose="020F0502020204030204"/>
                <a:cs typeface="Calibri" panose="020F0502020204030204"/>
              </a:rPr>
              <a:t>r</a:t>
            </a:r>
            <a:r>
              <a:rPr sz="3050" b="1" spc="-90" dirty="0">
                <a:latin typeface="Calibri" panose="020F0502020204030204"/>
                <a:cs typeface="Calibri" panose="020F0502020204030204"/>
              </a:rPr>
              <a:t>f</a:t>
            </a:r>
            <a:r>
              <a:rPr sz="3050" b="1" spc="-45" dirty="0">
                <a:latin typeface="Calibri" panose="020F0502020204030204"/>
                <a:cs typeface="Calibri" panose="020F0502020204030204"/>
              </a:rPr>
              <a:t>o</a:t>
            </a:r>
            <a:r>
              <a:rPr sz="3050" b="1" spc="30" dirty="0">
                <a:latin typeface="Calibri" panose="020F0502020204030204"/>
                <a:cs typeface="Calibri" panose="020F0502020204030204"/>
              </a:rPr>
              <a:t>r</a:t>
            </a:r>
            <a:r>
              <a:rPr sz="3050" b="1" spc="-5" dirty="0">
                <a:latin typeface="Calibri" panose="020F0502020204030204"/>
                <a:cs typeface="Calibri" panose="020F0502020204030204"/>
              </a:rPr>
              <a:t>m</a:t>
            </a:r>
            <a:r>
              <a:rPr sz="3050" b="1" spc="-130" dirty="0">
                <a:latin typeface="Calibri" panose="020F0502020204030204"/>
                <a:cs typeface="Calibri" panose="020F0502020204030204"/>
              </a:rPr>
              <a:t> </a:t>
            </a:r>
            <a:r>
              <a:rPr sz="3050" b="1" spc="-10" dirty="0">
                <a:latin typeface="Calibri" panose="020F0502020204030204"/>
                <a:cs typeface="Calibri" panose="020F0502020204030204"/>
              </a:rPr>
              <a:t>Q</a:t>
            </a:r>
            <a:r>
              <a:rPr sz="3050" b="1" spc="-50" dirty="0">
                <a:latin typeface="Calibri" panose="020F0502020204030204"/>
                <a:cs typeface="Calibri" panose="020F0502020204030204"/>
              </a:rPr>
              <a:t>u</a:t>
            </a:r>
            <a:r>
              <a:rPr sz="3050" b="1" spc="5" dirty="0">
                <a:latin typeface="Calibri" panose="020F0502020204030204"/>
                <a:cs typeface="Calibri" panose="020F0502020204030204"/>
              </a:rPr>
              <a:t>a</a:t>
            </a:r>
            <a:r>
              <a:rPr sz="3050" b="1" spc="-35" dirty="0">
                <a:latin typeface="Calibri" panose="020F0502020204030204"/>
                <a:cs typeface="Calibri" panose="020F0502020204030204"/>
              </a:rPr>
              <a:t>li</a:t>
            </a:r>
            <a:r>
              <a:rPr sz="3050" b="1" spc="-20" dirty="0">
                <a:latin typeface="Calibri" panose="020F0502020204030204"/>
                <a:cs typeface="Calibri" panose="020F0502020204030204"/>
              </a:rPr>
              <a:t>t</a:t>
            </a:r>
            <a:r>
              <a:rPr sz="3050" b="1" spc="-5" dirty="0">
                <a:latin typeface="Calibri" panose="020F0502020204030204"/>
                <a:cs typeface="Calibri" panose="020F0502020204030204"/>
              </a:rPr>
              <a:t>y</a:t>
            </a:r>
            <a:r>
              <a:rPr sz="3050" b="1" spc="-55" dirty="0">
                <a:latin typeface="Calibri" panose="020F0502020204030204"/>
                <a:cs typeface="Calibri" panose="020F0502020204030204"/>
              </a:rPr>
              <a:t> </a:t>
            </a:r>
            <a:r>
              <a:rPr sz="3050" b="1" spc="-5" dirty="0">
                <a:latin typeface="Calibri" panose="020F0502020204030204"/>
                <a:cs typeface="Calibri" panose="020F0502020204030204"/>
              </a:rPr>
              <a:t>A</a:t>
            </a:r>
            <a:r>
              <a:rPr sz="3050" b="1" spc="-30" dirty="0">
                <a:latin typeface="Calibri" panose="020F0502020204030204"/>
                <a:cs typeface="Calibri" panose="020F0502020204030204"/>
              </a:rPr>
              <a:t>s</a:t>
            </a:r>
            <a:r>
              <a:rPr sz="3050" b="1" spc="-20" dirty="0">
                <a:latin typeface="Calibri" panose="020F0502020204030204"/>
                <a:cs typeface="Calibri" panose="020F0502020204030204"/>
              </a:rPr>
              <a:t>s</a:t>
            </a:r>
            <a:r>
              <a:rPr sz="3050" b="1" spc="-45" dirty="0">
                <a:latin typeface="Calibri" panose="020F0502020204030204"/>
                <a:cs typeface="Calibri" panose="020F0502020204030204"/>
              </a:rPr>
              <a:t>u</a:t>
            </a:r>
            <a:r>
              <a:rPr sz="3050" b="1" spc="-50" dirty="0">
                <a:latin typeface="Calibri" panose="020F0502020204030204"/>
                <a:cs typeface="Calibri" panose="020F0502020204030204"/>
              </a:rPr>
              <a:t>r</a:t>
            </a:r>
            <a:r>
              <a:rPr sz="3050" b="1" spc="5" dirty="0">
                <a:latin typeface="Calibri" panose="020F0502020204030204"/>
                <a:cs typeface="Calibri" panose="020F0502020204030204"/>
              </a:rPr>
              <a:t>a</a:t>
            </a:r>
            <a:r>
              <a:rPr sz="3050" b="1" spc="-45" dirty="0">
                <a:latin typeface="Calibri" panose="020F0502020204030204"/>
                <a:cs typeface="Calibri" panose="020F0502020204030204"/>
              </a:rPr>
              <a:t>n</a:t>
            </a:r>
            <a:r>
              <a:rPr sz="3050" b="1" spc="-10" dirty="0">
                <a:latin typeface="Calibri" panose="020F0502020204030204"/>
                <a:cs typeface="Calibri" panose="020F0502020204030204"/>
              </a:rPr>
              <a:t>c</a:t>
            </a:r>
            <a:r>
              <a:rPr sz="3050" b="1" spc="30" dirty="0">
                <a:latin typeface="Calibri" panose="020F0502020204030204"/>
                <a:cs typeface="Calibri" panose="020F0502020204030204"/>
              </a:rPr>
              <a:t>e</a:t>
            </a:r>
            <a:r>
              <a:rPr sz="3050" spc="-40" dirty="0">
                <a:latin typeface="Calibri" panose="020F0502020204030204"/>
                <a:cs typeface="Calibri" panose="020F0502020204030204"/>
              </a:rPr>
              <a:t>—</a:t>
            </a:r>
            <a:r>
              <a:rPr sz="3050" spc="25" dirty="0">
                <a:latin typeface="Calibri" panose="020F0502020204030204"/>
                <a:cs typeface="Calibri" panose="020F0502020204030204"/>
              </a:rPr>
              <a:t>T</a:t>
            </a:r>
            <a:r>
              <a:rPr sz="3050" spc="-10" dirty="0">
                <a:latin typeface="Calibri" panose="020F0502020204030204"/>
                <a:cs typeface="Calibri" panose="020F0502020204030204"/>
              </a:rPr>
              <a:t>h</a:t>
            </a:r>
            <a:r>
              <a:rPr sz="3050" spc="-5" dirty="0">
                <a:latin typeface="Calibri" panose="020F0502020204030204"/>
                <a:cs typeface="Calibri" panose="020F0502020204030204"/>
              </a:rPr>
              <a:t>e</a:t>
            </a:r>
            <a:r>
              <a:rPr sz="3050" spc="-210" dirty="0">
                <a:latin typeface="Calibri" panose="020F0502020204030204"/>
                <a:cs typeface="Calibri" panose="020F0502020204030204"/>
              </a:rPr>
              <a:t> </a:t>
            </a:r>
            <a:r>
              <a:rPr sz="3050" spc="-10" dirty="0">
                <a:latin typeface="Calibri" panose="020F0502020204030204"/>
                <a:cs typeface="Calibri" panose="020F0502020204030204"/>
              </a:rPr>
              <a:t>p</a:t>
            </a:r>
            <a:r>
              <a:rPr sz="3050" spc="-110" dirty="0">
                <a:latin typeface="Calibri" panose="020F0502020204030204"/>
                <a:cs typeface="Calibri" panose="020F0502020204030204"/>
              </a:rPr>
              <a:t>r</a:t>
            </a:r>
            <a:r>
              <a:rPr sz="3050" spc="-10" dirty="0">
                <a:latin typeface="Calibri" panose="020F0502020204030204"/>
                <a:cs typeface="Calibri" panose="020F0502020204030204"/>
              </a:rPr>
              <a:t>o</a:t>
            </a:r>
            <a:r>
              <a:rPr sz="3050" spc="-20" dirty="0">
                <a:latin typeface="Calibri" panose="020F0502020204030204"/>
                <a:cs typeface="Calibri" panose="020F0502020204030204"/>
              </a:rPr>
              <a:t>c</a:t>
            </a:r>
            <a:r>
              <a:rPr sz="3050" spc="-5" dirty="0">
                <a:latin typeface="Calibri" panose="020F0502020204030204"/>
                <a:cs typeface="Calibri" panose="020F0502020204030204"/>
              </a:rPr>
              <a:t>e</a:t>
            </a:r>
            <a:r>
              <a:rPr sz="3050" spc="5" dirty="0">
                <a:latin typeface="Calibri" panose="020F0502020204030204"/>
                <a:cs typeface="Calibri" panose="020F0502020204030204"/>
              </a:rPr>
              <a:t>s</a:t>
            </a:r>
            <a:r>
              <a:rPr sz="3050" spc="-5" dirty="0">
                <a:latin typeface="Calibri" panose="020F0502020204030204"/>
                <a:cs typeface="Calibri" panose="020F0502020204030204"/>
              </a:rPr>
              <a:t>s</a:t>
            </a:r>
            <a:r>
              <a:rPr sz="3050" spc="-125" dirty="0">
                <a:latin typeface="Calibri" panose="020F0502020204030204"/>
                <a:cs typeface="Calibri" panose="020F0502020204030204"/>
              </a:rPr>
              <a:t> </a:t>
            </a:r>
            <a:r>
              <a:rPr sz="3050" spc="-10" dirty="0">
                <a:latin typeface="Calibri" panose="020F0502020204030204"/>
                <a:cs typeface="Calibri" panose="020F0502020204030204"/>
              </a:rPr>
              <a:t>o</a:t>
            </a:r>
            <a:r>
              <a:rPr sz="3050" spc="-5" dirty="0">
                <a:latin typeface="Calibri" panose="020F0502020204030204"/>
                <a:cs typeface="Calibri" panose="020F0502020204030204"/>
              </a:rPr>
              <a:t>f</a:t>
            </a:r>
            <a:r>
              <a:rPr sz="3050" spc="-110" dirty="0">
                <a:latin typeface="Calibri" panose="020F0502020204030204"/>
                <a:cs typeface="Calibri" panose="020F0502020204030204"/>
              </a:rPr>
              <a:t> </a:t>
            </a:r>
            <a:r>
              <a:rPr sz="3050" spc="-25" dirty="0">
                <a:latin typeface="Calibri" panose="020F0502020204030204"/>
                <a:cs typeface="Calibri" panose="020F0502020204030204"/>
              </a:rPr>
              <a:t>a</a:t>
            </a:r>
            <a:r>
              <a:rPr sz="3050" spc="-10" dirty="0">
                <a:latin typeface="Calibri" panose="020F0502020204030204"/>
                <a:cs typeface="Calibri" panose="020F0502020204030204"/>
              </a:rPr>
              <a:t>ud</a:t>
            </a:r>
            <a:r>
              <a:rPr sz="3050" spc="10" dirty="0">
                <a:latin typeface="Calibri" panose="020F0502020204030204"/>
                <a:cs typeface="Calibri" panose="020F0502020204030204"/>
              </a:rPr>
              <a:t>iti</a:t>
            </a:r>
            <a:r>
              <a:rPr sz="3050" spc="-10" dirty="0">
                <a:latin typeface="Calibri" panose="020F0502020204030204"/>
                <a:cs typeface="Calibri" panose="020F0502020204030204"/>
              </a:rPr>
              <a:t>n</a:t>
            </a:r>
            <a:r>
              <a:rPr sz="3050" spc="-5" dirty="0">
                <a:latin typeface="Calibri" panose="020F0502020204030204"/>
                <a:cs typeface="Calibri" panose="020F0502020204030204"/>
              </a:rPr>
              <a:t>g</a:t>
            </a:r>
            <a:r>
              <a:rPr sz="3050" spc="-204" dirty="0">
                <a:latin typeface="Calibri" panose="020F0502020204030204"/>
                <a:cs typeface="Calibri" panose="020F0502020204030204"/>
              </a:rPr>
              <a:t> </a:t>
            </a:r>
            <a:r>
              <a:rPr sz="3050" spc="10" dirty="0">
                <a:latin typeface="Calibri" panose="020F0502020204030204"/>
                <a:cs typeface="Calibri" panose="020F0502020204030204"/>
              </a:rPr>
              <a:t>t</a:t>
            </a:r>
            <a:r>
              <a:rPr sz="3050" spc="-10" dirty="0">
                <a:latin typeface="Calibri" panose="020F0502020204030204"/>
                <a:cs typeface="Calibri" panose="020F0502020204030204"/>
              </a:rPr>
              <a:t>h</a:t>
            </a:r>
            <a:r>
              <a:rPr sz="3050" spc="-5" dirty="0">
                <a:latin typeface="Calibri" panose="020F0502020204030204"/>
                <a:cs typeface="Calibri" panose="020F0502020204030204"/>
              </a:rPr>
              <a:t>e</a:t>
            </a:r>
            <a:r>
              <a:rPr sz="3050" spc="-50" dirty="0">
                <a:latin typeface="Calibri" panose="020F0502020204030204"/>
                <a:cs typeface="Calibri" panose="020F0502020204030204"/>
              </a:rPr>
              <a:t> </a:t>
            </a:r>
            <a:r>
              <a:rPr sz="3050" spc="-10" dirty="0">
                <a:latin typeface="Calibri" panose="020F0502020204030204"/>
                <a:cs typeface="Calibri" panose="020F0502020204030204"/>
              </a:rPr>
              <a:t>qu</a:t>
            </a:r>
            <a:r>
              <a:rPr sz="3050" spc="-25" dirty="0">
                <a:latin typeface="Calibri" panose="020F0502020204030204"/>
                <a:cs typeface="Calibri" panose="020F0502020204030204"/>
              </a:rPr>
              <a:t>a</a:t>
            </a:r>
            <a:r>
              <a:rPr sz="3050" spc="10" dirty="0">
                <a:latin typeface="Calibri" panose="020F0502020204030204"/>
                <a:cs typeface="Calibri" panose="020F0502020204030204"/>
              </a:rPr>
              <a:t>lit</a:t>
            </a:r>
            <a:r>
              <a:rPr sz="3050" spc="-5" dirty="0">
                <a:latin typeface="Calibri" panose="020F0502020204030204"/>
                <a:cs typeface="Calibri" panose="020F0502020204030204"/>
              </a:rPr>
              <a:t>y  </a:t>
            </a:r>
            <a:r>
              <a:rPr sz="3050" spc="-15" dirty="0">
                <a:latin typeface="Calibri" panose="020F0502020204030204"/>
                <a:cs typeface="Calibri" panose="020F0502020204030204"/>
              </a:rPr>
              <a:t>requirements</a:t>
            </a:r>
            <a:r>
              <a:rPr sz="3050" spc="-290" dirty="0">
                <a:latin typeface="Calibri" panose="020F0502020204030204"/>
                <a:cs typeface="Calibri" panose="020F0502020204030204"/>
              </a:rPr>
              <a:t> </a:t>
            </a:r>
            <a:r>
              <a:rPr sz="3050" spc="-15" dirty="0">
                <a:latin typeface="Calibri" panose="020F0502020204030204"/>
                <a:cs typeface="Calibri" panose="020F0502020204030204"/>
              </a:rPr>
              <a:t>and</a:t>
            </a:r>
            <a:r>
              <a:rPr sz="3050" spc="-40" dirty="0">
                <a:latin typeface="Calibri" panose="020F0502020204030204"/>
                <a:cs typeface="Calibri" panose="020F0502020204030204"/>
              </a:rPr>
              <a:t> </a:t>
            </a:r>
            <a:r>
              <a:rPr sz="3050" spc="-5" dirty="0">
                <a:latin typeface="Calibri" panose="020F0502020204030204"/>
                <a:cs typeface="Calibri" panose="020F0502020204030204"/>
              </a:rPr>
              <a:t>the</a:t>
            </a:r>
            <a:r>
              <a:rPr sz="3050" spc="-120" dirty="0">
                <a:latin typeface="Calibri" panose="020F0502020204030204"/>
                <a:cs typeface="Calibri" panose="020F0502020204030204"/>
              </a:rPr>
              <a:t> </a:t>
            </a:r>
            <a:r>
              <a:rPr sz="3050" spc="-5" dirty="0">
                <a:latin typeface="Calibri" panose="020F0502020204030204"/>
                <a:cs typeface="Calibri" panose="020F0502020204030204"/>
              </a:rPr>
              <a:t>results</a:t>
            </a:r>
            <a:r>
              <a:rPr sz="3050" spc="-200" dirty="0">
                <a:latin typeface="Calibri" panose="020F0502020204030204"/>
                <a:cs typeface="Calibri" panose="020F0502020204030204"/>
              </a:rPr>
              <a:t> </a:t>
            </a:r>
            <a:r>
              <a:rPr sz="3050" spc="-25" dirty="0">
                <a:latin typeface="Calibri" panose="020F0502020204030204"/>
                <a:cs typeface="Calibri" panose="020F0502020204030204"/>
              </a:rPr>
              <a:t>from</a:t>
            </a:r>
            <a:r>
              <a:rPr sz="3050" spc="-80" dirty="0">
                <a:latin typeface="Calibri" panose="020F0502020204030204"/>
                <a:cs typeface="Calibri" panose="020F0502020204030204"/>
              </a:rPr>
              <a:t> </a:t>
            </a:r>
            <a:r>
              <a:rPr sz="3050" spc="-5" dirty="0">
                <a:latin typeface="Calibri" panose="020F0502020204030204"/>
                <a:cs typeface="Calibri" panose="020F0502020204030204"/>
              </a:rPr>
              <a:t>quality</a:t>
            </a:r>
            <a:r>
              <a:rPr sz="3050" spc="-225" dirty="0">
                <a:latin typeface="Calibri" panose="020F0502020204030204"/>
                <a:cs typeface="Calibri" panose="020F0502020204030204"/>
              </a:rPr>
              <a:t> </a:t>
            </a:r>
            <a:r>
              <a:rPr sz="3050" spc="-20" dirty="0">
                <a:latin typeface="Calibri" panose="020F0502020204030204"/>
                <a:cs typeface="Calibri" panose="020F0502020204030204"/>
              </a:rPr>
              <a:t>control</a:t>
            </a:r>
            <a:r>
              <a:rPr sz="3050" spc="-110" dirty="0">
                <a:latin typeface="Calibri" panose="020F0502020204030204"/>
                <a:cs typeface="Calibri" panose="020F0502020204030204"/>
              </a:rPr>
              <a:t> </a:t>
            </a:r>
            <a:r>
              <a:rPr sz="3050" spc="-10" dirty="0">
                <a:latin typeface="Calibri" panose="020F0502020204030204"/>
                <a:cs typeface="Calibri" panose="020F0502020204030204"/>
              </a:rPr>
              <a:t>measurements</a:t>
            </a:r>
            <a:r>
              <a:rPr sz="3050" spc="-275" dirty="0">
                <a:latin typeface="Calibri" panose="020F0502020204030204"/>
                <a:cs typeface="Calibri" panose="020F0502020204030204"/>
              </a:rPr>
              <a:t> </a:t>
            </a:r>
            <a:r>
              <a:rPr sz="3050" spc="-35" dirty="0">
                <a:latin typeface="Calibri" panose="020F0502020204030204"/>
                <a:cs typeface="Calibri" panose="020F0502020204030204"/>
              </a:rPr>
              <a:t>to </a:t>
            </a:r>
            <a:r>
              <a:rPr sz="3050" spc="-675" dirty="0">
                <a:latin typeface="Calibri" panose="020F0502020204030204"/>
                <a:cs typeface="Calibri" panose="020F0502020204030204"/>
              </a:rPr>
              <a:t> </a:t>
            </a:r>
            <a:r>
              <a:rPr sz="3050" spc="-10" dirty="0">
                <a:latin typeface="Calibri" panose="020F0502020204030204"/>
                <a:cs typeface="Calibri" panose="020F0502020204030204"/>
              </a:rPr>
              <a:t>ensure </a:t>
            </a:r>
            <a:r>
              <a:rPr sz="3050" spc="-5" dirty="0">
                <a:latin typeface="Calibri" panose="020F0502020204030204"/>
                <a:cs typeface="Calibri" panose="020F0502020204030204"/>
              </a:rPr>
              <a:t>that </a:t>
            </a:r>
            <a:r>
              <a:rPr sz="3050" spc="-20" dirty="0">
                <a:latin typeface="Calibri" panose="020F0502020204030204"/>
                <a:cs typeface="Calibri" panose="020F0502020204030204"/>
              </a:rPr>
              <a:t>appropriate </a:t>
            </a:r>
            <a:r>
              <a:rPr sz="3050" dirty="0">
                <a:latin typeface="Calibri" panose="020F0502020204030204"/>
                <a:cs typeface="Calibri" panose="020F0502020204030204"/>
              </a:rPr>
              <a:t>quality </a:t>
            </a:r>
            <a:r>
              <a:rPr sz="3050" spc="-20" dirty="0">
                <a:latin typeface="Calibri" panose="020F0502020204030204"/>
                <a:cs typeface="Calibri" panose="020F0502020204030204"/>
              </a:rPr>
              <a:t>standards </a:t>
            </a:r>
            <a:r>
              <a:rPr sz="3050" spc="-15" dirty="0">
                <a:latin typeface="Calibri" panose="020F0502020204030204"/>
                <a:cs typeface="Calibri" panose="020F0502020204030204"/>
              </a:rPr>
              <a:t>and </a:t>
            </a:r>
            <a:r>
              <a:rPr sz="3050" spc="-20" dirty="0">
                <a:latin typeface="Calibri" panose="020F0502020204030204"/>
                <a:cs typeface="Calibri" panose="020F0502020204030204"/>
              </a:rPr>
              <a:t>operational </a:t>
            </a:r>
            <a:r>
              <a:rPr sz="3050" spc="-15" dirty="0">
                <a:latin typeface="Calibri" panose="020F0502020204030204"/>
                <a:cs typeface="Calibri" panose="020F0502020204030204"/>
              </a:rPr>
              <a:t> </a:t>
            </a:r>
            <a:r>
              <a:rPr sz="3050" spc="-5" dirty="0">
                <a:latin typeface="Calibri" panose="020F0502020204030204"/>
                <a:cs typeface="Calibri" panose="020F0502020204030204"/>
              </a:rPr>
              <a:t>definitions</a:t>
            </a:r>
            <a:r>
              <a:rPr sz="3050" spc="-295" dirty="0">
                <a:latin typeface="Calibri" panose="020F0502020204030204"/>
                <a:cs typeface="Calibri" panose="020F0502020204030204"/>
              </a:rPr>
              <a:t> </a:t>
            </a:r>
            <a:r>
              <a:rPr sz="3050" spc="-20" dirty="0">
                <a:latin typeface="Calibri" panose="020F0502020204030204"/>
                <a:cs typeface="Calibri" panose="020F0502020204030204"/>
              </a:rPr>
              <a:t>are</a:t>
            </a:r>
            <a:r>
              <a:rPr sz="3050" spc="-45" dirty="0">
                <a:latin typeface="Calibri" panose="020F0502020204030204"/>
                <a:cs typeface="Calibri" panose="020F0502020204030204"/>
              </a:rPr>
              <a:t> </a:t>
            </a:r>
            <a:r>
              <a:rPr sz="3050" spc="-5" dirty="0">
                <a:latin typeface="Calibri" panose="020F0502020204030204"/>
                <a:cs typeface="Calibri" panose="020F0502020204030204"/>
              </a:rPr>
              <a:t>used.</a:t>
            </a:r>
            <a:endParaRPr sz="3050">
              <a:latin typeface="Calibri" panose="020F0502020204030204"/>
              <a:cs typeface="Calibri" panose="020F0502020204030204"/>
            </a:endParaRPr>
          </a:p>
          <a:p>
            <a:pPr>
              <a:lnSpc>
                <a:spcPct val="100000"/>
              </a:lnSpc>
              <a:spcBef>
                <a:spcPts val="50"/>
              </a:spcBef>
              <a:buFont typeface="Arial MT"/>
              <a:buChar char="•"/>
            </a:pPr>
            <a:endParaRPr sz="3500">
              <a:latin typeface="Calibri" panose="020F0502020204030204"/>
              <a:cs typeface="Calibri" panose="020F0502020204030204"/>
            </a:endParaRPr>
          </a:p>
          <a:p>
            <a:pPr marL="358140" marR="285115" indent="-346075">
              <a:lnSpc>
                <a:spcPct val="79000"/>
              </a:lnSpc>
              <a:buFont typeface="Arial MT"/>
              <a:buChar char="•"/>
              <a:tabLst>
                <a:tab pos="358140" algn="l"/>
                <a:tab pos="358775" algn="l"/>
              </a:tabLst>
            </a:pPr>
            <a:r>
              <a:rPr sz="3050" b="1" spc="-20" dirty="0">
                <a:latin typeface="Calibri" panose="020F0502020204030204"/>
                <a:cs typeface="Calibri" panose="020F0502020204030204"/>
              </a:rPr>
              <a:t>Control</a:t>
            </a:r>
            <a:r>
              <a:rPr sz="3050" b="1" spc="-155" dirty="0">
                <a:latin typeface="Calibri" panose="020F0502020204030204"/>
                <a:cs typeface="Calibri" panose="020F0502020204030204"/>
              </a:rPr>
              <a:t> </a:t>
            </a:r>
            <a:r>
              <a:rPr sz="3050" b="1" spc="-15" dirty="0">
                <a:latin typeface="Calibri" panose="020F0502020204030204"/>
                <a:cs typeface="Calibri" panose="020F0502020204030204"/>
              </a:rPr>
              <a:t>Quality</a:t>
            </a:r>
            <a:r>
              <a:rPr sz="3050" spc="-15" dirty="0">
                <a:latin typeface="Calibri" panose="020F0502020204030204"/>
                <a:cs typeface="Calibri" panose="020F0502020204030204"/>
              </a:rPr>
              <a:t>—The</a:t>
            </a:r>
            <a:r>
              <a:rPr sz="3050" spc="-120" dirty="0">
                <a:latin typeface="Calibri" panose="020F0502020204030204"/>
                <a:cs typeface="Calibri" panose="020F0502020204030204"/>
              </a:rPr>
              <a:t> </a:t>
            </a:r>
            <a:r>
              <a:rPr sz="3050" spc="-20" dirty="0">
                <a:latin typeface="Calibri" panose="020F0502020204030204"/>
                <a:cs typeface="Calibri" panose="020F0502020204030204"/>
              </a:rPr>
              <a:t>process</a:t>
            </a:r>
            <a:r>
              <a:rPr sz="3050" spc="-114" dirty="0">
                <a:latin typeface="Calibri" panose="020F0502020204030204"/>
                <a:cs typeface="Calibri" panose="020F0502020204030204"/>
              </a:rPr>
              <a:t> </a:t>
            </a:r>
            <a:r>
              <a:rPr sz="3050" spc="-5" dirty="0">
                <a:latin typeface="Calibri" panose="020F0502020204030204"/>
                <a:cs typeface="Calibri" panose="020F0502020204030204"/>
              </a:rPr>
              <a:t>of</a:t>
            </a:r>
            <a:r>
              <a:rPr sz="3050" spc="-15" dirty="0">
                <a:latin typeface="Calibri" panose="020F0502020204030204"/>
                <a:cs typeface="Calibri" panose="020F0502020204030204"/>
              </a:rPr>
              <a:t> </a:t>
            </a:r>
            <a:r>
              <a:rPr sz="3050" spc="-10" dirty="0">
                <a:latin typeface="Calibri" panose="020F0502020204030204"/>
                <a:cs typeface="Calibri" panose="020F0502020204030204"/>
              </a:rPr>
              <a:t>monitoring</a:t>
            </a:r>
            <a:r>
              <a:rPr sz="3050" spc="-285" dirty="0">
                <a:latin typeface="Calibri" panose="020F0502020204030204"/>
                <a:cs typeface="Calibri" panose="020F0502020204030204"/>
              </a:rPr>
              <a:t> </a:t>
            </a:r>
            <a:r>
              <a:rPr sz="3050" spc="-15" dirty="0">
                <a:latin typeface="Calibri" panose="020F0502020204030204"/>
                <a:cs typeface="Calibri" panose="020F0502020204030204"/>
              </a:rPr>
              <a:t>and</a:t>
            </a:r>
            <a:r>
              <a:rPr sz="3050" spc="-35" dirty="0">
                <a:latin typeface="Calibri" panose="020F0502020204030204"/>
                <a:cs typeface="Calibri" panose="020F0502020204030204"/>
              </a:rPr>
              <a:t> </a:t>
            </a:r>
            <a:r>
              <a:rPr sz="3050" spc="-20" dirty="0">
                <a:latin typeface="Calibri" panose="020F0502020204030204"/>
                <a:cs typeface="Calibri" panose="020F0502020204030204"/>
              </a:rPr>
              <a:t>recording</a:t>
            </a:r>
            <a:r>
              <a:rPr sz="3050" spc="-200" dirty="0">
                <a:latin typeface="Calibri" panose="020F0502020204030204"/>
                <a:cs typeface="Calibri" panose="020F0502020204030204"/>
              </a:rPr>
              <a:t> </a:t>
            </a:r>
            <a:r>
              <a:rPr sz="3050" dirty="0">
                <a:latin typeface="Calibri" panose="020F0502020204030204"/>
                <a:cs typeface="Calibri" panose="020F0502020204030204"/>
              </a:rPr>
              <a:t>results </a:t>
            </a:r>
            <a:r>
              <a:rPr sz="3050" spc="-675" dirty="0">
                <a:latin typeface="Calibri" panose="020F0502020204030204"/>
                <a:cs typeface="Calibri" panose="020F0502020204030204"/>
              </a:rPr>
              <a:t> </a:t>
            </a:r>
            <a:r>
              <a:rPr sz="3050" spc="-10" dirty="0">
                <a:latin typeface="Calibri" panose="020F0502020204030204"/>
                <a:cs typeface="Calibri" panose="020F0502020204030204"/>
              </a:rPr>
              <a:t>o</a:t>
            </a:r>
            <a:r>
              <a:rPr sz="3050" spc="-5" dirty="0">
                <a:latin typeface="Calibri" panose="020F0502020204030204"/>
                <a:cs typeface="Calibri" panose="020F0502020204030204"/>
              </a:rPr>
              <a:t>f</a:t>
            </a:r>
            <a:r>
              <a:rPr sz="3050" spc="-30" dirty="0">
                <a:latin typeface="Calibri" panose="020F0502020204030204"/>
                <a:cs typeface="Calibri" panose="020F0502020204030204"/>
              </a:rPr>
              <a:t> </a:t>
            </a:r>
            <a:r>
              <a:rPr sz="3050" spc="-80" dirty="0">
                <a:latin typeface="Calibri" panose="020F0502020204030204"/>
                <a:cs typeface="Calibri" panose="020F0502020204030204"/>
              </a:rPr>
              <a:t>e</a:t>
            </a:r>
            <a:r>
              <a:rPr sz="3050" spc="-125" dirty="0">
                <a:latin typeface="Calibri" panose="020F0502020204030204"/>
                <a:cs typeface="Calibri" panose="020F0502020204030204"/>
              </a:rPr>
              <a:t>x</a:t>
            </a:r>
            <a:r>
              <a:rPr sz="3050" spc="-5" dirty="0">
                <a:latin typeface="Calibri" panose="020F0502020204030204"/>
                <a:cs typeface="Calibri" panose="020F0502020204030204"/>
              </a:rPr>
              <a:t>ecu</a:t>
            </a:r>
            <a:r>
              <a:rPr sz="3050" spc="10" dirty="0">
                <a:latin typeface="Calibri" panose="020F0502020204030204"/>
                <a:cs typeface="Calibri" panose="020F0502020204030204"/>
              </a:rPr>
              <a:t>ti</a:t>
            </a:r>
            <a:r>
              <a:rPr sz="3050" spc="-10" dirty="0">
                <a:latin typeface="Calibri" panose="020F0502020204030204"/>
                <a:cs typeface="Calibri" panose="020F0502020204030204"/>
              </a:rPr>
              <a:t>n</a:t>
            </a:r>
            <a:r>
              <a:rPr sz="3050" spc="-5" dirty="0">
                <a:latin typeface="Calibri" panose="020F0502020204030204"/>
                <a:cs typeface="Calibri" panose="020F0502020204030204"/>
              </a:rPr>
              <a:t>g</a:t>
            </a:r>
            <a:r>
              <a:rPr sz="3050" spc="-204" dirty="0">
                <a:latin typeface="Calibri" panose="020F0502020204030204"/>
                <a:cs typeface="Calibri" panose="020F0502020204030204"/>
              </a:rPr>
              <a:t> </a:t>
            </a:r>
            <a:r>
              <a:rPr sz="3050" spc="10" dirty="0">
                <a:latin typeface="Calibri" panose="020F0502020204030204"/>
                <a:cs typeface="Calibri" panose="020F0502020204030204"/>
              </a:rPr>
              <a:t>t</a:t>
            </a:r>
            <a:r>
              <a:rPr sz="3050" spc="-10" dirty="0">
                <a:latin typeface="Calibri" panose="020F0502020204030204"/>
                <a:cs typeface="Calibri" panose="020F0502020204030204"/>
              </a:rPr>
              <a:t>h</a:t>
            </a:r>
            <a:r>
              <a:rPr sz="3050" spc="-5" dirty="0">
                <a:latin typeface="Calibri" panose="020F0502020204030204"/>
                <a:cs typeface="Calibri" panose="020F0502020204030204"/>
              </a:rPr>
              <a:t>e</a:t>
            </a:r>
            <a:r>
              <a:rPr sz="3050" spc="-130" dirty="0">
                <a:latin typeface="Calibri" panose="020F0502020204030204"/>
                <a:cs typeface="Calibri" panose="020F0502020204030204"/>
              </a:rPr>
              <a:t> </a:t>
            </a:r>
            <a:r>
              <a:rPr sz="3050" spc="-10" dirty="0">
                <a:latin typeface="Calibri" panose="020F0502020204030204"/>
                <a:cs typeface="Calibri" panose="020F0502020204030204"/>
              </a:rPr>
              <a:t>qu</a:t>
            </a:r>
            <a:r>
              <a:rPr sz="3050" spc="-25" dirty="0">
                <a:latin typeface="Calibri" panose="020F0502020204030204"/>
                <a:cs typeface="Calibri" panose="020F0502020204030204"/>
              </a:rPr>
              <a:t>a</a:t>
            </a:r>
            <a:r>
              <a:rPr sz="3050" spc="10" dirty="0">
                <a:latin typeface="Calibri" panose="020F0502020204030204"/>
                <a:cs typeface="Calibri" panose="020F0502020204030204"/>
              </a:rPr>
              <a:t>lit</a:t>
            </a:r>
            <a:r>
              <a:rPr sz="3050" spc="-5" dirty="0">
                <a:latin typeface="Calibri" panose="020F0502020204030204"/>
                <a:cs typeface="Calibri" panose="020F0502020204030204"/>
              </a:rPr>
              <a:t>y</a:t>
            </a:r>
            <a:r>
              <a:rPr sz="3050" spc="-150" dirty="0">
                <a:latin typeface="Calibri" panose="020F0502020204030204"/>
                <a:cs typeface="Calibri" panose="020F0502020204030204"/>
              </a:rPr>
              <a:t> </a:t>
            </a:r>
            <a:r>
              <a:rPr sz="3050" spc="-25" dirty="0">
                <a:latin typeface="Calibri" panose="020F0502020204030204"/>
                <a:cs typeface="Calibri" panose="020F0502020204030204"/>
              </a:rPr>
              <a:t>a</a:t>
            </a:r>
            <a:r>
              <a:rPr sz="3050" spc="-5" dirty="0">
                <a:latin typeface="Calibri" panose="020F0502020204030204"/>
                <a:cs typeface="Calibri" panose="020F0502020204030204"/>
              </a:rPr>
              <a:t>c</a:t>
            </a:r>
            <a:r>
              <a:rPr sz="3050" dirty="0">
                <a:latin typeface="Calibri" panose="020F0502020204030204"/>
                <a:cs typeface="Calibri" panose="020F0502020204030204"/>
              </a:rPr>
              <a:t>t</a:t>
            </a:r>
            <a:r>
              <a:rPr sz="3050" spc="10" dirty="0">
                <a:latin typeface="Calibri" panose="020F0502020204030204"/>
                <a:cs typeface="Calibri" panose="020F0502020204030204"/>
              </a:rPr>
              <a:t>i</a:t>
            </a:r>
            <a:r>
              <a:rPr sz="3050" spc="-20" dirty="0">
                <a:latin typeface="Calibri" panose="020F0502020204030204"/>
                <a:cs typeface="Calibri" panose="020F0502020204030204"/>
              </a:rPr>
              <a:t>v</a:t>
            </a:r>
            <a:r>
              <a:rPr sz="3050" spc="10" dirty="0">
                <a:latin typeface="Calibri" panose="020F0502020204030204"/>
                <a:cs typeface="Calibri" panose="020F0502020204030204"/>
              </a:rPr>
              <a:t>iti</a:t>
            </a:r>
            <a:r>
              <a:rPr sz="3050" spc="-5" dirty="0">
                <a:latin typeface="Calibri" panose="020F0502020204030204"/>
                <a:cs typeface="Calibri" panose="020F0502020204030204"/>
              </a:rPr>
              <a:t>es</a:t>
            </a:r>
            <a:r>
              <a:rPr sz="3050" spc="-275" dirty="0">
                <a:latin typeface="Calibri" panose="020F0502020204030204"/>
                <a:cs typeface="Calibri" panose="020F0502020204030204"/>
              </a:rPr>
              <a:t> </a:t>
            </a:r>
            <a:r>
              <a:rPr sz="3050" spc="10" dirty="0">
                <a:latin typeface="Calibri" panose="020F0502020204030204"/>
                <a:cs typeface="Calibri" panose="020F0502020204030204"/>
              </a:rPr>
              <a:t>t</a:t>
            </a:r>
            <a:r>
              <a:rPr sz="3050" spc="-5" dirty="0">
                <a:latin typeface="Calibri" panose="020F0502020204030204"/>
                <a:cs typeface="Calibri" panose="020F0502020204030204"/>
              </a:rPr>
              <a:t>o</a:t>
            </a:r>
            <a:r>
              <a:rPr sz="3050" spc="-140" dirty="0">
                <a:latin typeface="Calibri" panose="020F0502020204030204"/>
                <a:cs typeface="Calibri" panose="020F0502020204030204"/>
              </a:rPr>
              <a:t> </a:t>
            </a:r>
            <a:r>
              <a:rPr sz="3050" spc="-25" dirty="0">
                <a:latin typeface="Calibri" panose="020F0502020204030204"/>
                <a:cs typeface="Calibri" panose="020F0502020204030204"/>
              </a:rPr>
              <a:t>a</a:t>
            </a:r>
            <a:r>
              <a:rPr sz="3050" dirty="0">
                <a:latin typeface="Calibri" panose="020F0502020204030204"/>
                <a:cs typeface="Calibri" panose="020F0502020204030204"/>
              </a:rPr>
              <a:t>ss</a:t>
            </a:r>
            <a:r>
              <a:rPr sz="3050" spc="-5" dirty="0">
                <a:latin typeface="Calibri" panose="020F0502020204030204"/>
                <a:cs typeface="Calibri" panose="020F0502020204030204"/>
              </a:rPr>
              <a:t>e</a:t>
            </a:r>
            <a:r>
              <a:rPr sz="3050" spc="5" dirty="0">
                <a:latin typeface="Calibri" panose="020F0502020204030204"/>
                <a:cs typeface="Calibri" panose="020F0502020204030204"/>
              </a:rPr>
              <a:t>s</a:t>
            </a:r>
            <a:r>
              <a:rPr sz="3050" spc="-5" dirty="0">
                <a:latin typeface="Calibri" panose="020F0502020204030204"/>
                <a:cs typeface="Calibri" panose="020F0502020204030204"/>
              </a:rPr>
              <a:t>s</a:t>
            </a:r>
            <a:r>
              <a:rPr sz="3050" spc="-125" dirty="0">
                <a:latin typeface="Calibri" panose="020F0502020204030204"/>
                <a:cs typeface="Calibri" panose="020F0502020204030204"/>
              </a:rPr>
              <a:t> </a:t>
            </a:r>
            <a:r>
              <a:rPr sz="3050" spc="-10" dirty="0">
                <a:latin typeface="Calibri" panose="020F0502020204030204"/>
                <a:cs typeface="Calibri" panose="020F0502020204030204"/>
              </a:rPr>
              <a:t>pe</a:t>
            </a:r>
            <a:r>
              <a:rPr sz="3050" spc="-25" dirty="0">
                <a:latin typeface="Calibri" panose="020F0502020204030204"/>
                <a:cs typeface="Calibri" panose="020F0502020204030204"/>
              </a:rPr>
              <a:t>r</a:t>
            </a:r>
            <a:r>
              <a:rPr sz="3050" spc="-55" dirty="0">
                <a:latin typeface="Calibri" panose="020F0502020204030204"/>
                <a:cs typeface="Calibri" panose="020F0502020204030204"/>
              </a:rPr>
              <a:t>f</a:t>
            </a:r>
            <a:r>
              <a:rPr sz="3050" spc="-10" dirty="0">
                <a:latin typeface="Calibri" panose="020F0502020204030204"/>
                <a:cs typeface="Calibri" panose="020F0502020204030204"/>
              </a:rPr>
              <a:t>o</a:t>
            </a:r>
            <a:r>
              <a:rPr sz="3050" spc="-35" dirty="0">
                <a:latin typeface="Calibri" panose="020F0502020204030204"/>
                <a:cs typeface="Calibri" panose="020F0502020204030204"/>
              </a:rPr>
              <a:t>rm</a:t>
            </a:r>
            <a:r>
              <a:rPr sz="3050" spc="-25" dirty="0">
                <a:latin typeface="Calibri" panose="020F0502020204030204"/>
                <a:cs typeface="Calibri" panose="020F0502020204030204"/>
              </a:rPr>
              <a:t>a</a:t>
            </a:r>
            <a:r>
              <a:rPr sz="3050" spc="-10" dirty="0">
                <a:latin typeface="Calibri" panose="020F0502020204030204"/>
                <a:cs typeface="Calibri" panose="020F0502020204030204"/>
              </a:rPr>
              <a:t>nc</a:t>
            </a:r>
            <a:r>
              <a:rPr sz="3050" spc="-5" dirty="0">
                <a:latin typeface="Calibri" panose="020F0502020204030204"/>
                <a:cs typeface="Calibri" panose="020F0502020204030204"/>
              </a:rPr>
              <a:t>e</a:t>
            </a:r>
            <a:r>
              <a:rPr sz="3050" spc="-215" dirty="0">
                <a:latin typeface="Calibri" panose="020F0502020204030204"/>
                <a:cs typeface="Calibri" panose="020F0502020204030204"/>
              </a:rPr>
              <a:t> </a:t>
            </a:r>
            <a:r>
              <a:rPr sz="3050" spc="-25" dirty="0">
                <a:latin typeface="Calibri" panose="020F0502020204030204"/>
                <a:cs typeface="Calibri" panose="020F0502020204030204"/>
              </a:rPr>
              <a:t>a</a:t>
            </a:r>
            <a:r>
              <a:rPr sz="3050" spc="-10" dirty="0">
                <a:latin typeface="Calibri" panose="020F0502020204030204"/>
                <a:cs typeface="Calibri" panose="020F0502020204030204"/>
              </a:rPr>
              <a:t>nd  </a:t>
            </a:r>
            <a:r>
              <a:rPr sz="3050" spc="-30" dirty="0">
                <a:latin typeface="Calibri" panose="020F0502020204030204"/>
                <a:cs typeface="Calibri" panose="020F0502020204030204"/>
              </a:rPr>
              <a:t>r</a:t>
            </a:r>
            <a:r>
              <a:rPr sz="3050" spc="-5" dirty="0">
                <a:latin typeface="Calibri" panose="020F0502020204030204"/>
                <a:cs typeface="Calibri" panose="020F0502020204030204"/>
              </a:rPr>
              <a:t>eco</a:t>
            </a:r>
            <a:r>
              <a:rPr sz="3050" spc="-45" dirty="0">
                <a:latin typeface="Calibri" panose="020F0502020204030204"/>
                <a:cs typeface="Calibri" panose="020F0502020204030204"/>
              </a:rPr>
              <a:t>m</a:t>
            </a:r>
            <a:r>
              <a:rPr sz="3050" spc="-40" dirty="0">
                <a:latin typeface="Calibri" panose="020F0502020204030204"/>
                <a:cs typeface="Calibri" panose="020F0502020204030204"/>
              </a:rPr>
              <a:t>m</a:t>
            </a:r>
            <a:r>
              <a:rPr sz="3050" spc="-5" dirty="0">
                <a:latin typeface="Calibri" panose="020F0502020204030204"/>
                <a:cs typeface="Calibri" panose="020F0502020204030204"/>
              </a:rPr>
              <a:t>end</a:t>
            </a:r>
            <a:r>
              <a:rPr sz="3050" spc="-204" dirty="0">
                <a:latin typeface="Calibri" panose="020F0502020204030204"/>
                <a:cs typeface="Calibri" panose="020F0502020204030204"/>
              </a:rPr>
              <a:t> </a:t>
            </a:r>
            <a:r>
              <a:rPr sz="3050" spc="-10" dirty="0">
                <a:latin typeface="Calibri" panose="020F0502020204030204"/>
                <a:cs typeface="Calibri" panose="020F0502020204030204"/>
              </a:rPr>
              <a:t>nece</a:t>
            </a:r>
            <a:r>
              <a:rPr sz="3050" spc="5" dirty="0">
                <a:latin typeface="Calibri" panose="020F0502020204030204"/>
                <a:cs typeface="Calibri" panose="020F0502020204030204"/>
              </a:rPr>
              <a:t>s</a:t>
            </a:r>
            <a:r>
              <a:rPr sz="3050" dirty="0">
                <a:latin typeface="Calibri" panose="020F0502020204030204"/>
                <a:cs typeface="Calibri" panose="020F0502020204030204"/>
              </a:rPr>
              <a:t>s</a:t>
            </a:r>
            <a:r>
              <a:rPr sz="3050" spc="-25" dirty="0">
                <a:latin typeface="Calibri" panose="020F0502020204030204"/>
                <a:cs typeface="Calibri" panose="020F0502020204030204"/>
              </a:rPr>
              <a:t>a</a:t>
            </a:r>
            <a:r>
              <a:rPr sz="3050" spc="-30" dirty="0">
                <a:latin typeface="Calibri" panose="020F0502020204030204"/>
                <a:cs typeface="Calibri" panose="020F0502020204030204"/>
              </a:rPr>
              <a:t>r</a:t>
            </a:r>
            <a:r>
              <a:rPr sz="3050" spc="-5" dirty="0">
                <a:latin typeface="Calibri" panose="020F0502020204030204"/>
                <a:cs typeface="Calibri" panose="020F0502020204030204"/>
              </a:rPr>
              <a:t>y</a:t>
            </a:r>
            <a:r>
              <a:rPr sz="3050" spc="-150" dirty="0">
                <a:latin typeface="Calibri" panose="020F0502020204030204"/>
                <a:cs typeface="Calibri" panose="020F0502020204030204"/>
              </a:rPr>
              <a:t> </a:t>
            </a:r>
            <a:r>
              <a:rPr sz="3050" spc="-5" dirty="0">
                <a:latin typeface="Calibri" panose="020F0502020204030204"/>
                <a:cs typeface="Calibri" panose="020F0502020204030204"/>
              </a:rPr>
              <a:t>ch</a:t>
            </a:r>
            <a:r>
              <a:rPr sz="3050" spc="-30" dirty="0">
                <a:latin typeface="Calibri" panose="020F0502020204030204"/>
                <a:cs typeface="Calibri" panose="020F0502020204030204"/>
              </a:rPr>
              <a:t>a</a:t>
            </a:r>
            <a:r>
              <a:rPr sz="3050" spc="-10" dirty="0">
                <a:latin typeface="Calibri" panose="020F0502020204030204"/>
                <a:cs typeface="Calibri" panose="020F0502020204030204"/>
              </a:rPr>
              <a:t>n</a:t>
            </a:r>
            <a:r>
              <a:rPr sz="3050" spc="-5" dirty="0">
                <a:latin typeface="Calibri" panose="020F0502020204030204"/>
                <a:cs typeface="Calibri" panose="020F0502020204030204"/>
              </a:rPr>
              <a:t>ge</a:t>
            </a:r>
            <a:r>
              <a:rPr sz="3050" spc="5" dirty="0">
                <a:latin typeface="Calibri" panose="020F0502020204030204"/>
                <a:cs typeface="Calibri" panose="020F0502020204030204"/>
              </a:rPr>
              <a:t>s</a:t>
            </a:r>
            <a:r>
              <a:rPr sz="3050" spc="-5" dirty="0">
                <a:latin typeface="Calibri" panose="020F0502020204030204"/>
                <a:cs typeface="Calibri" panose="020F0502020204030204"/>
              </a:rPr>
              <a:t>.</a:t>
            </a:r>
            <a:endParaRPr sz="3050">
              <a:latin typeface="Calibri" panose="020F0502020204030204"/>
              <a:cs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86360" rIns="0" bIns="0" rtlCol="0">
            <a:spAutoFit/>
          </a:bodyPr>
          <a:lstStyle/>
          <a:p>
            <a:pPr marL="1905" algn="ctr">
              <a:lnSpc>
                <a:spcPct val="100000"/>
              </a:lnSpc>
              <a:spcBef>
                <a:spcPts val="680"/>
              </a:spcBef>
            </a:pPr>
            <a:r>
              <a:rPr spc="-40" dirty="0"/>
              <a:t>Quality</a:t>
            </a:r>
            <a:r>
              <a:rPr spc="50" dirty="0"/>
              <a:t> </a:t>
            </a:r>
            <a:r>
              <a:rPr spc="-45" dirty="0"/>
              <a:t>Assurance</a:t>
            </a:r>
            <a:r>
              <a:rPr spc="365" dirty="0"/>
              <a:t> </a:t>
            </a:r>
            <a:r>
              <a:rPr spc="-55" dirty="0"/>
              <a:t>vs.</a:t>
            </a:r>
            <a:r>
              <a:rPr spc="135" dirty="0"/>
              <a:t> </a:t>
            </a:r>
            <a:r>
              <a:rPr spc="-40" dirty="0"/>
              <a:t>Quality</a:t>
            </a:r>
            <a:r>
              <a:rPr spc="300" dirty="0"/>
              <a:t> </a:t>
            </a:r>
            <a:r>
              <a:rPr spc="-25" dirty="0"/>
              <a:t>Control</a:t>
            </a:r>
          </a:p>
        </p:txBody>
      </p:sp>
      <p:pic>
        <p:nvPicPr>
          <p:cNvPr id="3" name="object 3"/>
          <p:cNvPicPr/>
          <p:nvPr/>
        </p:nvPicPr>
        <p:blipFill>
          <a:blip r:embed="rId2" cstate="print"/>
          <a:stretch>
            <a:fillRect/>
          </a:stretch>
        </p:blipFill>
        <p:spPr>
          <a:xfrm>
            <a:off x="609600" y="1066800"/>
            <a:ext cx="10972800" cy="55676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86360" rIns="0" bIns="0" rtlCol="0">
            <a:spAutoFit/>
          </a:bodyPr>
          <a:lstStyle/>
          <a:p>
            <a:pPr marL="8890" algn="ctr">
              <a:lnSpc>
                <a:spcPct val="100000"/>
              </a:lnSpc>
              <a:spcBef>
                <a:spcPts val="680"/>
              </a:spcBef>
            </a:pPr>
            <a:r>
              <a:rPr spc="-25" dirty="0"/>
              <a:t>Cost</a:t>
            </a:r>
            <a:r>
              <a:rPr spc="35" dirty="0"/>
              <a:t> </a:t>
            </a:r>
            <a:r>
              <a:rPr spc="-15" dirty="0"/>
              <a:t>of</a:t>
            </a:r>
            <a:r>
              <a:rPr spc="35" dirty="0"/>
              <a:t> </a:t>
            </a:r>
            <a:r>
              <a:rPr spc="-45" dirty="0"/>
              <a:t>Quality</a:t>
            </a:r>
          </a:p>
        </p:txBody>
      </p:sp>
      <p:sp>
        <p:nvSpPr>
          <p:cNvPr id="3" name="object 3"/>
          <p:cNvSpPr txBox="1"/>
          <p:nvPr/>
        </p:nvSpPr>
        <p:spPr>
          <a:xfrm>
            <a:off x="688975" y="1106551"/>
            <a:ext cx="10683240" cy="5129530"/>
          </a:xfrm>
          <a:prstGeom prst="rect">
            <a:avLst/>
          </a:prstGeom>
        </p:spPr>
        <p:txBody>
          <a:bodyPr vert="horz" wrap="square" lIns="0" tIns="17145" rIns="0" bIns="0" rtlCol="0">
            <a:spAutoFit/>
          </a:bodyPr>
          <a:lstStyle/>
          <a:p>
            <a:pPr marL="12700">
              <a:lnSpc>
                <a:spcPct val="100000"/>
              </a:lnSpc>
              <a:spcBef>
                <a:spcPts val="135"/>
              </a:spcBef>
            </a:pPr>
            <a:r>
              <a:rPr sz="3250" b="1" spc="5" dirty="0">
                <a:latin typeface="Calibri" panose="020F0502020204030204"/>
                <a:cs typeface="Calibri" panose="020F0502020204030204"/>
              </a:rPr>
              <a:t>Cost</a:t>
            </a:r>
            <a:r>
              <a:rPr sz="3250" b="1" spc="25" dirty="0">
                <a:latin typeface="Calibri" panose="020F0502020204030204"/>
                <a:cs typeface="Calibri" panose="020F0502020204030204"/>
              </a:rPr>
              <a:t> Of</a:t>
            </a:r>
            <a:r>
              <a:rPr sz="3250" b="1" spc="-35" dirty="0">
                <a:latin typeface="Calibri" panose="020F0502020204030204"/>
                <a:cs typeface="Calibri" panose="020F0502020204030204"/>
              </a:rPr>
              <a:t> </a:t>
            </a:r>
            <a:r>
              <a:rPr sz="3250" b="1" spc="5" dirty="0">
                <a:latin typeface="Calibri" panose="020F0502020204030204"/>
                <a:cs typeface="Calibri" panose="020F0502020204030204"/>
              </a:rPr>
              <a:t>Quality</a:t>
            </a:r>
            <a:endParaRPr sz="3250">
              <a:latin typeface="Calibri" panose="020F0502020204030204"/>
              <a:cs typeface="Calibri" panose="020F0502020204030204"/>
            </a:endParaRPr>
          </a:p>
          <a:p>
            <a:pPr>
              <a:lnSpc>
                <a:spcPct val="100000"/>
              </a:lnSpc>
              <a:spcBef>
                <a:spcPts val="40"/>
              </a:spcBef>
            </a:pPr>
            <a:endParaRPr sz="2850">
              <a:latin typeface="Calibri" panose="020F0502020204030204"/>
              <a:cs typeface="Calibri" panose="020F0502020204030204"/>
            </a:endParaRPr>
          </a:p>
          <a:p>
            <a:pPr marL="358140" marR="530860" indent="-346075">
              <a:lnSpc>
                <a:spcPts val="2400"/>
              </a:lnSpc>
              <a:buFont typeface="Arial MT"/>
              <a:buChar char="•"/>
              <a:tabLst>
                <a:tab pos="358140" algn="l"/>
                <a:tab pos="358775" algn="l"/>
              </a:tabLst>
            </a:pPr>
            <a:r>
              <a:rPr sz="2250" spc="-5" dirty="0">
                <a:latin typeface="Calibri" panose="020F0502020204030204"/>
                <a:cs typeface="Calibri" panose="020F0502020204030204"/>
              </a:rPr>
              <a:t>According</a:t>
            </a:r>
            <a:r>
              <a:rPr sz="2250" spc="-120" dirty="0">
                <a:latin typeface="Calibri" panose="020F0502020204030204"/>
                <a:cs typeface="Calibri" panose="020F0502020204030204"/>
              </a:rPr>
              <a:t> </a:t>
            </a:r>
            <a:r>
              <a:rPr sz="2250" spc="-25" dirty="0">
                <a:latin typeface="Calibri" panose="020F0502020204030204"/>
                <a:cs typeface="Calibri" panose="020F0502020204030204"/>
              </a:rPr>
              <a:t>to</a:t>
            </a:r>
            <a:r>
              <a:rPr sz="2250" spc="-170" dirty="0">
                <a:latin typeface="Calibri" panose="020F0502020204030204"/>
                <a:cs typeface="Calibri" panose="020F0502020204030204"/>
              </a:rPr>
              <a:t> </a:t>
            </a:r>
            <a:r>
              <a:rPr sz="2250" spc="-10" dirty="0">
                <a:latin typeface="Calibri" panose="020F0502020204030204"/>
                <a:cs typeface="Calibri" panose="020F0502020204030204"/>
              </a:rPr>
              <a:t>ASQ:</a:t>
            </a:r>
            <a:r>
              <a:rPr sz="2250" spc="-114" dirty="0">
                <a:latin typeface="Calibri" panose="020F0502020204030204"/>
                <a:cs typeface="Calibri" panose="020F0502020204030204"/>
              </a:rPr>
              <a:t> </a:t>
            </a:r>
            <a:r>
              <a:rPr sz="2250" b="1" i="1" dirty="0">
                <a:latin typeface="Calibri" panose="020F0502020204030204"/>
                <a:cs typeface="Calibri" panose="020F0502020204030204"/>
              </a:rPr>
              <a:t>The</a:t>
            </a:r>
            <a:r>
              <a:rPr sz="2250" b="1" i="1" spc="-85" dirty="0">
                <a:latin typeface="Calibri" panose="020F0502020204030204"/>
                <a:cs typeface="Calibri" panose="020F0502020204030204"/>
              </a:rPr>
              <a:t> </a:t>
            </a:r>
            <a:r>
              <a:rPr sz="2250" b="1" i="1" dirty="0">
                <a:latin typeface="Calibri" panose="020F0502020204030204"/>
                <a:cs typeface="Calibri" panose="020F0502020204030204"/>
              </a:rPr>
              <a:t>"cost</a:t>
            </a:r>
            <a:r>
              <a:rPr sz="2250" b="1" i="1" spc="-165" dirty="0">
                <a:latin typeface="Calibri" panose="020F0502020204030204"/>
                <a:cs typeface="Calibri" panose="020F0502020204030204"/>
              </a:rPr>
              <a:t> </a:t>
            </a:r>
            <a:r>
              <a:rPr sz="2250" b="1" i="1" dirty="0">
                <a:latin typeface="Calibri" panose="020F0502020204030204"/>
                <a:cs typeface="Calibri" panose="020F0502020204030204"/>
              </a:rPr>
              <a:t>of</a:t>
            </a:r>
            <a:r>
              <a:rPr sz="2250" b="1" i="1" spc="-100" dirty="0">
                <a:latin typeface="Calibri" panose="020F0502020204030204"/>
                <a:cs typeface="Calibri" panose="020F0502020204030204"/>
              </a:rPr>
              <a:t> </a:t>
            </a:r>
            <a:r>
              <a:rPr sz="2250" b="1" i="1" dirty="0">
                <a:latin typeface="Calibri" panose="020F0502020204030204"/>
                <a:cs typeface="Calibri" panose="020F0502020204030204"/>
              </a:rPr>
              <a:t>quality"</a:t>
            </a:r>
            <a:r>
              <a:rPr sz="2250" b="1" i="1" spc="-204" dirty="0">
                <a:latin typeface="Calibri" panose="020F0502020204030204"/>
                <a:cs typeface="Calibri" panose="020F0502020204030204"/>
              </a:rPr>
              <a:t> </a:t>
            </a:r>
            <a:r>
              <a:rPr sz="2250" b="1" i="1" spc="5" dirty="0">
                <a:latin typeface="Calibri" panose="020F0502020204030204"/>
                <a:cs typeface="Calibri" panose="020F0502020204030204"/>
              </a:rPr>
              <a:t>isn't</a:t>
            </a:r>
            <a:r>
              <a:rPr sz="2250" b="1" i="1" spc="-160" dirty="0">
                <a:latin typeface="Calibri" panose="020F0502020204030204"/>
                <a:cs typeface="Calibri" panose="020F0502020204030204"/>
              </a:rPr>
              <a:t> </a:t>
            </a:r>
            <a:r>
              <a:rPr sz="2250" b="1" i="1" spc="5" dirty="0">
                <a:latin typeface="Calibri" panose="020F0502020204030204"/>
                <a:cs typeface="Calibri" panose="020F0502020204030204"/>
              </a:rPr>
              <a:t>the</a:t>
            </a:r>
            <a:r>
              <a:rPr sz="2250" b="1" i="1" spc="-85" dirty="0">
                <a:latin typeface="Calibri" panose="020F0502020204030204"/>
                <a:cs typeface="Calibri" panose="020F0502020204030204"/>
              </a:rPr>
              <a:t> </a:t>
            </a:r>
            <a:r>
              <a:rPr sz="2250" b="1" i="1" spc="10" dirty="0">
                <a:latin typeface="Calibri" panose="020F0502020204030204"/>
                <a:cs typeface="Calibri" panose="020F0502020204030204"/>
              </a:rPr>
              <a:t>price</a:t>
            </a:r>
            <a:r>
              <a:rPr sz="2250" b="1" i="1" spc="-165" dirty="0">
                <a:latin typeface="Calibri" panose="020F0502020204030204"/>
                <a:cs typeface="Calibri" panose="020F0502020204030204"/>
              </a:rPr>
              <a:t> </a:t>
            </a:r>
            <a:r>
              <a:rPr sz="2250" b="1" i="1" dirty="0">
                <a:latin typeface="Calibri" panose="020F0502020204030204"/>
                <a:cs typeface="Calibri" panose="020F0502020204030204"/>
              </a:rPr>
              <a:t>of</a:t>
            </a:r>
            <a:r>
              <a:rPr sz="2250" b="1" i="1" spc="-100" dirty="0">
                <a:latin typeface="Calibri" panose="020F0502020204030204"/>
                <a:cs typeface="Calibri" panose="020F0502020204030204"/>
              </a:rPr>
              <a:t> </a:t>
            </a:r>
            <a:r>
              <a:rPr sz="2250" b="1" i="1" spc="10" dirty="0">
                <a:latin typeface="Calibri" panose="020F0502020204030204"/>
                <a:cs typeface="Calibri" panose="020F0502020204030204"/>
              </a:rPr>
              <a:t>creating</a:t>
            </a:r>
            <a:r>
              <a:rPr sz="2250" b="1" i="1" spc="-80" dirty="0">
                <a:latin typeface="Calibri" panose="020F0502020204030204"/>
                <a:cs typeface="Calibri" panose="020F0502020204030204"/>
              </a:rPr>
              <a:t> </a:t>
            </a:r>
            <a:r>
              <a:rPr sz="2250" b="1" i="1" spc="-5" dirty="0">
                <a:latin typeface="Calibri" panose="020F0502020204030204"/>
                <a:cs typeface="Calibri" panose="020F0502020204030204"/>
              </a:rPr>
              <a:t>a</a:t>
            </a:r>
            <a:r>
              <a:rPr sz="2250" b="1" i="1" spc="-170" dirty="0">
                <a:latin typeface="Calibri" panose="020F0502020204030204"/>
                <a:cs typeface="Calibri" panose="020F0502020204030204"/>
              </a:rPr>
              <a:t> </a:t>
            </a:r>
            <a:r>
              <a:rPr sz="2250" b="1" i="1" spc="5" dirty="0">
                <a:latin typeface="Calibri" panose="020F0502020204030204"/>
                <a:cs typeface="Calibri" panose="020F0502020204030204"/>
              </a:rPr>
              <a:t>quality</a:t>
            </a:r>
            <a:r>
              <a:rPr sz="2250" b="1" i="1" spc="-195" dirty="0">
                <a:latin typeface="Calibri" panose="020F0502020204030204"/>
                <a:cs typeface="Calibri" panose="020F0502020204030204"/>
              </a:rPr>
              <a:t> </a:t>
            </a:r>
            <a:r>
              <a:rPr sz="2250" b="1" i="1" dirty="0">
                <a:latin typeface="Calibri" panose="020F0502020204030204"/>
                <a:cs typeface="Calibri" panose="020F0502020204030204"/>
              </a:rPr>
              <a:t>product</a:t>
            </a:r>
            <a:r>
              <a:rPr sz="2250" b="1" i="1" spc="-160" dirty="0">
                <a:latin typeface="Calibri" panose="020F0502020204030204"/>
                <a:cs typeface="Calibri" panose="020F0502020204030204"/>
              </a:rPr>
              <a:t> </a:t>
            </a:r>
            <a:r>
              <a:rPr sz="2250" b="1" i="1" dirty="0">
                <a:latin typeface="Calibri" panose="020F0502020204030204"/>
                <a:cs typeface="Calibri" panose="020F0502020204030204"/>
              </a:rPr>
              <a:t>or </a:t>
            </a:r>
            <a:r>
              <a:rPr sz="2250" b="1" i="1" spc="-495" dirty="0">
                <a:latin typeface="Calibri" panose="020F0502020204030204"/>
                <a:cs typeface="Calibri" panose="020F0502020204030204"/>
              </a:rPr>
              <a:t> </a:t>
            </a:r>
            <a:r>
              <a:rPr sz="2250" b="1" i="1" dirty="0">
                <a:latin typeface="Calibri" panose="020F0502020204030204"/>
                <a:cs typeface="Calibri" panose="020F0502020204030204"/>
              </a:rPr>
              <a:t>service.</a:t>
            </a:r>
            <a:r>
              <a:rPr sz="2250" b="1" i="1" spc="-229" dirty="0">
                <a:latin typeface="Calibri" panose="020F0502020204030204"/>
                <a:cs typeface="Calibri" panose="020F0502020204030204"/>
              </a:rPr>
              <a:t> </a:t>
            </a:r>
            <a:r>
              <a:rPr sz="2250" b="1" i="1" dirty="0">
                <a:latin typeface="Calibri" panose="020F0502020204030204"/>
                <a:cs typeface="Calibri" panose="020F0502020204030204"/>
              </a:rPr>
              <a:t>It's</a:t>
            </a:r>
            <a:r>
              <a:rPr sz="2250" b="1" i="1" spc="-114" dirty="0">
                <a:latin typeface="Calibri" panose="020F0502020204030204"/>
                <a:cs typeface="Calibri" panose="020F0502020204030204"/>
              </a:rPr>
              <a:t> </a:t>
            </a:r>
            <a:r>
              <a:rPr sz="2250" b="1" i="1" spc="5" dirty="0">
                <a:latin typeface="Calibri" panose="020F0502020204030204"/>
                <a:cs typeface="Calibri" panose="020F0502020204030204"/>
              </a:rPr>
              <a:t>the</a:t>
            </a:r>
            <a:r>
              <a:rPr sz="2250" b="1" i="1" spc="-95" dirty="0">
                <a:latin typeface="Calibri" panose="020F0502020204030204"/>
                <a:cs typeface="Calibri" panose="020F0502020204030204"/>
              </a:rPr>
              <a:t> </a:t>
            </a:r>
            <a:r>
              <a:rPr sz="2250" b="1" i="1" spc="5" dirty="0">
                <a:latin typeface="Calibri" panose="020F0502020204030204"/>
                <a:cs typeface="Calibri" panose="020F0502020204030204"/>
              </a:rPr>
              <a:t>cost</a:t>
            </a:r>
            <a:r>
              <a:rPr sz="2250" b="1" i="1" spc="-175" dirty="0">
                <a:latin typeface="Calibri" panose="020F0502020204030204"/>
                <a:cs typeface="Calibri" panose="020F0502020204030204"/>
              </a:rPr>
              <a:t> </a:t>
            </a:r>
            <a:r>
              <a:rPr sz="2250" b="1" i="1" dirty="0">
                <a:latin typeface="Calibri" panose="020F0502020204030204"/>
                <a:cs typeface="Calibri" panose="020F0502020204030204"/>
              </a:rPr>
              <a:t>of</a:t>
            </a:r>
            <a:r>
              <a:rPr sz="2250" b="1" i="1" spc="-105" dirty="0">
                <a:latin typeface="Calibri" panose="020F0502020204030204"/>
                <a:cs typeface="Calibri" panose="020F0502020204030204"/>
              </a:rPr>
              <a:t> </a:t>
            </a:r>
            <a:r>
              <a:rPr sz="2250" b="1" i="1" spc="-40" dirty="0">
                <a:latin typeface="Calibri" panose="020F0502020204030204"/>
                <a:cs typeface="Calibri" panose="020F0502020204030204"/>
              </a:rPr>
              <a:t>NOT</a:t>
            </a:r>
            <a:r>
              <a:rPr sz="2250" b="1" i="1" spc="-25" dirty="0">
                <a:latin typeface="Calibri" panose="020F0502020204030204"/>
                <a:cs typeface="Calibri" panose="020F0502020204030204"/>
              </a:rPr>
              <a:t> </a:t>
            </a:r>
            <a:r>
              <a:rPr sz="2250" b="1" i="1" spc="5" dirty="0">
                <a:latin typeface="Calibri" panose="020F0502020204030204"/>
                <a:cs typeface="Calibri" panose="020F0502020204030204"/>
              </a:rPr>
              <a:t>creating</a:t>
            </a:r>
            <a:r>
              <a:rPr sz="2250" b="1" i="1" spc="-95" dirty="0">
                <a:latin typeface="Calibri" panose="020F0502020204030204"/>
                <a:cs typeface="Calibri" panose="020F0502020204030204"/>
              </a:rPr>
              <a:t> </a:t>
            </a:r>
            <a:r>
              <a:rPr sz="2250" b="1" i="1" spc="-5" dirty="0">
                <a:latin typeface="Calibri" panose="020F0502020204030204"/>
                <a:cs typeface="Calibri" panose="020F0502020204030204"/>
              </a:rPr>
              <a:t>a</a:t>
            </a:r>
            <a:r>
              <a:rPr sz="2250" b="1" i="1" spc="-175" dirty="0">
                <a:latin typeface="Calibri" panose="020F0502020204030204"/>
                <a:cs typeface="Calibri" panose="020F0502020204030204"/>
              </a:rPr>
              <a:t> </a:t>
            </a:r>
            <a:r>
              <a:rPr sz="2250" b="1" i="1" spc="5" dirty="0">
                <a:latin typeface="Calibri" panose="020F0502020204030204"/>
                <a:cs typeface="Calibri" panose="020F0502020204030204"/>
              </a:rPr>
              <a:t>quality</a:t>
            </a:r>
            <a:r>
              <a:rPr sz="2250" b="1" i="1" spc="-204" dirty="0">
                <a:latin typeface="Calibri" panose="020F0502020204030204"/>
                <a:cs typeface="Calibri" panose="020F0502020204030204"/>
              </a:rPr>
              <a:t> </a:t>
            </a:r>
            <a:r>
              <a:rPr sz="2250" b="1" i="1" spc="-5" dirty="0">
                <a:latin typeface="Calibri" panose="020F0502020204030204"/>
                <a:cs typeface="Calibri" panose="020F0502020204030204"/>
              </a:rPr>
              <a:t>product</a:t>
            </a:r>
            <a:r>
              <a:rPr sz="2250" b="1" i="1" spc="-170" dirty="0">
                <a:latin typeface="Calibri" panose="020F0502020204030204"/>
                <a:cs typeface="Calibri" panose="020F0502020204030204"/>
              </a:rPr>
              <a:t> </a:t>
            </a:r>
            <a:r>
              <a:rPr sz="2250" b="1" i="1" dirty="0">
                <a:latin typeface="Calibri" panose="020F0502020204030204"/>
                <a:cs typeface="Calibri" panose="020F0502020204030204"/>
              </a:rPr>
              <a:t>or</a:t>
            </a:r>
            <a:r>
              <a:rPr sz="2250" b="1" i="1" spc="-180" dirty="0">
                <a:latin typeface="Calibri" panose="020F0502020204030204"/>
                <a:cs typeface="Calibri" panose="020F0502020204030204"/>
              </a:rPr>
              <a:t> </a:t>
            </a:r>
            <a:r>
              <a:rPr sz="2250" b="1" i="1" dirty="0">
                <a:latin typeface="Calibri" panose="020F0502020204030204"/>
                <a:cs typeface="Calibri" panose="020F0502020204030204"/>
              </a:rPr>
              <a:t>service.</a:t>
            </a:r>
            <a:endParaRPr sz="2250">
              <a:latin typeface="Calibri" panose="020F0502020204030204"/>
              <a:cs typeface="Calibri" panose="020F0502020204030204"/>
            </a:endParaRPr>
          </a:p>
          <a:p>
            <a:pPr>
              <a:lnSpc>
                <a:spcPct val="100000"/>
              </a:lnSpc>
              <a:spcBef>
                <a:spcPts val="50"/>
              </a:spcBef>
              <a:buFont typeface="Arial MT"/>
              <a:buChar char="•"/>
            </a:pPr>
            <a:endParaRPr sz="2450">
              <a:latin typeface="Calibri" panose="020F0502020204030204"/>
              <a:cs typeface="Calibri" panose="020F0502020204030204"/>
            </a:endParaRPr>
          </a:p>
          <a:p>
            <a:pPr marL="358140" indent="-346075">
              <a:lnSpc>
                <a:spcPct val="100000"/>
              </a:lnSpc>
              <a:buFont typeface="Arial MT"/>
              <a:buChar char="•"/>
              <a:tabLst>
                <a:tab pos="358140" algn="l"/>
                <a:tab pos="358775" algn="l"/>
              </a:tabLst>
            </a:pPr>
            <a:r>
              <a:rPr sz="2250" spc="-10" dirty="0">
                <a:latin typeface="Calibri" panose="020F0502020204030204"/>
                <a:cs typeface="Calibri" panose="020F0502020204030204"/>
              </a:rPr>
              <a:t>Every</a:t>
            </a:r>
            <a:r>
              <a:rPr sz="2250" spc="-170" dirty="0">
                <a:latin typeface="Calibri" panose="020F0502020204030204"/>
                <a:cs typeface="Calibri" panose="020F0502020204030204"/>
              </a:rPr>
              <a:t> </a:t>
            </a:r>
            <a:r>
              <a:rPr sz="2250" spc="-30" dirty="0">
                <a:latin typeface="Calibri" panose="020F0502020204030204"/>
                <a:cs typeface="Calibri" panose="020F0502020204030204"/>
              </a:rPr>
              <a:t>time</a:t>
            </a:r>
            <a:r>
              <a:rPr sz="2250" spc="50" dirty="0">
                <a:latin typeface="Calibri" panose="020F0502020204030204"/>
                <a:cs typeface="Calibri" panose="020F0502020204030204"/>
              </a:rPr>
              <a:t> </a:t>
            </a:r>
            <a:r>
              <a:rPr sz="2250" dirty="0">
                <a:latin typeface="Calibri" panose="020F0502020204030204"/>
                <a:cs typeface="Calibri" panose="020F0502020204030204"/>
              </a:rPr>
              <a:t>work</a:t>
            </a:r>
            <a:r>
              <a:rPr sz="2250" spc="-175" dirty="0">
                <a:latin typeface="Calibri" panose="020F0502020204030204"/>
                <a:cs typeface="Calibri" panose="020F0502020204030204"/>
              </a:rPr>
              <a:t> </a:t>
            </a:r>
            <a:r>
              <a:rPr sz="2250" spc="-20" dirty="0">
                <a:latin typeface="Calibri" panose="020F0502020204030204"/>
                <a:cs typeface="Calibri" panose="020F0502020204030204"/>
              </a:rPr>
              <a:t>is</a:t>
            </a:r>
            <a:r>
              <a:rPr sz="2250" spc="-25" dirty="0">
                <a:latin typeface="Calibri" panose="020F0502020204030204"/>
                <a:cs typeface="Calibri" panose="020F0502020204030204"/>
              </a:rPr>
              <a:t> </a:t>
            </a:r>
            <a:r>
              <a:rPr sz="2250" spc="5" dirty="0">
                <a:latin typeface="Calibri" panose="020F0502020204030204"/>
                <a:cs typeface="Calibri" panose="020F0502020204030204"/>
              </a:rPr>
              <a:t>redone,</a:t>
            </a:r>
            <a:r>
              <a:rPr sz="2250" spc="-190" dirty="0">
                <a:latin typeface="Calibri" panose="020F0502020204030204"/>
                <a:cs typeface="Calibri" panose="020F0502020204030204"/>
              </a:rPr>
              <a:t> </a:t>
            </a:r>
            <a:r>
              <a:rPr sz="2250" spc="-10" dirty="0">
                <a:latin typeface="Calibri" panose="020F0502020204030204"/>
                <a:cs typeface="Calibri" panose="020F0502020204030204"/>
              </a:rPr>
              <a:t>the</a:t>
            </a:r>
            <a:r>
              <a:rPr sz="2250" spc="-105" dirty="0">
                <a:latin typeface="Calibri" panose="020F0502020204030204"/>
                <a:cs typeface="Calibri" panose="020F0502020204030204"/>
              </a:rPr>
              <a:t> </a:t>
            </a:r>
            <a:r>
              <a:rPr sz="2250" dirty="0">
                <a:latin typeface="Calibri" panose="020F0502020204030204"/>
                <a:cs typeface="Calibri" panose="020F0502020204030204"/>
              </a:rPr>
              <a:t>cost</a:t>
            </a:r>
            <a:r>
              <a:rPr sz="2250" spc="-135" dirty="0">
                <a:latin typeface="Calibri" panose="020F0502020204030204"/>
                <a:cs typeface="Calibri" panose="020F0502020204030204"/>
              </a:rPr>
              <a:t> </a:t>
            </a:r>
            <a:r>
              <a:rPr sz="2250" dirty="0">
                <a:latin typeface="Calibri" panose="020F0502020204030204"/>
                <a:cs typeface="Calibri" panose="020F0502020204030204"/>
              </a:rPr>
              <a:t>of</a:t>
            </a:r>
            <a:r>
              <a:rPr sz="2250" spc="-80" dirty="0">
                <a:latin typeface="Calibri" panose="020F0502020204030204"/>
                <a:cs typeface="Calibri" panose="020F0502020204030204"/>
              </a:rPr>
              <a:t> </a:t>
            </a:r>
            <a:r>
              <a:rPr sz="2250" spc="-20" dirty="0">
                <a:latin typeface="Calibri" panose="020F0502020204030204"/>
                <a:cs typeface="Calibri" panose="020F0502020204030204"/>
              </a:rPr>
              <a:t>quality</a:t>
            </a:r>
            <a:r>
              <a:rPr sz="2250" spc="-90" dirty="0">
                <a:latin typeface="Calibri" panose="020F0502020204030204"/>
                <a:cs typeface="Calibri" panose="020F0502020204030204"/>
              </a:rPr>
              <a:t> </a:t>
            </a:r>
            <a:r>
              <a:rPr sz="2250" spc="-10" dirty="0">
                <a:latin typeface="Calibri" panose="020F0502020204030204"/>
                <a:cs typeface="Calibri" panose="020F0502020204030204"/>
              </a:rPr>
              <a:t>increases.</a:t>
            </a:r>
            <a:r>
              <a:rPr sz="2250" spc="-190" dirty="0">
                <a:latin typeface="Calibri" panose="020F0502020204030204"/>
                <a:cs typeface="Calibri" panose="020F0502020204030204"/>
              </a:rPr>
              <a:t> </a:t>
            </a:r>
            <a:r>
              <a:rPr sz="2250" spc="5" dirty="0">
                <a:latin typeface="Calibri" panose="020F0502020204030204"/>
                <a:cs typeface="Calibri" panose="020F0502020204030204"/>
              </a:rPr>
              <a:t>Obvious</a:t>
            </a:r>
            <a:r>
              <a:rPr sz="2250" spc="-185" dirty="0">
                <a:latin typeface="Calibri" panose="020F0502020204030204"/>
                <a:cs typeface="Calibri" panose="020F0502020204030204"/>
              </a:rPr>
              <a:t> </a:t>
            </a:r>
            <a:r>
              <a:rPr sz="2250" spc="-20" dirty="0">
                <a:latin typeface="Calibri" panose="020F0502020204030204"/>
                <a:cs typeface="Calibri" panose="020F0502020204030204"/>
              </a:rPr>
              <a:t>examples</a:t>
            </a:r>
            <a:r>
              <a:rPr sz="2250" spc="-185" dirty="0">
                <a:latin typeface="Calibri" panose="020F0502020204030204"/>
                <a:cs typeface="Calibri" panose="020F0502020204030204"/>
              </a:rPr>
              <a:t> </a:t>
            </a:r>
            <a:r>
              <a:rPr sz="2250" spc="-5" dirty="0">
                <a:latin typeface="Calibri" panose="020F0502020204030204"/>
                <a:cs typeface="Calibri" panose="020F0502020204030204"/>
              </a:rPr>
              <a:t>include:</a:t>
            </a:r>
            <a:endParaRPr sz="2250">
              <a:latin typeface="Calibri" panose="020F0502020204030204"/>
              <a:cs typeface="Calibri" panose="020F0502020204030204"/>
            </a:endParaRPr>
          </a:p>
          <a:p>
            <a:pPr marL="755015" lvl="1" indent="-285115">
              <a:lnSpc>
                <a:spcPct val="100000"/>
              </a:lnSpc>
              <a:spcBef>
                <a:spcPts val="185"/>
              </a:spcBef>
              <a:buFont typeface="Arial MT"/>
              <a:buChar char="•"/>
              <a:tabLst>
                <a:tab pos="754380" algn="l"/>
                <a:tab pos="755015" algn="l"/>
              </a:tabLst>
            </a:pPr>
            <a:r>
              <a:rPr sz="2250" spc="15" dirty="0">
                <a:latin typeface="Calibri" panose="020F0502020204030204"/>
                <a:cs typeface="Calibri" panose="020F0502020204030204"/>
              </a:rPr>
              <a:t>T</a:t>
            </a:r>
            <a:r>
              <a:rPr sz="2250" spc="10" dirty="0">
                <a:latin typeface="Calibri" panose="020F0502020204030204"/>
                <a:cs typeface="Calibri" panose="020F0502020204030204"/>
              </a:rPr>
              <a:t>h</a:t>
            </a:r>
            <a:r>
              <a:rPr sz="2250" spc="-5" dirty="0">
                <a:latin typeface="Calibri" panose="020F0502020204030204"/>
                <a:cs typeface="Calibri" panose="020F0502020204030204"/>
              </a:rPr>
              <a:t>e</a:t>
            </a:r>
            <a:r>
              <a:rPr sz="2250" spc="-105" dirty="0">
                <a:latin typeface="Calibri" panose="020F0502020204030204"/>
                <a:cs typeface="Calibri" panose="020F0502020204030204"/>
              </a:rPr>
              <a:t> </a:t>
            </a:r>
            <a:r>
              <a:rPr sz="2250" spc="10" dirty="0">
                <a:latin typeface="Calibri" panose="020F0502020204030204"/>
                <a:cs typeface="Calibri" panose="020F0502020204030204"/>
              </a:rPr>
              <a:t>r</a:t>
            </a:r>
            <a:r>
              <a:rPr sz="2250" spc="-5" dirty="0">
                <a:latin typeface="Calibri" panose="020F0502020204030204"/>
                <a:cs typeface="Calibri" panose="020F0502020204030204"/>
              </a:rPr>
              <a:t>ew</a:t>
            </a:r>
            <a:r>
              <a:rPr sz="2250" spc="10" dirty="0">
                <a:latin typeface="Calibri" panose="020F0502020204030204"/>
                <a:cs typeface="Calibri" panose="020F0502020204030204"/>
              </a:rPr>
              <a:t>ork</a:t>
            </a:r>
            <a:r>
              <a:rPr sz="2250" spc="-40" dirty="0">
                <a:latin typeface="Calibri" panose="020F0502020204030204"/>
                <a:cs typeface="Calibri" panose="020F0502020204030204"/>
              </a:rPr>
              <a:t>i</a:t>
            </a:r>
            <a:r>
              <a:rPr sz="2250" spc="-65" dirty="0">
                <a:latin typeface="Calibri" panose="020F0502020204030204"/>
                <a:cs typeface="Calibri" panose="020F0502020204030204"/>
              </a:rPr>
              <a:t>n</a:t>
            </a:r>
            <a:r>
              <a:rPr sz="2250" spc="-5" dirty="0">
                <a:latin typeface="Calibri" panose="020F0502020204030204"/>
                <a:cs typeface="Calibri" panose="020F0502020204030204"/>
              </a:rPr>
              <a:t>g</a:t>
            </a:r>
            <a:r>
              <a:rPr sz="2250" spc="-204" dirty="0">
                <a:latin typeface="Calibri" panose="020F0502020204030204"/>
                <a:cs typeface="Calibri" panose="020F0502020204030204"/>
              </a:rPr>
              <a:t> </a:t>
            </a:r>
            <a:r>
              <a:rPr sz="2250" spc="5" dirty="0">
                <a:latin typeface="Calibri" panose="020F0502020204030204"/>
                <a:cs typeface="Calibri" panose="020F0502020204030204"/>
              </a:rPr>
              <a:t>o</a:t>
            </a:r>
            <a:r>
              <a:rPr sz="2250" spc="-5" dirty="0">
                <a:latin typeface="Calibri" panose="020F0502020204030204"/>
                <a:cs typeface="Calibri" panose="020F0502020204030204"/>
              </a:rPr>
              <a:t>f</a:t>
            </a:r>
            <a:r>
              <a:rPr sz="2250" spc="-80" dirty="0">
                <a:latin typeface="Calibri" panose="020F0502020204030204"/>
                <a:cs typeface="Calibri" panose="020F0502020204030204"/>
              </a:rPr>
              <a:t> </a:t>
            </a:r>
            <a:r>
              <a:rPr sz="2250" spc="-5" dirty="0">
                <a:latin typeface="Calibri" panose="020F0502020204030204"/>
                <a:cs typeface="Calibri" panose="020F0502020204030204"/>
              </a:rPr>
              <a:t>a</a:t>
            </a:r>
            <a:r>
              <a:rPr sz="2250" spc="-65" dirty="0">
                <a:latin typeface="Calibri" panose="020F0502020204030204"/>
                <a:cs typeface="Calibri" panose="020F0502020204030204"/>
              </a:rPr>
              <a:t> </a:t>
            </a:r>
            <a:r>
              <a:rPr sz="2250" spc="-40" dirty="0">
                <a:latin typeface="Calibri" panose="020F0502020204030204"/>
                <a:cs typeface="Calibri" panose="020F0502020204030204"/>
              </a:rPr>
              <a:t>ma</a:t>
            </a:r>
            <a:r>
              <a:rPr sz="2250" spc="10" dirty="0">
                <a:latin typeface="Calibri" panose="020F0502020204030204"/>
                <a:cs typeface="Calibri" panose="020F0502020204030204"/>
              </a:rPr>
              <a:t>nu</a:t>
            </a:r>
            <a:r>
              <a:rPr sz="2250" spc="-55" dirty="0">
                <a:latin typeface="Calibri" panose="020F0502020204030204"/>
                <a:cs typeface="Calibri" panose="020F0502020204030204"/>
              </a:rPr>
              <a:t>f</a:t>
            </a:r>
            <a:r>
              <a:rPr sz="2250" spc="-40" dirty="0">
                <a:latin typeface="Calibri" panose="020F0502020204030204"/>
                <a:cs typeface="Calibri" panose="020F0502020204030204"/>
              </a:rPr>
              <a:t>a</a:t>
            </a:r>
            <a:r>
              <a:rPr sz="2250" dirty="0">
                <a:latin typeface="Calibri" panose="020F0502020204030204"/>
                <a:cs typeface="Calibri" panose="020F0502020204030204"/>
              </a:rPr>
              <a:t>c</a:t>
            </a:r>
            <a:r>
              <a:rPr sz="2250" spc="-40" dirty="0">
                <a:latin typeface="Calibri" panose="020F0502020204030204"/>
                <a:cs typeface="Calibri" panose="020F0502020204030204"/>
              </a:rPr>
              <a:t>t</a:t>
            </a:r>
            <a:r>
              <a:rPr sz="2250" spc="10" dirty="0">
                <a:latin typeface="Calibri" panose="020F0502020204030204"/>
                <a:cs typeface="Calibri" panose="020F0502020204030204"/>
              </a:rPr>
              <a:t>ur</a:t>
            </a:r>
            <a:r>
              <a:rPr sz="2250" spc="-5" dirty="0">
                <a:latin typeface="Calibri" panose="020F0502020204030204"/>
                <a:cs typeface="Calibri" panose="020F0502020204030204"/>
              </a:rPr>
              <a:t>ed</a:t>
            </a:r>
            <a:r>
              <a:rPr sz="2250" spc="-85" dirty="0">
                <a:latin typeface="Calibri" panose="020F0502020204030204"/>
                <a:cs typeface="Calibri" panose="020F0502020204030204"/>
              </a:rPr>
              <a:t> </a:t>
            </a:r>
            <a:r>
              <a:rPr sz="2250" spc="-40" dirty="0">
                <a:latin typeface="Calibri" panose="020F0502020204030204"/>
                <a:cs typeface="Calibri" panose="020F0502020204030204"/>
              </a:rPr>
              <a:t>it</a:t>
            </a:r>
            <a:r>
              <a:rPr sz="2250" spc="-5" dirty="0">
                <a:latin typeface="Calibri" panose="020F0502020204030204"/>
                <a:cs typeface="Calibri" panose="020F0502020204030204"/>
              </a:rPr>
              <a:t>e</a:t>
            </a:r>
            <a:r>
              <a:rPr sz="2250" spc="-40" dirty="0">
                <a:latin typeface="Calibri" panose="020F0502020204030204"/>
                <a:cs typeface="Calibri" panose="020F0502020204030204"/>
              </a:rPr>
              <a:t>m</a:t>
            </a:r>
            <a:r>
              <a:rPr sz="2250" spc="-5" dirty="0">
                <a:latin typeface="Calibri" panose="020F0502020204030204"/>
                <a:cs typeface="Calibri" panose="020F0502020204030204"/>
              </a:rPr>
              <a:t>.</a:t>
            </a:r>
            <a:endParaRPr sz="2250">
              <a:latin typeface="Calibri" panose="020F0502020204030204"/>
              <a:cs typeface="Calibri" panose="020F0502020204030204"/>
            </a:endParaRPr>
          </a:p>
          <a:p>
            <a:pPr marL="755015" lvl="1" indent="-285115">
              <a:lnSpc>
                <a:spcPct val="100000"/>
              </a:lnSpc>
              <a:spcBef>
                <a:spcPts val="265"/>
              </a:spcBef>
              <a:buFont typeface="Arial MT"/>
              <a:buChar char="•"/>
              <a:tabLst>
                <a:tab pos="754380" algn="l"/>
                <a:tab pos="755015" algn="l"/>
              </a:tabLst>
            </a:pPr>
            <a:r>
              <a:rPr sz="2250" spc="15" dirty="0">
                <a:latin typeface="Calibri" panose="020F0502020204030204"/>
                <a:cs typeface="Calibri" panose="020F0502020204030204"/>
              </a:rPr>
              <a:t>T</a:t>
            </a:r>
            <a:r>
              <a:rPr sz="2250" spc="10" dirty="0">
                <a:latin typeface="Calibri" panose="020F0502020204030204"/>
                <a:cs typeface="Calibri" panose="020F0502020204030204"/>
              </a:rPr>
              <a:t>h</a:t>
            </a:r>
            <a:r>
              <a:rPr sz="2250" spc="-5" dirty="0">
                <a:latin typeface="Calibri" panose="020F0502020204030204"/>
                <a:cs typeface="Calibri" panose="020F0502020204030204"/>
              </a:rPr>
              <a:t>e</a:t>
            </a:r>
            <a:r>
              <a:rPr sz="2250" spc="-105" dirty="0">
                <a:latin typeface="Calibri" panose="020F0502020204030204"/>
                <a:cs typeface="Calibri" panose="020F0502020204030204"/>
              </a:rPr>
              <a:t> </a:t>
            </a:r>
            <a:r>
              <a:rPr sz="2250" spc="10" dirty="0">
                <a:latin typeface="Calibri" panose="020F0502020204030204"/>
                <a:cs typeface="Calibri" panose="020F0502020204030204"/>
              </a:rPr>
              <a:t>r</a:t>
            </a:r>
            <a:r>
              <a:rPr sz="2250" spc="-5" dirty="0">
                <a:latin typeface="Calibri" panose="020F0502020204030204"/>
                <a:cs typeface="Calibri" panose="020F0502020204030204"/>
              </a:rPr>
              <a:t>e</a:t>
            </a:r>
            <a:r>
              <a:rPr sz="2250" spc="-35" dirty="0">
                <a:latin typeface="Calibri" panose="020F0502020204030204"/>
                <a:cs typeface="Calibri" panose="020F0502020204030204"/>
              </a:rPr>
              <a:t>t</a:t>
            </a:r>
            <a:r>
              <a:rPr sz="2250" spc="-5" dirty="0">
                <a:latin typeface="Calibri" panose="020F0502020204030204"/>
                <a:cs typeface="Calibri" panose="020F0502020204030204"/>
              </a:rPr>
              <a:t>es</a:t>
            </a:r>
            <a:r>
              <a:rPr sz="2250" spc="-30" dirty="0">
                <a:latin typeface="Calibri" panose="020F0502020204030204"/>
                <a:cs typeface="Calibri" panose="020F0502020204030204"/>
              </a:rPr>
              <a:t>t</a:t>
            </a:r>
            <a:r>
              <a:rPr sz="2250" spc="-40" dirty="0">
                <a:latin typeface="Calibri" panose="020F0502020204030204"/>
                <a:cs typeface="Calibri" panose="020F0502020204030204"/>
              </a:rPr>
              <a:t>i</a:t>
            </a:r>
            <a:r>
              <a:rPr sz="2250" spc="10" dirty="0">
                <a:latin typeface="Calibri" panose="020F0502020204030204"/>
                <a:cs typeface="Calibri" panose="020F0502020204030204"/>
              </a:rPr>
              <a:t>n</a:t>
            </a:r>
            <a:r>
              <a:rPr sz="2250" spc="-5" dirty="0">
                <a:latin typeface="Calibri" panose="020F0502020204030204"/>
                <a:cs typeface="Calibri" panose="020F0502020204030204"/>
              </a:rPr>
              <a:t>g</a:t>
            </a:r>
            <a:r>
              <a:rPr sz="2250" spc="-204" dirty="0">
                <a:latin typeface="Calibri" panose="020F0502020204030204"/>
                <a:cs typeface="Calibri" panose="020F0502020204030204"/>
              </a:rPr>
              <a:t> </a:t>
            </a:r>
            <a:r>
              <a:rPr sz="2250" spc="5" dirty="0">
                <a:latin typeface="Calibri" panose="020F0502020204030204"/>
                <a:cs typeface="Calibri" panose="020F0502020204030204"/>
              </a:rPr>
              <a:t>o</a:t>
            </a:r>
            <a:r>
              <a:rPr sz="2250" spc="-5" dirty="0">
                <a:latin typeface="Calibri" panose="020F0502020204030204"/>
                <a:cs typeface="Calibri" panose="020F0502020204030204"/>
              </a:rPr>
              <a:t>f</a:t>
            </a:r>
            <a:r>
              <a:rPr sz="2250" spc="-80" dirty="0">
                <a:latin typeface="Calibri" panose="020F0502020204030204"/>
                <a:cs typeface="Calibri" panose="020F0502020204030204"/>
              </a:rPr>
              <a:t> </a:t>
            </a:r>
            <a:r>
              <a:rPr sz="2250" spc="-40" dirty="0">
                <a:latin typeface="Calibri" panose="020F0502020204030204"/>
                <a:cs typeface="Calibri" panose="020F0502020204030204"/>
              </a:rPr>
              <a:t>a</a:t>
            </a:r>
            <a:r>
              <a:rPr sz="2250" spc="-5" dirty="0">
                <a:latin typeface="Calibri" panose="020F0502020204030204"/>
                <a:cs typeface="Calibri" panose="020F0502020204030204"/>
              </a:rPr>
              <a:t>n</a:t>
            </a:r>
            <a:r>
              <a:rPr sz="2250" spc="-10" dirty="0">
                <a:latin typeface="Calibri" panose="020F0502020204030204"/>
                <a:cs typeface="Calibri" panose="020F0502020204030204"/>
              </a:rPr>
              <a:t> </a:t>
            </a:r>
            <a:r>
              <a:rPr sz="2250" spc="-40" dirty="0">
                <a:latin typeface="Calibri" panose="020F0502020204030204"/>
                <a:cs typeface="Calibri" panose="020F0502020204030204"/>
              </a:rPr>
              <a:t>a</a:t>
            </a:r>
            <a:r>
              <a:rPr sz="2250" spc="-10" dirty="0">
                <a:latin typeface="Calibri" panose="020F0502020204030204"/>
                <a:cs typeface="Calibri" panose="020F0502020204030204"/>
              </a:rPr>
              <a:t>ss</a:t>
            </a:r>
            <a:r>
              <a:rPr sz="2250" dirty="0">
                <a:latin typeface="Calibri" panose="020F0502020204030204"/>
                <a:cs typeface="Calibri" panose="020F0502020204030204"/>
              </a:rPr>
              <a:t>e</a:t>
            </a:r>
            <a:r>
              <a:rPr sz="2250" spc="-45" dirty="0">
                <a:latin typeface="Calibri" panose="020F0502020204030204"/>
                <a:cs typeface="Calibri" panose="020F0502020204030204"/>
              </a:rPr>
              <a:t>m</a:t>
            </a:r>
            <a:r>
              <a:rPr sz="2250" spc="10" dirty="0">
                <a:latin typeface="Calibri" panose="020F0502020204030204"/>
                <a:cs typeface="Calibri" panose="020F0502020204030204"/>
              </a:rPr>
              <a:t>b</a:t>
            </a:r>
            <a:r>
              <a:rPr sz="2250" spc="-40" dirty="0">
                <a:latin typeface="Calibri" panose="020F0502020204030204"/>
                <a:cs typeface="Calibri" panose="020F0502020204030204"/>
              </a:rPr>
              <a:t>l</a:t>
            </a:r>
            <a:r>
              <a:rPr sz="2250" spc="-145" dirty="0">
                <a:latin typeface="Calibri" panose="020F0502020204030204"/>
                <a:cs typeface="Calibri" panose="020F0502020204030204"/>
              </a:rPr>
              <a:t>y</a:t>
            </a:r>
            <a:r>
              <a:rPr sz="2250" spc="-5" dirty="0">
                <a:latin typeface="Calibri" panose="020F0502020204030204"/>
                <a:cs typeface="Calibri" panose="020F0502020204030204"/>
              </a:rPr>
              <a:t>.</a:t>
            </a:r>
            <a:endParaRPr sz="2250">
              <a:latin typeface="Calibri" panose="020F0502020204030204"/>
              <a:cs typeface="Calibri" panose="020F0502020204030204"/>
            </a:endParaRPr>
          </a:p>
          <a:p>
            <a:pPr marL="755015" lvl="1" indent="-285115">
              <a:lnSpc>
                <a:spcPct val="100000"/>
              </a:lnSpc>
              <a:spcBef>
                <a:spcPts val="185"/>
              </a:spcBef>
              <a:buFont typeface="Arial MT"/>
              <a:buChar char="•"/>
              <a:tabLst>
                <a:tab pos="754380" algn="l"/>
                <a:tab pos="755015" algn="l"/>
              </a:tabLst>
            </a:pPr>
            <a:r>
              <a:rPr sz="2250" spc="15" dirty="0">
                <a:latin typeface="Calibri" panose="020F0502020204030204"/>
                <a:cs typeface="Calibri" panose="020F0502020204030204"/>
              </a:rPr>
              <a:t>T</a:t>
            </a:r>
            <a:r>
              <a:rPr sz="2250" spc="10" dirty="0">
                <a:latin typeface="Calibri" panose="020F0502020204030204"/>
                <a:cs typeface="Calibri" panose="020F0502020204030204"/>
              </a:rPr>
              <a:t>h</a:t>
            </a:r>
            <a:r>
              <a:rPr sz="2250" spc="-5" dirty="0">
                <a:latin typeface="Calibri" panose="020F0502020204030204"/>
                <a:cs typeface="Calibri" panose="020F0502020204030204"/>
              </a:rPr>
              <a:t>e</a:t>
            </a:r>
            <a:r>
              <a:rPr sz="2250" spc="-105" dirty="0">
                <a:latin typeface="Calibri" panose="020F0502020204030204"/>
                <a:cs typeface="Calibri" panose="020F0502020204030204"/>
              </a:rPr>
              <a:t> </a:t>
            </a:r>
            <a:r>
              <a:rPr sz="2250" spc="10" dirty="0">
                <a:latin typeface="Calibri" panose="020F0502020204030204"/>
                <a:cs typeface="Calibri" panose="020F0502020204030204"/>
              </a:rPr>
              <a:t>r</a:t>
            </a:r>
            <a:r>
              <a:rPr sz="2250" spc="-5" dirty="0">
                <a:latin typeface="Calibri" panose="020F0502020204030204"/>
                <a:cs typeface="Calibri" panose="020F0502020204030204"/>
              </a:rPr>
              <a:t>e</a:t>
            </a:r>
            <a:r>
              <a:rPr sz="2250" spc="20" dirty="0">
                <a:latin typeface="Calibri" panose="020F0502020204030204"/>
                <a:cs typeface="Calibri" panose="020F0502020204030204"/>
              </a:rPr>
              <a:t>b</a:t>
            </a:r>
            <a:r>
              <a:rPr sz="2250" spc="10" dirty="0">
                <a:latin typeface="Calibri" panose="020F0502020204030204"/>
                <a:cs typeface="Calibri" panose="020F0502020204030204"/>
              </a:rPr>
              <a:t>u</a:t>
            </a:r>
            <a:r>
              <a:rPr sz="2250" spc="-40" dirty="0">
                <a:latin typeface="Calibri" panose="020F0502020204030204"/>
                <a:cs typeface="Calibri" panose="020F0502020204030204"/>
              </a:rPr>
              <a:t>il</a:t>
            </a:r>
            <a:r>
              <a:rPr sz="2250" spc="10" dirty="0">
                <a:latin typeface="Calibri" panose="020F0502020204030204"/>
                <a:cs typeface="Calibri" panose="020F0502020204030204"/>
              </a:rPr>
              <a:t>d</a:t>
            </a:r>
            <a:r>
              <a:rPr sz="2250" spc="-40" dirty="0">
                <a:latin typeface="Calibri" panose="020F0502020204030204"/>
                <a:cs typeface="Calibri" panose="020F0502020204030204"/>
              </a:rPr>
              <a:t>i</a:t>
            </a:r>
            <a:r>
              <a:rPr sz="2250" spc="10" dirty="0">
                <a:latin typeface="Calibri" panose="020F0502020204030204"/>
                <a:cs typeface="Calibri" panose="020F0502020204030204"/>
              </a:rPr>
              <a:t>n</a:t>
            </a:r>
            <a:r>
              <a:rPr sz="2250" spc="-5" dirty="0">
                <a:latin typeface="Calibri" panose="020F0502020204030204"/>
                <a:cs typeface="Calibri" panose="020F0502020204030204"/>
              </a:rPr>
              <a:t>g</a:t>
            </a:r>
            <a:r>
              <a:rPr sz="2250" spc="-204" dirty="0">
                <a:latin typeface="Calibri" panose="020F0502020204030204"/>
                <a:cs typeface="Calibri" panose="020F0502020204030204"/>
              </a:rPr>
              <a:t> </a:t>
            </a:r>
            <a:r>
              <a:rPr sz="2250" spc="5" dirty="0">
                <a:latin typeface="Calibri" panose="020F0502020204030204"/>
                <a:cs typeface="Calibri" panose="020F0502020204030204"/>
              </a:rPr>
              <a:t>o</a:t>
            </a:r>
            <a:r>
              <a:rPr sz="2250" spc="-5" dirty="0">
                <a:latin typeface="Calibri" panose="020F0502020204030204"/>
                <a:cs typeface="Calibri" panose="020F0502020204030204"/>
              </a:rPr>
              <a:t>f</a:t>
            </a:r>
            <a:r>
              <a:rPr sz="2250" spc="-155" dirty="0">
                <a:latin typeface="Calibri" panose="020F0502020204030204"/>
                <a:cs typeface="Calibri" panose="020F0502020204030204"/>
              </a:rPr>
              <a:t> </a:t>
            </a:r>
            <a:r>
              <a:rPr sz="2250" spc="-5" dirty="0">
                <a:latin typeface="Calibri" panose="020F0502020204030204"/>
                <a:cs typeface="Calibri" panose="020F0502020204030204"/>
              </a:rPr>
              <a:t>a</a:t>
            </a:r>
            <a:r>
              <a:rPr sz="2250" spc="15" dirty="0">
                <a:latin typeface="Calibri" panose="020F0502020204030204"/>
                <a:cs typeface="Calibri" panose="020F0502020204030204"/>
              </a:rPr>
              <a:t> </a:t>
            </a:r>
            <a:r>
              <a:rPr sz="2250" spc="-40" dirty="0">
                <a:latin typeface="Calibri" panose="020F0502020204030204"/>
                <a:cs typeface="Calibri" panose="020F0502020204030204"/>
              </a:rPr>
              <a:t>t</a:t>
            </a:r>
            <a:r>
              <a:rPr sz="2250" spc="5" dirty="0">
                <a:latin typeface="Calibri" panose="020F0502020204030204"/>
                <a:cs typeface="Calibri" panose="020F0502020204030204"/>
              </a:rPr>
              <a:t>oo</a:t>
            </a:r>
            <a:r>
              <a:rPr sz="2250" spc="-40" dirty="0">
                <a:latin typeface="Calibri" panose="020F0502020204030204"/>
                <a:cs typeface="Calibri" panose="020F0502020204030204"/>
              </a:rPr>
              <a:t>l</a:t>
            </a:r>
            <a:r>
              <a:rPr sz="2250" spc="-5" dirty="0">
                <a:latin typeface="Calibri" panose="020F0502020204030204"/>
                <a:cs typeface="Calibri" panose="020F0502020204030204"/>
              </a:rPr>
              <a:t>.</a:t>
            </a:r>
            <a:endParaRPr sz="2250">
              <a:latin typeface="Calibri" panose="020F0502020204030204"/>
              <a:cs typeface="Calibri" panose="020F0502020204030204"/>
            </a:endParaRPr>
          </a:p>
          <a:p>
            <a:pPr marL="755015" marR="1069340" lvl="1" indent="-285115">
              <a:lnSpc>
                <a:spcPts val="2410"/>
              </a:lnSpc>
              <a:spcBef>
                <a:spcPts val="505"/>
              </a:spcBef>
              <a:buFont typeface="Arial MT"/>
              <a:buChar char="•"/>
              <a:tabLst>
                <a:tab pos="754380" algn="l"/>
                <a:tab pos="755015" algn="l"/>
              </a:tabLst>
            </a:pPr>
            <a:r>
              <a:rPr sz="2250" spc="5" dirty="0">
                <a:latin typeface="Calibri" panose="020F0502020204030204"/>
                <a:cs typeface="Calibri" panose="020F0502020204030204"/>
              </a:rPr>
              <a:t>The</a:t>
            </a:r>
            <a:r>
              <a:rPr sz="2250" spc="-100" dirty="0">
                <a:latin typeface="Calibri" panose="020F0502020204030204"/>
                <a:cs typeface="Calibri" panose="020F0502020204030204"/>
              </a:rPr>
              <a:t> </a:t>
            </a:r>
            <a:r>
              <a:rPr sz="2250" spc="-10" dirty="0">
                <a:latin typeface="Calibri" panose="020F0502020204030204"/>
                <a:cs typeface="Calibri" panose="020F0502020204030204"/>
              </a:rPr>
              <a:t>reworking</a:t>
            </a:r>
            <a:r>
              <a:rPr sz="2250" spc="-200" dirty="0">
                <a:latin typeface="Calibri" panose="020F0502020204030204"/>
                <a:cs typeface="Calibri" panose="020F0502020204030204"/>
              </a:rPr>
              <a:t> </a:t>
            </a:r>
            <a:r>
              <a:rPr sz="2250" dirty="0">
                <a:latin typeface="Calibri" panose="020F0502020204030204"/>
                <a:cs typeface="Calibri" panose="020F0502020204030204"/>
              </a:rPr>
              <a:t>of</a:t>
            </a:r>
            <a:r>
              <a:rPr sz="2250" spc="-75" dirty="0">
                <a:latin typeface="Calibri" panose="020F0502020204030204"/>
                <a:cs typeface="Calibri" panose="020F0502020204030204"/>
              </a:rPr>
              <a:t> </a:t>
            </a:r>
            <a:r>
              <a:rPr sz="2250" spc="-5" dirty="0">
                <a:latin typeface="Calibri" panose="020F0502020204030204"/>
                <a:cs typeface="Calibri" panose="020F0502020204030204"/>
              </a:rPr>
              <a:t>a</a:t>
            </a:r>
            <a:r>
              <a:rPr sz="2250" spc="-60" dirty="0">
                <a:latin typeface="Calibri" panose="020F0502020204030204"/>
                <a:cs typeface="Calibri" panose="020F0502020204030204"/>
              </a:rPr>
              <a:t> </a:t>
            </a:r>
            <a:r>
              <a:rPr sz="2250" spc="-5" dirty="0">
                <a:latin typeface="Calibri" panose="020F0502020204030204"/>
                <a:cs typeface="Calibri" panose="020F0502020204030204"/>
              </a:rPr>
              <a:t>service,</a:t>
            </a:r>
            <a:r>
              <a:rPr sz="2250" spc="-180" dirty="0">
                <a:latin typeface="Calibri" panose="020F0502020204030204"/>
                <a:cs typeface="Calibri" panose="020F0502020204030204"/>
              </a:rPr>
              <a:t> </a:t>
            </a:r>
            <a:r>
              <a:rPr sz="2250" dirty="0">
                <a:latin typeface="Calibri" panose="020F0502020204030204"/>
                <a:cs typeface="Calibri" panose="020F0502020204030204"/>
              </a:rPr>
              <a:t>such</a:t>
            </a:r>
            <a:r>
              <a:rPr sz="2250" spc="-85" dirty="0">
                <a:latin typeface="Calibri" panose="020F0502020204030204"/>
                <a:cs typeface="Calibri" panose="020F0502020204030204"/>
              </a:rPr>
              <a:t> </a:t>
            </a:r>
            <a:r>
              <a:rPr sz="2250" spc="-25" dirty="0">
                <a:latin typeface="Calibri" panose="020F0502020204030204"/>
                <a:cs typeface="Calibri" panose="020F0502020204030204"/>
              </a:rPr>
              <a:t>as </a:t>
            </a:r>
            <a:r>
              <a:rPr sz="2250" spc="-15" dirty="0">
                <a:latin typeface="Calibri" panose="020F0502020204030204"/>
                <a:cs typeface="Calibri" panose="020F0502020204030204"/>
              </a:rPr>
              <a:t>the</a:t>
            </a:r>
            <a:r>
              <a:rPr sz="2250" spc="-100" dirty="0">
                <a:latin typeface="Calibri" panose="020F0502020204030204"/>
                <a:cs typeface="Calibri" panose="020F0502020204030204"/>
              </a:rPr>
              <a:t> </a:t>
            </a:r>
            <a:r>
              <a:rPr sz="2250" spc="-10" dirty="0">
                <a:latin typeface="Calibri" panose="020F0502020204030204"/>
                <a:cs typeface="Calibri" panose="020F0502020204030204"/>
              </a:rPr>
              <a:t>reprocessing</a:t>
            </a:r>
            <a:r>
              <a:rPr sz="2250" spc="-200" dirty="0">
                <a:latin typeface="Calibri" panose="020F0502020204030204"/>
                <a:cs typeface="Calibri" panose="020F0502020204030204"/>
              </a:rPr>
              <a:t> </a:t>
            </a:r>
            <a:r>
              <a:rPr sz="2250" dirty="0">
                <a:latin typeface="Calibri" panose="020F0502020204030204"/>
                <a:cs typeface="Calibri" panose="020F0502020204030204"/>
              </a:rPr>
              <a:t>of</a:t>
            </a:r>
            <a:r>
              <a:rPr sz="2250" spc="-145" dirty="0">
                <a:latin typeface="Calibri" panose="020F0502020204030204"/>
                <a:cs typeface="Calibri" panose="020F0502020204030204"/>
              </a:rPr>
              <a:t> </a:t>
            </a:r>
            <a:r>
              <a:rPr sz="2250" spc="-5" dirty="0">
                <a:latin typeface="Calibri" panose="020F0502020204030204"/>
                <a:cs typeface="Calibri" panose="020F0502020204030204"/>
              </a:rPr>
              <a:t>a</a:t>
            </a:r>
            <a:r>
              <a:rPr sz="2250" spc="20" dirty="0">
                <a:latin typeface="Calibri" panose="020F0502020204030204"/>
                <a:cs typeface="Calibri" panose="020F0502020204030204"/>
              </a:rPr>
              <a:t> </a:t>
            </a:r>
            <a:r>
              <a:rPr sz="2250" spc="-20" dirty="0">
                <a:latin typeface="Calibri" panose="020F0502020204030204"/>
                <a:cs typeface="Calibri" panose="020F0502020204030204"/>
              </a:rPr>
              <a:t>loan</a:t>
            </a:r>
            <a:r>
              <a:rPr sz="2250" spc="-90" dirty="0">
                <a:latin typeface="Calibri" panose="020F0502020204030204"/>
                <a:cs typeface="Calibri" panose="020F0502020204030204"/>
              </a:rPr>
              <a:t> </a:t>
            </a:r>
            <a:r>
              <a:rPr sz="2250" spc="-20" dirty="0">
                <a:latin typeface="Calibri" panose="020F0502020204030204"/>
                <a:cs typeface="Calibri" panose="020F0502020204030204"/>
              </a:rPr>
              <a:t>operation</a:t>
            </a:r>
            <a:r>
              <a:rPr sz="2250" spc="-160" dirty="0">
                <a:latin typeface="Calibri" panose="020F0502020204030204"/>
                <a:cs typeface="Calibri" panose="020F0502020204030204"/>
              </a:rPr>
              <a:t> </a:t>
            </a:r>
            <a:r>
              <a:rPr sz="2250" dirty="0">
                <a:latin typeface="Calibri" panose="020F0502020204030204"/>
                <a:cs typeface="Calibri" panose="020F0502020204030204"/>
              </a:rPr>
              <a:t>or</a:t>
            </a:r>
            <a:r>
              <a:rPr sz="2250" spc="-10" dirty="0">
                <a:latin typeface="Calibri" panose="020F0502020204030204"/>
                <a:cs typeface="Calibri" panose="020F0502020204030204"/>
              </a:rPr>
              <a:t> </a:t>
            </a:r>
            <a:r>
              <a:rPr sz="2250" spc="-15" dirty="0">
                <a:latin typeface="Calibri" panose="020F0502020204030204"/>
                <a:cs typeface="Calibri" panose="020F0502020204030204"/>
              </a:rPr>
              <a:t>the </a:t>
            </a:r>
            <a:r>
              <a:rPr sz="2250" spc="-495" dirty="0">
                <a:latin typeface="Calibri" panose="020F0502020204030204"/>
                <a:cs typeface="Calibri" panose="020F0502020204030204"/>
              </a:rPr>
              <a:t> </a:t>
            </a:r>
            <a:r>
              <a:rPr sz="2250" spc="-10" dirty="0">
                <a:latin typeface="Calibri" panose="020F0502020204030204"/>
                <a:cs typeface="Calibri" panose="020F0502020204030204"/>
              </a:rPr>
              <a:t>replacement</a:t>
            </a:r>
            <a:r>
              <a:rPr sz="2250" spc="-220" dirty="0">
                <a:latin typeface="Calibri" panose="020F0502020204030204"/>
                <a:cs typeface="Calibri" panose="020F0502020204030204"/>
              </a:rPr>
              <a:t> </a:t>
            </a:r>
            <a:r>
              <a:rPr sz="2250" dirty="0">
                <a:latin typeface="Calibri" panose="020F0502020204030204"/>
                <a:cs typeface="Calibri" panose="020F0502020204030204"/>
              </a:rPr>
              <a:t>of</a:t>
            </a:r>
            <a:r>
              <a:rPr sz="2250" spc="-80" dirty="0">
                <a:latin typeface="Calibri" panose="020F0502020204030204"/>
                <a:cs typeface="Calibri" panose="020F0502020204030204"/>
              </a:rPr>
              <a:t> </a:t>
            </a:r>
            <a:r>
              <a:rPr sz="2250" spc="-5" dirty="0">
                <a:latin typeface="Calibri" panose="020F0502020204030204"/>
                <a:cs typeface="Calibri" panose="020F0502020204030204"/>
              </a:rPr>
              <a:t>a</a:t>
            </a:r>
            <a:r>
              <a:rPr sz="2250" spc="-65" dirty="0">
                <a:latin typeface="Calibri" panose="020F0502020204030204"/>
                <a:cs typeface="Calibri" panose="020F0502020204030204"/>
              </a:rPr>
              <a:t> </a:t>
            </a:r>
            <a:r>
              <a:rPr sz="2250" spc="-15" dirty="0">
                <a:latin typeface="Calibri" panose="020F0502020204030204"/>
                <a:cs typeface="Calibri" panose="020F0502020204030204"/>
              </a:rPr>
              <a:t>food</a:t>
            </a:r>
            <a:r>
              <a:rPr sz="2250" spc="-170" dirty="0">
                <a:latin typeface="Calibri" panose="020F0502020204030204"/>
                <a:cs typeface="Calibri" panose="020F0502020204030204"/>
              </a:rPr>
              <a:t> </a:t>
            </a:r>
            <a:r>
              <a:rPr sz="2250" dirty="0">
                <a:latin typeface="Calibri" panose="020F0502020204030204"/>
                <a:cs typeface="Calibri" panose="020F0502020204030204"/>
              </a:rPr>
              <a:t>order</a:t>
            </a:r>
            <a:r>
              <a:rPr sz="2250" spc="-170" dirty="0">
                <a:latin typeface="Calibri" panose="020F0502020204030204"/>
                <a:cs typeface="Calibri" panose="020F0502020204030204"/>
              </a:rPr>
              <a:t> </a:t>
            </a:r>
            <a:r>
              <a:rPr sz="2250" spc="-25" dirty="0">
                <a:latin typeface="Calibri" panose="020F0502020204030204"/>
                <a:cs typeface="Calibri" panose="020F0502020204030204"/>
              </a:rPr>
              <a:t>in</a:t>
            </a:r>
            <a:r>
              <a:rPr sz="2250" spc="-10" dirty="0">
                <a:latin typeface="Calibri" panose="020F0502020204030204"/>
                <a:cs typeface="Calibri" panose="020F0502020204030204"/>
              </a:rPr>
              <a:t> </a:t>
            </a:r>
            <a:r>
              <a:rPr sz="2250" spc="-5" dirty="0">
                <a:latin typeface="Calibri" panose="020F0502020204030204"/>
                <a:cs typeface="Calibri" panose="020F0502020204030204"/>
              </a:rPr>
              <a:t>a</a:t>
            </a:r>
            <a:r>
              <a:rPr sz="2250" spc="-65" dirty="0">
                <a:latin typeface="Calibri" panose="020F0502020204030204"/>
                <a:cs typeface="Calibri" panose="020F0502020204030204"/>
              </a:rPr>
              <a:t> </a:t>
            </a:r>
            <a:r>
              <a:rPr sz="2250" spc="-20" dirty="0">
                <a:latin typeface="Calibri" panose="020F0502020204030204"/>
                <a:cs typeface="Calibri" panose="020F0502020204030204"/>
              </a:rPr>
              <a:t>restaurant.</a:t>
            </a:r>
            <a:endParaRPr sz="2250">
              <a:latin typeface="Calibri" panose="020F0502020204030204"/>
              <a:cs typeface="Calibri" panose="020F0502020204030204"/>
            </a:endParaRPr>
          </a:p>
          <a:p>
            <a:pPr lvl="1">
              <a:lnSpc>
                <a:spcPct val="100000"/>
              </a:lnSpc>
              <a:spcBef>
                <a:spcPts val="55"/>
              </a:spcBef>
              <a:buFont typeface="Arial MT"/>
              <a:buChar char="•"/>
            </a:pPr>
            <a:endParaRPr sz="2500">
              <a:latin typeface="Calibri" panose="020F0502020204030204"/>
              <a:cs typeface="Calibri" panose="020F0502020204030204"/>
            </a:endParaRPr>
          </a:p>
          <a:p>
            <a:pPr marL="358140" indent="-346075">
              <a:lnSpc>
                <a:spcPts val="2510"/>
              </a:lnSpc>
              <a:buFont typeface="Arial MT"/>
              <a:buChar char="•"/>
              <a:tabLst>
                <a:tab pos="358140" algn="l"/>
                <a:tab pos="358775" algn="l"/>
              </a:tabLst>
            </a:pPr>
            <a:r>
              <a:rPr sz="2250" spc="-5" dirty="0">
                <a:latin typeface="Calibri" panose="020F0502020204030204"/>
                <a:cs typeface="Calibri" panose="020F0502020204030204"/>
              </a:rPr>
              <a:t>In</a:t>
            </a:r>
            <a:r>
              <a:rPr sz="2250" spc="-90" dirty="0">
                <a:latin typeface="Calibri" panose="020F0502020204030204"/>
                <a:cs typeface="Calibri" panose="020F0502020204030204"/>
              </a:rPr>
              <a:t> </a:t>
            </a:r>
            <a:r>
              <a:rPr sz="2250" spc="-5" dirty="0">
                <a:latin typeface="Calibri" panose="020F0502020204030204"/>
                <a:cs typeface="Calibri" panose="020F0502020204030204"/>
              </a:rPr>
              <a:t>short,</a:t>
            </a:r>
            <a:r>
              <a:rPr sz="2250" spc="-105" dirty="0">
                <a:latin typeface="Calibri" panose="020F0502020204030204"/>
                <a:cs typeface="Calibri" panose="020F0502020204030204"/>
              </a:rPr>
              <a:t> </a:t>
            </a:r>
            <a:r>
              <a:rPr sz="2250" spc="-40" dirty="0">
                <a:latin typeface="Calibri" panose="020F0502020204030204"/>
                <a:cs typeface="Calibri" panose="020F0502020204030204"/>
              </a:rPr>
              <a:t>any</a:t>
            </a:r>
            <a:r>
              <a:rPr sz="2250" dirty="0">
                <a:latin typeface="Calibri" panose="020F0502020204030204"/>
                <a:cs typeface="Calibri" panose="020F0502020204030204"/>
              </a:rPr>
              <a:t> </a:t>
            </a:r>
            <a:r>
              <a:rPr sz="2250" spc="-5" dirty="0">
                <a:latin typeface="Calibri" panose="020F0502020204030204"/>
                <a:cs typeface="Calibri" panose="020F0502020204030204"/>
              </a:rPr>
              <a:t>cost</a:t>
            </a:r>
            <a:r>
              <a:rPr sz="2250" spc="-130" dirty="0">
                <a:latin typeface="Calibri" panose="020F0502020204030204"/>
                <a:cs typeface="Calibri" panose="020F0502020204030204"/>
              </a:rPr>
              <a:t> </a:t>
            </a:r>
            <a:r>
              <a:rPr sz="2250" spc="-20" dirty="0">
                <a:latin typeface="Calibri" panose="020F0502020204030204"/>
                <a:cs typeface="Calibri" panose="020F0502020204030204"/>
              </a:rPr>
              <a:t>that</a:t>
            </a:r>
            <a:r>
              <a:rPr sz="2250" spc="-60" dirty="0">
                <a:latin typeface="Calibri" panose="020F0502020204030204"/>
                <a:cs typeface="Calibri" panose="020F0502020204030204"/>
              </a:rPr>
              <a:t> </a:t>
            </a:r>
            <a:r>
              <a:rPr sz="2250" spc="-10" dirty="0">
                <a:latin typeface="Calibri" panose="020F0502020204030204"/>
                <a:cs typeface="Calibri" panose="020F0502020204030204"/>
              </a:rPr>
              <a:t>would</a:t>
            </a:r>
            <a:r>
              <a:rPr sz="2250" spc="-165" dirty="0">
                <a:latin typeface="Calibri" panose="020F0502020204030204"/>
                <a:cs typeface="Calibri" panose="020F0502020204030204"/>
              </a:rPr>
              <a:t> </a:t>
            </a:r>
            <a:r>
              <a:rPr sz="2250" dirty="0">
                <a:latin typeface="Calibri" panose="020F0502020204030204"/>
                <a:cs typeface="Calibri" panose="020F0502020204030204"/>
              </a:rPr>
              <a:t>not</a:t>
            </a:r>
            <a:r>
              <a:rPr sz="2250" spc="-135" dirty="0">
                <a:latin typeface="Calibri" panose="020F0502020204030204"/>
                <a:cs typeface="Calibri" panose="020F0502020204030204"/>
              </a:rPr>
              <a:t> </a:t>
            </a:r>
            <a:r>
              <a:rPr sz="2250" spc="-5" dirty="0">
                <a:latin typeface="Calibri" panose="020F0502020204030204"/>
                <a:cs typeface="Calibri" panose="020F0502020204030204"/>
              </a:rPr>
              <a:t>have</a:t>
            </a:r>
            <a:r>
              <a:rPr sz="2250" spc="-180" dirty="0">
                <a:latin typeface="Calibri" panose="020F0502020204030204"/>
                <a:cs typeface="Calibri" panose="020F0502020204030204"/>
              </a:rPr>
              <a:t> </a:t>
            </a:r>
            <a:r>
              <a:rPr sz="2250" spc="-5" dirty="0">
                <a:latin typeface="Calibri" panose="020F0502020204030204"/>
                <a:cs typeface="Calibri" panose="020F0502020204030204"/>
              </a:rPr>
              <a:t>been</a:t>
            </a:r>
            <a:r>
              <a:rPr sz="2250" spc="-80" dirty="0">
                <a:latin typeface="Calibri" panose="020F0502020204030204"/>
                <a:cs typeface="Calibri" panose="020F0502020204030204"/>
              </a:rPr>
              <a:t> </a:t>
            </a:r>
            <a:r>
              <a:rPr sz="2250" dirty="0">
                <a:latin typeface="Calibri" panose="020F0502020204030204"/>
                <a:cs typeface="Calibri" panose="020F0502020204030204"/>
              </a:rPr>
              <a:t>expended</a:t>
            </a:r>
            <a:r>
              <a:rPr sz="2250" spc="-240" dirty="0">
                <a:latin typeface="Calibri" panose="020F0502020204030204"/>
                <a:cs typeface="Calibri" panose="020F0502020204030204"/>
              </a:rPr>
              <a:t> </a:t>
            </a:r>
            <a:r>
              <a:rPr sz="2250" spc="-20" dirty="0">
                <a:latin typeface="Calibri" panose="020F0502020204030204"/>
                <a:cs typeface="Calibri" panose="020F0502020204030204"/>
              </a:rPr>
              <a:t>if</a:t>
            </a:r>
            <a:r>
              <a:rPr sz="2250" spc="-70" dirty="0">
                <a:latin typeface="Calibri" panose="020F0502020204030204"/>
                <a:cs typeface="Calibri" panose="020F0502020204030204"/>
              </a:rPr>
              <a:t> </a:t>
            </a:r>
            <a:r>
              <a:rPr sz="2250" spc="-20" dirty="0">
                <a:latin typeface="Calibri" panose="020F0502020204030204"/>
                <a:cs typeface="Calibri" panose="020F0502020204030204"/>
              </a:rPr>
              <a:t>quality</a:t>
            </a:r>
            <a:r>
              <a:rPr sz="2250" spc="-85" dirty="0">
                <a:latin typeface="Calibri" panose="020F0502020204030204"/>
                <a:cs typeface="Calibri" panose="020F0502020204030204"/>
              </a:rPr>
              <a:t> </a:t>
            </a:r>
            <a:r>
              <a:rPr sz="2250" spc="-5" dirty="0">
                <a:latin typeface="Calibri" panose="020F0502020204030204"/>
                <a:cs typeface="Calibri" panose="020F0502020204030204"/>
              </a:rPr>
              <a:t>were</a:t>
            </a:r>
            <a:r>
              <a:rPr sz="2250" spc="-95" dirty="0">
                <a:latin typeface="Calibri" panose="020F0502020204030204"/>
                <a:cs typeface="Calibri" panose="020F0502020204030204"/>
              </a:rPr>
              <a:t> </a:t>
            </a:r>
            <a:r>
              <a:rPr sz="2250" spc="-5" dirty="0">
                <a:latin typeface="Calibri" panose="020F0502020204030204"/>
                <a:cs typeface="Calibri" panose="020F0502020204030204"/>
              </a:rPr>
              <a:t>perfect</a:t>
            </a:r>
            <a:r>
              <a:rPr sz="2250" spc="-215" dirty="0">
                <a:latin typeface="Calibri" panose="020F0502020204030204"/>
                <a:cs typeface="Calibri" panose="020F0502020204030204"/>
              </a:rPr>
              <a:t> </a:t>
            </a:r>
            <a:r>
              <a:rPr sz="2250" spc="-15" dirty="0">
                <a:latin typeface="Calibri" panose="020F0502020204030204"/>
                <a:cs typeface="Calibri" panose="020F0502020204030204"/>
              </a:rPr>
              <a:t>contributes</a:t>
            </a:r>
            <a:r>
              <a:rPr sz="2250" spc="-185" dirty="0">
                <a:latin typeface="Calibri" panose="020F0502020204030204"/>
                <a:cs typeface="Calibri" panose="020F0502020204030204"/>
              </a:rPr>
              <a:t> </a:t>
            </a:r>
            <a:r>
              <a:rPr sz="2250" spc="-25" dirty="0">
                <a:latin typeface="Calibri" panose="020F0502020204030204"/>
                <a:cs typeface="Calibri" panose="020F0502020204030204"/>
              </a:rPr>
              <a:t>to</a:t>
            </a:r>
            <a:endParaRPr sz="2250">
              <a:latin typeface="Calibri" panose="020F0502020204030204"/>
              <a:cs typeface="Calibri" panose="020F0502020204030204"/>
            </a:endParaRPr>
          </a:p>
          <a:p>
            <a:pPr marL="358140">
              <a:lnSpc>
                <a:spcPts val="2510"/>
              </a:lnSpc>
            </a:pPr>
            <a:r>
              <a:rPr sz="2250" spc="-40" dirty="0">
                <a:latin typeface="Calibri" panose="020F0502020204030204"/>
                <a:cs typeface="Calibri" panose="020F0502020204030204"/>
              </a:rPr>
              <a:t>t</a:t>
            </a:r>
            <a:r>
              <a:rPr sz="2250" spc="10" dirty="0">
                <a:latin typeface="Calibri" panose="020F0502020204030204"/>
                <a:cs typeface="Calibri" panose="020F0502020204030204"/>
              </a:rPr>
              <a:t>h</a:t>
            </a:r>
            <a:r>
              <a:rPr sz="2250" spc="-5" dirty="0">
                <a:latin typeface="Calibri" panose="020F0502020204030204"/>
                <a:cs typeface="Calibri" panose="020F0502020204030204"/>
              </a:rPr>
              <a:t>e</a:t>
            </a:r>
            <a:r>
              <a:rPr sz="2250" spc="-25" dirty="0">
                <a:latin typeface="Calibri" panose="020F0502020204030204"/>
                <a:cs typeface="Calibri" panose="020F0502020204030204"/>
              </a:rPr>
              <a:t> </a:t>
            </a:r>
            <a:r>
              <a:rPr sz="2250" dirty="0">
                <a:latin typeface="Calibri" panose="020F0502020204030204"/>
                <a:cs typeface="Calibri" panose="020F0502020204030204"/>
              </a:rPr>
              <a:t>c</a:t>
            </a:r>
            <a:r>
              <a:rPr sz="2250" spc="5" dirty="0">
                <a:latin typeface="Calibri" panose="020F0502020204030204"/>
                <a:cs typeface="Calibri" panose="020F0502020204030204"/>
              </a:rPr>
              <a:t>o</a:t>
            </a:r>
            <a:r>
              <a:rPr sz="2250" spc="-10" dirty="0">
                <a:latin typeface="Calibri" panose="020F0502020204030204"/>
                <a:cs typeface="Calibri" panose="020F0502020204030204"/>
              </a:rPr>
              <a:t>s</a:t>
            </a:r>
            <a:r>
              <a:rPr sz="2250" spc="-5" dirty="0">
                <a:latin typeface="Calibri" panose="020F0502020204030204"/>
                <a:cs typeface="Calibri" panose="020F0502020204030204"/>
              </a:rPr>
              <a:t>t</a:t>
            </a:r>
            <a:r>
              <a:rPr sz="2250" spc="-220" dirty="0">
                <a:latin typeface="Calibri" panose="020F0502020204030204"/>
                <a:cs typeface="Calibri" panose="020F0502020204030204"/>
              </a:rPr>
              <a:t> </a:t>
            </a:r>
            <a:r>
              <a:rPr sz="2250" spc="5" dirty="0">
                <a:latin typeface="Calibri" panose="020F0502020204030204"/>
                <a:cs typeface="Calibri" panose="020F0502020204030204"/>
              </a:rPr>
              <a:t>o</a:t>
            </a:r>
            <a:r>
              <a:rPr sz="2250" spc="-5" dirty="0">
                <a:latin typeface="Calibri" panose="020F0502020204030204"/>
                <a:cs typeface="Calibri" panose="020F0502020204030204"/>
              </a:rPr>
              <a:t>f</a:t>
            </a:r>
            <a:r>
              <a:rPr sz="2250" spc="5" dirty="0">
                <a:latin typeface="Calibri" panose="020F0502020204030204"/>
                <a:cs typeface="Calibri" panose="020F0502020204030204"/>
              </a:rPr>
              <a:t> </a:t>
            </a:r>
            <a:r>
              <a:rPr sz="2250" spc="10" dirty="0">
                <a:latin typeface="Calibri" panose="020F0502020204030204"/>
                <a:cs typeface="Calibri" panose="020F0502020204030204"/>
              </a:rPr>
              <a:t>qu</a:t>
            </a:r>
            <a:r>
              <a:rPr sz="2250" spc="-45" dirty="0">
                <a:latin typeface="Calibri" panose="020F0502020204030204"/>
                <a:cs typeface="Calibri" panose="020F0502020204030204"/>
              </a:rPr>
              <a:t>a</a:t>
            </a:r>
            <a:r>
              <a:rPr sz="2250" spc="-40" dirty="0">
                <a:latin typeface="Calibri" panose="020F0502020204030204"/>
                <a:cs typeface="Calibri" panose="020F0502020204030204"/>
              </a:rPr>
              <a:t>lit</a:t>
            </a:r>
            <a:r>
              <a:rPr sz="2250" spc="-145" dirty="0">
                <a:latin typeface="Calibri" panose="020F0502020204030204"/>
                <a:cs typeface="Calibri" panose="020F0502020204030204"/>
              </a:rPr>
              <a:t>y</a:t>
            </a:r>
            <a:r>
              <a:rPr sz="2250" spc="-5" dirty="0">
                <a:latin typeface="Calibri" panose="020F0502020204030204"/>
                <a:cs typeface="Calibri" panose="020F0502020204030204"/>
              </a:rPr>
              <a:t>.</a:t>
            </a:r>
            <a:endParaRPr sz="2250">
              <a:latin typeface="Calibri" panose="020F0502020204030204"/>
              <a:cs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86360" rIns="0" bIns="0" rtlCol="0">
            <a:spAutoFit/>
          </a:bodyPr>
          <a:lstStyle/>
          <a:p>
            <a:pPr marL="8890" algn="ctr">
              <a:lnSpc>
                <a:spcPct val="100000"/>
              </a:lnSpc>
              <a:spcBef>
                <a:spcPts val="680"/>
              </a:spcBef>
            </a:pPr>
            <a:r>
              <a:rPr spc="-25" dirty="0"/>
              <a:t>Cost</a:t>
            </a:r>
            <a:r>
              <a:rPr spc="35" dirty="0"/>
              <a:t> </a:t>
            </a:r>
            <a:r>
              <a:rPr spc="-15" dirty="0"/>
              <a:t>of</a:t>
            </a:r>
            <a:r>
              <a:rPr spc="35" dirty="0"/>
              <a:t> </a:t>
            </a:r>
            <a:r>
              <a:rPr spc="-45" dirty="0"/>
              <a:t>Quality</a:t>
            </a:r>
          </a:p>
        </p:txBody>
      </p:sp>
      <p:sp>
        <p:nvSpPr>
          <p:cNvPr id="3" name="object 3"/>
          <p:cNvSpPr txBox="1"/>
          <p:nvPr/>
        </p:nvSpPr>
        <p:spPr>
          <a:xfrm>
            <a:off x="688975" y="1096010"/>
            <a:ext cx="5139690" cy="5333365"/>
          </a:xfrm>
          <a:prstGeom prst="rect">
            <a:avLst/>
          </a:prstGeom>
        </p:spPr>
        <p:txBody>
          <a:bodyPr vert="horz" wrap="square" lIns="0" tIns="86995" rIns="0" bIns="0" rtlCol="0">
            <a:spAutoFit/>
          </a:bodyPr>
          <a:lstStyle/>
          <a:p>
            <a:pPr marL="12700" marR="33655">
              <a:lnSpc>
                <a:spcPct val="78000"/>
              </a:lnSpc>
              <a:spcBef>
                <a:spcPts val="685"/>
              </a:spcBef>
            </a:pPr>
            <a:r>
              <a:rPr sz="2250" b="1" spc="-5" dirty="0">
                <a:latin typeface="Calibri" panose="020F0502020204030204"/>
                <a:cs typeface="Calibri" panose="020F0502020204030204"/>
              </a:rPr>
              <a:t>Ap</a:t>
            </a:r>
            <a:r>
              <a:rPr sz="2250" b="1" spc="-20" dirty="0">
                <a:latin typeface="Calibri" panose="020F0502020204030204"/>
                <a:cs typeface="Calibri" panose="020F0502020204030204"/>
              </a:rPr>
              <a:t>p</a:t>
            </a:r>
            <a:r>
              <a:rPr sz="2250" b="1" spc="-85" dirty="0">
                <a:latin typeface="Calibri" panose="020F0502020204030204"/>
                <a:cs typeface="Calibri" panose="020F0502020204030204"/>
              </a:rPr>
              <a:t>r</a:t>
            </a:r>
            <a:r>
              <a:rPr sz="2250" b="1" dirty="0">
                <a:latin typeface="Calibri" panose="020F0502020204030204"/>
                <a:cs typeface="Calibri" panose="020F0502020204030204"/>
              </a:rPr>
              <a:t>ai</a:t>
            </a:r>
            <a:r>
              <a:rPr sz="2250" b="1" spc="-25" dirty="0">
                <a:latin typeface="Calibri" panose="020F0502020204030204"/>
                <a:cs typeface="Calibri" panose="020F0502020204030204"/>
              </a:rPr>
              <a:t>s</a:t>
            </a:r>
            <a:r>
              <a:rPr sz="2250" b="1" dirty="0">
                <a:latin typeface="Calibri" panose="020F0502020204030204"/>
                <a:cs typeface="Calibri" panose="020F0502020204030204"/>
              </a:rPr>
              <a:t>a</a:t>
            </a:r>
            <a:r>
              <a:rPr sz="2250" b="1" spc="-5" dirty="0">
                <a:latin typeface="Calibri" panose="020F0502020204030204"/>
                <a:cs typeface="Calibri" panose="020F0502020204030204"/>
              </a:rPr>
              <a:t>l</a:t>
            </a:r>
            <a:r>
              <a:rPr sz="2250" b="1" spc="-185" dirty="0">
                <a:latin typeface="Calibri" panose="020F0502020204030204"/>
                <a:cs typeface="Calibri" panose="020F0502020204030204"/>
              </a:rPr>
              <a:t> </a:t>
            </a:r>
            <a:r>
              <a:rPr sz="2250" b="1" spc="5" dirty="0">
                <a:latin typeface="Calibri" panose="020F0502020204030204"/>
                <a:cs typeface="Calibri" panose="020F0502020204030204"/>
              </a:rPr>
              <a:t>C</a:t>
            </a:r>
            <a:r>
              <a:rPr sz="2250" b="1" spc="-15" dirty="0">
                <a:latin typeface="Calibri" panose="020F0502020204030204"/>
                <a:cs typeface="Calibri" panose="020F0502020204030204"/>
              </a:rPr>
              <a:t>o</a:t>
            </a:r>
            <a:r>
              <a:rPr sz="2250" b="1" spc="-25" dirty="0">
                <a:latin typeface="Calibri" panose="020F0502020204030204"/>
                <a:cs typeface="Calibri" panose="020F0502020204030204"/>
              </a:rPr>
              <a:t>s</a:t>
            </a:r>
            <a:r>
              <a:rPr sz="2250" b="1" spc="10" dirty="0">
                <a:latin typeface="Calibri" panose="020F0502020204030204"/>
                <a:cs typeface="Calibri" panose="020F0502020204030204"/>
              </a:rPr>
              <a:t>t</a:t>
            </a:r>
            <a:r>
              <a:rPr sz="2250" b="1" spc="-5" dirty="0">
                <a:latin typeface="Calibri" panose="020F0502020204030204"/>
                <a:cs typeface="Calibri" panose="020F0502020204030204"/>
              </a:rPr>
              <a:t>s</a:t>
            </a:r>
            <a:r>
              <a:rPr sz="2250" b="1" spc="-100" dirty="0">
                <a:latin typeface="Calibri" panose="020F0502020204030204"/>
                <a:cs typeface="Calibri" panose="020F0502020204030204"/>
              </a:rPr>
              <a:t> </a:t>
            </a:r>
            <a:r>
              <a:rPr sz="2250" spc="-40" dirty="0">
                <a:latin typeface="Calibri" panose="020F0502020204030204"/>
                <a:cs typeface="Calibri" panose="020F0502020204030204"/>
              </a:rPr>
              <a:t>i</a:t>
            </a:r>
            <a:r>
              <a:rPr sz="2250" spc="10" dirty="0">
                <a:latin typeface="Calibri" panose="020F0502020204030204"/>
                <a:cs typeface="Calibri" panose="020F0502020204030204"/>
              </a:rPr>
              <a:t>n</a:t>
            </a:r>
            <a:r>
              <a:rPr sz="2250" dirty="0">
                <a:latin typeface="Calibri" panose="020F0502020204030204"/>
                <a:cs typeface="Calibri" panose="020F0502020204030204"/>
              </a:rPr>
              <a:t>c</a:t>
            </a:r>
            <a:r>
              <a:rPr sz="2250" spc="-40" dirty="0">
                <a:latin typeface="Calibri" panose="020F0502020204030204"/>
                <a:cs typeface="Calibri" panose="020F0502020204030204"/>
              </a:rPr>
              <a:t>l</a:t>
            </a:r>
            <a:r>
              <a:rPr sz="2250" spc="10" dirty="0">
                <a:latin typeface="Calibri" panose="020F0502020204030204"/>
                <a:cs typeface="Calibri" panose="020F0502020204030204"/>
              </a:rPr>
              <a:t>ud</a:t>
            </a:r>
            <a:r>
              <a:rPr sz="2250" spc="-5" dirty="0">
                <a:latin typeface="Calibri" panose="020F0502020204030204"/>
                <a:cs typeface="Calibri" panose="020F0502020204030204"/>
              </a:rPr>
              <a:t>e</a:t>
            </a:r>
            <a:r>
              <a:rPr sz="2250" spc="-190" dirty="0">
                <a:latin typeface="Calibri" panose="020F0502020204030204"/>
                <a:cs typeface="Calibri" panose="020F0502020204030204"/>
              </a:rPr>
              <a:t> </a:t>
            </a:r>
            <a:r>
              <a:rPr sz="2250" spc="-45" dirty="0">
                <a:latin typeface="Calibri" panose="020F0502020204030204"/>
                <a:cs typeface="Calibri" panose="020F0502020204030204"/>
              </a:rPr>
              <a:t>a</a:t>
            </a:r>
            <a:r>
              <a:rPr sz="2250" spc="-40" dirty="0">
                <a:latin typeface="Calibri" panose="020F0502020204030204"/>
                <a:cs typeface="Calibri" panose="020F0502020204030204"/>
              </a:rPr>
              <a:t>l</a:t>
            </a:r>
            <a:r>
              <a:rPr sz="2250" spc="-5" dirty="0">
                <a:latin typeface="Calibri" panose="020F0502020204030204"/>
                <a:cs typeface="Calibri" panose="020F0502020204030204"/>
              </a:rPr>
              <a:t>l</a:t>
            </a:r>
            <a:r>
              <a:rPr sz="2250" spc="10" dirty="0">
                <a:latin typeface="Calibri" panose="020F0502020204030204"/>
                <a:cs typeface="Calibri" panose="020F0502020204030204"/>
              </a:rPr>
              <a:t> </a:t>
            </a:r>
            <a:r>
              <a:rPr sz="2250" spc="-45" dirty="0">
                <a:latin typeface="Calibri" panose="020F0502020204030204"/>
                <a:cs typeface="Calibri" panose="020F0502020204030204"/>
              </a:rPr>
              <a:t>a</a:t>
            </a:r>
            <a:r>
              <a:rPr sz="2250" dirty="0">
                <a:latin typeface="Calibri" panose="020F0502020204030204"/>
                <a:cs typeface="Calibri" panose="020F0502020204030204"/>
              </a:rPr>
              <a:t>c</a:t>
            </a:r>
            <a:r>
              <a:rPr sz="2250" spc="-40" dirty="0">
                <a:latin typeface="Calibri" panose="020F0502020204030204"/>
                <a:cs typeface="Calibri" panose="020F0502020204030204"/>
              </a:rPr>
              <a:t>ti</a:t>
            </a:r>
            <a:r>
              <a:rPr sz="2250" spc="15" dirty="0">
                <a:latin typeface="Calibri" panose="020F0502020204030204"/>
                <a:cs typeface="Calibri" panose="020F0502020204030204"/>
              </a:rPr>
              <a:t>v</a:t>
            </a:r>
            <a:r>
              <a:rPr sz="2250" spc="-40" dirty="0">
                <a:latin typeface="Calibri" panose="020F0502020204030204"/>
                <a:cs typeface="Calibri" panose="020F0502020204030204"/>
              </a:rPr>
              <a:t>iti</a:t>
            </a:r>
            <a:r>
              <a:rPr sz="2250" spc="-5" dirty="0">
                <a:latin typeface="Calibri" panose="020F0502020204030204"/>
                <a:cs typeface="Calibri" panose="020F0502020204030204"/>
              </a:rPr>
              <a:t>es  </a:t>
            </a:r>
            <a:r>
              <a:rPr sz="2250" spc="-20" dirty="0">
                <a:latin typeface="Calibri" panose="020F0502020204030204"/>
                <a:cs typeface="Calibri" panose="020F0502020204030204"/>
              </a:rPr>
              <a:t>associated</a:t>
            </a:r>
            <a:r>
              <a:rPr sz="2250" spc="-165" dirty="0">
                <a:latin typeface="Calibri" panose="020F0502020204030204"/>
                <a:cs typeface="Calibri" panose="020F0502020204030204"/>
              </a:rPr>
              <a:t> </a:t>
            </a:r>
            <a:r>
              <a:rPr sz="2250" spc="-25" dirty="0">
                <a:latin typeface="Calibri" panose="020F0502020204030204"/>
                <a:cs typeface="Calibri" panose="020F0502020204030204"/>
              </a:rPr>
              <a:t>with</a:t>
            </a:r>
            <a:r>
              <a:rPr sz="2250" spc="-5" dirty="0">
                <a:latin typeface="Calibri" panose="020F0502020204030204"/>
                <a:cs typeface="Calibri" panose="020F0502020204030204"/>
              </a:rPr>
              <a:t> </a:t>
            </a:r>
            <a:r>
              <a:rPr sz="2250" spc="-10" dirty="0">
                <a:latin typeface="Calibri" panose="020F0502020204030204"/>
                <a:cs typeface="Calibri" panose="020F0502020204030204"/>
              </a:rPr>
              <a:t>assuring</a:t>
            </a:r>
            <a:r>
              <a:rPr sz="2250" spc="-204" dirty="0">
                <a:latin typeface="Calibri" panose="020F0502020204030204"/>
                <a:cs typeface="Calibri" panose="020F0502020204030204"/>
              </a:rPr>
              <a:t> </a:t>
            </a:r>
            <a:r>
              <a:rPr sz="2250" spc="-5" dirty="0">
                <a:latin typeface="Calibri" panose="020F0502020204030204"/>
                <a:cs typeface="Calibri" panose="020F0502020204030204"/>
              </a:rPr>
              <a:t>a</a:t>
            </a:r>
            <a:r>
              <a:rPr sz="2250" spc="20" dirty="0">
                <a:latin typeface="Calibri" panose="020F0502020204030204"/>
                <a:cs typeface="Calibri" panose="020F0502020204030204"/>
              </a:rPr>
              <a:t> </a:t>
            </a:r>
            <a:r>
              <a:rPr sz="2250" spc="-5" dirty="0">
                <a:latin typeface="Calibri" panose="020F0502020204030204"/>
                <a:cs typeface="Calibri" panose="020F0502020204030204"/>
              </a:rPr>
              <a:t>product</a:t>
            </a:r>
            <a:r>
              <a:rPr sz="2250" spc="-220" dirty="0">
                <a:latin typeface="Calibri" panose="020F0502020204030204"/>
                <a:cs typeface="Calibri" panose="020F0502020204030204"/>
              </a:rPr>
              <a:t> </a:t>
            </a:r>
            <a:r>
              <a:rPr sz="2250" dirty="0">
                <a:latin typeface="Calibri" panose="020F0502020204030204"/>
                <a:cs typeface="Calibri" panose="020F0502020204030204"/>
              </a:rPr>
              <a:t>or</a:t>
            </a:r>
            <a:r>
              <a:rPr sz="2250" spc="-90" dirty="0">
                <a:latin typeface="Calibri" panose="020F0502020204030204"/>
                <a:cs typeface="Calibri" panose="020F0502020204030204"/>
              </a:rPr>
              <a:t> </a:t>
            </a:r>
            <a:r>
              <a:rPr sz="2250" spc="-5" dirty="0">
                <a:latin typeface="Calibri" panose="020F0502020204030204"/>
                <a:cs typeface="Calibri" panose="020F0502020204030204"/>
              </a:rPr>
              <a:t>service </a:t>
            </a:r>
            <a:r>
              <a:rPr sz="2250" spc="-495" dirty="0">
                <a:latin typeface="Calibri" panose="020F0502020204030204"/>
                <a:cs typeface="Calibri" panose="020F0502020204030204"/>
              </a:rPr>
              <a:t> </a:t>
            </a:r>
            <a:r>
              <a:rPr sz="2250" dirty="0">
                <a:latin typeface="Calibri" panose="020F0502020204030204"/>
                <a:cs typeface="Calibri" panose="020F0502020204030204"/>
              </a:rPr>
              <a:t>c</a:t>
            </a:r>
            <a:r>
              <a:rPr sz="2250" spc="5" dirty="0">
                <a:latin typeface="Calibri" panose="020F0502020204030204"/>
                <a:cs typeface="Calibri" panose="020F0502020204030204"/>
              </a:rPr>
              <a:t>o</a:t>
            </a:r>
            <a:r>
              <a:rPr sz="2250" spc="10" dirty="0">
                <a:latin typeface="Calibri" panose="020F0502020204030204"/>
                <a:cs typeface="Calibri" panose="020F0502020204030204"/>
              </a:rPr>
              <a:t>n</a:t>
            </a:r>
            <a:r>
              <a:rPr sz="2250" spc="-55" dirty="0">
                <a:latin typeface="Calibri" panose="020F0502020204030204"/>
                <a:cs typeface="Calibri" panose="020F0502020204030204"/>
              </a:rPr>
              <a:t>f</a:t>
            </a:r>
            <a:r>
              <a:rPr sz="2250" spc="5" dirty="0">
                <a:latin typeface="Calibri" panose="020F0502020204030204"/>
                <a:cs typeface="Calibri" panose="020F0502020204030204"/>
              </a:rPr>
              <a:t>o</a:t>
            </a:r>
            <a:r>
              <a:rPr sz="2250" spc="10" dirty="0">
                <a:latin typeface="Calibri" panose="020F0502020204030204"/>
                <a:cs typeface="Calibri" panose="020F0502020204030204"/>
              </a:rPr>
              <a:t>r</a:t>
            </a:r>
            <a:r>
              <a:rPr sz="2250" spc="-45" dirty="0">
                <a:latin typeface="Calibri" panose="020F0502020204030204"/>
                <a:cs typeface="Calibri" panose="020F0502020204030204"/>
              </a:rPr>
              <a:t>m</a:t>
            </a:r>
            <a:r>
              <a:rPr sz="2250" spc="-5" dirty="0">
                <a:latin typeface="Calibri" panose="020F0502020204030204"/>
                <a:cs typeface="Calibri" panose="020F0502020204030204"/>
              </a:rPr>
              <a:t>s</a:t>
            </a:r>
            <a:r>
              <a:rPr sz="2250" spc="-190" dirty="0">
                <a:latin typeface="Calibri" panose="020F0502020204030204"/>
                <a:cs typeface="Calibri" panose="020F0502020204030204"/>
              </a:rPr>
              <a:t> </a:t>
            </a:r>
            <a:r>
              <a:rPr sz="2250" spc="-40" dirty="0">
                <a:latin typeface="Calibri" panose="020F0502020204030204"/>
                <a:cs typeface="Calibri" panose="020F0502020204030204"/>
              </a:rPr>
              <a:t>t</a:t>
            </a:r>
            <a:r>
              <a:rPr sz="2250" spc="-5" dirty="0">
                <a:latin typeface="Calibri" panose="020F0502020204030204"/>
                <a:cs typeface="Calibri" panose="020F0502020204030204"/>
              </a:rPr>
              <a:t>o</a:t>
            </a:r>
            <a:r>
              <a:rPr sz="2250" spc="-95" dirty="0">
                <a:latin typeface="Calibri" panose="020F0502020204030204"/>
                <a:cs typeface="Calibri" panose="020F0502020204030204"/>
              </a:rPr>
              <a:t> </a:t>
            </a:r>
            <a:r>
              <a:rPr sz="2250" spc="10" dirty="0">
                <a:latin typeface="Calibri" panose="020F0502020204030204"/>
                <a:cs typeface="Calibri" panose="020F0502020204030204"/>
              </a:rPr>
              <a:t>p</a:t>
            </a:r>
            <a:r>
              <a:rPr sz="2250" spc="-5" dirty="0">
                <a:latin typeface="Calibri" panose="020F0502020204030204"/>
                <a:cs typeface="Calibri" panose="020F0502020204030204"/>
              </a:rPr>
              <a:t>e</a:t>
            </a:r>
            <a:r>
              <a:rPr sz="2250" spc="10" dirty="0">
                <a:latin typeface="Calibri" panose="020F0502020204030204"/>
                <a:cs typeface="Calibri" panose="020F0502020204030204"/>
              </a:rPr>
              <a:t>r</a:t>
            </a:r>
            <a:r>
              <a:rPr sz="2250" spc="-55" dirty="0">
                <a:latin typeface="Calibri" panose="020F0502020204030204"/>
                <a:cs typeface="Calibri" panose="020F0502020204030204"/>
              </a:rPr>
              <a:t>f</a:t>
            </a:r>
            <a:r>
              <a:rPr sz="2250" spc="5" dirty="0">
                <a:latin typeface="Calibri" panose="020F0502020204030204"/>
                <a:cs typeface="Calibri" panose="020F0502020204030204"/>
              </a:rPr>
              <a:t>o</a:t>
            </a:r>
            <a:r>
              <a:rPr sz="2250" spc="10" dirty="0">
                <a:latin typeface="Calibri" panose="020F0502020204030204"/>
                <a:cs typeface="Calibri" panose="020F0502020204030204"/>
              </a:rPr>
              <a:t>r</a:t>
            </a:r>
            <a:r>
              <a:rPr sz="2250" spc="-40" dirty="0">
                <a:latin typeface="Calibri" panose="020F0502020204030204"/>
                <a:cs typeface="Calibri" panose="020F0502020204030204"/>
              </a:rPr>
              <a:t>ma</a:t>
            </a:r>
            <a:r>
              <a:rPr sz="2250" spc="10" dirty="0">
                <a:latin typeface="Calibri" panose="020F0502020204030204"/>
                <a:cs typeface="Calibri" panose="020F0502020204030204"/>
              </a:rPr>
              <a:t>n</a:t>
            </a:r>
            <a:r>
              <a:rPr sz="2250" spc="-75" dirty="0">
                <a:latin typeface="Calibri" panose="020F0502020204030204"/>
                <a:cs typeface="Calibri" panose="020F0502020204030204"/>
              </a:rPr>
              <a:t>c</a:t>
            </a:r>
            <a:r>
              <a:rPr sz="2250" spc="-5" dirty="0">
                <a:latin typeface="Calibri" panose="020F0502020204030204"/>
                <a:cs typeface="Calibri" panose="020F0502020204030204"/>
              </a:rPr>
              <a:t>e</a:t>
            </a:r>
            <a:r>
              <a:rPr sz="2250" spc="-185" dirty="0">
                <a:latin typeface="Calibri" panose="020F0502020204030204"/>
                <a:cs typeface="Calibri" panose="020F0502020204030204"/>
              </a:rPr>
              <a:t> </a:t>
            </a:r>
            <a:r>
              <a:rPr sz="2250" spc="10" dirty="0">
                <a:latin typeface="Calibri" panose="020F0502020204030204"/>
                <a:cs typeface="Calibri" panose="020F0502020204030204"/>
              </a:rPr>
              <a:t>r</a:t>
            </a:r>
            <a:r>
              <a:rPr sz="2250" spc="-5" dirty="0">
                <a:latin typeface="Calibri" panose="020F0502020204030204"/>
                <a:cs typeface="Calibri" panose="020F0502020204030204"/>
              </a:rPr>
              <a:t>e</a:t>
            </a:r>
            <a:r>
              <a:rPr sz="2250" spc="20" dirty="0">
                <a:latin typeface="Calibri" panose="020F0502020204030204"/>
                <a:cs typeface="Calibri" panose="020F0502020204030204"/>
              </a:rPr>
              <a:t>q</a:t>
            </a:r>
            <a:r>
              <a:rPr sz="2250" spc="10" dirty="0">
                <a:latin typeface="Calibri" panose="020F0502020204030204"/>
                <a:cs typeface="Calibri" panose="020F0502020204030204"/>
              </a:rPr>
              <a:t>u</a:t>
            </a:r>
            <a:r>
              <a:rPr sz="2250" spc="-40" dirty="0">
                <a:latin typeface="Calibri" panose="020F0502020204030204"/>
                <a:cs typeface="Calibri" panose="020F0502020204030204"/>
              </a:rPr>
              <a:t>i</a:t>
            </a:r>
            <a:r>
              <a:rPr sz="2250" spc="10" dirty="0">
                <a:latin typeface="Calibri" panose="020F0502020204030204"/>
                <a:cs typeface="Calibri" panose="020F0502020204030204"/>
              </a:rPr>
              <a:t>r</a:t>
            </a:r>
            <a:r>
              <a:rPr sz="2250" spc="-85" dirty="0">
                <a:latin typeface="Calibri" panose="020F0502020204030204"/>
                <a:cs typeface="Calibri" panose="020F0502020204030204"/>
              </a:rPr>
              <a:t>e</a:t>
            </a:r>
            <a:r>
              <a:rPr sz="2250" spc="-45" dirty="0">
                <a:latin typeface="Calibri" panose="020F0502020204030204"/>
                <a:cs typeface="Calibri" panose="020F0502020204030204"/>
              </a:rPr>
              <a:t>m</a:t>
            </a:r>
            <a:r>
              <a:rPr sz="2250" spc="-5" dirty="0">
                <a:latin typeface="Calibri" panose="020F0502020204030204"/>
                <a:cs typeface="Calibri" panose="020F0502020204030204"/>
              </a:rPr>
              <a:t>e</a:t>
            </a:r>
            <a:r>
              <a:rPr sz="2250" spc="-60" dirty="0">
                <a:latin typeface="Calibri" panose="020F0502020204030204"/>
                <a:cs typeface="Calibri" panose="020F0502020204030204"/>
              </a:rPr>
              <a:t>n</a:t>
            </a:r>
            <a:r>
              <a:rPr sz="2250" spc="-40" dirty="0">
                <a:latin typeface="Calibri" panose="020F0502020204030204"/>
                <a:cs typeface="Calibri" panose="020F0502020204030204"/>
              </a:rPr>
              <a:t>t</a:t>
            </a:r>
            <a:r>
              <a:rPr sz="2250" spc="-5" dirty="0">
                <a:latin typeface="Calibri" panose="020F0502020204030204"/>
                <a:cs typeface="Calibri" panose="020F0502020204030204"/>
              </a:rPr>
              <a:t>s</a:t>
            </a:r>
            <a:r>
              <a:rPr sz="2250" spc="-190" dirty="0">
                <a:latin typeface="Calibri" panose="020F0502020204030204"/>
                <a:cs typeface="Calibri" panose="020F0502020204030204"/>
              </a:rPr>
              <a:t> </a:t>
            </a:r>
            <a:r>
              <a:rPr sz="2250" spc="-40" dirty="0">
                <a:latin typeface="Calibri" panose="020F0502020204030204"/>
                <a:cs typeface="Calibri" panose="020F0502020204030204"/>
              </a:rPr>
              <a:t>a</a:t>
            </a:r>
            <a:r>
              <a:rPr sz="2250" spc="10" dirty="0">
                <a:latin typeface="Calibri" panose="020F0502020204030204"/>
                <a:cs typeface="Calibri" panose="020F0502020204030204"/>
              </a:rPr>
              <a:t>n</a:t>
            </a:r>
            <a:r>
              <a:rPr sz="2250" spc="-5" dirty="0">
                <a:latin typeface="Calibri" panose="020F0502020204030204"/>
                <a:cs typeface="Calibri" panose="020F0502020204030204"/>
              </a:rPr>
              <a:t>d  </a:t>
            </a:r>
            <a:r>
              <a:rPr sz="2250" spc="-10" dirty="0">
                <a:latin typeface="Calibri" panose="020F0502020204030204"/>
                <a:cs typeface="Calibri" panose="020F0502020204030204"/>
              </a:rPr>
              <a:t>standards.</a:t>
            </a:r>
            <a:endParaRPr sz="2250">
              <a:latin typeface="Calibri" panose="020F0502020204030204"/>
              <a:cs typeface="Calibri" panose="020F0502020204030204"/>
            </a:endParaRPr>
          </a:p>
          <a:p>
            <a:pPr>
              <a:lnSpc>
                <a:spcPct val="100000"/>
              </a:lnSpc>
              <a:spcBef>
                <a:spcPts val="50"/>
              </a:spcBef>
            </a:pPr>
            <a:endParaRPr sz="2550">
              <a:latin typeface="Calibri" panose="020F0502020204030204"/>
              <a:cs typeface="Calibri" panose="020F0502020204030204"/>
            </a:endParaRPr>
          </a:p>
          <a:p>
            <a:pPr marL="12700" marR="62230">
              <a:lnSpc>
                <a:spcPct val="79000"/>
              </a:lnSpc>
            </a:pPr>
            <a:r>
              <a:rPr sz="2250" b="1" spc="-10" dirty="0">
                <a:latin typeface="Calibri" panose="020F0502020204030204"/>
                <a:cs typeface="Calibri" panose="020F0502020204030204"/>
              </a:rPr>
              <a:t>Prevention </a:t>
            </a:r>
            <a:r>
              <a:rPr sz="2250" b="1" spc="-5" dirty="0">
                <a:latin typeface="Calibri" panose="020F0502020204030204"/>
                <a:cs typeface="Calibri" panose="020F0502020204030204"/>
              </a:rPr>
              <a:t>Costs </a:t>
            </a:r>
            <a:r>
              <a:rPr sz="2250" spc="-5" dirty="0">
                <a:latin typeface="Calibri" panose="020F0502020204030204"/>
                <a:cs typeface="Calibri" panose="020F0502020204030204"/>
              </a:rPr>
              <a:t>include </a:t>
            </a:r>
            <a:r>
              <a:rPr sz="2250" spc="-30" dirty="0">
                <a:latin typeface="Calibri" panose="020F0502020204030204"/>
                <a:cs typeface="Calibri" panose="020F0502020204030204"/>
              </a:rPr>
              <a:t>all </a:t>
            </a:r>
            <a:r>
              <a:rPr sz="2250" spc="-25" dirty="0">
                <a:latin typeface="Calibri" panose="020F0502020204030204"/>
                <a:cs typeface="Calibri" panose="020F0502020204030204"/>
              </a:rPr>
              <a:t>activities </a:t>
            </a:r>
            <a:r>
              <a:rPr sz="2250" spc="-20" dirty="0">
                <a:latin typeface="Calibri" panose="020F0502020204030204"/>
                <a:cs typeface="Calibri" panose="020F0502020204030204"/>
              </a:rPr>
              <a:t> </a:t>
            </a:r>
            <a:r>
              <a:rPr sz="2250" spc="-40" dirty="0">
                <a:latin typeface="Calibri" panose="020F0502020204030204"/>
                <a:cs typeface="Calibri" panose="020F0502020204030204"/>
              </a:rPr>
              <a:t>i</a:t>
            </a:r>
            <a:r>
              <a:rPr sz="2250" spc="10" dirty="0">
                <a:latin typeface="Calibri" panose="020F0502020204030204"/>
                <a:cs typeface="Calibri" panose="020F0502020204030204"/>
              </a:rPr>
              <a:t>n</a:t>
            </a:r>
            <a:r>
              <a:rPr sz="2250" spc="-40" dirty="0">
                <a:latin typeface="Calibri" panose="020F0502020204030204"/>
                <a:cs typeface="Calibri" panose="020F0502020204030204"/>
              </a:rPr>
              <a:t>t</a:t>
            </a:r>
            <a:r>
              <a:rPr sz="2250" spc="-5" dirty="0">
                <a:latin typeface="Calibri" panose="020F0502020204030204"/>
                <a:cs typeface="Calibri" panose="020F0502020204030204"/>
              </a:rPr>
              <a:t>e</a:t>
            </a:r>
            <a:r>
              <a:rPr sz="2250" spc="15" dirty="0">
                <a:latin typeface="Calibri" panose="020F0502020204030204"/>
                <a:cs typeface="Calibri" panose="020F0502020204030204"/>
              </a:rPr>
              <a:t>n</a:t>
            </a:r>
            <a:r>
              <a:rPr sz="2250" spc="10" dirty="0">
                <a:latin typeface="Calibri" panose="020F0502020204030204"/>
                <a:cs typeface="Calibri" panose="020F0502020204030204"/>
              </a:rPr>
              <a:t>d</a:t>
            </a:r>
            <a:r>
              <a:rPr sz="2250" spc="-5" dirty="0">
                <a:latin typeface="Calibri" panose="020F0502020204030204"/>
                <a:cs typeface="Calibri" panose="020F0502020204030204"/>
              </a:rPr>
              <a:t>ed</a:t>
            </a:r>
            <a:r>
              <a:rPr sz="2250" spc="-170" dirty="0">
                <a:latin typeface="Calibri" panose="020F0502020204030204"/>
                <a:cs typeface="Calibri" panose="020F0502020204030204"/>
              </a:rPr>
              <a:t> </a:t>
            </a:r>
            <a:r>
              <a:rPr sz="2250" spc="-40" dirty="0">
                <a:latin typeface="Calibri" panose="020F0502020204030204"/>
                <a:cs typeface="Calibri" panose="020F0502020204030204"/>
              </a:rPr>
              <a:t>t</a:t>
            </a:r>
            <a:r>
              <a:rPr sz="2250" spc="-5" dirty="0">
                <a:latin typeface="Calibri" panose="020F0502020204030204"/>
                <a:cs typeface="Calibri" panose="020F0502020204030204"/>
              </a:rPr>
              <a:t>o</a:t>
            </a:r>
            <a:r>
              <a:rPr sz="2250" spc="-95" dirty="0">
                <a:latin typeface="Calibri" panose="020F0502020204030204"/>
                <a:cs typeface="Calibri" panose="020F0502020204030204"/>
              </a:rPr>
              <a:t> </a:t>
            </a:r>
            <a:r>
              <a:rPr sz="2250" spc="10" dirty="0">
                <a:latin typeface="Calibri" panose="020F0502020204030204"/>
                <a:cs typeface="Calibri" panose="020F0502020204030204"/>
              </a:rPr>
              <a:t>p</a:t>
            </a:r>
            <a:r>
              <a:rPr sz="2250" spc="5" dirty="0">
                <a:latin typeface="Calibri" panose="020F0502020204030204"/>
                <a:cs typeface="Calibri" panose="020F0502020204030204"/>
              </a:rPr>
              <a:t>r</a:t>
            </a:r>
            <a:r>
              <a:rPr sz="2250" spc="-5" dirty="0">
                <a:latin typeface="Calibri" panose="020F0502020204030204"/>
                <a:cs typeface="Calibri" panose="020F0502020204030204"/>
              </a:rPr>
              <a:t>e</a:t>
            </a:r>
            <a:r>
              <a:rPr sz="2250" spc="20" dirty="0">
                <a:latin typeface="Calibri" panose="020F0502020204030204"/>
                <a:cs typeface="Calibri" panose="020F0502020204030204"/>
              </a:rPr>
              <a:t>v</a:t>
            </a:r>
            <a:r>
              <a:rPr sz="2250" spc="-5" dirty="0">
                <a:latin typeface="Calibri" panose="020F0502020204030204"/>
                <a:cs typeface="Calibri" panose="020F0502020204030204"/>
              </a:rPr>
              <a:t>e</a:t>
            </a:r>
            <a:r>
              <a:rPr sz="2250" spc="-65" dirty="0">
                <a:latin typeface="Calibri" panose="020F0502020204030204"/>
                <a:cs typeface="Calibri" panose="020F0502020204030204"/>
              </a:rPr>
              <a:t>n</a:t>
            </a:r>
            <a:r>
              <a:rPr sz="2250" spc="-5" dirty="0">
                <a:latin typeface="Calibri" panose="020F0502020204030204"/>
                <a:cs typeface="Calibri" panose="020F0502020204030204"/>
              </a:rPr>
              <a:t>t</a:t>
            </a:r>
            <a:r>
              <a:rPr sz="2250" spc="-220" dirty="0">
                <a:latin typeface="Calibri" panose="020F0502020204030204"/>
                <a:cs typeface="Calibri" panose="020F0502020204030204"/>
              </a:rPr>
              <a:t> </a:t>
            </a:r>
            <a:r>
              <a:rPr sz="2250" spc="10" dirty="0">
                <a:latin typeface="Calibri" panose="020F0502020204030204"/>
                <a:cs typeface="Calibri" panose="020F0502020204030204"/>
              </a:rPr>
              <a:t>p</a:t>
            </a:r>
            <a:r>
              <a:rPr sz="2250" spc="5" dirty="0">
                <a:latin typeface="Calibri" panose="020F0502020204030204"/>
                <a:cs typeface="Calibri" panose="020F0502020204030204"/>
              </a:rPr>
              <a:t>oo</a:t>
            </a:r>
            <a:r>
              <a:rPr sz="2250" spc="-5" dirty="0">
                <a:latin typeface="Calibri" panose="020F0502020204030204"/>
                <a:cs typeface="Calibri" panose="020F0502020204030204"/>
              </a:rPr>
              <a:t>r</a:t>
            </a:r>
            <a:r>
              <a:rPr sz="2250" spc="-175" dirty="0">
                <a:latin typeface="Calibri" panose="020F0502020204030204"/>
                <a:cs typeface="Calibri" panose="020F0502020204030204"/>
              </a:rPr>
              <a:t> </a:t>
            </a:r>
            <a:r>
              <a:rPr sz="2250" spc="10" dirty="0">
                <a:latin typeface="Calibri" panose="020F0502020204030204"/>
                <a:cs typeface="Calibri" panose="020F0502020204030204"/>
              </a:rPr>
              <a:t>qu</a:t>
            </a:r>
            <a:r>
              <a:rPr sz="2250" spc="-45" dirty="0">
                <a:latin typeface="Calibri" panose="020F0502020204030204"/>
                <a:cs typeface="Calibri" panose="020F0502020204030204"/>
              </a:rPr>
              <a:t>a</a:t>
            </a:r>
            <a:r>
              <a:rPr sz="2250" spc="-40" dirty="0">
                <a:latin typeface="Calibri" panose="020F0502020204030204"/>
                <a:cs typeface="Calibri" panose="020F0502020204030204"/>
              </a:rPr>
              <a:t>lit</a:t>
            </a:r>
            <a:r>
              <a:rPr sz="2250" spc="-5" dirty="0">
                <a:latin typeface="Calibri" panose="020F0502020204030204"/>
                <a:cs typeface="Calibri" panose="020F0502020204030204"/>
              </a:rPr>
              <a:t>y</a:t>
            </a:r>
            <a:r>
              <a:rPr sz="2250" spc="-90" dirty="0">
                <a:latin typeface="Calibri" panose="020F0502020204030204"/>
                <a:cs typeface="Calibri" panose="020F0502020204030204"/>
              </a:rPr>
              <a:t> </a:t>
            </a:r>
            <a:r>
              <a:rPr sz="2250" spc="-40" dirty="0">
                <a:latin typeface="Calibri" panose="020F0502020204030204"/>
                <a:cs typeface="Calibri" panose="020F0502020204030204"/>
              </a:rPr>
              <a:t>i</a:t>
            </a:r>
            <a:r>
              <a:rPr sz="2250" spc="-5" dirty="0">
                <a:latin typeface="Calibri" panose="020F0502020204030204"/>
                <a:cs typeface="Calibri" panose="020F0502020204030204"/>
              </a:rPr>
              <a:t>n</a:t>
            </a:r>
            <a:r>
              <a:rPr sz="2250" spc="-10" dirty="0">
                <a:latin typeface="Calibri" panose="020F0502020204030204"/>
                <a:cs typeface="Calibri" panose="020F0502020204030204"/>
              </a:rPr>
              <a:t> </a:t>
            </a:r>
            <a:r>
              <a:rPr sz="2250" spc="10" dirty="0">
                <a:latin typeface="Calibri" panose="020F0502020204030204"/>
                <a:cs typeface="Calibri" panose="020F0502020204030204"/>
              </a:rPr>
              <a:t>p</a:t>
            </a:r>
            <a:r>
              <a:rPr sz="2250" spc="5" dirty="0">
                <a:latin typeface="Calibri" panose="020F0502020204030204"/>
                <a:cs typeface="Calibri" panose="020F0502020204030204"/>
              </a:rPr>
              <a:t>ro</a:t>
            </a:r>
            <a:r>
              <a:rPr sz="2250" spc="10" dirty="0">
                <a:latin typeface="Calibri" panose="020F0502020204030204"/>
                <a:cs typeface="Calibri" panose="020F0502020204030204"/>
              </a:rPr>
              <a:t>du</a:t>
            </a:r>
            <a:r>
              <a:rPr sz="2250" spc="-75" dirty="0">
                <a:latin typeface="Calibri" panose="020F0502020204030204"/>
                <a:cs typeface="Calibri" panose="020F0502020204030204"/>
              </a:rPr>
              <a:t>c</a:t>
            </a:r>
            <a:r>
              <a:rPr sz="2250" spc="-40" dirty="0">
                <a:latin typeface="Calibri" panose="020F0502020204030204"/>
                <a:cs typeface="Calibri" panose="020F0502020204030204"/>
              </a:rPr>
              <a:t>t</a:t>
            </a:r>
            <a:r>
              <a:rPr sz="2250" spc="-5" dirty="0">
                <a:latin typeface="Calibri" panose="020F0502020204030204"/>
                <a:cs typeface="Calibri" panose="020F0502020204030204"/>
              </a:rPr>
              <a:t>s  </a:t>
            </a:r>
            <a:r>
              <a:rPr sz="2250" dirty="0">
                <a:latin typeface="Calibri" panose="020F0502020204030204"/>
                <a:cs typeface="Calibri" panose="020F0502020204030204"/>
              </a:rPr>
              <a:t>or</a:t>
            </a:r>
            <a:r>
              <a:rPr sz="2250" spc="-100" dirty="0">
                <a:latin typeface="Calibri" panose="020F0502020204030204"/>
                <a:cs typeface="Calibri" panose="020F0502020204030204"/>
              </a:rPr>
              <a:t> </a:t>
            </a:r>
            <a:r>
              <a:rPr sz="2250" spc="-5" dirty="0">
                <a:latin typeface="Calibri" panose="020F0502020204030204"/>
                <a:cs typeface="Calibri" panose="020F0502020204030204"/>
              </a:rPr>
              <a:t>services.</a:t>
            </a:r>
            <a:endParaRPr sz="2250">
              <a:latin typeface="Calibri" panose="020F0502020204030204"/>
              <a:cs typeface="Calibri" panose="020F0502020204030204"/>
            </a:endParaRPr>
          </a:p>
          <a:p>
            <a:pPr>
              <a:lnSpc>
                <a:spcPct val="100000"/>
              </a:lnSpc>
              <a:spcBef>
                <a:spcPts val="25"/>
              </a:spcBef>
            </a:pPr>
            <a:endParaRPr sz="2100">
              <a:latin typeface="Calibri" panose="020F0502020204030204"/>
              <a:cs typeface="Calibri" panose="020F0502020204030204"/>
            </a:endParaRPr>
          </a:p>
          <a:p>
            <a:pPr marL="12700">
              <a:lnSpc>
                <a:spcPts val="2670"/>
              </a:lnSpc>
            </a:pPr>
            <a:r>
              <a:rPr sz="2250" b="1" spc="-75" dirty="0">
                <a:latin typeface="Calibri" panose="020F0502020204030204"/>
                <a:cs typeface="Calibri" panose="020F0502020204030204"/>
              </a:rPr>
              <a:t>F</a:t>
            </a:r>
            <a:r>
              <a:rPr sz="2250" b="1" dirty="0">
                <a:latin typeface="Calibri" panose="020F0502020204030204"/>
                <a:cs typeface="Calibri" panose="020F0502020204030204"/>
              </a:rPr>
              <a:t>ail</a:t>
            </a:r>
            <a:r>
              <a:rPr sz="2250" b="1" spc="-5" dirty="0">
                <a:latin typeface="Calibri" panose="020F0502020204030204"/>
                <a:cs typeface="Calibri" panose="020F0502020204030204"/>
              </a:rPr>
              <a:t>ure</a:t>
            </a:r>
            <a:r>
              <a:rPr sz="2250" b="1" spc="-200" dirty="0">
                <a:latin typeface="Calibri" panose="020F0502020204030204"/>
                <a:cs typeface="Calibri" panose="020F0502020204030204"/>
              </a:rPr>
              <a:t> </a:t>
            </a:r>
            <a:r>
              <a:rPr sz="2250" b="1" spc="5" dirty="0">
                <a:latin typeface="Calibri" panose="020F0502020204030204"/>
                <a:cs typeface="Calibri" panose="020F0502020204030204"/>
              </a:rPr>
              <a:t>C</a:t>
            </a:r>
            <a:r>
              <a:rPr sz="2250" b="1" spc="-5" dirty="0">
                <a:latin typeface="Calibri" panose="020F0502020204030204"/>
                <a:cs typeface="Calibri" panose="020F0502020204030204"/>
              </a:rPr>
              <a:t>o</a:t>
            </a:r>
            <a:r>
              <a:rPr sz="2250" b="1" spc="-25" dirty="0">
                <a:latin typeface="Calibri" panose="020F0502020204030204"/>
                <a:cs typeface="Calibri" panose="020F0502020204030204"/>
              </a:rPr>
              <a:t>s</a:t>
            </a:r>
            <a:r>
              <a:rPr sz="2250" b="1" spc="15" dirty="0">
                <a:latin typeface="Calibri" panose="020F0502020204030204"/>
                <a:cs typeface="Calibri" panose="020F0502020204030204"/>
              </a:rPr>
              <a:t>t</a:t>
            </a:r>
            <a:r>
              <a:rPr sz="2250" b="1" spc="-25" dirty="0">
                <a:latin typeface="Calibri" panose="020F0502020204030204"/>
                <a:cs typeface="Calibri" panose="020F0502020204030204"/>
              </a:rPr>
              <a:t>s</a:t>
            </a:r>
            <a:r>
              <a:rPr sz="2250" b="1" spc="-5" dirty="0">
                <a:latin typeface="Calibri" panose="020F0502020204030204"/>
                <a:cs typeface="Calibri" panose="020F0502020204030204"/>
              </a:rPr>
              <a:t>:</a:t>
            </a:r>
            <a:endParaRPr sz="2250">
              <a:latin typeface="Calibri" panose="020F0502020204030204"/>
              <a:cs typeface="Calibri" panose="020F0502020204030204"/>
            </a:endParaRPr>
          </a:p>
          <a:p>
            <a:pPr marL="358140" marR="5080" indent="-346075">
              <a:lnSpc>
                <a:spcPct val="78000"/>
              </a:lnSpc>
              <a:spcBef>
                <a:spcPts val="560"/>
              </a:spcBef>
              <a:buFont typeface="Calibri" panose="020F0502020204030204"/>
              <a:buChar char="-"/>
              <a:tabLst>
                <a:tab pos="358140" algn="l"/>
                <a:tab pos="358775" algn="l"/>
              </a:tabLst>
            </a:pPr>
            <a:r>
              <a:rPr sz="2250" b="1" spc="-45" dirty="0">
                <a:latin typeface="Calibri" panose="020F0502020204030204"/>
                <a:cs typeface="Calibri" panose="020F0502020204030204"/>
              </a:rPr>
              <a:t>I</a:t>
            </a:r>
            <a:r>
              <a:rPr sz="2250" b="1" spc="-5" dirty="0">
                <a:latin typeface="Calibri" panose="020F0502020204030204"/>
                <a:cs typeface="Calibri" panose="020F0502020204030204"/>
              </a:rPr>
              <a:t>n</a:t>
            </a:r>
            <a:r>
              <a:rPr sz="2250" b="1" spc="5" dirty="0">
                <a:latin typeface="Calibri" panose="020F0502020204030204"/>
                <a:cs typeface="Calibri" panose="020F0502020204030204"/>
              </a:rPr>
              <a:t>t</a:t>
            </a:r>
            <a:r>
              <a:rPr sz="2250" b="1" spc="-15" dirty="0">
                <a:latin typeface="Calibri" panose="020F0502020204030204"/>
                <a:cs typeface="Calibri" panose="020F0502020204030204"/>
              </a:rPr>
              <a:t>e</a:t>
            </a:r>
            <a:r>
              <a:rPr sz="2250" b="1" spc="-10" dirty="0">
                <a:latin typeface="Calibri" panose="020F0502020204030204"/>
                <a:cs typeface="Calibri" panose="020F0502020204030204"/>
              </a:rPr>
              <a:t>rn</a:t>
            </a:r>
            <a:r>
              <a:rPr sz="2250" b="1" dirty="0">
                <a:latin typeface="Calibri" panose="020F0502020204030204"/>
                <a:cs typeface="Calibri" panose="020F0502020204030204"/>
              </a:rPr>
              <a:t>a</a:t>
            </a:r>
            <a:r>
              <a:rPr sz="2250" b="1" spc="-5" dirty="0">
                <a:latin typeface="Calibri" panose="020F0502020204030204"/>
                <a:cs typeface="Calibri" panose="020F0502020204030204"/>
              </a:rPr>
              <a:t>l</a:t>
            </a:r>
            <a:r>
              <a:rPr sz="2250" b="1" spc="-170" dirty="0">
                <a:latin typeface="Calibri" panose="020F0502020204030204"/>
                <a:cs typeface="Calibri" panose="020F0502020204030204"/>
              </a:rPr>
              <a:t> </a:t>
            </a:r>
            <a:r>
              <a:rPr sz="2250" spc="-40" dirty="0">
                <a:latin typeface="Calibri" panose="020F0502020204030204"/>
                <a:cs typeface="Calibri" panose="020F0502020204030204"/>
              </a:rPr>
              <a:t>i</a:t>
            </a:r>
            <a:r>
              <a:rPr sz="2250" spc="15" dirty="0">
                <a:latin typeface="Calibri" panose="020F0502020204030204"/>
                <a:cs typeface="Calibri" panose="020F0502020204030204"/>
              </a:rPr>
              <a:t>n</a:t>
            </a:r>
            <a:r>
              <a:rPr sz="2250" spc="5" dirty="0">
                <a:latin typeface="Calibri" panose="020F0502020204030204"/>
                <a:cs typeface="Calibri" panose="020F0502020204030204"/>
              </a:rPr>
              <a:t>c</a:t>
            </a:r>
            <a:r>
              <a:rPr sz="2250" spc="-40" dirty="0">
                <a:latin typeface="Calibri" panose="020F0502020204030204"/>
                <a:cs typeface="Calibri" panose="020F0502020204030204"/>
              </a:rPr>
              <a:t>l</a:t>
            </a:r>
            <a:r>
              <a:rPr sz="2250" spc="15" dirty="0">
                <a:latin typeface="Calibri" panose="020F0502020204030204"/>
                <a:cs typeface="Calibri" panose="020F0502020204030204"/>
              </a:rPr>
              <a:t>ud</a:t>
            </a:r>
            <a:r>
              <a:rPr sz="2250" spc="-5" dirty="0">
                <a:latin typeface="Calibri" panose="020F0502020204030204"/>
                <a:cs typeface="Calibri" panose="020F0502020204030204"/>
              </a:rPr>
              <a:t>e</a:t>
            </a:r>
            <a:r>
              <a:rPr sz="2250" spc="-185" dirty="0">
                <a:latin typeface="Calibri" panose="020F0502020204030204"/>
                <a:cs typeface="Calibri" panose="020F0502020204030204"/>
              </a:rPr>
              <a:t> </a:t>
            </a:r>
            <a:r>
              <a:rPr sz="2250" spc="-40" dirty="0">
                <a:latin typeface="Calibri" panose="020F0502020204030204"/>
                <a:cs typeface="Calibri" panose="020F0502020204030204"/>
              </a:rPr>
              <a:t>al</a:t>
            </a:r>
            <a:r>
              <a:rPr sz="2250" spc="-5" dirty="0">
                <a:latin typeface="Calibri" panose="020F0502020204030204"/>
                <a:cs typeface="Calibri" panose="020F0502020204030204"/>
              </a:rPr>
              <a:t>l</a:t>
            </a:r>
            <a:r>
              <a:rPr sz="2250" spc="10" dirty="0">
                <a:latin typeface="Calibri" panose="020F0502020204030204"/>
                <a:cs typeface="Calibri" panose="020F0502020204030204"/>
              </a:rPr>
              <a:t> </a:t>
            </a:r>
            <a:r>
              <a:rPr sz="2250" spc="-40" dirty="0">
                <a:latin typeface="Calibri" panose="020F0502020204030204"/>
                <a:cs typeface="Calibri" panose="020F0502020204030204"/>
              </a:rPr>
              <a:t>a</a:t>
            </a:r>
            <a:r>
              <a:rPr sz="2250" spc="5" dirty="0">
                <a:latin typeface="Calibri" panose="020F0502020204030204"/>
                <a:cs typeface="Calibri" panose="020F0502020204030204"/>
              </a:rPr>
              <a:t>c</a:t>
            </a:r>
            <a:r>
              <a:rPr sz="2250" spc="-35" dirty="0">
                <a:latin typeface="Calibri" panose="020F0502020204030204"/>
                <a:cs typeface="Calibri" panose="020F0502020204030204"/>
              </a:rPr>
              <a:t>t</a:t>
            </a:r>
            <a:r>
              <a:rPr sz="2250" spc="-40" dirty="0">
                <a:latin typeface="Calibri" panose="020F0502020204030204"/>
                <a:cs typeface="Calibri" panose="020F0502020204030204"/>
              </a:rPr>
              <a:t>i</a:t>
            </a:r>
            <a:r>
              <a:rPr sz="2250" spc="20" dirty="0">
                <a:latin typeface="Calibri" panose="020F0502020204030204"/>
                <a:cs typeface="Calibri" panose="020F0502020204030204"/>
              </a:rPr>
              <a:t>v</a:t>
            </a:r>
            <a:r>
              <a:rPr sz="2250" spc="-40" dirty="0">
                <a:latin typeface="Calibri" panose="020F0502020204030204"/>
                <a:cs typeface="Calibri" panose="020F0502020204030204"/>
              </a:rPr>
              <a:t>i</a:t>
            </a:r>
            <a:r>
              <a:rPr sz="2250" spc="-35" dirty="0">
                <a:latin typeface="Calibri" panose="020F0502020204030204"/>
                <a:cs typeface="Calibri" panose="020F0502020204030204"/>
              </a:rPr>
              <a:t>t</a:t>
            </a:r>
            <a:r>
              <a:rPr sz="2250" spc="-40" dirty="0">
                <a:latin typeface="Calibri" panose="020F0502020204030204"/>
                <a:cs typeface="Calibri" panose="020F0502020204030204"/>
              </a:rPr>
              <a:t>i</a:t>
            </a:r>
            <a:r>
              <a:rPr sz="2250" spc="-5" dirty="0">
                <a:latin typeface="Calibri" panose="020F0502020204030204"/>
                <a:cs typeface="Calibri" panose="020F0502020204030204"/>
              </a:rPr>
              <a:t>es</a:t>
            </a:r>
            <a:r>
              <a:rPr sz="2250" spc="-25" dirty="0">
                <a:latin typeface="Calibri" panose="020F0502020204030204"/>
                <a:cs typeface="Calibri" panose="020F0502020204030204"/>
              </a:rPr>
              <a:t> </a:t>
            </a:r>
            <a:r>
              <a:rPr sz="2250" spc="-40" dirty="0">
                <a:latin typeface="Calibri" panose="020F0502020204030204"/>
                <a:cs typeface="Calibri" panose="020F0502020204030204"/>
              </a:rPr>
              <a:t>a</a:t>
            </a:r>
            <a:r>
              <a:rPr sz="2250" spc="-10" dirty="0">
                <a:latin typeface="Calibri" panose="020F0502020204030204"/>
                <a:cs typeface="Calibri" panose="020F0502020204030204"/>
              </a:rPr>
              <a:t>s</a:t>
            </a:r>
            <a:r>
              <a:rPr sz="2250" dirty="0">
                <a:latin typeface="Calibri" panose="020F0502020204030204"/>
                <a:cs typeface="Calibri" panose="020F0502020204030204"/>
              </a:rPr>
              <a:t>s</a:t>
            </a:r>
            <a:r>
              <a:rPr sz="2250" spc="10" dirty="0">
                <a:latin typeface="Calibri" panose="020F0502020204030204"/>
                <a:cs typeface="Calibri" panose="020F0502020204030204"/>
              </a:rPr>
              <a:t>o</a:t>
            </a:r>
            <a:r>
              <a:rPr sz="2250" spc="5" dirty="0">
                <a:latin typeface="Calibri" panose="020F0502020204030204"/>
                <a:cs typeface="Calibri" panose="020F0502020204030204"/>
              </a:rPr>
              <a:t>c</a:t>
            </a:r>
            <a:r>
              <a:rPr sz="2250" spc="-40" dirty="0">
                <a:latin typeface="Calibri" panose="020F0502020204030204"/>
                <a:cs typeface="Calibri" panose="020F0502020204030204"/>
              </a:rPr>
              <a:t>ia</a:t>
            </a:r>
            <a:r>
              <a:rPr sz="2250" spc="-35" dirty="0">
                <a:latin typeface="Calibri" panose="020F0502020204030204"/>
                <a:cs typeface="Calibri" panose="020F0502020204030204"/>
              </a:rPr>
              <a:t>t</a:t>
            </a:r>
            <a:r>
              <a:rPr sz="2250" spc="-5" dirty="0">
                <a:latin typeface="Calibri" panose="020F0502020204030204"/>
                <a:cs typeface="Calibri" panose="020F0502020204030204"/>
              </a:rPr>
              <a:t>ed  </a:t>
            </a:r>
            <a:r>
              <a:rPr sz="2250" spc="-10" dirty="0">
                <a:latin typeface="Calibri" panose="020F0502020204030204"/>
                <a:cs typeface="Calibri" panose="020F0502020204030204"/>
              </a:rPr>
              <a:t>w</a:t>
            </a:r>
            <a:r>
              <a:rPr sz="2250" spc="-45" dirty="0">
                <a:latin typeface="Calibri" panose="020F0502020204030204"/>
                <a:cs typeface="Calibri" panose="020F0502020204030204"/>
              </a:rPr>
              <a:t>i</a:t>
            </a:r>
            <a:r>
              <a:rPr sz="2250" spc="-40" dirty="0">
                <a:latin typeface="Calibri" panose="020F0502020204030204"/>
                <a:cs typeface="Calibri" panose="020F0502020204030204"/>
              </a:rPr>
              <a:t>t</a:t>
            </a:r>
            <a:r>
              <a:rPr sz="2250" spc="-5" dirty="0">
                <a:latin typeface="Calibri" panose="020F0502020204030204"/>
                <a:cs typeface="Calibri" panose="020F0502020204030204"/>
              </a:rPr>
              <a:t>h</a:t>
            </a:r>
            <a:r>
              <a:rPr sz="2250" spc="-10" dirty="0">
                <a:latin typeface="Calibri" panose="020F0502020204030204"/>
                <a:cs typeface="Calibri" panose="020F0502020204030204"/>
              </a:rPr>
              <a:t> </a:t>
            </a:r>
            <a:r>
              <a:rPr sz="2250" spc="-5" dirty="0">
                <a:latin typeface="Calibri" panose="020F0502020204030204"/>
                <a:cs typeface="Calibri" panose="020F0502020204030204"/>
              </a:rPr>
              <a:t>a</a:t>
            </a:r>
            <a:r>
              <a:rPr sz="2250" spc="-65" dirty="0">
                <a:latin typeface="Calibri" panose="020F0502020204030204"/>
                <a:cs typeface="Calibri" panose="020F0502020204030204"/>
              </a:rPr>
              <a:t> </a:t>
            </a:r>
            <a:r>
              <a:rPr sz="2250" spc="10" dirty="0">
                <a:latin typeface="Calibri" panose="020F0502020204030204"/>
                <a:cs typeface="Calibri" panose="020F0502020204030204"/>
              </a:rPr>
              <a:t>pr</a:t>
            </a:r>
            <a:r>
              <a:rPr sz="2250" spc="5" dirty="0">
                <a:latin typeface="Calibri" panose="020F0502020204030204"/>
                <a:cs typeface="Calibri" panose="020F0502020204030204"/>
              </a:rPr>
              <a:t>o</a:t>
            </a:r>
            <a:r>
              <a:rPr sz="2250" spc="10" dirty="0">
                <a:latin typeface="Calibri" panose="020F0502020204030204"/>
                <a:cs typeface="Calibri" panose="020F0502020204030204"/>
              </a:rPr>
              <a:t>du</a:t>
            </a:r>
            <a:r>
              <a:rPr sz="2250" spc="-75" dirty="0">
                <a:latin typeface="Calibri" panose="020F0502020204030204"/>
                <a:cs typeface="Calibri" panose="020F0502020204030204"/>
              </a:rPr>
              <a:t>c</a:t>
            </a:r>
            <a:r>
              <a:rPr sz="2250" spc="-5" dirty="0">
                <a:latin typeface="Calibri" panose="020F0502020204030204"/>
                <a:cs typeface="Calibri" panose="020F0502020204030204"/>
              </a:rPr>
              <a:t>t</a:t>
            </a:r>
            <a:r>
              <a:rPr sz="2250" spc="-220" dirty="0">
                <a:latin typeface="Calibri" panose="020F0502020204030204"/>
                <a:cs typeface="Calibri" panose="020F0502020204030204"/>
              </a:rPr>
              <a:t> </a:t>
            </a:r>
            <a:r>
              <a:rPr sz="2250" spc="5" dirty="0">
                <a:latin typeface="Calibri" panose="020F0502020204030204"/>
                <a:cs typeface="Calibri" panose="020F0502020204030204"/>
              </a:rPr>
              <a:t>o</a:t>
            </a:r>
            <a:r>
              <a:rPr sz="2250" spc="-5" dirty="0">
                <a:latin typeface="Calibri" panose="020F0502020204030204"/>
                <a:cs typeface="Calibri" panose="020F0502020204030204"/>
              </a:rPr>
              <a:t>r</a:t>
            </a:r>
            <a:r>
              <a:rPr sz="2250" spc="-95" dirty="0">
                <a:latin typeface="Calibri" panose="020F0502020204030204"/>
                <a:cs typeface="Calibri" panose="020F0502020204030204"/>
              </a:rPr>
              <a:t> </a:t>
            </a:r>
            <a:r>
              <a:rPr sz="2250" spc="-10" dirty="0">
                <a:latin typeface="Calibri" panose="020F0502020204030204"/>
                <a:cs typeface="Calibri" panose="020F0502020204030204"/>
              </a:rPr>
              <a:t>se</a:t>
            </a:r>
            <a:r>
              <a:rPr sz="2250" spc="15" dirty="0">
                <a:latin typeface="Calibri" panose="020F0502020204030204"/>
                <a:cs typeface="Calibri" panose="020F0502020204030204"/>
              </a:rPr>
              <a:t>r</a:t>
            </a:r>
            <a:r>
              <a:rPr sz="2250" spc="20" dirty="0">
                <a:latin typeface="Calibri" panose="020F0502020204030204"/>
                <a:cs typeface="Calibri" panose="020F0502020204030204"/>
              </a:rPr>
              <a:t>v</a:t>
            </a:r>
            <a:r>
              <a:rPr sz="2250" spc="-40" dirty="0">
                <a:latin typeface="Calibri" panose="020F0502020204030204"/>
                <a:cs typeface="Calibri" panose="020F0502020204030204"/>
              </a:rPr>
              <a:t>i</a:t>
            </a:r>
            <a:r>
              <a:rPr sz="2250" dirty="0">
                <a:latin typeface="Calibri" panose="020F0502020204030204"/>
                <a:cs typeface="Calibri" panose="020F0502020204030204"/>
              </a:rPr>
              <a:t>c</a:t>
            </a:r>
            <a:r>
              <a:rPr sz="2250" spc="-5" dirty="0">
                <a:latin typeface="Calibri" panose="020F0502020204030204"/>
                <a:cs typeface="Calibri" panose="020F0502020204030204"/>
              </a:rPr>
              <a:t>e</a:t>
            </a:r>
            <a:r>
              <a:rPr sz="2250" spc="-105" dirty="0">
                <a:latin typeface="Calibri" panose="020F0502020204030204"/>
                <a:cs typeface="Calibri" panose="020F0502020204030204"/>
              </a:rPr>
              <a:t> </a:t>
            </a:r>
            <a:r>
              <a:rPr sz="2250" spc="10" dirty="0">
                <a:latin typeface="Calibri" panose="020F0502020204030204"/>
                <a:cs typeface="Calibri" panose="020F0502020204030204"/>
              </a:rPr>
              <a:t>n</a:t>
            </a:r>
            <a:r>
              <a:rPr sz="2250" spc="5" dirty="0">
                <a:latin typeface="Calibri" panose="020F0502020204030204"/>
                <a:cs typeface="Calibri" panose="020F0502020204030204"/>
              </a:rPr>
              <a:t>o</a:t>
            </a:r>
            <a:r>
              <a:rPr sz="2250" spc="-5" dirty="0">
                <a:latin typeface="Calibri" panose="020F0502020204030204"/>
                <a:cs typeface="Calibri" panose="020F0502020204030204"/>
              </a:rPr>
              <a:t>t</a:t>
            </a:r>
            <a:r>
              <a:rPr sz="2250" spc="-145" dirty="0">
                <a:latin typeface="Calibri" panose="020F0502020204030204"/>
                <a:cs typeface="Calibri" panose="020F0502020204030204"/>
              </a:rPr>
              <a:t> </a:t>
            </a:r>
            <a:r>
              <a:rPr sz="2250" spc="-45" dirty="0">
                <a:latin typeface="Calibri" panose="020F0502020204030204"/>
                <a:cs typeface="Calibri" panose="020F0502020204030204"/>
              </a:rPr>
              <a:t>m</a:t>
            </a:r>
            <a:r>
              <a:rPr sz="2250" spc="-5" dirty="0">
                <a:latin typeface="Calibri" panose="020F0502020204030204"/>
                <a:cs typeface="Calibri" panose="020F0502020204030204"/>
              </a:rPr>
              <a:t>ee</a:t>
            </a:r>
            <a:r>
              <a:rPr sz="2250" spc="-30" dirty="0">
                <a:latin typeface="Calibri" panose="020F0502020204030204"/>
                <a:cs typeface="Calibri" panose="020F0502020204030204"/>
              </a:rPr>
              <a:t>t</a:t>
            </a:r>
            <a:r>
              <a:rPr sz="2250" spc="-40" dirty="0">
                <a:latin typeface="Calibri" panose="020F0502020204030204"/>
                <a:cs typeface="Calibri" panose="020F0502020204030204"/>
              </a:rPr>
              <a:t>i</a:t>
            </a:r>
            <a:r>
              <a:rPr sz="2250" spc="10" dirty="0">
                <a:latin typeface="Calibri" panose="020F0502020204030204"/>
                <a:cs typeface="Calibri" panose="020F0502020204030204"/>
              </a:rPr>
              <a:t>n</a:t>
            </a:r>
            <a:r>
              <a:rPr sz="2250" spc="-5" dirty="0">
                <a:latin typeface="Calibri" panose="020F0502020204030204"/>
                <a:cs typeface="Calibri" panose="020F0502020204030204"/>
              </a:rPr>
              <a:t>g  </a:t>
            </a:r>
            <a:r>
              <a:rPr sz="2250" spc="-10" dirty="0">
                <a:latin typeface="Calibri" panose="020F0502020204030204"/>
                <a:cs typeface="Calibri" panose="020F0502020204030204"/>
              </a:rPr>
              <a:t>s</a:t>
            </a:r>
            <a:r>
              <a:rPr sz="2250" spc="-35" dirty="0">
                <a:latin typeface="Calibri" panose="020F0502020204030204"/>
                <a:cs typeface="Calibri" panose="020F0502020204030204"/>
              </a:rPr>
              <a:t>t</a:t>
            </a:r>
            <a:r>
              <a:rPr sz="2250" spc="-40" dirty="0">
                <a:latin typeface="Calibri" panose="020F0502020204030204"/>
                <a:cs typeface="Calibri" panose="020F0502020204030204"/>
              </a:rPr>
              <a:t>a</a:t>
            </a:r>
            <a:r>
              <a:rPr sz="2250" spc="10" dirty="0">
                <a:latin typeface="Calibri" panose="020F0502020204030204"/>
                <a:cs typeface="Calibri" panose="020F0502020204030204"/>
              </a:rPr>
              <a:t>nd</a:t>
            </a:r>
            <a:r>
              <a:rPr sz="2250" spc="-40" dirty="0">
                <a:latin typeface="Calibri" panose="020F0502020204030204"/>
                <a:cs typeface="Calibri" panose="020F0502020204030204"/>
              </a:rPr>
              <a:t>a</a:t>
            </a:r>
            <a:r>
              <a:rPr sz="2250" spc="10" dirty="0">
                <a:latin typeface="Calibri" panose="020F0502020204030204"/>
                <a:cs typeface="Calibri" panose="020F0502020204030204"/>
              </a:rPr>
              <a:t>rd</a:t>
            </a:r>
            <a:r>
              <a:rPr sz="2250" spc="-5" dirty="0">
                <a:latin typeface="Calibri" panose="020F0502020204030204"/>
                <a:cs typeface="Calibri" panose="020F0502020204030204"/>
              </a:rPr>
              <a:t>s</a:t>
            </a:r>
            <a:r>
              <a:rPr sz="2250" spc="-190" dirty="0">
                <a:latin typeface="Calibri" panose="020F0502020204030204"/>
                <a:cs typeface="Calibri" panose="020F0502020204030204"/>
              </a:rPr>
              <a:t> </a:t>
            </a:r>
            <a:r>
              <a:rPr sz="2250" spc="5" dirty="0">
                <a:latin typeface="Calibri" panose="020F0502020204030204"/>
                <a:cs typeface="Calibri" panose="020F0502020204030204"/>
              </a:rPr>
              <a:t>o</a:t>
            </a:r>
            <a:r>
              <a:rPr sz="2250" spc="-5" dirty="0">
                <a:latin typeface="Calibri" panose="020F0502020204030204"/>
                <a:cs typeface="Calibri" panose="020F0502020204030204"/>
              </a:rPr>
              <a:t>r</a:t>
            </a:r>
            <a:r>
              <a:rPr sz="2250" spc="-175" dirty="0">
                <a:latin typeface="Calibri" panose="020F0502020204030204"/>
                <a:cs typeface="Calibri" panose="020F0502020204030204"/>
              </a:rPr>
              <a:t> </a:t>
            </a:r>
            <a:r>
              <a:rPr sz="2250" dirty="0">
                <a:latin typeface="Calibri" panose="020F0502020204030204"/>
                <a:cs typeface="Calibri" panose="020F0502020204030204"/>
              </a:rPr>
              <a:t>c</a:t>
            </a:r>
            <a:r>
              <a:rPr sz="2250" spc="10" dirty="0">
                <a:latin typeface="Calibri" panose="020F0502020204030204"/>
                <a:cs typeface="Calibri" panose="020F0502020204030204"/>
              </a:rPr>
              <a:t>u</a:t>
            </a:r>
            <a:r>
              <a:rPr sz="2250" spc="-10" dirty="0">
                <a:latin typeface="Calibri" panose="020F0502020204030204"/>
                <a:cs typeface="Calibri" panose="020F0502020204030204"/>
              </a:rPr>
              <a:t>s</a:t>
            </a:r>
            <a:r>
              <a:rPr sz="2250" spc="-35" dirty="0">
                <a:latin typeface="Calibri" panose="020F0502020204030204"/>
                <a:cs typeface="Calibri" panose="020F0502020204030204"/>
              </a:rPr>
              <a:t>t</a:t>
            </a:r>
            <a:r>
              <a:rPr sz="2250" spc="5" dirty="0">
                <a:latin typeface="Calibri" panose="020F0502020204030204"/>
                <a:cs typeface="Calibri" panose="020F0502020204030204"/>
              </a:rPr>
              <a:t>o</a:t>
            </a:r>
            <a:r>
              <a:rPr sz="2250" spc="-45" dirty="0">
                <a:latin typeface="Calibri" panose="020F0502020204030204"/>
                <a:cs typeface="Calibri" panose="020F0502020204030204"/>
              </a:rPr>
              <a:t>m</a:t>
            </a:r>
            <a:r>
              <a:rPr sz="2250" spc="-5" dirty="0">
                <a:latin typeface="Calibri" panose="020F0502020204030204"/>
                <a:cs typeface="Calibri" panose="020F0502020204030204"/>
              </a:rPr>
              <a:t>er</a:t>
            </a:r>
            <a:r>
              <a:rPr sz="2250" spc="-170" dirty="0">
                <a:latin typeface="Calibri" panose="020F0502020204030204"/>
                <a:cs typeface="Calibri" panose="020F0502020204030204"/>
              </a:rPr>
              <a:t> </a:t>
            </a:r>
            <a:r>
              <a:rPr sz="2250" spc="10" dirty="0">
                <a:latin typeface="Calibri" panose="020F0502020204030204"/>
                <a:cs typeface="Calibri" panose="020F0502020204030204"/>
              </a:rPr>
              <a:t>r</a:t>
            </a:r>
            <a:r>
              <a:rPr sz="2250" spc="-5" dirty="0">
                <a:latin typeface="Calibri" panose="020F0502020204030204"/>
                <a:cs typeface="Calibri" panose="020F0502020204030204"/>
              </a:rPr>
              <a:t>e</a:t>
            </a:r>
            <a:r>
              <a:rPr sz="2250" spc="20" dirty="0">
                <a:latin typeface="Calibri" panose="020F0502020204030204"/>
                <a:cs typeface="Calibri" panose="020F0502020204030204"/>
              </a:rPr>
              <a:t>q</a:t>
            </a:r>
            <a:r>
              <a:rPr sz="2250" spc="10" dirty="0">
                <a:latin typeface="Calibri" panose="020F0502020204030204"/>
                <a:cs typeface="Calibri" panose="020F0502020204030204"/>
              </a:rPr>
              <a:t>u</a:t>
            </a:r>
            <a:r>
              <a:rPr sz="2250" spc="-40" dirty="0">
                <a:latin typeface="Calibri" panose="020F0502020204030204"/>
                <a:cs typeface="Calibri" panose="020F0502020204030204"/>
              </a:rPr>
              <a:t>i</a:t>
            </a:r>
            <a:r>
              <a:rPr sz="2250" spc="10" dirty="0">
                <a:latin typeface="Calibri" panose="020F0502020204030204"/>
                <a:cs typeface="Calibri" panose="020F0502020204030204"/>
              </a:rPr>
              <a:t>r</a:t>
            </a:r>
            <a:r>
              <a:rPr sz="2250" spc="-5" dirty="0">
                <a:latin typeface="Calibri" panose="020F0502020204030204"/>
                <a:cs typeface="Calibri" panose="020F0502020204030204"/>
              </a:rPr>
              <a:t>e</a:t>
            </a:r>
            <a:r>
              <a:rPr sz="2250" spc="-40" dirty="0">
                <a:latin typeface="Calibri" panose="020F0502020204030204"/>
                <a:cs typeface="Calibri" panose="020F0502020204030204"/>
              </a:rPr>
              <a:t>m</a:t>
            </a:r>
            <a:r>
              <a:rPr sz="2250" spc="-85" dirty="0">
                <a:latin typeface="Calibri" panose="020F0502020204030204"/>
                <a:cs typeface="Calibri" panose="020F0502020204030204"/>
              </a:rPr>
              <a:t>e</a:t>
            </a:r>
            <a:r>
              <a:rPr sz="2250" spc="-65" dirty="0">
                <a:latin typeface="Calibri" panose="020F0502020204030204"/>
                <a:cs typeface="Calibri" panose="020F0502020204030204"/>
              </a:rPr>
              <a:t>n</a:t>
            </a:r>
            <a:r>
              <a:rPr sz="2250" spc="-40" dirty="0">
                <a:latin typeface="Calibri" panose="020F0502020204030204"/>
                <a:cs typeface="Calibri" panose="020F0502020204030204"/>
              </a:rPr>
              <a:t>t</a:t>
            </a:r>
            <a:r>
              <a:rPr sz="2250" spc="-5" dirty="0">
                <a:latin typeface="Calibri" panose="020F0502020204030204"/>
                <a:cs typeface="Calibri" panose="020F0502020204030204"/>
              </a:rPr>
              <a:t>s</a:t>
            </a:r>
            <a:r>
              <a:rPr sz="2250" spc="-190" dirty="0">
                <a:latin typeface="Calibri" panose="020F0502020204030204"/>
                <a:cs typeface="Calibri" panose="020F0502020204030204"/>
              </a:rPr>
              <a:t> </a:t>
            </a:r>
            <a:r>
              <a:rPr sz="2250" spc="10" dirty="0">
                <a:latin typeface="Calibri" panose="020F0502020204030204"/>
                <a:cs typeface="Calibri" panose="020F0502020204030204"/>
              </a:rPr>
              <a:t>pr</a:t>
            </a:r>
            <a:r>
              <a:rPr sz="2250" spc="-40" dirty="0">
                <a:latin typeface="Calibri" panose="020F0502020204030204"/>
                <a:cs typeface="Calibri" panose="020F0502020204030204"/>
              </a:rPr>
              <a:t>i</a:t>
            </a:r>
            <a:r>
              <a:rPr sz="2250" spc="5" dirty="0">
                <a:latin typeface="Calibri" panose="020F0502020204030204"/>
                <a:cs typeface="Calibri" panose="020F0502020204030204"/>
              </a:rPr>
              <a:t>o</a:t>
            </a:r>
            <a:r>
              <a:rPr sz="2250" spc="-5" dirty="0">
                <a:latin typeface="Calibri" panose="020F0502020204030204"/>
                <a:cs typeface="Calibri" panose="020F0502020204030204"/>
              </a:rPr>
              <a:t>r  </a:t>
            </a:r>
            <a:r>
              <a:rPr sz="2250" spc="-40" dirty="0">
                <a:latin typeface="Calibri" panose="020F0502020204030204"/>
                <a:cs typeface="Calibri" panose="020F0502020204030204"/>
              </a:rPr>
              <a:t>t</a:t>
            </a:r>
            <a:r>
              <a:rPr sz="2250" spc="-5" dirty="0">
                <a:latin typeface="Calibri" panose="020F0502020204030204"/>
                <a:cs typeface="Calibri" panose="020F0502020204030204"/>
              </a:rPr>
              <a:t>o</a:t>
            </a:r>
            <a:r>
              <a:rPr sz="2250" spc="-15" dirty="0">
                <a:latin typeface="Calibri" panose="020F0502020204030204"/>
                <a:cs typeface="Calibri" panose="020F0502020204030204"/>
              </a:rPr>
              <a:t> </a:t>
            </a:r>
            <a:r>
              <a:rPr sz="2250" spc="10" dirty="0">
                <a:latin typeface="Calibri" panose="020F0502020204030204"/>
                <a:cs typeface="Calibri" panose="020F0502020204030204"/>
              </a:rPr>
              <a:t>d</a:t>
            </a:r>
            <a:r>
              <a:rPr sz="2250" spc="-5" dirty="0">
                <a:latin typeface="Calibri" panose="020F0502020204030204"/>
                <a:cs typeface="Calibri" panose="020F0502020204030204"/>
              </a:rPr>
              <a:t>e</a:t>
            </a:r>
            <a:r>
              <a:rPr sz="2250" spc="-40" dirty="0">
                <a:latin typeface="Calibri" panose="020F0502020204030204"/>
                <a:cs typeface="Calibri" panose="020F0502020204030204"/>
              </a:rPr>
              <a:t>li</a:t>
            </a:r>
            <a:r>
              <a:rPr sz="2250" spc="20" dirty="0">
                <a:latin typeface="Calibri" panose="020F0502020204030204"/>
                <a:cs typeface="Calibri" panose="020F0502020204030204"/>
              </a:rPr>
              <a:t>v</a:t>
            </a:r>
            <a:r>
              <a:rPr sz="2250" spc="-5" dirty="0">
                <a:latin typeface="Calibri" panose="020F0502020204030204"/>
                <a:cs typeface="Calibri" panose="020F0502020204030204"/>
              </a:rPr>
              <a:t>e</a:t>
            </a:r>
            <a:r>
              <a:rPr sz="2250" spc="10" dirty="0">
                <a:latin typeface="Calibri" panose="020F0502020204030204"/>
                <a:cs typeface="Calibri" panose="020F0502020204030204"/>
              </a:rPr>
              <a:t>r</a:t>
            </a:r>
            <a:r>
              <a:rPr sz="2250" spc="-5" dirty="0">
                <a:latin typeface="Calibri" panose="020F0502020204030204"/>
                <a:cs typeface="Calibri" panose="020F0502020204030204"/>
              </a:rPr>
              <a:t>y</a:t>
            </a:r>
            <a:r>
              <a:rPr sz="2250" spc="-165" dirty="0">
                <a:latin typeface="Calibri" panose="020F0502020204030204"/>
                <a:cs typeface="Calibri" panose="020F0502020204030204"/>
              </a:rPr>
              <a:t> </a:t>
            </a:r>
            <a:r>
              <a:rPr sz="2250" spc="-40" dirty="0">
                <a:latin typeface="Calibri" panose="020F0502020204030204"/>
                <a:cs typeface="Calibri" panose="020F0502020204030204"/>
              </a:rPr>
              <a:t>t</a:t>
            </a:r>
            <a:r>
              <a:rPr sz="2250" spc="-5" dirty="0">
                <a:latin typeface="Calibri" panose="020F0502020204030204"/>
                <a:cs typeface="Calibri" panose="020F0502020204030204"/>
              </a:rPr>
              <a:t>o</a:t>
            </a:r>
            <a:r>
              <a:rPr sz="2250" spc="-95" dirty="0">
                <a:latin typeface="Calibri" panose="020F0502020204030204"/>
                <a:cs typeface="Calibri" panose="020F0502020204030204"/>
              </a:rPr>
              <a:t> </a:t>
            </a:r>
            <a:r>
              <a:rPr sz="2250" spc="-40" dirty="0">
                <a:latin typeface="Calibri" panose="020F0502020204030204"/>
                <a:cs typeface="Calibri" panose="020F0502020204030204"/>
              </a:rPr>
              <a:t>t</a:t>
            </a:r>
            <a:r>
              <a:rPr sz="2250" spc="10" dirty="0">
                <a:latin typeface="Calibri" panose="020F0502020204030204"/>
                <a:cs typeface="Calibri" panose="020F0502020204030204"/>
              </a:rPr>
              <a:t>h</a:t>
            </a:r>
            <a:r>
              <a:rPr sz="2250" spc="-5" dirty="0">
                <a:latin typeface="Calibri" panose="020F0502020204030204"/>
                <a:cs typeface="Calibri" panose="020F0502020204030204"/>
              </a:rPr>
              <a:t>e</a:t>
            </a:r>
            <a:r>
              <a:rPr sz="2250" spc="-25" dirty="0">
                <a:latin typeface="Calibri" panose="020F0502020204030204"/>
                <a:cs typeface="Calibri" panose="020F0502020204030204"/>
              </a:rPr>
              <a:t> </a:t>
            </a:r>
            <a:r>
              <a:rPr sz="2250" dirty="0">
                <a:latin typeface="Calibri" panose="020F0502020204030204"/>
                <a:cs typeface="Calibri" panose="020F0502020204030204"/>
              </a:rPr>
              <a:t>c</a:t>
            </a:r>
            <a:r>
              <a:rPr sz="2250" spc="10" dirty="0">
                <a:latin typeface="Calibri" panose="020F0502020204030204"/>
                <a:cs typeface="Calibri" panose="020F0502020204030204"/>
              </a:rPr>
              <a:t>u</a:t>
            </a:r>
            <a:r>
              <a:rPr sz="2250" spc="-10" dirty="0">
                <a:latin typeface="Calibri" panose="020F0502020204030204"/>
                <a:cs typeface="Calibri" panose="020F0502020204030204"/>
              </a:rPr>
              <a:t>s</a:t>
            </a:r>
            <a:r>
              <a:rPr sz="2250" spc="-35" dirty="0">
                <a:latin typeface="Calibri" panose="020F0502020204030204"/>
                <a:cs typeface="Calibri" panose="020F0502020204030204"/>
              </a:rPr>
              <a:t>t</a:t>
            </a:r>
            <a:r>
              <a:rPr sz="2250" spc="5" dirty="0">
                <a:latin typeface="Calibri" panose="020F0502020204030204"/>
                <a:cs typeface="Calibri" panose="020F0502020204030204"/>
              </a:rPr>
              <a:t>o</a:t>
            </a:r>
            <a:r>
              <a:rPr sz="2250" spc="-45" dirty="0">
                <a:latin typeface="Calibri" panose="020F0502020204030204"/>
                <a:cs typeface="Calibri" panose="020F0502020204030204"/>
              </a:rPr>
              <a:t>m</a:t>
            </a:r>
            <a:r>
              <a:rPr sz="2250" spc="-5" dirty="0">
                <a:latin typeface="Calibri" panose="020F0502020204030204"/>
                <a:cs typeface="Calibri" panose="020F0502020204030204"/>
              </a:rPr>
              <a:t>e</a:t>
            </a:r>
            <a:r>
              <a:rPr sz="2250" spc="-225" dirty="0">
                <a:latin typeface="Calibri" panose="020F0502020204030204"/>
                <a:cs typeface="Calibri" panose="020F0502020204030204"/>
              </a:rPr>
              <a:t>r</a:t>
            </a:r>
            <a:r>
              <a:rPr sz="2250" spc="-5" dirty="0">
                <a:latin typeface="Calibri" panose="020F0502020204030204"/>
                <a:cs typeface="Calibri" panose="020F0502020204030204"/>
              </a:rPr>
              <a:t>.</a:t>
            </a:r>
            <a:endParaRPr sz="2250">
              <a:latin typeface="Calibri" panose="020F0502020204030204"/>
              <a:cs typeface="Calibri" panose="020F0502020204030204"/>
            </a:endParaRPr>
          </a:p>
          <a:p>
            <a:pPr marL="358140" marR="34925" indent="-346075">
              <a:lnSpc>
                <a:spcPct val="78000"/>
              </a:lnSpc>
              <a:spcBef>
                <a:spcPts val="535"/>
              </a:spcBef>
              <a:buFont typeface="Calibri" panose="020F0502020204030204"/>
              <a:buChar char="-"/>
              <a:tabLst>
                <a:tab pos="358140" algn="l"/>
                <a:tab pos="358775" algn="l"/>
              </a:tabLst>
            </a:pPr>
            <a:r>
              <a:rPr sz="2250" b="1" spc="15" dirty="0">
                <a:latin typeface="Calibri" panose="020F0502020204030204"/>
                <a:cs typeface="Calibri" panose="020F0502020204030204"/>
              </a:rPr>
              <a:t>E</a:t>
            </a:r>
            <a:r>
              <a:rPr sz="2250" b="1" dirty="0">
                <a:latin typeface="Calibri" panose="020F0502020204030204"/>
                <a:cs typeface="Calibri" panose="020F0502020204030204"/>
              </a:rPr>
              <a:t>x</a:t>
            </a:r>
            <a:r>
              <a:rPr sz="2250" b="1" spc="15" dirty="0">
                <a:latin typeface="Calibri" panose="020F0502020204030204"/>
                <a:cs typeface="Calibri" panose="020F0502020204030204"/>
              </a:rPr>
              <a:t>t</a:t>
            </a:r>
            <a:r>
              <a:rPr sz="2250" b="1" spc="-15" dirty="0">
                <a:latin typeface="Calibri" panose="020F0502020204030204"/>
                <a:cs typeface="Calibri" panose="020F0502020204030204"/>
              </a:rPr>
              <a:t>e</a:t>
            </a:r>
            <a:r>
              <a:rPr sz="2250" b="1" spc="-10" dirty="0">
                <a:latin typeface="Calibri" panose="020F0502020204030204"/>
                <a:cs typeface="Calibri" panose="020F0502020204030204"/>
              </a:rPr>
              <a:t>rn</a:t>
            </a:r>
            <a:r>
              <a:rPr sz="2250" b="1" dirty="0">
                <a:latin typeface="Calibri" panose="020F0502020204030204"/>
                <a:cs typeface="Calibri" panose="020F0502020204030204"/>
              </a:rPr>
              <a:t>a</a:t>
            </a:r>
            <a:r>
              <a:rPr sz="2250" b="1" spc="-5" dirty="0">
                <a:latin typeface="Calibri" panose="020F0502020204030204"/>
                <a:cs typeface="Calibri" panose="020F0502020204030204"/>
              </a:rPr>
              <a:t>l</a:t>
            </a:r>
            <a:r>
              <a:rPr sz="2250" b="1" spc="-160" dirty="0">
                <a:latin typeface="Calibri" panose="020F0502020204030204"/>
                <a:cs typeface="Calibri" panose="020F0502020204030204"/>
              </a:rPr>
              <a:t> </a:t>
            </a:r>
            <a:r>
              <a:rPr sz="2250" spc="-40" dirty="0">
                <a:latin typeface="Calibri" panose="020F0502020204030204"/>
                <a:cs typeface="Calibri" panose="020F0502020204030204"/>
              </a:rPr>
              <a:t>i</a:t>
            </a:r>
            <a:r>
              <a:rPr sz="2250" spc="15" dirty="0">
                <a:latin typeface="Calibri" panose="020F0502020204030204"/>
                <a:cs typeface="Calibri" panose="020F0502020204030204"/>
              </a:rPr>
              <a:t>n</a:t>
            </a:r>
            <a:r>
              <a:rPr sz="2250" spc="5" dirty="0">
                <a:latin typeface="Calibri" panose="020F0502020204030204"/>
                <a:cs typeface="Calibri" panose="020F0502020204030204"/>
              </a:rPr>
              <a:t>c</a:t>
            </a:r>
            <a:r>
              <a:rPr sz="2250" spc="-40" dirty="0">
                <a:latin typeface="Calibri" panose="020F0502020204030204"/>
                <a:cs typeface="Calibri" panose="020F0502020204030204"/>
              </a:rPr>
              <a:t>l</a:t>
            </a:r>
            <a:r>
              <a:rPr sz="2250" spc="15" dirty="0">
                <a:latin typeface="Calibri" panose="020F0502020204030204"/>
                <a:cs typeface="Calibri" panose="020F0502020204030204"/>
              </a:rPr>
              <a:t>ud</a:t>
            </a:r>
            <a:r>
              <a:rPr sz="2250" spc="-5" dirty="0">
                <a:latin typeface="Calibri" panose="020F0502020204030204"/>
                <a:cs typeface="Calibri" panose="020F0502020204030204"/>
              </a:rPr>
              <a:t>e</a:t>
            </a:r>
            <a:r>
              <a:rPr sz="2250" spc="-180" dirty="0">
                <a:latin typeface="Calibri" panose="020F0502020204030204"/>
                <a:cs typeface="Calibri" panose="020F0502020204030204"/>
              </a:rPr>
              <a:t> </a:t>
            </a:r>
            <a:r>
              <a:rPr sz="2250" spc="-40" dirty="0">
                <a:latin typeface="Calibri" panose="020F0502020204030204"/>
                <a:cs typeface="Calibri" panose="020F0502020204030204"/>
              </a:rPr>
              <a:t>al</a:t>
            </a:r>
            <a:r>
              <a:rPr sz="2250" spc="-5" dirty="0">
                <a:latin typeface="Calibri" panose="020F0502020204030204"/>
                <a:cs typeface="Calibri" panose="020F0502020204030204"/>
              </a:rPr>
              <a:t>l</a:t>
            </a:r>
            <a:r>
              <a:rPr sz="2250" spc="-60" dirty="0">
                <a:latin typeface="Calibri" panose="020F0502020204030204"/>
                <a:cs typeface="Calibri" panose="020F0502020204030204"/>
              </a:rPr>
              <a:t> </a:t>
            </a:r>
            <a:r>
              <a:rPr sz="2250" spc="-40" dirty="0">
                <a:latin typeface="Calibri" panose="020F0502020204030204"/>
                <a:cs typeface="Calibri" panose="020F0502020204030204"/>
              </a:rPr>
              <a:t>a</a:t>
            </a:r>
            <a:r>
              <a:rPr sz="2250" spc="5" dirty="0">
                <a:latin typeface="Calibri" panose="020F0502020204030204"/>
                <a:cs typeface="Calibri" panose="020F0502020204030204"/>
              </a:rPr>
              <a:t>c</a:t>
            </a:r>
            <a:r>
              <a:rPr sz="2250" spc="-35" dirty="0">
                <a:latin typeface="Calibri" panose="020F0502020204030204"/>
                <a:cs typeface="Calibri" panose="020F0502020204030204"/>
              </a:rPr>
              <a:t>t</a:t>
            </a:r>
            <a:r>
              <a:rPr sz="2250" spc="-40" dirty="0">
                <a:latin typeface="Calibri" panose="020F0502020204030204"/>
                <a:cs typeface="Calibri" panose="020F0502020204030204"/>
              </a:rPr>
              <a:t>i</a:t>
            </a:r>
            <a:r>
              <a:rPr sz="2250" spc="20" dirty="0">
                <a:latin typeface="Calibri" panose="020F0502020204030204"/>
                <a:cs typeface="Calibri" panose="020F0502020204030204"/>
              </a:rPr>
              <a:t>v</a:t>
            </a:r>
            <a:r>
              <a:rPr sz="2250" spc="-40" dirty="0">
                <a:latin typeface="Calibri" panose="020F0502020204030204"/>
                <a:cs typeface="Calibri" panose="020F0502020204030204"/>
              </a:rPr>
              <a:t>i</a:t>
            </a:r>
            <a:r>
              <a:rPr sz="2250" spc="-35" dirty="0">
                <a:latin typeface="Calibri" panose="020F0502020204030204"/>
                <a:cs typeface="Calibri" panose="020F0502020204030204"/>
              </a:rPr>
              <a:t>t</a:t>
            </a:r>
            <a:r>
              <a:rPr sz="2250" spc="-40" dirty="0">
                <a:latin typeface="Calibri" panose="020F0502020204030204"/>
                <a:cs typeface="Calibri" panose="020F0502020204030204"/>
              </a:rPr>
              <a:t>i</a:t>
            </a:r>
            <a:r>
              <a:rPr sz="2250" spc="-5" dirty="0">
                <a:latin typeface="Calibri" panose="020F0502020204030204"/>
                <a:cs typeface="Calibri" panose="020F0502020204030204"/>
              </a:rPr>
              <a:t>es</a:t>
            </a:r>
            <a:r>
              <a:rPr sz="2250" spc="-20" dirty="0">
                <a:latin typeface="Calibri" panose="020F0502020204030204"/>
                <a:cs typeface="Calibri" panose="020F0502020204030204"/>
              </a:rPr>
              <a:t> </a:t>
            </a:r>
            <a:r>
              <a:rPr sz="2250" spc="-40" dirty="0">
                <a:latin typeface="Calibri" panose="020F0502020204030204"/>
                <a:cs typeface="Calibri" panose="020F0502020204030204"/>
              </a:rPr>
              <a:t>a</a:t>
            </a:r>
            <a:r>
              <a:rPr sz="2250" spc="-10" dirty="0">
                <a:latin typeface="Calibri" panose="020F0502020204030204"/>
                <a:cs typeface="Calibri" panose="020F0502020204030204"/>
              </a:rPr>
              <a:t>s</a:t>
            </a:r>
            <a:r>
              <a:rPr sz="2250" dirty="0">
                <a:latin typeface="Calibri" panose="020F0502020204030204"/>
                <a:cs typeface="Calibri" panose="020F0502020204030204"/>
              </a:rPr>
              <a:t>s</a:t>
            </a:r>
            <a:r>
              <a:rPr sz="2250" spc="10" dirty="0">
                <a:latin typeface="Calibri" panose="020F0502020204030204"/>
                <a:cs typeface="Calibri" panose="020F0502020204030204"/>
              </a:rPr>
              <a:t>o</a:t>
            </a:r>
            <a:r>
              <a:rPr sz="2250" spc="5" dirty="0">
                <a:latin typeface="Calibri" panose="020F0502020204030204"/>
                <a:cs typeface="Calibri" panose="020F0502020204030204"/>
              </a:rPr>
              <a:t>c</a:t>
            </a:r>
            <a:r>
              <a:rPr sz="2250" spc="-40" dirty="0">
                <a:latin typeface="Calibri" panose="020F0502020204030204"/>
                <a:cs typeface="Calibri" panose="020F0502020204030204"/>
              </a:rPr>
              <a:t>ia</a:t>
            </a:r>
            <a:r>
              <a:rPr sz="2250" spc="-35" dirty="0">
                <a:latin typeface="Calibri" panose="020F0502020204030204"/>
                <a:cs typeface="Calibri" panose="020F0502020204030204"/>
              </a:rPr>
              <a:t>t</a:t>
            </a:r>
            <a:r>
              <a:rPr sz="2250" spc="-5" dirty="0">
                <a:latin typeface="Calibri" panose="020F0502020204030204"/>
                <a:cs typeface="Calibri" panose="020F0502020204030204"/>
              </a:rPr>
              <a:t>ed  w</a:t>
            </a:r>
            <a:r>
              <a:rPr sz="2250" spc="-45" dirty="0">
                <a:latin typeface="Calibri" panose="020F0502020204030204"/>
                <a:cs typeface="Calibri" panose="020F0502020204030204"/>
              </a:rPr>
              <a:t>i</a:t>
            </a:r>
            <a:r>
              <a:rPr sz="2250" spc="-40" dirty="0">
                <a:latin typeface="Calibri" panose="020F0502020204030204"/>
                <a:cs typeface="Calibri" panose="020F0502020204030204"/>
              </a:rPr>
              <a:t>t</a:t>
            </a:r>
            <a:r>
              <a:rPr sz="2250" spc="-5" dirty="0">
                <a:latin typeface="Calibri" panose="020F0502020204030204"/>
                <a:cs typeface="Calibri" panose="020F0502020204030204"/>
              </a:rPr>
              <a:t>h</a:t>
            </a:r>
            <a:r>
              <a:rPr sz="2250" spc="-10" dirty="0">
                <a:latin typeface="Calibri" panose="020F0502020204030204"/>
                <a:cs typeface="Calibri" panose="020F0502020204030204"/>
              </a:rPr>
              <a:t> </a:t>
            </a:r>
            <a:r>
              <a:rPr sz="2250" spc="-5" dirty="0">
                <a:latin typeface="Calibri" panose="020F0502020204030204"/>
                <a:cs typeface="Calibri" panose="020F0502020204030204"/>
              </a:rPr>
              <a:t>a</a:t>
            </a:r>
            <a:r>
              <a:rPr sz="2250" spc="-65" dirty="0">
                <a:latin typeface="Calibri" panose="020F0502020204030204"/>
                <a:cs typeface="Calibri" panose="020F0502020204030204"/>
              </a:rPr>
              <a:t> </a:t>
            </a:r>
            <a:r>
              <a:rPr sz="2250" spc="10" dirty="0">
                <a:latin typeface="Calibri" panose="020F0502020204030204"/>
                <a:cs typeface="Calibri" panose="020F0502020204030204"/>
              </a:rPr>
              <a:t>pr</a:t>
            </a:r>
            <a:r>
              <a:rPr sz="2250" spc="5" dirty="0">
                <a:latin typeface="Calibri" panose="020F0502020204030204"/>
                <a:cs typeface="Calibri" panose="020F0502020204030204"/>
              </a:rPr>
              <a:t>o</a:t>
            </a:r>
            <a:r>
              <a:rPr sz="2250" spc="10" dirty="0">
                <a:latin typeface="Calibri" panose="020F0502020204030204"/>
                <a:cs typeface="Calibri" panose="020F0502020204030204"/>
              </a:rPr>
              <a:t>du</a:t>
            </a:r>
            <a:r>
              <a:rPr sz="2250" spc="-75" dirty="0">
                <a:latin typeface="Calibri" panose="020F0502020204030204"/>
                <a:cs typeface="Calibri" panose="020F0502020204030204"/>
              </a:rPr>
              <a:t>c</a:t>
            </a:r>
            <a:r>
              <a:rPr sz="2250" spc="-5" dirty="0">
                <a:latin typeface="Calibri" panose="020F0502020204030204"/>
                <a:cs typeface="Calibri" panose="020F0502020204030204"/>
              </a:rPr>
              <a:t>t</a:t>
            </a:r>
            <a:r>
              <a:rPr sz="2250" spc="-220" dirty="0">
                <a:latin typeface="Calibri" panose="020F0502020204030204"/>
                <a:cs typeface="Calibri" panose="020F0502020204030204"/>
              </a:rPr>
              <a:t> </a:t>
            </a:r>
            <a:r>
              <a:rPr sz="2250" spc="5" dirty="0">
                <a:latin typeface="Calibri" panose="020F0502020204030204"/>
                <a:cs typeface="Calibri" panose="020F0502020204030204"/>
              </a:rPr>
              <a:t>o</a:t>
            </a:r>
            <a:r>
              <a:rPr sz="2250" spc="-5" dirty="0">
                <a:latin typeface="Calibri" panose="020F0502020204030204"/>
                <a:cs typeface="Calibri" panose="020F0502020204030204"/>
              </a:rPr>
              <a:t>r</a:t>
            </a:r>
            <a:r>
              <a:rPr sz="2250" spc="-95" dirty="0">
                <a:latin typeface="Calibri" panose="020F0502020204030204"/>
                <a:cs typeface="Calibri" panose="020F0502020204030204"/>
              </a:rPr>
              <a:t> </a:t>
            </a:r>
            <a:r>
              <a:rPr sz="2250" spc="-10" dirty="0">
                <a:latin typeface="Calibri" panose="020F0502020204030204"/>
                <a:cs typeface="Calibri" panose="020F0502020204030204"/>
              </a:rPr>
              <a:t>se</a:t>
            </a:r>
            <a:r>
              <a:rPr sz="2250" spc="15" dirty="0">
                <a:latin typeface="Calibri" panose="020F0502020204030204"/>
                <a:cs typeface="Calibri" panose="020F0502020204030204"/>
              </a:rPr>
              <a:t>r</a:t>
            </a:r>
            <a:r>
              <a:rPr sz="2250" spc="20" dirty="0">
                <a:latin typeface="Calibri" panose="020F0502020204030204"/>
                <a:cs typeface="Calibri" panose="020F0502020204030204"/>
              </a:rPr>
              <a:t>v</a:t>
            </a:r>
            <a:r>
              <a:rPr sz="2250" spc="-40" dirty="0">
                <a:latin typeface="Calibri" panose="020F0502020204030204"/>
                <a:cs typeface="Calibri" panose="020F0502020204030204"/>
              </a:rPr>
              <a:t>i</a:t>
            </a:r>
            <a:r>
              <a:rPr sz="2250" dirty="0">
                <a:latin typeface="Calibri" panose="020F0502020204030204"/>
                <a:cs typeface="Calibri" panose="020F0502020204030204"/>
              </a:rPr>
              <a:t>c</a:t>
            </a:r>
            <a:r>
              <a:rPr sz="2250" spc="-5" dirty="0">
                <a:latin typeface="Calibri" panose="020F0502020204030204"/>
                <a:cs typeface="Calibri" panose="020F0502020204030204"/>
              </a:rPr>
              <a:t>e</a:t>
            </a:r>
            <a:r>
              <a:rPr sz="2250" spc="-105" dirty="0">
                <a:latin typeface="Calibri" panose="020F0502020204030204"/>
                <a:cs typeface="Calibri" panose="020F0502020204030204"/>
              </a:rPr>
              <a:t> </a:t>
            </a:r>
            <a:r>
              <a:rPr sz="2250" spc="10" dirty="0">
                <a:latin typeface="Calibri" panose="020F0502020204030204"/>
                <a:cs typeface="Calibri" panose="020F0502020204030204"/>
              </a:rPr>
              <a:t>n</a:t>
            </a:r>
            <a:r>
              <a:rPr sz="2250" spc="5" dirty="0">
                <a:latin typeface="Calibri" panose="020F0502020204030204"/>
                <a:cs typeface="Calibri" panose="020F0502020204030204"/>
              </a:rPr>
              <a:t>o</a:t>
            </a:r>
            <a:r>
              <a:rPr sz="2250" spc="-5" dirty="0">
                <a:latin typeface="Calibri" panose="020F0502020204030204"/>
                <a:cs typeface="Calibri" panose="020F0502020204030204"/>
              </a:rPr>
              <a:t>t</a:t>
            </a:r>
            <a:r>
              <a:rPr sz="2250" spc="-145" dirty="0">
                <a:latin typeface="Calibri" panose="020F0502020204030204"/>
                <a:cs typeface="Calibri" panose="020F0502020204030204"/>
              </a:rPr>
              <a:t> </a:t>
            </a:r>
            <a:r>
              <a:rPr sz="2250" spc="-45" dirty="0">
                <a:latin typeface="Calibri" panose="020F0502020204030204"/>
                <a:cs typeface="Calibri" panose="020F0502020204030204"/>
              </a:rPr>
              <a:t>m</a:t>
            </a:r>
            <a:r>
              <a:rPr sz="2250" spc="-5" dirty="0">
                <a:latin typeface="Calibri" panose="020F0502020204030204"/>
                <a:cs typeface="Calibri" panose="020F0502020204030204"/>
              </a:rPr>
              <a:t>ee</a:t>
            </a:r>
            <a:r>
              <a:rPr sz="2250" spc="-30" dirty="0">
                <a:latin typeface="Calibri" panose="020F0502020204030204"/>
                <a:cs typeface="Calibri" panose="020F0502020204030204"/>
              </a:rPr>
              <a:t>t</a:t>
            </a:r>
            <a:r>
              <a:rPr sz="2250" spc="-40" dirty="0">
                <a:latin typeface="Calibri" panose="020F0502020204030204"/>
                <a:cs typeface="Calibri" panose="020F0502020204030204"/>
              </a:rPr>
              <a:t>i</a:t>
            </a:r>
            <a:r>
              <a:rPr sz="2250" spc="10" dirty="0">
                <a:latin typeface="Calibri" panose="020F0502020204030204"/>
                <a:cs typeface="Calibri" panose="020F0502020204030204"/>
              </a:rPr>
              <a:t>n</a:t>
            </a:r>
            <a:r>
              <a:rPr sz="2250" spc="-5" dirty="0">
                <a:latin typeface="Calibri" panose="020F0502020204030204"/>
                <a:cs typeface="Calibri" panose="020F0502020204030204"/>
              </a:rPr>
              <a:t>g  </a:t>
            </a:r>
            <a:r>
              <a:rPr sz="2250" spc="-10" dirty="0">
                <a:latin typeface="Calibri" panose="020F0502020204030204"/>
                <a:cs typeface="Calibri" panose="020F0502020204030204"/>
              </a:rPr>
              <a:t>s</a:t>
            </a:r>
            <a:r>
              <a:rPr sz="2250" spc="-35" dirty="0">
                <a:latin typeface="Calibri" panose="020F0502020204030204"/>
                <a:cs typeface="Calibri" panose="020F0502020204030204"/>
              </a:rPr>
              <a:t>t</a:t>
            </a:r>
            <a:r>
              <a:rPr sz="2250" spc="-40" dirty="0">
                <a:latin typeface="Calibri" panose="020F0502020204030204"/>
                <a:cs typeface="Calibri" panose="020F0502020204030204"/>
              </a:rPr>
              <a:t>a</a:t>
            </a:r>
            <a:r>
              <a:rPr sz="2250" spc="10" dirty="0">
                <a:latin typeface="Calibri" panose="020F0502020204030204"/>
                <a:cs typeface="Calibri" panose="020F0502020204030204"/>
              </a:rPr>
              <a:t>nd</a:t>
            </a:r>
            <a:r>
              <a:rPr sz="2250" spc="-40" dirty="0">
                <a:latin typeface="Calibri" panose="020F0502020204030204"/>
                <a:cs typeface="Calibri" panose="020F0502020204030204"/>
              </a:rPr>
              <a:t>a</a:t>
            </a:r>
            <a:r>
              <a:rPr sz="2250" spc="10" dirty="0">
                <a:latin typeface="Calibri" panose="020F0502020204030204"/>
                <a:cs typeface="Calibri" panose="020F0502020204030204"/>
              </a:rPr>
              <a:t>rd</a:t>
            </a:r>
            <a:r>
              <a:rPr sz="2250" spc="-5" dirty="0">
                <a:latin typeface="Calibri" panose="020F0502020204030204"/>
                <a:cs typeface="Calibri" panose="020F0502020204030204"/>
              </a:rPr>
              <a:t>s</a:t>
            </a:r>
            <a:r>
              <a:rPr sz="2250" spc="-190" dirty="0">
                <a:latin typeface="Calibri" panose="020F0502020204030204"/>
                <a:cs typeface="Calibri" panose="020F0502020204030204"/>
              </a:rPr>
              <a:t> </a:t>
            </a:r>
            <a:r>
              <a:rPr sz="2250" spc="5" dirty="0">
                <a:latin typeface="Calibri" panose="020F0502020204030204"/>
                <a:cs typeface="Calibri" panose="020F0502020204030204"/>
              </a:rPr>
              <a:t>o</a:t>
            </a:r>
            <a:r>
              <a:rPr sz="2250" spc="-5" dirty="0">
                <a:latin typeface="Calibri" panose="020F0502020204030204"/>
                <a:cs typeface="Calibri" panose="020F0502020204030204"/>
              </a:rPr>
              <a:t>r</a:t>
            </a:r>
            <a:r>
              <a:rPr sz="2250" spc="-175" dirty="0">
                <a:latin typeface="Calibri" panose="020F0502020204030204"/>
                <a:cs typeface="Calibri" panose="020F0502020204030204"/>
              </a:rPr>
              <a:t> </a:t>
            </a:r>
            <a:r>
              <a:rPr sz="2250" dirty="0">
                <a:latin typeface="Calibri" panose="020F0502020204030204"/>
                <a:cs typeface="Calibri" panose="020F0502020204030204"/>
              </a:rPr>
              <a:t>c</a:t>
            </a:r>
            <a:r>
              <a:rPr sz="2250" spc="10" dirty="0">
                <a:latin typeface="Calibri" panose="020F0502020204030204"/>
                <a:cs typeface="Calibri" panose="020F0502020204030204"/>
              </a:rPr>
              <a:t>u</a:t>
            </a:r>
            <a:r>
              <a:rPr sz="2250" spc="-10" dirty="0">
                <a:latin typeface="Calibri" panose="020F0502020204030204"/>
                <a:cs typeface="Calibri" panose="020F0502020204030204"/>
              </a:rPr>
              <a:t>s</a:t>
            </a:r>
            <a:r>
              <a:rPr sz="2250" spc="-35" dirty="0">
                <a:latin typeface="Calibri" panose="020F0502020204030204"/>
                <a:cs typeface="Calibri" panose="020F0502020204030204"/>
              </a:rPr>
              <a:t>t</a:t>
            </a:r>
            <a:r>
              <a:rPr sz="2250" spc="5" dirty="0">
                <a:latin typeface="Calibri" panose="020F0502020204030204"/>
                <a:cs typeface="Calibri" panose="020F0502020204030204"/>
              </a:rPr>
              <a:t>o</a:t>
            </a:r>
            <a:r>
              <a:rPr sz="2250" spc="-45" dirty="0">
                <a:latin typeface="Calibri" panose="020F0502020204030204"/>
                <a:cs typeface="Calibri" panose="020F0502020204030204"/>
              </a:rPr>
              <a:t>m</a:t>
            </a:r>
            <a:r>
              <a:rPr sz="2250" spc="-5" dirty="0">
                <a:latin typeface="Calibri" panose="020F0502020204030204"/>
                <a:cs typeface="Calibri" panose="020F0502020204030204"/>
              </a:rPr>
              <a:t>er</a:t>
            </a:r>
            <a:r>
              <a:rPr sz="2250" spc="-170" dirty="0">
                <a:latin typeface="Calibri" panose="020F0502020204030204"/>
                <a:cs typeface="Calibri" panose="020F0502020204030204"/>
              </a:rPr>
              <a:t> </a:t>
            </a:r>
            <a:r>
              <a:rPr sz="2250" spc="10" dirty="0">
                <a:latin typeface="Calibri" panose="020F0502020204030204"/>
                <a:cs typeface="Calibri" panose="020F0502020204030204"/>
              </a:rPr>
              <a:t>r</a:t>
            </a:r>
            <a:r>
              <a:rPr sz="2250" spc="-5" dirty="0">
                <a:latin typeface="Calibri" panose="020F0502020204030204"/>
                <a:cs typeface="Calibri" panose="020F0502020204030204"/>
              </a:rPr>
              <a:t>e</a:t>
            </a:r>
            <a:r>
              <a:rPr sz="2250" spc="20" dirty="0">
                <a:latin typeface="Calibri" panose="020F0502020204030204"/>
                <a:cs typeface="Calibri" panose="020F0502020204030204"/>
              </a:rPr>
              <a:t>q</a:t>
            </a:r>
            <a:r>
              <a:rPr sz="2250" spc="10" dirty="0">
                <a:latin typeface="Calibri" panose="020F0502020204030204"/>
                <a:cs typeface="Calibri" panose="020F0502020204030204"/>
              </a:rPr>
              <a:t>u</a:t>
            </a:r>
            <a:r>
              <a:rPr sz="2250" spc="-40" dirty="0">
                <a:latin typeface="Calibri" panose="020F0502020204030204"/>
                <a:cs typeface="Calibri" panose="020F0502020204030204"/>
              </a:rPr>
              <a:t>i</a:t>
            </a:r>
            <a:r>
              <a:rPr sz="2250" spc="10" dirty="0">
                <a:latin typeface="Calibri" panose="020F0502020204030204"/>
                <a:cs typeface="Calibri" panose="020F0502020204030204"/>
              </a:rPr>
              <a:t>r</a:t>
            </a:r>
            <a:r>
              <a:rPr sz="2250" spc="-5" dirty="0">
                <a:latin typeface="Calibri" panose="020F0502020204030204"/>
                <a:cs typeface="Calibri" panose="020F0502020204030204"/>
              </a:rPr>
              <a:t>e</a:t>
            </a:r>
            <a:r>
              <a:rPr sz="2250" spc="-40" dirty="0">
                <a:latin typeface="Calibri" panose="020F0502020204030204"/>
                <a:cs typeface="Calibri" panose="020F0502020204030204"/>
              </a:rPr>
              <a:t>m</a:t>
            </a:r>
            <a:r>
              <a:rPr sz="2250" spc="-85" dirty="0">
                <a:latin typeface="Calibri" panose="020F0502020204030204"/>
                <a:cs typeface="Calibri" panose="020F0502020204030204"/>
              </a:rPr>
              <a:t>e</a:t>
            </a:r>
            <a:r>
              <a:rPr sz="2250" spc="-65" dirty="0">
                <a:latin typeface="Calibri" panose="020F0502020204030204"/>
                <a:cs typeface="Calibri" panose="020F0502020204030204"/>
              </a:rPr>
              <a:t>n</a:t>
            </a:r>
            <a:r>
              <a:rPr sz="2250" spc="-40" dirty="0">
                <a:latin typeface="Calibri" panose="020F0502020204030204"/>
                <a:cs typeface="Calibri" panose="020F0502020204030204"/>
              </a:rPr>
              <a:t>t</a:t>
            </a:r>
            <a:r>
              <a:rPr sz="2250" spc="-5" dirty="0">
                <a:latin typeface="Calibri" panose="020F0502020204030204"/>
                <a:cs typeface="Calibri" panose="020F0502020204030204"/>
              </a:rPr>
              <a:t>s</a:t>
            </a:r>
            <a:r>
              <a:rPr sz="2250" spc="-190" dirty="0">
                <a:latin typeface="Calibri" panose="020F0502020204030204"/>
                <a:cs typeface="Calibri" panose="020F0502020204030204"/>
              </a:rPr>
              <a:t> </a:t>
            </a:r>
            <a:r>
              <a:rPr sz="2250" spc="-40" dirty="0">
                <a:latin typeface="Calibri" panose="020F0502020204030204"/>
                <a:cs typeface="Calibri" panose="020F0502020204030204"/>
              </a:rPr>
              <a:t>a</a:t>
            </a:r>
            <a:r>
              <a:rPr sz="2250" spc="-5" dirty="0">
                <a:latin typeface="Calibri" panose="020F0502020204030204"/>
                <a:cs typeface="Calibri" panose="020F0502020204030204"/>
              </a:rPr>
              <a:t>t</a:t>
            </a:r>
            <a:r>
              <a:rPr sz="2250" spc="-65" dirty="0">
                <a:latin typeface="Calibri" panose="020F0502020204030204"/>
                <a:cs typeface="Calibri" panose="020F0502020204030204"/>
              </a:rPr>
              <a:t> </a:t>
            </a:r>
            <a:r>
              <a:rPr sz="2250" spc="5" dirty="0">
                <a:latin typeface="Calibri" panose="020F0502020204030204"/>
                <a:cs typeface="Calibri" panose="020F0502020204030204"/>
              </a:rPr>
              <a:t>o</a:t>
            </a:r>
            <a:r>
              <a:rPr sz="2250" spc="-5" dirty="0">
                <a:latin typeface="Calibri" panose="020F0502020204030204"/>
                <a:cs typeface="Calibri" panose="020F0502020204030204"/>
              </a:rPr>
              <a:t>r  </a:t>
            </a:r>
            <a:r>
              <a:rPr sz="2250" spc="-45" dirty="0">
                <a:latin typeface="Calibri" panose="020F0502020204030204"/>
                <a:cs typeface="Calibri" panose="020F0502020204030204"/>
              </a:rPr>
              <a:t>a</a:t>
            </a:r>
            <a:r>
              <a:rPr sz="2250" spc="25" dirty="0">
                <a:latin typeface="Calibri" panose="020F0502020204030204"/>
                <a:cs typeface="Calibri" panose="020F0502020204030204"/>
              </a:rPr>
              <a:t>f</a:t>
            </a:r>
            <a:r>
              <a:rPr sz="2250" spc="-40" dirty="0">
                <a:latin typeface="Calibri" panose="020F0502020204030204"/>
                <a:cs typeface="Calibri" panose="020F0502020204030204"/>
              </a:rPr>
              <a:t>t</a:t>
            </a:r>
            <a:r>
              <a:rPr sz="2250" spc="-5" dirty="0">
                <a:latin typeface="Calibri" panose="020F0502020204030204"/>
                <a:cs typeface="Calibri" panose="020F0502020204030204"/>
              </a:rPr>
              <a:t>er</a:t>
            </a:r>
            <a:r>
              <a:rPr sz="2250" spc="-95" dirty="0">
                <a:latin typeface="Calibri" panose="020F0502020204030204"/>
                <a:cs typeface="Calibri" panose="020F0502020204030204"/>
              </a:rPr>
              <a:t> </a:t>
            </a:r>
            <a:r>
              <a:rPr sz="2250" spc="10" dirty="0">
                <a:latin typeface="Calibri" panose="020F0502020204030204"/>
                <a:cs typeface="Calibri" panose="020F0502020204030204"/>
              </a:rPr>
              <a:t>d</a:t>
            </a:r>
            <a:r>
              <a:rPr sz="2250" spc="-5" dirty="0">
                <a:latin typeface="Calibri" panose="020F0502020204030204"/>
                <a:cs typeface="Calibri" panose="020F0502020204030204"/>
              </a:rPr>
              <a:t>e</a:t>
            </a:r>
            <a:r>
              <a:rPr sz="2250" spc="-40" dirty="0">
                <a:latin typeface="Calibri" panose="020F0502020204030204"/>
                <a:cs typeface="Calibri" panose="020F0502020204030204"/>
              </a:rPr>
              <a:t>li</a:t>
            </a:r>
            <a:r>
              <a:rPr sz="2250" spc="15" dirty="0">
                <a:latin typeface="Calibri" panose="020F0502020204030204"/>
                <a:cs typeface="Calibri" panose="020F0502020204030204"/>
              </a:rPr>
              <a:t>v</a:t>
            </a:r>
            <a:r>
              <a:rPr sz="2250" spc="-5" dirty="0">
                <a:latin typeface="Calibri" panose="020F0502020204030204"/>
                <a:cs typeface="Calibri" panose="020F0502020204030204"/>
              </a:rPr>
              <a:t>e</a:t>
            </a:r>
            <a:r>
              <a:rPr sz="2250" spc="10" dirty="0">
                <a:latin typeface="Calibri" panose="020F0502020204030204"/>
                <a:cs typeface="Calibri" panose="020F0502020204030204"/>
              </a:rPr>
              <a:t>r</a:t>
            </a:r>
            <a:r>
              <a:rPr sz="2250" spc="-5" dirty="0">
                <a:latin typeface="Calibri" panose="020F0502020204030204"/>
                <a:cs typeface="Calibri" panose="020F0502020204030204"/>
              </a:rPr>
              <a:t>y</a:t>
            </a:r>
            <a:r>
              <a:rPr sz="2250" spc="-170" dirty="0">
                <a:latin typeface="Calibri" panose="020F0502020204030204"/>
                <a:cs typeface="Calibri" panose="020F0502020204030204"/>
              </a:rPr>
              <a:t> </a:t>
            </a:r>
            <a:r>
              <a:rPr sz="2250" spc="-40" dirty="0">
                <a:latin typeface="Calibri" panose="020F0502020204030204"/>
                <a:cs typeface="Calibri" panose="020F0502020204030204"/>
              </a:rPr>
              <a:t>t</a:t>
            </a:r>
            <a:r>
              <a:rPr sz="2250" spc="-5" dirty="0">
                <a:latin typeface="Calibri" panose="020F0502020204030204"/>
                <a:cs typeface="Calibri" panose="020F0502020204030204"/>
              </a:rPr>
              <a:t>o</a:t>
            </a:r>
            <a:r>
              <a:rPr sz="2250" spc="-95" dirty="0">
                <a:latin typeface="Calibri" panose="020F0502020204030204"/>
                <a:cs typeface="Calibri" panose="020F0502020204030204"/>
              </a:rPr>
              <a:t> </a:t>
            </a:r>
            <a:r>
              <a:rPr sz="2250" spc="-40" dirty="0">
                <a:latin typeface="Calibri" panose="020F0502020204030204"/>
                <a:cs typeface="Calibri" panose="020F0502020204030204"/>
              </a:rPr>
              <a:t>t</a:t>
            </a:r>
            <a:r>
              <a:rPr sz="2250" spc="10" dirty="0">
                <a:latin typeface="Calibri" panose="020F0502020204030204"/>
                <a:cs typeface="Calibri" panose="020F0502020204030204"/>
              </a:rPr>
              <a:t>h</a:t>
            </a:r>
            <a:r>
              <a:rPr sz="2250" spc="-5" dirty="0">
                <a:latin typeface="Calibri" panose="020F0502020204030204"/>
                <a:cs typeface="Calibri" panose="020F0502020204030204"/>
              </a:rPr>
              <a:t>e</a:t>
            </a:r>
            <a:r>
              <a:rPr sz="2250" spc="-25" dirty="0">
                <a:latin typeface="Calibri" panose="020F0502020204030204"/>
                <a:cs typeface="Calibri" panose="020F0502020204030204"/>
              </a:rPr>
              <a:t> </a:t>
            </a:r>
            <a:r>
              <a:rPr sz="2250" dirty="0">
                <a:latin typeface="Calibri" panose="020F0502020204030204"/>
                <a:cs typeface="Calibri" panose="020F0502020204030204"/>
              </a:rPr>
              <a:t>c</a:t>
            </a:r>
            <a:r>
              <a:rPr sz="2250" spc="10" dirty="0">
                <a:latin typeface="Calibri" panose="020F0502020204030204"/>
                <a:cs typeface="Calibri" panose="020F0502020204030204"/>
              </a:rPr>
              <a:t>u</a:t>
            </a:r>
            <a:r>
              <a:rPr sz="2250" spc="-10" dirty="0">
                <a:latin typeface="Calibri" panose="020F0502020204030204"/>
                <a:cs typeface="Calibri" panose="020F0502020204030204"/>
              </a:rPr>
              <a:t>s</a:t>
            </a:r>
            <a:r>
              <a:rPr sz="2250" spc="-35" dirty="0">
                <a:latin typeface="Calibri" panose="020F0502020204030204"/>
                <a:cs typeface="Calibri" panose="020F0502020204030204"/>
              </a:rPr>
              <a:t>t</a:t>
            </a:r>
            <a:r>
              <a:rPr sz="2250" spc="5" dirty="0">
                <a:latin typeface="Calibri" panose="020F0502020204030204"/>
                <a:cs typeface="Calibri" panose="020F0502020204030204"/>
              </a:rPr>
              <a:t>o</a:t>
            </a:r>
            <a:r>
              <a:rPr sz="2250" spc="-40" dirty="0">
                <a:latin typeface="Calibri" panose="020F0502020204030204"/>
                <a:cs typeface="Calibri" panose="020F0502020204030204"/>
              </a:rPr>
              <a:t>m</a:t>
            </a:r>
            <a:r>
              <a:rPr sz="2250" spc="-5" dirty="0">
                <a:latin typeface="Calibri" panose="020F0502020204030204"/>
                <a:cs typeface="Calibri" panose="020F0502020204030204"/>
              </a:rPr>
              <a:t>e</a:t>
            </a:r>
            <a:r>
              <a:rPr sz="2250" spc="-229" dirty="0">
                <a:latin typeface="Calibri" panose="020F0502020204030204"/>
                <a:cs typeface="Calibri" panose="020F0502020204030204"/>
              </a:rPr>
              <a:t>r</a:t>
            </a:r>
            <a:r>
              <a:rPr sz="2250" spc="-5" dirty="0">
                <a:latin typeface="Calibri" panose="020F0502020204030204"/>
                <a:cs typeface="Calibri" panose="020F0502020204030204"/>
              </a:rPr>
              <a:t>.</a:t>
            </a:r>
            <a:endParaRPr sz="225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6096000" y="1148080"/>
            <a:ext cx="5486400" cy="5486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680" y="309879"/>
            <a:ext cx="10972800" cy="589280"/>
          </a:xfrm>
          <a:prstGeom prst="rect">
            <a:avLst/>
          </a:prstGeom>
          <a:solidFill>
            <a:srgbClr val="7E7E7E">
              <a:alpha val="50195"/>
            </a:srgbClr>
          </a:solidFill>
          <a:ln w="10170">
            <a:solidFill>
              <a:srgbClr val="4B4B4B"/>
            </a:solidFill>
          </a:ln>
        </p:spPr>
        <p:txBody>
          <a:bodyPr vert="horz" wrap="square" lIns="0" tIns="86360" rIns="0" bIns="0" rtlCol="0">
            <a:spAutoFit/>
          </a:bodyPr>
          <a:lstStyle/>
          <a:p>
            <a:pPr algn="ctr">
              <a:lnSpc>
                <a:spcPct val="100000"/>
              </a:lnSpc>
              <a:spcBef>
                <a:spcPts val="680"/>
              </a:spcBef>
            </a:pPr>
            <a:r>
              <a:rPr spc="-55" dirty="0"/>
              <a:t>Changing</a:t>
            </a:r>
            <a:r>
              <a:rPr spc="345" dirty="0"/>
              <a:t> </a:t>
            </a:r>
            <a:r>
              <a:rPr spc="-30" dirty="0"/>
              <a:t>Views</a:t>
            </a:r>
            <a:r>
              <a:rPr spc="60" dirty="0"/>
              <a:t> </a:t>
            </a:r>
            <a:r>
              <a:rPr spc="-15" dirty="0"/>
              <a:t>on</a:t>
            </a:r>
            <a:r>
              <a:rPr spc="30" dirty="0"/>
              <a:t> </a:t>
            </a:r>
            <a:r>
              <a:rPr spc="-45" dirty="0"/>
              <a:t>Quality</a:t>
            </a:r>
          </a:p>
        </p:txBody>
      </p:sp>
      <p:pic>
        <p:nvPicPr>
          <p:cNvPr id="3" name="object 3"/>
          <p:cNvPicPr/>
          <p:nvPr/>
        </p:nvPicPr>
        <p:blipFill>
          <a:blip r:embed="rId2" cstate="print"/>
          <a:stretch>
            <a:fillRect/>
          </a:stretch>
        </p:blipFill>
        <p:spPr>
          <a:xfrm>
            <a:off x="609600" y="1066800"/>
            <a:ext cx="10972800" cy="55676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1824" y="332656"/>
            <a:ext cx="5996151" cy="610820"/>
          </a:xfrm>
        </p:spPr>
        <p:txBody>
          <a:bodyPr>
            <a:normAutofit/>
          </a:bodyPr>
          <a:lstStyle/>
          <a:p>
            <a:pPr algn="ctr"/>
            <a:r>
              <a:rPr lang="en-US" dirty="0">
                <a:solidFill>
                  <a:schemeClr val="tx1"/>
                </a:solidFill>
              </a:rPr>
              <a:t>PRECISION &amp; ACCURACY</a:t>
            </a:r>
          </a:p>
        </p:txBody>
      </p:sp>
      <p:pic>
        <p:nvPicPr>
          <p:cNvPr id="7170" name="Picture 2" descr="D:\bahria 2019\FOPM\Sumaiya\Lecture 12\FINAL\P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497" y="1124744"/>
            <a:ext cx="9031287" cy="558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718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6354" y="332656"/>
            <a:ext cx="5996151" cy="610820"/>
          </a:xfrm>
        </p:spPr>
        <p:txBody>
          <a:bodyPr>
            <a:normAutofit/>
          </a:bodyPr>
          <a:lstStyle/>
          <a:p>
            <a:pPr algn="ctr"/>
            <a:r>
              <a:rPr lang="en-US" dirty="0">
                <a:solidFill>
                  <a:schemeClr val="tx1"/>
                </a:solidFill>
              </a:rPr>
              <a:t>ACCURACY VS PRECISION</a:t>
            </a:r>
          </a:p>
        </p:txBody>
      </p:sp>
      <p:pic>
        <p:nvPicPr>
          <p:cNvPr id="9218" name="Picture 2" descr="D:\bahria 2019\FOPM\Sumaiya\Lecture 12\FINAL\AP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872" y="1309170"/>
            <a:ext cx="8903624" cy="5092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348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bahria 2019\FOPM\Sumaiya\Lecture 12\FINAL\PA E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1412776"/>
            <a:ext cx="7796592"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523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7848" y="260648"/>
            <a:ext cx="5780127" cy="610820"/>
          </a:xfrm>
        </p:spPr>
        <p:txBody>
          <a:bodyPr>
            <a:normAutofit/>
          </a:bodyPr>
          <a:lstStyle/>
          <a:p>
            <a:pPr algn="ctr"/>
            <a:r>
              <a:rPr lang="en-US" dirty="0">
                <a:solidFill>
                  <a:schemeClr val="tx1"/>
                </a:solidFill>
              </a:rPr>
              <a:t>ACCURACY &amp; PRECISION</a:t>
            </a:r>
          </a:p>
        </p:txBody>
      </p:sp>
      <p:pic>
        <p:nvPicPr>
          <p:cNvPr id="10242" name="Picture 2" descr="D:\bahria 2019\FOPM\Sumaiya\Lecture 12\FINAL\PM P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9340" y="1268761"/>
            <a:ext cx="8840787"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447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D:\bahria 2019\FOPM\Sumaiya\Lecture 12\FINAL\1PM P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089" y="666750"/>
            <a:ext cx="9012237" cy="552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779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3873" y="332656"/>
            <a:ext cx="5420087" cy="610820"/>
          </a:xfrm>
        </p:spPr>
        <p:txBody>
          <a:bodyPr>
            <a:normAutofit/>
          </a:bodyPr>
          <a:lstStyle/>
          <a:p>
            <a:pPr algn="ctr"/>
            <a:r>
              <a:rPr lang="en-US" dirty="0">
                <a:solidFill>
                  <a:schemeClr val="tx1"/>
                </a:solidFill>
              </a:rPr>
              <a:t>7 QC TOOLS</a:t>
            </a:r>
          </a:p>
        </p:txBody>
      </p:sp>
      <p:pic>
        <p:nvPicPr>
          <p:cNvPr id="26626" name="Picture 2" descr="D:\bahria 2019\FOPM\Sumaiya\Lecture 12\FINAL\7 QC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96752"/>
            <a:ext cx="9148298" cy="443711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58364" y="5797714"/>
            <a:ext cx="9146149" cy="1015663"/>
          </a:xfrm>
          <a:prstGeom prst="rect">
            <a:avLst/>
          </a:prstGeom>
        </p:spPr>
        <p:txBody>
          <a:bodyPr wrap="square">
            <a:spAutoFit/>
          </a:bodyPr>
          <a:lstStyle/>
          <a:p>
            <a:r>
              <a:rPr lang="en-US" sz="2000" b="1" dirty="0">
                <a:solidFill>
                  <a:srgbClr val="FF0000"/>
                </a:solidFill>
              </a:rPr>
              <a:t>The 7 QC tools are fundamental instruments to improve the process and product quality</a:t>
            </a:r>
            <a:r>
              <a:rPr lang="en-US" sz="2000" b="1" dirty="0"/>
              <a:t>.</a:t>
            </a:r>
            <a:r>
              <a:rPr lang="en-US" sz="2000" dirty="0"/>
              <a:t> They are used to examine the production process, identify the key issues, control fluctuations of product quality, and give solutions to avoid future defect</a:t>
            </a:r>
          </a:p>
        </p:txBody>
      </p:sp>
    </p:spTree>
    <p:extLst>
      <p:ext uri="{BB962C8B-B14F-4D97-AF65-F5344CB8AC3E}">
        <p14:creationId xmlns:p14="http://schemas.microsoft.com/office/powerpoint/2010/main" val="3133221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77340"/>
            <a:ext cx="10972800" cy="276999"/>
          </a:xfrm>
        </p:spPr>
        <p:txBody>
          <a:bodyPr/>
          <a:lstStyle/>
          <a:p>
            <a:endParaRPr lang="en-US" dirty="0"/>
          </a:p>
        </p:txBody>
      </p:sp>
      <p:pic>
        <p:nvPicPr>
          <p:cNvPr id="30722" name="Picture 2" descr="D:\bahria 2019\FOPM\Sumaiya\Lecture 12\FINAL\FISH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1340768"/>
            <a:ext cx="8136904" cy="4896545"/>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4943872" y="332656"/>
            <a:ext cx="5564103" cy="610820"/>
          </a:xfrm>
        </p:spPr>
        <p:txBody>
          <a:bodyPr>
            <a:normAutofit/>
          </a:bodyPr>
          <a:lstStyle/>
          <a:p>
            <a:pPr algn="ctr"/>
            <a:r>
              <a:rPr lang="en-US" dirty="0"/>
              <a:t>FISH BONE DIAGRAM</a:t>
            </a:r>
          </a:p>
        </p:txBody>
      </p:sp>
    </p:spTree>
    <p:extLst>
      <p:ext uri="{BB962C8B-B14F-4D97-AF65-F5344CB8AC3E}">
        <p14:creationId xmlns:p14="http://schemas.microsoft.com/office/powerpoint/2010/main" val="2605573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descr="D:\bahria 2019\FOPM\Sumaiya\Lecture 12\FINAL\FB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838200"/>
            <a:ext cx="8280920" cy="5088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0682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C904F-2936-55BF-5EA4-CD9E16A06AE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AFA3EDB-81EC-5357-C8E2-6CA4FA776A86}"/>
              </a:ext>
            </a:extLst>
          </p:cNvPr>
          <p:cNvSpPr>
            <a:spLocks noGrp="1"/>
          </p:cNvSpPr>
          <p:nvPr>
            <p:ph type="body" idx="1"/>
          </p:nvPr>
        </p:nvSpPr>
        <p:spPr>
          <a:xfrm>
            <a:off x="609600" y="1577340"/>
            <a:ext cx="5334000" cy="2492990"/>
          </a:xfrm>
        </p:spPr>
        <p:txBody>
          <a:bodyPr/>
          <a:lstStyle/>
          <a:p>
            <a:pPr>
              <a:buNone/>
            </a:pPr>
            <a:r>
              <a:rPr lang="en-US" b="1" dirty="0"/>
              <a:t>1. Man (People)</a:t>
            </a:r>
          </a:p>
          <a:p>
            <a:pPr>
              <a:buNone/>
            </a:pPr>
            <a:r>
              <a:rPr lang="en-US" b="1" dirty="0"/>
              <a:t>Refers to:</a:t>
            </a:r>
            <a:r>
              <a:rPr lang="en-US" dirty="0"/>
              <a:t> Human involvement, skills, training, behavior.</a:t>
            </a:r>
          </a:p>
          <a:p>
            <a:pPr>
              <a:buNone/>
            </a:pPr>
            <a:r>
              <a:rPr lang="en-US" b="1" dirty="0"/>
              <a:t>How to measure:</a:t>
            </a:r>
            <a:endParaRPr lang="en-US" dirty="0"/>
          </a:p>
          <a:p>
            <a:pPr>
              <a:buFont typeface="Arial" panose="020B0604020202020204" pitchFamily="34" charset="0"/>
              <a:buChar char="•"/>
            </a:pPr>
            <a:r>
              <a:rPr lang="en-US" dirty="0"/>
              <a:t>Error rate or number of defects caused by human error</a:t>
            </a:r>
          </a:p>
          <a:p>
            <a:pPr>
              <a:buFont typeface="Arial" panose="020B0604020202020204" pitchFamily="34" charset="0"/>
              <a:buChar char="•"/>
            </a:pPr>
            <a:r>
              <a:rPr lang="en-US" dirty="0"/>
              <a:t>Training hours per employee</a:t>
            </a:r>
          </a:p>
          <a:p>
            <a:pPr>
              <a:buFont typeface="Arial" panose="020B0604020202020204" pitchFamily="34" charset="0"/>
              <a:buChar char="•"/>
            </a:pPr>
            <a:r>
              <a:rPr lang="en-US" dirty="0"/>
              <a:t>Skill competency assessments</a:t>
            </a:r>
          </a:p>
          <a:p>
            <a:pPr>
              <a:buFont typeface="Arial" panose="020B0604020202020204" pitchFamily="34" charset="0"/>
              <a:buChar char="•"/>
            </a:pPr>
            <a:r>
              <a:rPr lang="en-US" dirty="0"/>
              <a:t>Employee satisfaction or engagement surveys</a:t>
            </a:r>
          </a:p>
          <a:p>
            <a:pPr>
              <a:buFont typeface="Arial" panose="020B0604020202020204" pitchFamily="34" charset="0"/>
              <a:buChar char="•"/>
            </a:pPr>
            <a:r>
              <a:rPr lang="en-US" dirty="0"/>
              <a:t>Adherence to standard procedures</a:t>
            </a:r>
          </a:p>
          <a:p>
            <a:endParaRPr lang="en-US" dirty="0"/>
          </a:p>
        </p:txBody>
      </p:sp>
      <p:sp>
        <p:nvSpPr>
          <p:cNvPr id="15" name="Text Placeholder 2">
            <a:extLst>
              <a:ext uri="{FF2B5EF4-FFF2-40B4-BE49-F238E27FC236}">
                <a16:creationId xmlns:a16="http://schemas.microsoft.com/office/drawing/2014/main" id="{B512CCD3-BA40-8EBF-8B06-3E0E250F1C9E}"/>
              </a:ext>
            </a:extLst>
          </p:cNvPr>
          <p:cNvSpPr txBox="1">
            <a:spLocks/>
          </p:cNvSpPr>
          <p:nvPr/>
        </p:nvSpPr>
        <p:spPr>
          <a:xfrm>
            <a:off x="6477000" y="1577340"/>
            <a:ext cx="5334000" cy="2769989"/>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buNone/>
            </a:pPr>
            <a:r>
              <a:rPr lang="en-US" b="1" dirty="0"/>
              <a:t>✅ 2. Machine</a:t>
            </a:r>
          </a:p>
          <a:p>
            <a:pPr>
              <a:buNone/>
            </a:pPr>
            <a:r>
              <a:rPr lang="en-US" b="1" dirty="0"/>
              <a:t>Refers to:</a:t>
            </a:r>
            <a:r>
              <a:rPr lang="en-US" dirty="0"/>
              <a:t> Equipment, tools, and technology used in the process.</a:t>
            </a:r>
          </a:p>
          <a:p>
            <a:pPr>
              <a:buNone/>
            </a:pPr>
            <a:r>
              <a:rPr lang="en-US" b="1" dirty="0"/>
              <a:t>How to measure:</a:t>
            </a:r>
            <a:endParaRPr lang="en-US" dirty="0"/>
          </a:p>
          <a:p>
            <a:pPr>
              <a:buFont typeface="Arial" panose="020B0604020202020204" pitchFamily="34" charset="0"/>
              <a:buChar char="•"/>
            </a:pPr>
            <a:r>
              <a:rPr lang="en-US" dirty="0"/>
              <a:t>Equipment downtime or failure rate</a:t>
            </a:r>
          </a:p>
          <a:p>
            <a:pPr>
              <a:buFont typeface="Arial" panose="020B0604020202020204" pitchFamily="34" charset="0"/>
              <a:buChar char="•"/>
            </a:pPr>
            <a:r>
              <a:rPr lang="en-US" dirty="0"/>
              <a:t>Maintenance frequency and records</a:t>
            </a:r>
          </a:p>
          <a:p>
            <a:pPr>
              <a:buFont typeface="Arial" panose="020B0604020202020204" pitchFamily="34" charset="0"/>
              <a:buChar char="•"/>
            </a:pPr>
            <a:r>
              <a:rPr lang="en-US" dirty="0"/>
              <a:t>Calibration status and accuracy</a:t>
            </a:r>
          </a:p>
          <a:p>
            <a:pPr>
              <a:buFont typeface="Arial" panose="020B0604020202020204" pitchFamily="34" charset="0"/>
              <a:buChar char="•"/>
            </a:pPr>
            <a:r>
              <a:rPr lang="en-US" dirty="0"/>
              <a:t>Output efficiency or machine utilization rate</a:t>
            </a:r>
          </a:p>
          <a:p>
            <a:pPr>
              <a:buFont typeface="Arial" panose="020B0604020202020204" pitchFamily="34" charset="0"/>
              <a:buChar char="•"/>
            </a:pPr>
            <a:r>
              <a:rPr lang="en-US" dirty="0"/>
              <a:t>Age and condition of machinery</a:t>
            </a:r>
          </a:p>
          <a:p>
            <a:endParaRPr lang="en-US" kern="0" dirty="0">
              <a:solidFill>
                <a:sysClr val="windowText" lastClr="000000"/>
              </a:solidFill>
            </a:endParaRPr>
          </a:p>
        </p:txBody>
      </p:sp>
      <p:sp>
        <p:nvSpPr>
          <p:cNvPr id="16" name="Text Placeholder 2">
            <a:extLst>
              <a:ext uri="{FF2B5EF4-FFF2-40B4-BE49-F238E27FC236}">
                <a16:creationId xmlns:a16="http://schemas.microsoft.com/office/drawing/2014/main" id="{1A8B791D-090C-1ACD-835A-6535B00CDE43}"/>
              </a:ext>
            </a:extLst>
          </p:cNvPr>
          <p:cNvSpPr txBox="1">
            <a:spLocks/>
          </p:cNvSpPr>
          <p:nvPr/>
        </p:nvSpPr>
        <p:spPr>
          <a:xfrm>
            <a:off x="604519" y="4070330"/>
            <a:ext cx="5334000" cy="2769989"/>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buNone/>
            </a:pPr>
            <a:r>
              <a:rPr lang="en-US" b="1" dirty="0"/>
              <a:t>✅ 3. Method</a:t>
            </a:r>
          </a:p>
          <a:p>
            <a:pPr>
              <a:buNone/>
            </a:pPr>
            <a:r>
              <a:rPr lang="en-US" b="1" dirty="0"/>
              <a:t>Refers to:</a:t>
            </a:r>
            <a:r>
              <a:rPr lang="en-US" dirty="0"/>
              <a:t> The processes or procedures used to complete tasks.</a:t>
            </a:r>
          </a:p>
          <a:p>
            <a:pPr>
              <a:buNone/>
            </a:pPr>
            <a:r>
              <a:rPr lang="en-US" b="1" dirty="0"/>
              <a:t>How to measure:</a:t>
            </a:r>
            <a:endParaRPr lang="en-US" dirty="0"/>
          </a:p>
          <a:p>
            <a:pPr>
              <a:buFont typeface="Arial" panose="020B0604020202020204" pitchFamily="34" charset="0"/>
              <a:buChar char="•"/>
            </a:pPr>
            <a:r>
              <a:rPr lang="en-US" dirty="0"/>
              <a:t>Process cycle time</a:t>
            </a:r>
          </a:p>
          <a:p>
            <a:pPr>
              <a:buFont typeface="Arial" panose="020B0604020202020204" pitchFamily="34" charset="0"/>
              <a:buChar char="•"/>
            </a:pPr>
            <a:r>
              <a:rPr lang="en-US" dirty="0"/>
              <a:t>Number of process steps or handoffs</a:t>
            </a:r>
          </a:p>
          <a:p>
            <a:pPr>
              <a:buFont typeface="Arial" panose="020B0604020202020204" pitchFamily="34" charset="0"/>
              <a:buChar char="•"/>
            </a:pPr>
            <a:r>
              <a:rPr lang="en-US" dirty="0"/>
              <a:t>Standard Operating Procedure (SOP) compliance rate</a:t>
            </a:r>
          </a:p>
          <a:p>
            <a:pPr>
              <a:buFont typeface="Arial" panose="020B0604020202020204" pitchFamily="34" charset="0"/>
              <a:buChar char="•"/>
            </a:pPr>
            <a:r>
              <a:rPr lang="en-US" dirty="0"/>
              <a:t>Variation in methods among different teams/shifts</a:t>
            </a:r>
          </a:p>
          <a:p>
            <a:pPr>
              <a:buFont typeface="Arial" panose="020B0604020202020204" pitchFamily="34" charset="0"/>
              <a:buChar char="•"/>
            </a:pPr>
            <a:r>
              <a:rPr lang="en-US" dirty="0"/>
              <a:t>Process audit results</a:t>
            </a:r>
          </a:p>
          <a:p>
            <a:endParaRPr lang="en-US" kern="0" dirty="0">
              <a:solidFill>
                <a:sysClr val="windowText" lastClr="000000"/>
              </a:solidFill>
            </a:endParaRPr>
          </a:p>
        </p:txBody>
      </p:sp>
      <p:sp>
        <p:nvSpPr>
          <p:cNvPr id="17" name="Text Placeholder 2">
            <a:extLst>
              <a:ext uri="{FF2B5EF4-FFF2-40B4-BE49-F238E27FC236}">
                <a16:creationId xmlns:a16="http://schemas.microsoft.com/office/drawing/2014/main" id="{FE74A23A-7D5E-83DE-982B-FEB658CF7B9F}"/>
              </a:ext>
            </a:extLst>
          </p:cNvPr>
          <p:cNvSpPr txBox="1">
            <a:spLocks/>
          </p:cNvSpPr>
          <p:nvPr/>
        </p:nvSpPr>
        <p:spPr>
          <a:xfrm>
            <a:off x="6500446" y="4087818"/>
            <a:ext cx="5334000" cy="2769989"/>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buNone/>
            </a:pPr>
            <a:r>
              <a:rPr lang="en-US" b="1" dirty="0"/>
              <a:t>✅ 4. Material</a:t>
            </a:r>
          </a:p>
          <a:p>
            <a:pPr>
              <a:buNone/>
            </a:pPr>
            <a:r>
              <a:rPr lang="en-US" b="1" dirty="0"/>
              <a:t>Refers to:</a:t>
            </a:r>
            <a:r>
              <a:rPr lang="en-US" dirty="0"/>
              <a:t> Raw materials, components, or consumables used in production.</a:t>
            </a:r>
          </a:p>
          <a:p>
            <a:pPr>
              <a:buNone/>
            </a:pPr>
            <a:r>
              <a:rPr lang="en-US" b="1" dirty="0"/>
              <a:t>How to measure:</a:t>
            </a:r>
            <a:endParaRPr lang="en-US" dirty="0"/>
          </a:p>
          <a:p>
            <a:pPr>
              <a:buFont typeface="Arial" panose="020B0604020202020204" pitchFamily="34" charset="0"/>
              <a:buChar char="•"/>
            </a:pPr>
            <a:r>
              <a:rPr lang="en-US" dirty="0"/>
              <a:t>Defect rate in incoming materials</a:t>
            </a:r>
          </a:p>
          <a:p>
            <a:pPr>
              <a:buFont typeface="Arial" panose="020B0604020202020204" pitchFamily="34" charset="0"/>
              <a:buChar char="•"/>
            </a:pPr>
            <a:r>
              <a:rPr lang="en-US" dirty="0"/>
              <a:t>Supplier quality ratings</a:t>
            </a:r>
          </a:p>
          <a:p>
            <a:pPr>
              <a:buFont typeface="Arial" panose="020B0604020202020204" pitchFamily="34" charset="0"/>
              <a:buChar char="•"/>
            </a:pPr>
            <a:r>
              <a:rPr lang="en-US" dirty="0"/>
              <a:t>Material wastage or scrap rate</a:t>
            </a:r>
          </a:p>
          <a:p>
            <a:pPr>
              <a:buFont typeface="Arial" panose="020B0604020202020204" pitchFamily="34" charset="0"/>
              <a:buChar char="•"/>
            </a:pPr>
            <a:r>
              <a:rPr lang="en-US" dirty="0"/>
              <a:t>Consistency in material specifications</a:t>
            </a:r>
          </a:p>
          <a:p>
            <a:pPr>
              <a:buFont typeface="Arial" panose="020B0604020202020204" pitchFamily="34" charset="0"/>
              <a:buChar char="•"/>
            </a:pPr>
            <a:r>
              <a:rPr lang="en-US" dirty="0"/>
              <a:t>Inventory accuracy</a:t>
            </a:r>
          </a:p>
          <a:p>
            <a:endParaRPr lang="en-US" kern="0" dirty="0">
              <a:solidFill>
                <a:sysClr val="windowText" lastClr="000000"/>
              </a:solidFill>
            </a:endParaRPr>
          </a:p>
        </p:txBody>
      </p:sp>
    </p:spTree>
    <p:extLst>
      <p:ext uri="{BB962C8B-B14F-4D97-AF65-F5344CB8AC3E}">
        <p14:creationId xmlns:p14="http://schemas.microsoft.com/office/powerpoint/2010/main" val="890999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8440D-1143-C50E-AE76-8E33DCE7E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39C8D-3B5F-62CB-467B-97D2E832A80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AAC16FE-B868-9C77-B616-8BE893936423}"/>
              </a:ext>
            </a:extLst>
          </p:cNvPr>
          <p:cNvSpPr>
            <a:spLocks noGrp="1"/>
          </p:cNvSpPr>
          <p:nvPr>
            <p:ph type="body" idx="1"/>
          </p:nvPr>
        </p:nvSpPr>
        <p:spPr>
          <a:xfrm>
            <a:off x="609600" y="1577340"/>
            <a:ext cx="5334000" cy="2769989"/>
          </a:xfrm>
        </p:spPr>
        <p:txBody>
          <a:bodyPr/>
          <a:lstStyle/>
          <a:p>
            <a:pPr>
              <a:buNone/>
            </a:pPr>
            <a:r>
              <a:rPr lang="en-US" b="1" dirty="0"/>
              <a:t>✅ 5. Measurement</a:t>
            </a:r>
          </a:p>
          <a:p>
            <a:pPr>
              <a:buNone/>
            </a:pPr>
            <a:r>
              <a:rPr lang="en-US" b="1" dirty="0"/>
              <a:t>Refers to:</a:t>
            </a:r>
            <a:r>
              <a:rPr lang="en-US" dirty="0"/>
              <a:t> Data collection methods, instruments, and accuracy.</a:t>
            </a:r>
          </a:p>
          <a:p>
            <a:pPr>
              <a:buNone/>
            </a:pPr>
            <a:r>
              <a:rPr lang="en-US" b="1" dirty="0"/>
              <a:t>How to measure:</a:t>
            </a:r>
            <a:endParaRPr lang="en-US" dirty="0"/>
          </a:p>
          <a:p>
            <a:pPr>
              <a:buFont typeface="Arial" panose="020B0604020202020204" pitchFamily="34" charset="0"/>
              <a:buChar char="•"/>
            </a:pPr>
            <a:r>
              <a:rPr lang="en-US" dirty="0"/>
              <a:t>Calibration frequency of measurement tools</a:t>
            </a:r>
          </a:p>
          <a:p>
            <a:pPr>
              <a:buFont typeface="Arial" panose="020B0604020202020204" pitchFamily="34" charset="0"/>
              <a:buChar char="•"/>
            </a:pPr>
            <a:r>
              <a:rPr lang="en-US" dirty="0"/>
              <a:t>Measurement error rate</a:t>
            </a:r>
          </a:p>
          <a:p>
            <a:pPr>
              <a:buFont typeface="Arial" panose="020B0604020202020204" pitchFamily="34" charset="0"/>
              <a:buChar char="•"/>
            </a:pPr>
            <a:r>
              <a:rPr lang="en-US" dirty="0"/>
              <a:t>Consistency and reliability of data</a:t>
            </a:r>
          </a:p>
          <a:p>
            <a:pPr>
              <a:buFont typeface="Arial" panose="020B0604020202020204" pitchFamily="34" charset="0"/>
              <a:buChar char="•"/>
            </a:pPr>
            <a:r>
              <a:rPr lang="en-US" dirty="0"/>
              <a:t>Use of control charts to assess variation</a:t>
            </a:r>
          </a:p>
          <a:p>
            <a:pPr>
              <a:buFont typeface="Arial" panose="020B0604020202020204" pitchFamily="34" charset="0"/>
              <a:buChar char="•"/>
            </a:pPr>
            <a:r>
              <a:rPr lang="en-US" dirty="0"/>
              <a:t>Inspection pass/fail ratios</a:t>
            </a:r>
          </a:p>
          <a:p>
            <a:endParaRPr lang="en-US" dirty="0"/>
          </a:p>
        </p:txBody>
      </p:sp>
      <p:sp>
        <p:nvSpPr>
          <p:cNvPr id="15" name="Text Placeholder 2">
            <a:extLst>
              <a:ext uri="{FF2B5EF4-FFF2-40B4-BE49-F238E27FC236}">
                <a16:creationId xmlns:a16="http://schemas.microsoft.com/office/drawing/2014/main" id="{05534075-D263-EC97-5D45-97A2D82F19BE}"/>
              </a:ext>
            </a:extLst>
          </p:cNvPr>
          <p:cNvSpPr txBox="1">
            <a:spLocks/>
          </p:cNvSpPr>
          <p:nvPr/>
        </p:nvSpPr>
        <p:spPr>
          <a:xfrm>
            <a:off x="6477000" y="1577340"/>
            <a:ext cx="5334000" cy="3046988"/>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buNone/>
            </a:pPr>
            <a:r>
              <a:rPr lang="en-US" b="1" dirty="0"/>
              <a:t>✅ 6. Mother Nature (Environment)</a:t>
            </a:r>
          </a:p>
          <a:p>
            <a:pPr>
              <a:buNone/>
            </a:pPr>
            <a:r>
              <a:rPr lang="en-US" b="1" dirty="0"/>
              <a:t>Refers to:</a:t>
            </a:r>
            <a:r>
              <a:rPr lang="en-US" dirty="0"/>
              <a:t> Surroundings including temperature, humidity, lighting, cleanliness, etc.</a:t>
            </a:r>
          </a:p>
          <a:p>
            <a:pPr>
              <a:buNone/>
            </a:pPr>
            <a:r>
              <a:rPr lang="en-US" b="1" dirty="0"/>
              <a:t>How to measure:</a:t>
            </a:r>
            <a:endParaRPr lang="en-US" dirty="0"/>
          </a:p>
          <a:p>
            <a:pPr>
              <a:buFont typeface="Arial" panose="020B0604020202020204" pitchFamily="34" charset="0"/>
              <a:buChar char="•"/>
            </a:pPr>
            <a:r>
              <a:rPr lang="en-US" dirty="0"/>
              <a:t>Environmental monitoring data (e.g., temperature, humidity)</a:t>
            </a:r>
          </a:p>
          <a:p>
            <a:pPr>
              <a:buFont typeface="Arial" panose="020B0604020202020204" pitchFamily="34" charset="0"/>
              <a:buChar char="•"/>
            </a:pPr>
            <a:r>
              <a:rPr lang="en-US" dirty="0"/>
              <a:t>Cleanroom or workspace contamination levels</a:t>
            </a:r>
          </a:p>
          <a:p>
            <a:pPr>
              <a:buFont typeface="Arial" panose="020B0604020202020204" pitchFamily="34" charset="0"/>
              <a:buChar char="•"/>
            </a:pPr>
            <a:r>
              <a:rPr lang="en-US" dirty="0"/>
              <a:t>Noise or lighting level audits</a:t>
            </a:r>
          </a:p>
          <a:p>
            <a:pPr>
              <a:buFont typeface="Arial" panose="020B0604020202020204" pitchFamily="34" charset="0"/>
              <a:buChar char="•"/>
            </a:pPr>
            <a:r>
              <a:rPr lang="en-US" dirty="0"/>
              <a:t>Compliance with safety/environmental standards</a:t>
            </a:r>
          </a:p>
          <a:p>
            <a:pPr>
              <a:buFont typeface="Arial" panose="020B0604020202020204" pitchFamily="34" charset="0"/>
              <a:buChar char="•"/>
            </a:pPr>
            <a:r>
              <a:rPr lang="en-US" dirty="0"/>
              <a:t>Impact of weather or seasonal changes on process</a:t>
            </a:r>
          </a:p>
          <a:p>
            <a:endParaRPr lang="en-US" kern="0" dirty="0">
              <a:solidFill>
                <a:sysClr val="windowText" lastClr="000000"/>
              </a:solidFill>
            </a:endParaRPr>
          </a:p>
        </p:txBody>
      </p:sp>
    </p:spTree>
    <p:extLst>
      <p:ext uri="{BB962C8B-B14F-4D97-AF65-F5344CB8AC3E}">
        <p14:creationId xmlns:p14="http://schemas.microsoft.com/office/powerpoint/2010/main" val="3389967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D:\bahria 2019\FOPM\Sumaiya\Lecture 12\FINAL\FB 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4" y="1277957"/>
            <a:ext cx="8064896" cy="5184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194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D:\bahria 2019\FOPM\Sumaiya\Lecture 12\FINAL\PARETO NEW 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2400"/>
            <a:ext cx="9829800" cy="340966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bahria 2019\FOPM\Sumaiya\Lecture 12\FINAL\PARETO NEW 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810000"/>
            <a:ext cx="9829800"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606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27605"/>
            <a:ext cx="5492095" cy="610820"/>
          </a:xfrm>
        </p:spPr>
        <p:txBody>
          <a:bodyPr>
            <a:normAutofit/>
          </a:bodyPr>
          <a:lstStyle/>
          <a:p>
            <a:pPr algn="ctr"/>
            <a:r>
              <a:rPr lang="en-US" dirty="0">
                <a:solidFill>
                  <a:schemeClr val="tx1"/>
                </a:solidFill>
              </a:rPr>
              <a:t>EXAMPLE</a:t>
            </a:r>
          </a:p>
        </p:txBody>
      </p:sp>
      <p:pic>
        <p:nvPicPr>
          <p:cNvPr id="27650" name="Picture 2" descr="D:\bahria 2019\FOPM\Sumaiya\Lecture 12\FINAL\Pareto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138425"/>
            <a:ext cx="7776864" cy="5425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775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5636111" cy="610820"/>
          </a:xfrm>
        </p:spPr>
        <p:txBody>
          <a:bodyPr>
            <a:normAutofit/>
          </a:bodyPr>
          <a:lstStyle/>
          <a:p>
            <a:pPr algn="ctr"/>
            <a:r>
              <a:rPr lang="en-US" dirty="0">
                <a:solidFill>
                  <a:schemeClr val="tx1"/>
                </a:solidFill>
              </a:rPr>
              <a:t>EXERCISE</a:t>
            </a:r>
          </a:p>
        </p:txBody>
      </p:sp>
      <p:pic>
        <p:nvPicPr>
          <p:cNvPr id="28675" name="Picture 3" descr="D:\bahria 2019\FOPM\Sumaiya\Lecture 12\FINAL\PARETO NEW 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00200"/>
            <a:ext cx="8945563"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2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4386" y="513924"/>
            <a:ext cx="5708119" cy="610820"/>
          </a:xfrm>
        </p:spPr>
        <p:txBody>
          <a:bodyPr>
            <a:normAutofit/>
          </a:bodyPr>
          <a:lstStyle/>
          <a:p>
            <a:pPr algn="ctr"/>
            <a:r>
              <a:rPr lang="en-US" dirty="0">
                <a:solidFill>
                  <a:schemeClr val="tx1"/>
                </a:solidFill>
              </a:rPr>
              <a:t>HISTOGRAM</a:t>
            </a:r>
          </a:p>
        </p:txBody>
      </p:sp>
      <p:pic>
        <p:nvPicPr>
          <p:cNvPr id="41986" name="Picture 2" descr="D:\bahria 2019\FOPM\Sumaiya\Lecture 12\FINAL\histogram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5326" y="1268760"/>
            <a:ext cx="8793163" cy="550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337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7848" y="441916"/>
            <a:ext cx="5780127" cy="610820"/>
          </a:xfrm>
        </p:spPr>
        <p:txBody>
          <a:bodyPr>
            <a:normAutofit/>
          </a:bodyPr>
          <a:lstStyle/>
          <a:p>
            <a:pPr algn="ctr"/>
            <a:r>
              <a:rPr lang="en-US" dirty="0">
                <a:solidFill>
                  <a:schemeClr val="tx1"/>
                </a:solidFill>
              </a:rPr>
              <a:t>FLOW CHART</a:t>
            </a:r>
          </a:p>
        </p:txBody>
      </p:sp>
      <p:pic>
        <p:nvPicPr>
          <p:cNvPr id="43010" name="Picture 2" descr="D:\bahria 2019\FOPM\Sumaiya\Lecture 12\FINAL\FLOW CHART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8016" y="1340768"/>
            <a:ext cx="8748464" cy="54006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31504" y="2629362"/>
            <a:ext cx="2987824" cy="1015663"/>
          </a:xfrm>
          <a:prstGeom prst="rect">
            <a:avLst/>
          </a:prstGeom>
        </p:spPr>
        <p:txBody>
          <a:bodyPr wrap="square">
            <a:spAutoFit/>
          </a:bodyPr>
          <a:lstStyle/>
          <a:p>
            <a:r>
              <a:rPr lang="en-US" sz="2000" b="1" dirty="0"/>
              <a:t>A flow chart is a </a:t>
            </a:r>
            <a:r>
              <a:rPr lang="en-US" sz="2000" b="1" dirty="0">
                <a:solidFill>
                  <a:srgbClr val="FF0000"/>
                </a:solidFill>
              </a:rPr>
              <a:t>visual representation of a process</a:t>
            </a:r>
            <a:r>
              <a:rPr lang="en-US" sz="2000" b="1" dirty="0"/>
              <a:t> </a:t>
            </a:r>
          </a:p>
        </p:txBody>
      </p:sp>
    </p:spTree>
    <p:extLst>
      <p:ext uri="{BB962C8B-B14F-4D97-AF65-F5344CB8AC3E}">
        <p14:creationId xmlns:p14="http://schemas.microsoft.com/office/powerpoint/2010/main" val="358075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9856" y="441916"/>
            <a:ext cx="5708119" cy="610820"/>
          </a:xfrm>
        </p:spPr>
        <p:txBody>
          <a:bodyPr>
            <a:normAutofit/>
          </a:bodyPr>
          <a:lstStyle/>
          <a:p>
            <a:pPr algn="ctr"/>
            <a:r>
              <a:rPr lang="en-US" dirty="0">
                <a:solidFill>
                  <a:schemeClr val="tx1"/>
                </a:solidFill>
              </a:rPr>
              <a:t>FLOW CHART</a:t>
            </a:r>
          </a:p>
        </p:txBody>
      </p:sp>
      <p:pic>
        <p:nvPicPr>
          <p:cNvPr id="44034" name="Picture 2" descr="D:\bahria 2019\FOPM\Sumaiya\Lecture 12\FINAL\FLOW CHART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6586" y="1268761"/>
            <a:ext cx="8497887" cy="5479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7622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CHECKSHEET</a:t>
            </a:r>
          </a:p>
        </p:txBody>
      </p:sp>
      <p:pic>
        <p:nvPicPr>
          <p:cNvPr id="36866" name="Picture 2" descr="D:\bahria 2019\FOPM\Sumaiya\Lecture 12\FINAL\CHECK SHEET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718" y="1360884"/>
            <a:ext cx="8840787" cy="552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4790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D:\bahria 2019\FOPM\Sumaiya\Lecture 12\FINAL\CHECK SHEET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0456" y="1066800"/>
            <a:ext cx="8290000" cy="39258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126480" y="5445224"/>
            <a:ext cx="8073976" cy="707886"/>
          </a:xfrm>
          <a:prstGeom prst="rect">
            <a:avLst/>
          </a:prstGeom>
        </p:spPr>
        <p:txBody>
          <a:bodyPr wrap="square">
            <a:spAutoFit/>
          </a:bodyPr>
          <a:lstStyle/>
          <a:p>
            <a:r>
              <a:rPr lang="en-US" sz="2000" b="1" dirty="0"/>
              <a:t>The purpose of a checklist is</a:t>
            </a:r>
            <a:r>
              <a:rPr lang="en-US" sz="2000" b="1" dirty="0">
                <a:solidFill>
                  <a:srgbClr val="FF0000"/>
                </a:solidFill>
              </a:rPr>
              <a:t> to summarize, and in some cases; graphically depict a tally count of event occurrences.</a:t>
            </a:r>
          </a:p>
        </p:txBody>
      </p:sp>
    </p:spTree>
    <p:extLst>
      <p:ext uri="{BB962C8B-B14F-4D97-AF65-F5344CB8AC3E}">
        <p14:creationId xmlns:p14="http://schemas.microsoft.com/office/powerpoint/2010/main" val="2870566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7848" y="527605"/>
            <a:ext cx="5780127" cy="610820"/>
          </a:xfrm>
        </p:spPr>
        <p:txBody>
          <a:bodyPr>
            <a:normAutofit/>
          </a:bodyPr>
          <a:lstStyle/>
          <a:p>
            <a:pPr algn="ctr"/>
            <a:r>
              <a:rPr lang="en-US" dirty="0">
                <a:solidFill>
                  <a:schemeClr val="tx1"/>
                </a:solidFill>
              </a:rPr>
              <a:t>SCATTER DIAGRAM</a:t>
            </a:r>
          </a:p>
        </p:txBody>
      </p:sp>
      <p:pic>
        <p:nvPicPr>
          <p:cNvPr id="38915" name="Picture 3" descr="D:\bahria 2019\FOPM\Sumaiya\Lecture 12\FINAL\SCATTER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614" y="1484784"/>
            <a:ext cx="8993187" cy="485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060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D:\bahria 2019\FOPM\Sumaiya\Lecture 12\FINAL\SCATTER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57200"/>
            <a:ext cx="8640960" cy="5661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97299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9856" y="404664"/>
            <a:ext cx="5708119" cy="610820"/>
          </a:xfrm>
        </p:spPr>
        <p:txBody>
          <a:bodyPr>
            <a:normAutofit/>
          </a:bodyPr>
          <a:lstStyle/>
          <a:p>
            <a:pPr algn="ctr"/>
            <a:r>
              <a:rPr lang="en-US" dirty="0">
                <a:solidFill>
                  <a:schemeClr val="tx1"/>
                </a:solidFill>
              </a:rPr>
              <a:t>SCATTER</a:t>
            </a:r>
            <a:r>
              <a:rPr lang="en-US" dirty="0"/>
              <a:t> </a:t>
            </a:r>
            <a:r>
              <a:rPr lang="en-US" dirty="0">
                <a:solidFill>
                  <a:schemeClr val="tx1"/>
                </a:solidFill>
              </a:rPr>
              <a:t>DIAGRAM</a:t>
            </a:r>
          </a:p>
        </p:txBody>
      </p:sp>
      <p:pic>
        <p:nvPicPr>
          <p:cNvPr id="40962" name="Picture 2" descr="D:\bahria 2019\FOPM\Sumaiya\Lecture 12\FINAL\SCATTER 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5" y="1451714"/>
            <a:ext cx="8402637" cy="535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174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9856" y="527605"/>
            <a:ext cx="5708119" cy="610820"/>
          </a:xfrm>
        </p:spPr>
        <p:txBody>
          <a:bodyPr>
            <a:normAutofit/>
          </a:bodyPr>
          <a:lstStyle/>
          <a:p>
            <a:pPr algn="ctr"/>
            <a:r>
              <a:rPr lang="en-US" dirty="0">
                <a:solidFill>
                  <a:schemeClr val="tx1"/>
                </a:solidFill>
              </a:rPr>
              <a:t>CONTROL CHART</a:t>
            </a:r>
          </a:p>
        </p:txBody>
      </p:sp>
      <p:pic>
        <p:nvPicPr>
          <p:cNvPr id="45059" name="Picture 3" descr="D:\bahria 2019\FOPM\Sumaiya\Lecture 12\FINAL\Control CHART 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4" y="1268760"/>
            <a:ext cx="8784976" cy="45486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31504" y="5817458"/>
            <a:ext cx="9036496" cy="707886"/>
          </a:xfrm>
          <a:prstGeom prst="rect">
            <a:avLst/>
          </a:prstGeom>
        </p:spPr>
        <p:txBody>
          <a:bodyPr wrap="square">
            <a:spAutoFit/>
          </a:bodyPr>
          <a:lstStyle/>
          <a:p>
            <a:r>
              <a:rPr lang="en-US" sz="2000" dirty="0"/>
              <a:t>The best tool</a:t>
            </a:r>
            <a:r>
              <a:rPr lang="en-US" sz="2000" b="1" dirty="0">
                <a:solidFill>
                  <a:srgbClr val="FF0000"/>
                </a:solidFill>
              </a:rPr>
              <a:t> to investigate variation in a process is a control chart</a:t>
            </a:r>
            <a:r>
              <a:rPr lang="en-US" sz="2000" dirty="0"/>
              <a:t>. A control chart is often called a time series plot that is used to monitor a process over time</a:t>
            </a:r>
          </a:p>
        </p:txBody>
      </p:sp>
    </p:spTree>
    <p:extLst>
      <p:ext uri="{BB962C8B-B14F-4D97-AF65-F5344CB8AC3E}">
        <p14:creationId xmlns:p14="http://schemas.microsoft.com/office/powerpoint/2010/main" val="1971523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D:\bahria 2019\FOPM\Sumaiya\Lecture 12\FINAL\Control CHAR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96753"/>
            <a:ext cx="5580112" cy="3008561"/>
          </a:xfrm>
          <a:prstGeom prst="rect">
            <a:avLst/>
          </a:prstGeom>
          <a:noFill/>
          <a:extLst>
            <a:ext uri="{909E8E84-426E-40DD-AFC4-6F175D3DCCD1}">
              <a14:hiddenFill xmlns:a14="http://schemas.microsoft.com/office/drawing/2010/main">
                <a:solidFill>
                  <a:srgbClr val="FFFFFF"/>
                </a:solidFill>
              </a14:hiddenFill>
            </a:ext>
          </a:extLst>
        </p:spPr>
      </p:pic>
      <p:pic>
        <p:nvPicPr>
          <p:cNvPr id="46083" name="Picture 3" descr="D:\bahria 2019\FOPM\Sumaiya\Lecture 12\FINAL\Control CHART 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861" y="4205313"/>
            <a:ext cx="4838820" cy="268833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a:xfrm>
            <a:off x="4799856" y="404664"/>
            <a:ext cx="5708119" cy="610820"/>
          </a:xfrm>
        </p:spPr>
        <p:txBody>
          <a:bodyPr>
            <a:normAutofit/>
          </a:bodyPr>
          <a:lstStyle/>
          <a:p>
            <a:pPr algn="ctr"/>
            <a:r>
              <a:rPr lang="en-US" dirty="0">
                <a:solidFill>
                  <a:schemeClr val="tx1"/>
                </a:solidFill>
              </a:rPr>
              <a:t>CONTROL CHART</a:t>
            </a:r>
          </a:p>
        </p:txBody>
      </p:sp>
    </p:spTree>
    <p:extLst>
      <p:ext uri="{BB962C8B-B14F-4D97-AF65-F5344CB8AC3E}">
        <p14:creationId xmlns:p14="http://schemas.microsoft.com/office/powerpoint/2010/main" val="284767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519" y="309879"/>
            <a:ext cx="10982960" cy="492443"/>
          </a:xfrm>
        </p:spPr>
        <p:txBody>
          <a:bodyPr/>
          <a:lstStyle/>
          <a:p>
            <a:pPr algn="ctr" rtl="0"/>
            <a:r>
              <a:rPr lang="en-US" b="1" dirty="0">
                <a:solidFill>
                  <a:schemeClr val="tx1"/>
                </a:solidFill>
              </a:rPr>
              <a:t>Stratification</a:t>
            </a:r>
            <a:endParaRPr lang="en-US" dirty="0">
              <a:solidFill>
                <a:schemeClr val="tx1"/>
              </a:solidFill>
            </a:endParaRPr>
          </a:p>
        </p:txBody>
      </p:sp>
      <p:sp>
        <p:nvSpPr>
          <p:cNvPr id="3" name="Text Placeholder 2"/>
          <p:cNvSpPr>
            <a:spLocks noGrp="1"/>
          </p:cNvSpPr>
          <p:nvPr>
            <p:ph type="body" idx="1"/>
          </p:nvPr>
        </p:nvSpPr>
        <p:spPr>
          <a:xfrm>
            <a:off x="578499" y="807898"/>
            <a:ext cx="10972800" cy="2954655"/>
          </a:xfrm>
        </p:spPr>
        <p:txBody>
          <a:bodyPr/>
          <a:lstStyle/>
          <a:p>
            <a:pPr marL="342900" indent="-342900" algn="just">
              <a:buFont typeface="Arial" panose="020B0604020202020204" pitchFamily="34" charset="0"/>
              <a:buChar char="•"/>
            </a:pPr>
            <a:r>
              <a:rPr lang="en-US" sz="2400" dirty="0"/>
              <a:t>Stratification analysis is a quality assurance tool used to sort data, objects, and people into separate and distinct groups. Separating your data using stratification can help you determine its meaning, revealing patterns that might not otherwise be visible when it’s been lumped together. </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Whether you’re looking at equipment, products, shifts, materials, or even days of the week, stratification analysis lets you make sense of your data before, during, and after its collection.</a:t>
            </a:r>
          </a:p>
        </p:txBody>
      </p:sp>
      <p:pic>
        <p:nvPicPr>
          <p:cNvPr id="4" name="Picture 3"/>
          <p:cNvPicPr>
            <a:picLocks noChangeAspect="1"/>
          </p:cNvPicPr>
          <p:nvPr/>
        </p:nvPicPr>
        <p:blipFill>
          <a:blip r:embed="rId2"/>
          <a:stretch>
            <a:fillRect/>
          </a:stretch>
        </p:blipFill>
        <p:spPr>
          <a:xfrm>
            <a:off x="3429000" y="3581400"/>
            <a:ext cx="6062663" cy="3124200"/>
          </a:xfrm>
          <a:prstGeom prst="rect">
            <a:avLst/>
          </a:prstGeom>
        </p:spPr>
      </p:pic>
    </p:spTree>
    <p:extLst>
      <p:ext uri="{BB962C8B-B14F-4D97-AF65-F5344CB8AC3E}">
        <p14:creationId xmlns:p14="http://schemas.microsoft.com/office/powerpoint/2010/main" val="9659257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1922</Words>
  <Application>Microsoft Office PowerPoint</Application>
  <PresentationFormat>Widescreen</PresentationFormat>
  <Paragraphs>184</Paragraphs>
  <Slides>39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39</vt:i4>
      </vt:variant>
    </vt:vector>
  </HeadingPairs>
  <TitlesOfParts>
    <vt:vector size="46" baseType="lpstr">
      <vt:lpstr>Arial</vt:lpstr>
      <vt:lpstr>Arial MT</vt:lpstr>
      <vt:lpstr>Calibri</vt:lpstr>
      <vt:lpstr>Georgia</vt:lpstr>
      <vt:lpstr>Times New Roman</vt:lpstr>
      <vt:lpstr>Office Theme</vt:lpstr>
      <vt:lpstr>1_Office Theme</vt:lpstr>
      <vt:lpstr>PowerPoint Presentation</vt:lpstr>
      <vt:lpstr>PowerPoint Presentation</vt:lpstr>
      <vt:lpstr>Quality</vt:lpstr>
      <vt:lpstr>Definition of Quality</vt:lpstr>
      <vt:lpstr>Definition of Quality</vt:lpstr>
      <vt:lpstr>Definition of Quality</vt:lpstr>
      <vt:lpstr>Definition of Quality</vt:lpstr>
      <vt:lpstr>Quality vs. Grade</vt:lpstr>
      <vt:lpstr>Project Quality Management Process</vt:lpstr>
      <vt:lpstr>Project Quality Management Process</vt:lpstr>
      <vt:lpstr>Quality Assurance vs. Quality Control</vt:lpstr>
      <vt:lpstr>Cost of Quality</vt:lpstr>
      <vt:lpstr>Cost of Quality</vt:lpstr>
      <vt:lpstr>Changing Views on Quality</vt:lpstr>
      <vt:lpstr>PRECISION &amp; ACCURACY</vt:lpstr>
      <vt:lpstr>ACCURACY VS PRECISION</vt:lpstr>
      <vt:lpstr>PowerPoint Presentation</vt:lpstr>
      <vt:lpstr>ACCURACY &amp; PRECISION</vt:lpstr>
      <vt:lpstr>PowerPoint Presentation</vt:lpstr>
      <vt:lpstr>7 QC TOOLS</vt:lpstr>
      <vt:lpstr>FISH BONE DIAGRAM</vt:lpstr>
      <vt:lpstr>PowerPoint Presentation</vt:lpstr>
      <vt:lpstr>PowerPoint Presentation</vt:lpstr>
      <vt:lpstr>PowerPoint Presentation</vt:lpstr>
      <vt:lpstr>PowerPoint Presentation</vt:lpstr>
      <vt:lpstr>PowerPoint Presentation</vt:lpstr>
      <vt:lpstr>EXAMPLE</vt:lpstr>
      <vt:lpstr>EXERCISE</vt:lpstr>
      <vt:lpstr>HISTOGRAM</vt:lpstr>
      <vt:lpstr>FLOW CHART</vt:lpstr>
      <vt:lpstr>FLOW CHART</vt:lpstr>
      <vt:lpstr>CHECKSHEET</vt:lpstr>
      <vt:lpstr>PowerPoint Presentation</vt:lpstr>
      <vt:lpstr>SCATTER DIAGRAM</vt:lpstr>
      <vt:lpstr>PowerPoint Presentation</vt:lpstr>
      <vt:lpstr>SCATTER DIAGRAM</vt:lpstr>
      <vt:lpstr>CONTROL CHART</vt:lpstr>
      <vt:lpstr>CONTROL CHART</vt:lpstr>
      <vt:lpstr>Stratification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dc:title>
  <dc:creator>Dell</dc:creator>
  <cp:lastModifiedBy>sajid mahmood BUKC</cp:lastModifiedBy>
  <cp:revision>13</cp:revision>
  <dcterms:created xsi:type="dcterms:W3CDTF">2022-09-29T06:47:00Z</dcterms:created>
  <dcterms:modified xsi:type="dcterms:W3CDTF">2025-05-17T10:03:34Z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2018-03-17T10:00:00Z</vt:filetime>
  </property>
  <property fmtid="{D5CDD505-2E9C-101B-9397-08002B2CF9AE}" pid="3" name="Creator">
    <vt:lpwstr>Microsoft® PowerPoint® 2016</vt:lpwstr>
  </property>
  <property fmtid="{D5CDD505-2E9C-101B-9397-08002B2CF9AE}" pid="4" name="LastSaved">
    <vt:filetime>2022-09-29T10:00:00Z</vt:filetime>
  </property>
  <property fmtid="{D5CDD505-2E9C-101B-9397-08002B2CF9AE}" pid="5" name="ICV">
    <vt:lpwstr>2A800DEA60304C5281E62A332569FE92</vt:lpwstr>
  </property>
  <property fmtid="{D5CDD505-2E9C-101B-9397-08002B2CF9AE}" pid="6" name="KSOProductBuildVer">
    <vt:lpwstr>1033-11.2.0.11210</vt:lpwstr>
  </property>
</Properties>
</file>