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sldIdLst>
    <p:sldId id="264" r:id="rId3"/>
    <p:sldId id="265" r:id="rId4"/>
    <p:sldId id="256" r:id="rId5"/>
    <p:sldId id="257" r:id="rId6"/>
    <p:sldId id="258" r:id="rId7"/>
    <p:sldId id="259" r:id="rId8"/>
    <p:sldId id="260" r:id="rId9"/>
    <p:sldId id="261" r:id="rId10"/>
    <p:sldId id="262" r:id="rId11"/>
    <p:sldId id="266" r:id="rId12"/>
    <p:sldId id="268" r:id="rId13"/>
  </p:sldIdLst>
  <p:sldSz cx="12192000" cy="6858000"/>
  <p:notesSz cx="12192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864"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bg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bg1"/>
                </a:solidFill>
                <a:latin typeface="Arial MT"/>
                <a:cs typeface="Arial MT"/>
              </a:defRPr>
            </a:lvl1pPr>
          </a:lstStyle>
          <a:p>
            <a:endParaRPr/>
          </a:p>
        </p:txBody>
      </p:sp>
      <p:sp>
        <p:nvSpPr>
          <p:cNvPr id="3" name="Holder 3"/>
          <p:cNvSpPr>
            <a:spLocks noGrp="1"/>
          </p:cNvSpPr>
          <p:nvPr>
            <p:ph sz="half" idx="2"/>
          </p:nvPr>
        </p:nvSpPr>
        <p:spPr>
          <a:xfrm>
            <a:off x="698500" y="1117241"/>
            <a:ext cx="4457065" cy="4649470"/>
          </a:xfrm>
          <a:prstGeom prst="rect">
            <a:avLst/>
          </a:prstGeom>
        </p:spPr>
        <p:txBody>
          <a:bodyPr wrap="square" lIns="0" tIns="0" rIns="0" bIns="0">
            <a:spAutoFit/>
          </a:bodyPr>
          <a:lstStyle>
            <a:lvl1pPr>
              <a:defRPr sz="2750" b="0" i="0">
                <a:solidFill>
                  <a:srgbClr val="336697"/>
                </a:solidFill>
                <a:latin typeface="Arial MT"/>
                <a:cs typeface="Arial MT"/>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bg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3047" y="2207360"/>
            <a:ext cx="10363200" cy="763525"/>
          </a:xfrm>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3245507" y="4039820"/>
            <a:ext cx="8534400" cy="1068935"/>
          </a:xfrm>
        </p:spPr>
        <p:txBody>
          <a:bodyPr>
            <a:normAutofit/>
          </a:bodyPr>
          <a:lstStyle>
            <a:lvl1pPr marL="0" indent="0" algn="r">
              <a:buNone/>
              <a:defRPr sz="2800">
                <a:solidFill>
                  <a:srgbClr val="00B0F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05833" y="527605"/>
            <a:ext cx="10972800" cy="610820"/>
          </a:xfrm>
        </p:spPr>
        <p:txBody>
          <a:bodyPr>
            <a:normAutofit/>
          </a:bodyPr>
          <a:lstStyle>
            <a:lvl1pPr algn="r">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005832" y="1443835"/>
            <a:ext cx="9976727" cy="4581150"/>
          </a:xfrm>
        </p:spPr>
        <p:txBody>
          <a:bodyPr/>
          <a:lstStyle>
            <a:lvl1pPr>
              <a:defRPr sz="2800">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0" y="527605"/>
            <a:ext cx="9354927" cy="684885"/>
          </a:xfrm>
        </p:spPr>
        <p:txBody>
          <a:bodyPr>
            <a:normAutofit/>
          </a:bodyPr>
          <a:lstStyle>
            <a:lvl1pPr algn="l">
              <a:defRPr sz="3600">
                <a:solidFill>
                  <a:srgbClr val="00B0F0"/>
                </a:solidFill>
              </a:defRPr>
            </a:lvl1pPr>
          </a:lstStyle>
          <a:p>
            <a:r>
              <a:rPr lang="en-US" dirty="0"/>
              <a:t>Click to edit Master title style</a:t>
            </a:r>
          </a:p>
        </p:txBody>
      </p:sp>
      <p:sp>
        <p:nvSpPr>
          <p:cNvPr id="3" name="Content Placeholder 2"/>
          <p:cNvSpPr>
            <a:spLocks noGrp="1"/>
          </p:cNvSpPr>
          <p:nvPr>
            <p:ph idx="1"/>
          </p:nvPr>
        </p:nvSpPr>
        <p:spPr>
          <a:xfrm>
            <a:off x="2431080" y="1443835"/>
            <a:ext cx="9354927" cy="4275740"/>
          </a:xfrm>
        </p:spPr>
        <p:txBody>
          <a:bodyPr/>
          <a:lstStyle>
            <a:lvl1pPr>
              <a:defRPr sz="2800">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t>5/31/2025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74680" y="527605"/>
            <a:ext cx="8325913" cy="532180"/>
          </a:xfrm>
        </p:spPr>
        <p:txBody>
          <a:bodyPr>
            <a:normAutofit/>
          </a:bodyPr>
          <a:lstStyle>
            <a:lvl1pPr algn="r">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802228" y="1596540"/>
            <a:ext cx="5090165" cy="639762"/>
          </a:xfrm>
        </p:spPr>
        <p:txBody>
          <a:bodyPr anchor="b"/>
          <a:lstStyle>
            <a:lvl1pPr marL="0" indent="0">
              <a:buNone/>
              <a:defRPr sz="2400" b="1" baseline="0">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02228" y="2226403"/>
            <a:ext cx="5090165" cy="3035058"/>
          </a:xfrm>
        </p:spPr>
        <p:txBody>
          <a:bodyPr/>
          <a:lstStyle>
            <a:lvl1pPr>
              <a:defRPr sz="2400">
                <a:solidFill>
                  <a:schemeClr val="tx2">
                    <a:lumMod val="75000"/>
                  </a:schemeClr>
                </a:solidFill>
              </a:defRPr>
            </a:lvl1pPr>
            <a:lvl2pPr>
              <a:defRPr sz="2000">
                <a:solidFill>
                  <a:schemeClr val="tx2">
                    <a:lumMod val="75000"/>
                  </a:schemeClr>
                </a:solidFill>
              </a:defRPr>
            </a:lvl2pPr>
            <a:lvl3pPr>
              <a:defRPr sz="1800">
                <a:solidFill>
                  <a:schemeClr val="tx2">
                    <a:lumMod val="75000"/>
                  </a:schemeClr>
                </a:solidFill>
              </a:defRPr>
            </a:lvl3pPr>
            <a:lvl4pPr>
              <a:defRPr sz="1600">
                <a:solidFill>
                  <a:schemeClr val="tx2">
                    <a:lumMod val="75000"/>
                  </a:schemeClr>
                </a:solidFill>
              </a:defRPr>
            </a:lvl4pPr>
            <a:lvl5pP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99607" y="1596540"/>
            <a:ext cx="5293773" cy="639762"/>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99607" y="2226403"/>
            <a:ext cx="5293773" cy="3035058"/>
          </a:xfrm>
        </p:spPr>
        <p:txBody>
          <a:bodyPr/>
          <a:lstStyle>
            <a:lvl1pPr>
              <a:defRPr sz="2400">
                <a:solidFill>
                  <a:schemeClr val="tx2">
                    <a:lumMod val="75000"/>
                  </a:schemeClr>
                </a:solidFill>
              </a:defRPr>
            </a:lvl1pPr>
            <a:lvl2pPr>
              <a:defRPr sz="2000">
                <a:solidFill>
                  <a:schemeClr val="tx2">
                    <a:lumMod val="75000"/>
                  </a:schemeClr>
                </a:solidFill>
              </a:defRPr>
            </a:lvl2pPr>
            <a:lvl3pPr>
              <a:defRPr sz="1800">
                <a:solidFill>
                  <a:schemeClr val="tx2">
                    <a:lumMod val="75000"/>
                  </a:schemeClr>
                </a:solidFill>
              </a:defRPr>
            </a:lvl3pPr>
            <a:lvl4pPr>
              <a:defRPr sz="1600">
                <a:solidFill>
                  <a:schemeClr val="tx2">
                    <a:lumMod val="75000"/>
                  </a:schemeClr>
                </a:solidFill>
              </a:defRPr>
            </a:lvl4pPr>
            <a:lvl5pP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t>5/31/2025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t>5/31/2025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t>5/31/2025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t>5/31/2025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t>5/31/2025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8000"/>
          </a:xfrm>
          <a:prstGeom prst="rect">
            <a:avLst/>
          </a:prstGeom>
        </p:spPr>
      </p:pic>
      <p:sp>
        <p:nvSpPr>
          <p:cNvPr id="2" name="Holder 2"/>
          <p:cNvSpPr>
            <a:spLocks noGrp="1"/>
          </p:cNvSpPr>
          <p:nvPr>
            <p:ph type="title"/>
          </p:nvPr>
        </p:nvSpPr>
        <p:spPr>
          <a:xfrm>
            <a:off x="614362" y="61976"/>
            <a:ext cx="10972800" cy="1085850"/>
          </a:xfrm>
          <a:prstGeom prst="rect">
            <a:avLst/>
          </a:prstGeom>
        </p:spPr>
        <p:txBody>
          <a:bodyPr wrap="square" lIns="0" tIns="0" rIns="0" bIns="0">
            <a:spAutoFit/>
          </a:bodyPr>
          <a:lstStyle>
            <a:lvl1pPr>
              <a:defRPr sz="3200" b="0" i="0">
                <a:solidFill>
                  <a:schemeClr val="bg1"/>
                </a:solidFill>
                <a:latin typeface="Arial MT"/>
                <a:cs typeface="Arial MT"/>
              </a:defRPr>
            </a:lvl1pPr>
          </a:lstStyle>
          <a:p>
            <a:endParaRPr/>
          </a:p>
        </p:txBody>
      </p:sp>
      <p:sp>
        <p:nvSpPr>
          <p:cNvPr id="3" name="Holder 3"/>
          <p:cNvSpPr>
            <a:spLocks noGrp="1"/>
          </p:cNvSpPr>
          <p:nvPr>
            <p:ph type="body" idx="1"/>
          </p:nvPr>
        </p:nvSpPr>
        <p:spPr>
          <a:xfrm>
            <a:off x="698500" y="1158493"/>
            <a:ext cx="10795000" cy="363664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5/31/2025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t>5/31/2025</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google.com/url?sa=i&amp;rct=j&amp;q=&amp;esrc=s&amp;source=images&amp;cd=&amp;ved=2ahUKEwj88pfQpqffAhUN-YUKHZMyAOMQjRx6BAgBEAU&amp;url=http://lighthouseinsights.in/creative-promotions-by-brands-and-the-dabbawalas-of-mumbai.html/&amp;psig=AOvVaw3-BZvvl3V8nvlV1CStVCF1&amp;ust=1545151058237242" TargetMode="External"/><Relationship Id="rId1" Type="http://schemas.openxmlformats.org/officeDocument/2006/relationships/slideLayout" Target="../slideLayouts/slideLayout6.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p:cNvSpPr>
            <a:spLocks noGrp="1" noChangeArrowheads="1"/>
          </p:cNvSpPr>
          <p:nvPr>
            <p:ph type="subTitle" idx="1"/>
          </p:nvPr>
        </p:nvSpPr>
        <p:spPr>
          <a:xfrm>
            <a:off x="7620001" y="4987926"/>
            <a:ext cx="2684463" cy="811213"/>
          </a:xfrm>
        </p:spPr>
        <p:txBody>
          <a:bodyPr/>
          <a:lstStyle/>
          <a:p>
            <a:pPr algn="ctr" eaLnBrk="1" hangingPunct="1"/>
            <a:r>
              <a:rPr lang="en-GB" altLang="en-US" sz="1800" b="1" i="1" dirty="0">
                <a:solidFill>
                  <a:schemeClr val="tx1"/>
                </a:solidFill>
                <a:latin typeface="Georgia" panose="02040502050405020303" pitchFamily="18" charset="0"/>
              </a:rPr>
              <a:t>Lecturer </a:t>
            </a:r>
          </a:p>
          <a:p>
            <a:pPr algn="ctr" eaLnBrk="1" hangingPunct="1"/>
            <a:r>
              <a:rPr lang="en-GB" altLang="en-US" sz="1800" b="1" i="1" dirty="0" err="1">
                <a:solidFill>
                  <a:schemeClr val="tx1"/>
                </a:solidFill>
                <a:latin typeface="Georgia" panose="02040502050405020303" pitchFamily="18" charset="0"/>
              </a:rPr>
              <a:t>Sajid</a:t>
            </a:r>
            <a:r>
              <a:rPr lang="en-GB" altLang="en-US" sz="1800" b="1" i="1" dirty="0">
                <a:solidFill>
                  <a:schemeClr val="tx1"/>
                </a:solidFill>
                <a:latin typeface="Georgia" panose="02040502050405020303" pitchFamily="18" charset="0"/>
              </a:rPr>
              <a:t> </a:t>
            </a:r>
            <a:r>
              <a:rPr lang="en-GB" altLang="en-US" sz="1800" b="1" i="1" dirty="0" err="1">
                <a:solidFill>
                  <a:schemeClr val="tx1"/>
                </a:solidFill>
                <a:latin typeface="Georgia" panose="02040502050405020303" pitchFamily="18" charset="0"/>
              </a:rPr>
              <a:t>Mehmood</a:t>
            </a:r>
            <a:endParaRPr lang="en-GB" altLang="en-US" sz="1800" b="1" i="1" dirty="0">
              <a:solidFill>
                <a:schemeClr val="tx1"/>
              </a:solidFill>
              <a:latin typeface="Georgia" panose="02040502050405020303" pitchFamily="18" charset="0"/>
            </a:endParaRPr>
          </a:p>
        </p:txBody>
      </p:sp>
      <p:sp>
        <p:nvSpPr>
          <p:cNvPr id="48130" name="AutoShape 2" descr="Image result for mumbai dabbawala">
            <a:hlinkClick r:id="rId2"/>
          </p:cNvPr>
          <p:cNvSpPr>
            <a:spLocks noChangeAspect="1" noChangeArrowheads="1"/>
          </p:cNvSpPr>
          <p:nvPr/>
        </p:nvSpPr>
        <p:spPr bwMode="auto">
          <a:xfrm>
            <a:off x="3589339" y="561976"/>
            <a:ext cx="3457575" cy="1960563"/>
          </a:xfrm>
          <a:prstGeom prst="rect">
            <a:avLst/>
          </a:prstGeom>
          <a:noFill/>
        </p:spPr>
        <p:txBody>
          <a:bodyPr lIns="51435" tIns="25718" rIns="51435" bIns="25718"/>
          <a:lstStyle/>
          <a:p>
            <a:pPr eaLnBrk="1" hangingPunct="1">
              <a:defRPr/>
            </a:pPr>
            <a:endParaRPr lang="en-US" sz="1013" noProof="1"/>
          </a:p>
        </p:txBody>
      </p:sp>
      <p:sp>
        <p:nvSpPr>
          <p:cNvPr id="48132" name="AutoShape 4" descr="Image result for mumbai dabbawala">
            <a:hlinkClick r:id="rId2"/>
          </p:cNvPr>
          <p:cNvSpPr>
            <a:spLocks noChangeAspect="1" noChangeArrowheads="1"/>
          </p:cNvSpPr>
          <p:nvPr/>
        </p:nvSpPr>
        <p:spPr bwMode="auto">
          <a:xfrm>
            <a:off x="3589339" y="561976"/>
            <a:ext cx="3457575" cy="1960563"/>
          </a:xfrm>
          <a:prstGeom prst="rect">
            <a:avLst/>
          </a:prstGeom>
          <a:noFill/>
        </p:spPr>
        <p:txBody>
          <a:bodyPr lIns="51435" tIns="25718" rIns="51435" bIns="25718"/>
          <a:lstStyle/>
          <a:p>
            <a:pPr eaLnBrk="1" hangingPunct="1">
              <a:defRPr/>
            </a:pPr>
            <a:endParaRPr lang="en-US" sz="1013" noProof="1"/>
          </a:p>
        </p:txBody>
      </p:sp>
      <p:sp>
        <p:nvSpPr>
          <p:cNvPr id="7173" name="Rectangle 12"/>
          <p:cNvSpPr>
            <a:spLocks noChangeArrowheads="1"/>
          </p:cNvSpPr>
          <p:nvPr/>
        </p:nvSpPr>
        <p:spPr bwMode="auto">
          <a:xfrm>
            <a:off x="5202239" y="3349626"/>
            <a:ext cx="466407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200" b="1" u="sng" noProof="1"/>
              <a:t>PROJECT MANAGEMENT PRINCIPLES AND PRACTICES</a:t>
            </a:r>
          </a:p>
          <a:p>
            <a:pPr algn="ctr"/>
            <a:r>
              <a:rPr lang="en-US" altLang="en-US" sz="2000" b="1" noProof="1"/>
              <a:t>MS-PM-SPRING 2025</a:t>
            </a:r>
          </a:p>
        </p:txBody>
      </p:sp>
      <p:pic>
        <p:nvPicPr>
          <p:cNvPr id="717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0" y="1562101"/>
            <a:ext cx="3892550"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object 15"/>
          <p:cNvSpPr/>
          <p:nvPr/>
        </p:nvSpPr>
        <p:spPr>
          <a:xfrm>
            <a:off x="2057400" y="4425950"/>
            <a:ext cx="1905000" cy="1822450"/>
          </a:xfrm>
          <a:prstGeom prst="rect">
            <a:avLst/>
          </a:prstGeom>
          <a:blipFill>
            <a:blip r:embed="rId4" cstate="print"/>
            <a:stretch>
              <a:fillRect/>
            </a:stretch>
          </a:blipFill>
        </p:spPr>
        <p:txBody>
          <a:bodyPr lIns="0" tIns="0" rIns="0" bIns="0"/>
          <a:lstStyle/>
          <a:p>
            <a:pPr eaLnBrk="1" hangingPunct="1">
              <a:defRPr/>
            </a:pPr>
            <a:endParaRPr sz="788" noProof="1"/>
          </a:p>
        </p:txBody>
      </p:sp>
    </p:spTree>
    <p:extLst>
      <p:ext uri="{BB962C8B-B14F-4D97-AF65-F5344CB8AC3E}">
        <p14:creationId xmlns:p14="http://schemas.microsoft.com/office/powerpoint/2010/main" val="477932164"/>
      </p:ext>
    </p:extLst>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1"/>
          <p:cNvSpPr txBox="1">
            <a:spLocks noChangeArrowheads="1"/>
          </p:cNvSpPr>
          <p:nvPr/>
        </p:nvSpPr>
        <p:spPr bwMode="auto">
          <a:xfrm>
            <a:off x="3116264" y="1371600"/>
            <a:ext cx="5095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b="1" u="sng"/>
              <a:t>LECTURE OUTLINE </a:t>
            </a:r>
          </a:p>
        </p:txBody>
      </p:sp>
      <p:sp>
        <p:nvSpPr>
          <p:cNvPr id="8195" name="TextBox 2"/>
          <p:cNvSpPr txBox="1">
            <a:spLocks noChangeArrowheads="1"/>
          </p:cNvSpPr>
          <p:nvPr/>
        </p:nvSpPr>
        <p:spPr bwMode="auto">
          <a:xfrm>
            <a:off x="457200" y="2362200"/>
            <a:ext cx="654843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342900" indent="-342900">
              <a:buFont typeface="Arial" panose="020B0604020202020204" pitchFamily="34" charset="0"/>
              <a:buChar char="•"/>
            </a:pPr>
            <a:r>
              <a:rPr lang="en-US" b="1" dirty="0"/>
              <a:t>Project Closure </a:t>
            </a:r>
            <a:endParaRPr lang="en-US" dirty="0"/>
          </a:p>
          <a:p>
            <a:pPr marL="342900" lvl="0" indent="-342900" fontAlgn="base">
              <a:buFont typeface="Arial" panose="020B0604020202020204" pitchFamily="34" charset="0"/>
              <a:buChar char="•"/>
            </a:pPr>
            <a:r>
              <a:rPr lang="en-US" dirty="0"/>
              <a:t>Major Deliverables for project closure. </a:t>
            </a:r>
          </a:p>
          <a:p>
            <a:pPr marL="342900" lvl="0" indent="-342900" fontAlgn="base">
              <a:buFont typeface="Arial" panose="020B0604020202020204" pitchFamily="34" charset="0"/>
              <a:buChar char="•"/>
            </a:pPr>
            <a:r>
              <a:rPr lang="en-US" dirty="0"/>
              <a:t>Types of Project Closure. </a:t>
            </a:r>
          </a:p>
          <a:p>
            <a:pPr marL="342900" lvl="0" indent="-342900" fontAlgn="base">
              <a:buFont typeface="Arial" panose="020B0604020202020204" pitchFamily="34" charset="0"/>
              <a:buChar char="•"/>
            </a:pPr>
            <a:r>
              <a:rPr lang="en-US" dirty="0"/>
              <a:t>Project Audits. </a:t>
            </a:r>
          </a:p>
        </p:txBody>
      </p:sp>
    </p:spTree>
    <p:extLst>
      <p:ext uri="{BB962C8B-B14F-4D97-AF65-F5344CB8AC3E}">
        <p14:creationId xmlns:p14="http://schemas.microsoft.com/office/powerpoint/2010/main" val="3813029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362" y="309625"/>
            <a:ext cx="10972800" cy="590550"/>
          </a:xfrm>
          <a:prstGeom prst="rect">
            <a:avLst/>
          </a:prstGeom>
          <a:solidFill>
            <a:srgbClr val="7E7E7E">
              <a:alpha val="50195"/>
            </a:srgbClr>
          </a:solidFill>
          <a:ln w="9344">
            <a:solidFill>
              <a:srgbClr val="4B4B4B"/>
            </a:solidFill>
          </a:ln>
        </p:spPr>
        <p:txBody>
          <a:bodyPr vert="horz" wrap="square" lIns="0" tIns="71120" rIns="0" bIns="0" rtlCol="0">
            <a:spAutoFit/>
          </a:bodyPr>
          <a:lstStyle/>
          <a:p>
            <a:pPr marR="1905" algn="ctr">
              <a:lnSpc>
                <a:spcPct val="100000"/>
              </a:lnSpc>
              <a:spcBef>
                <a:spcPts val="560"/>
              </a:spcBef>
            </a:pPr>
            <a:r>
              <a:rPr spc="35" dirty="0"/>
              <a:t>P</a:t>
            </a:r>
            <a:r>
              <a:rPr spc="-20" dirty="0"/>
              <a:t>r</a:t>
            </a:r>
            <a:r>
              <a:rPr spc="15" dirty="0"/>
              <a:t>o</a:t>
            </a:r>
            <a:r>
              <a:rPr spc="40" dirty="0"/>
              <a:t>j</a:t>
            </a:r>
            <a:r>
              <a:rPr spc="15" dirty="0"/>
              <a:t>e</a:t>
            </a:r>
            <a:r>
              <a:rPr spc="45" dirty="0"/>
              <a:t>c</a:t>
            </a:r>
            <a:r>
              <a:rPr spc="5" dirty="0"/>
              <a:t>t</a:t>
            </a:r>
            <a:r>
              <a:rPr spc="-215" dirty="0"/>
              <a:t> </a:t>
            </a:r>
            <a:r>
              <a:rPr spc="20" dirty="0"/>
              <a:t>C</a:t>
            </a:r>
            <a:r>
              <a:rPr spc="30" dirty="0"/>
              <a:t>l</a:t>
            </a:r>
            <a:r>
              <a:rPr spc="15" dirty="0"/>
              <a:t>o</a:t>
            </a:r>
            <a:r>
              <a:rPr spc="45" dirty="0"/>
              <a:t>s</a:t>
            </a:r>
            <a:r>
              <a:rPr spc="15" dirty="0"/>
              <a:t>u</a:t>
            </a:r>
            <a:r>
              <a:rPr spc="-15" dirty="0"/>
              <a:t>r</a:t>
            </a:r>
            <a:r>
              <a:rPr spc="15" dirty="0"/>
              <a:t>e</a:t>
            </a:r>
            <a:r>
              <a:rPr spc="-135" dirty="0"/>
              <a:t> </a:t>
            </a:r>
            <a:r>
              <a:rPr spc="15" dirty="0"/>
              <a:t>a</a:t>
            </a:r>
            <a:r>
              <a:rPr spc="20" dirty="0"/>
              <a:t>n</a:t>
            </a:r>
            <a:r>
              <a:rPr spc="15" dirty="0"/>
              <a:t>d</a:t>
            </a:r>
            <a:r>
              <a:rPr spc="-60" dirty="0"/>
              <a:t> </a:t>
            </a:r>
            <a:r>
              <a:rPr spc="15" dirty="0"/>
              <a:t>Re</a:t>
            </a:r>
            <a:r>
              <a:rPr spc="114" dirty="0"/>
              <a:t>v</a:t>
            </a:r>
            <a:r>
              <a:rPr spc="30" dirty="0"/>
              <a:t>i</a:t>
            </a:r>
            <a:r>
              <a:rPr spc="15" dirty="0"/>
              <a:t>ew</a:t>
            </a:r>
            <a:r>
              <a:rPr spc="-215" dirty="0"/>
              <a:t> </a:t>
            </a:r>
            <a:r>
              <a:rPr spc="15" dirty="0"/>
              <a:t>De</a:t>
            </a:r>
            <a:r>
              <a:rPr spc="35" dirty="0"/>
              <a:t>l</a:t>
            </a:r>
            <a:r>
              <a:rPr spc="30" dirty="0"/>
              <a:t>i</a:t>
            </a:r>
            <a:r>
              <a:rPr spc="45" dirty="0"/>
              <a:t>v</a:t>
            </a:r>
            <a:r>
              <a:rPr spc="15" dirty="0"/>
              <a:t>e</a:t>
            </a:r>
            <a:r>
              <a:rPr spc="-15" dirty="0"/>
              <a:t>r</a:t>
            </a:r>
            <a:r>
              <a:rPr spc="15" dirty="0"/>
              <a:t>a</a:t>
            </a:r>
            <a:r>
              <a:rPr spc="20" dirty="0"/>
              <a:t>b</a:t>
            </a:r>
            <a:r>
              <a:rPr spc="-40" dirty="0"/>
              <a:t>l</a:t>
            </a:r>
            <a:r>
              <a:rPr spc="15" dirty="0"/>
              <a:t>es</a:t>
            </a:r>
          </a:p>
        </p:txBody>
      </p:sp>
      <p:pic>
        <p:nvPicPr>
          <p:cNvPr id="3" name="object 3"/>
          <p:cNvPicPr/>
          <p:nvPr/>
        </p:nvPicPr>
        <p:blipFill>
          <a:blip r:embed="rId2" cstate="print"/>
          <a:stretch>
            <a:fillRect/>
          </a:stretch>
        </p:blipFill>
        <p:spPr>
          <a:xfrm>
            <a:off x="609600" y="1143000"/>
            <a:ext cx="10972800" cy="5486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362" y="309625"/>
            <a:ext cx="10972800" cy="590550"/>
          </a:xfrm>
          <a:prstGeom prst="rect">
            <a:avLst/>
          </a:prstGeom>
          <a:solidFill>
            <a:srgbClr val="7E7E7E">
              <a:alpha val="50195"/>
            </a:srgbClr>
          </a:solidFill>
          <a:ln w="9344">
            <a:solidFill>
              <a:srgbClr val="4B4B4B"/>
            </a:solidFill>
          </a:ln>
        </p:spPr>
        <p:txBody>
          <a:bodyPr vert="horz" wrap="square" lIns="0" tIns="71120" rIns="0" bIns="0" rtlCol="0">
            <a:spAutoFit/>
          </a:bodyPr>
          <a:lstStyle/>
          <a:p>
            <a:pPr marR="5080" algn="ctr">
              <a:lnSpc>
                <a:spcPct val="100000"/>
              </a:lnSpc>
              <a:spcBef>
                <a:spcPts val="560"/>
              </a:spcBef>
            </a:pPr>
            <a:r>
              <a:rPr spc="-40" dirty="0"/>
              <a:t>M</a:t>
            </a:r>
            <a:r>
              <a:rPr spc="15" dirty="0"/>
              <a:t>a</a:t>
            </a:r>
            <a:r>
              <a:rPr spc="40" dirty="0"/>
              <a:t>j</a:t>
            </a:r>
            <a:r>
              <a:rPr spc="10" dirty="0"/>
              <a:t>or</a:t>
            </a:r>
            <a:r>
              <a:rPr spc="-85" dirty="0"/>
              <a:t> </a:t>
            </a:r>
            <a:r>
              <a:rPr spc="-385" dirty="0"/>
              <a:t>T</a:t>
            </a:r>
            <a:r>
              <a:rPr spc="15" dirty="0"/>
              <a:t>a</a:t>
            </a:r>
            <a:r>
              <a:rPr spc="50" dirty="0"/>
              <a:t>sk</a:t>
            </a:r>
            <a:r>
              <a:rPr spc="15" dirty="0"/>
              <a:t>s</a:t>
            </a:r>
            <a:r>
              <a:rPr spc="-180" dirty="0"/>
              <a:t> </a:t>
            </a:r>
            <a:r>
              <a:rPr spc="10" dirty="0"/>
              <a:t>of</a:t>
            </a:r>
            <a:r>
              <a:rPr spc="15" dirty="0"/>
              <a:t> </a:t>
            </a:r>
            <a:r>
              <a:rPr spc="35" dirty="0"/>
              <a:t>P</a:t>
            </a:r>
            <a:r>
              <a:rPr spc="-20" dirty="0"/>
              <a:t>r</a:t>
            </a:r>
            <a:r>
              <a:rPr spc="15" dirty="0"/>
              <a:t>o</a:t>
            </a:r>
            <a:r>
              <a:rPr spc="40" dirty="0"/>
              <a:t>j</a:t>
            </a:r>
            <a:r>
              <a:rPr spc="15" dirty="0"/>
              <a:t>e</a:t>
            </a:r>
            <a:r>
              <a:rPr spc="50" dirty="0"/>
              <a:t>c</a:t>
            </a:r>
            <a:r>
              <a:rPr spc="5" dirty="0"/>
              <a:t>t</a:t>
            </a:r>
            <a:r>
              <a:rPr spc="-215" dirty="0"/>
              <a:t> </a:t>
            </a:r>
            <a:r>
              <a:rPr spc="20" dirty="0"/>
              <a:t>C</a:t>
            </a:r>
            <a:r>
              <a:rPr spc="30" dirty="0"/>
              <a:t>l</a:t>
            </a:r>
            <a:r>
              <a:rPr spc="15" dirty="0"/>
              <a:t>o</a:t>
            </a:r>
            <a:r>
              <a:rPr spc="50" dirty="0"/>
              <a:t>s</a:t>
            </a:r>
            <a:r>
              <a:rPr spc="15" dirty="0"/>
              <a:t>u</a:t>
            </a:r>
            <a:r>
              <a:rPr spc="-15" dirty="0"/>
              <a:t>r</a:t>
            </a:r>
            <a:r>
              <a:rPr spc="15" dirty="0"/>
              <a:t>e</a:t>
            </a:r>
          </a:p>
        </p:txBody>
      </p:sp>
      <p:sp>
        <p:nvSpPr>
          <p:cNvPr id="3" name="object 3"/>
          <p:cNvSpPr txBox="1"/>
          <p:nvPr/>
        </p:nvSpPr>
        <p:spPr>
          <a:xfrm>
            <a:off x="698500" y="1158493"/>
            <a:ext cx="10655300" cy="3636645"/>
          </a:xfrm>
          <a:prstGeom prst="rect">
            <a:avLst/>
          </a:prstGeom>
        </p:spPr>
        <p:txBody>
          <a:bodyPr vert="horz" wrap="square" lIns="0" tIns="8255" rIns="0" bIns="0" rtlCol="0">
            <a:spAutoFit/>
          </a:bodyPr>
          <a:lstStyle/>
          <a:p>
            <a:pPr marL="241300" marR="347980" indent="-228600">
              <a:lnSpc>
                <a:spcPct val="102000"/>
              </a:lnSpc>
              <a:spcBef>
                <a:spcPts val="65"/>
              </a:spcBef>
              <a:buChar char="•"/>
              <a:tabLst>
                <a:tab pos="241300" algn="l"/>
              </a:tabLst>
            </a:pPr>
            <a:r>
              <a:rPr sz="3200" spc="35" dirty="0">
                <a:solidFill>
                  <a:srgbClr val="375F92"/>
                </a:solidFill>
                <a:latin typeface="Arial MT"/>
                <a:cs typeface="Arial MT"/>
              </a:rPr>
              <a:t>E</a:t>
            </a:r>
            <a:r>
              <a:rPr sz="3200" spc="120" dirty="0">
                <a:solidFill>
                  <a:srgbClr val="375F92"/>
                </a:solidFill>
                <a:latin typeface="Arial MT"/>
                <a:cs typeface="Arial MT"/>
              </a:rPr>
              <a:t>v</a:t>
            </a:r>
            <a:r>
              <a:rPr sz="3200" spc="15" dirty="0">
                <a:solidFill>
                  <a:srgbClr val="375F92"/>
                </a:solidFill>
                <a:latin typeface="Arial MT"/>
                <a:cs typeface="Arial MT"/>
              </a:rPr>
              <a:t>a</a:t>
            </a:r>
            <a:r>
              <a:rPr sz="3200" spc="40" dirty="0">
                <a:solidFill>
                  <a:srgbClr val="375F92"/>
                </a:solidFill>
                <a:latin typeface="Arial MT"/>
                <a:cs typeface="Arial MT"/>
              </a:rPr>
              <a:t>l</a:t>
            </a:r>
            <a:r>
              <a:rPr sz="3200" spc="-55" dirty="0">
                <a:solidFill>
                  <a:srgbClr val="375F92"/>
                </a:solidFill>
                <a:latin typeface="Arial MT"/>
                <a:cs typeface="Arial MT"/>
              </a:rPr>
              <a:t>u</a:t>
            </a:r>
            <a:r>
              <a:rPr sz="3200" spc="15" dirty="0">
                <a:solidFill>
                  <a:srgbClr val="375F92"/>
                </a:solidFill>
                <a:latin typeface="Arial MT"/>
                <a:cs typeface="Arial MT"/>
              </a:rPr>
              <a:t>a</a:t>
            </a:r>
            <a:r>
              <a:rPr sz="3200" spc="10" dirty="0">
                <a:solidFill>
                  <a:srgbClr val="375F92"/>
                </a:solidFill>
                <a:latin typeface="Arial MT"/>
                <a:cs typeface="Arial MT"/>
              </a:rPr>
              <a:t>t</a:t>
            </a:r>
            <a:r>
              <a:rPr sz="3200" spc="15" dirty="0">
                <a:solidFill>
                  <a:srgbClr val="375F92"/>
                </a:solidFill>
                <a:latin typeface="Arial MT"/>
                <a:cs typeface="Arial MT"/>
              </a:rPr>
              <a:t>e</a:t>
            </a:r>
            <a:r>
              <a:rPr sz="3200" spc="-280" dirty="0">
                <a:solidFill>
                  <a:srgbClr val="375F92"/>
                </a:solidFill>
                <a:latin typeface="Arial MT"/>
                <a:cs typeface="Arial MT"/>
              </a:rPr>
              <a:t> </a:t>
            </a:r>
            <a:r>
              <a:rPr sz="3200" spc="35" dirty="0">
                <a:solidFill>
                  <a:srgbClr val="375F92"/>
                </a:solidFill>
                <a:latin typeface="Arial MT"/>
                <a:cs typeface="Arial MT"/>
              </a:rPr>
              <a:t>i</a:t>
            </a:r>
            <a:r>
              <a:rPr sz="3200" spc="5" dirty="0">
                <a:solidFill>
                  <a:srgbClr val="375F92"/>
                </a:solidFill>
                <a:latin typeface="Arial MT"/>
                <a:cs typeface="Arial MT"/>
              </a:rPr>
              <a:t>f</a:t>
            </a:r>
            <a:r>
              <a:rPr sz="3200" spc="-60" dirty="0">
                <a:solidFill>
                  <a:srgbClr val="375F92"/>
                </a:solidFill>
                <a:latin typeface="Arial MT"/>
                <a:cs typeface="Arial MT"/>
              </a:rPr>
              <a:t> </a:t>
            </a:r>
            <a:r>
              <a:rPr sz="3200" spc="5" dirty="0">
                <a:solidFill>
                  <a:srgbClr val="375F92"/>
                </a:solidFill>
                <a:latin typeface="Arial MT"/>
                <a:cs typeface="Arial MT"/>
              </a:rPr>
              <a:t>t</a:t>
            </a:r>
            <a:r>
              <a:rPr sz="3200" spc="20" dirty="0">
                <a:solidFill>
                  <a:srgbClr val="375F92"/>
                </a:solidFill>
                <a:latin typeface="Arial MT"/>
                <a:cs typeface="Arial MT"/>
              </a:rPr>
              <a:t>h</a:t>
            </a:r>
            <a:r>
              <a:rPr sz="3200" spc="15" dirty="0">
                <a:solidFill>
                  <a:srgbClr val="375F92"/>
                </a:solidFill>
                <a:latin typeface="Arial MT"/>
                <a:cs typeface="Arial MT"/>
              </a:rPr>
              <a:t>e</a:t>
            </a:r>
            <a:r>
              <a:rPr sz="3200" spc="-60" dirty="0">
                <a:solidFill>
                  <a:srgbClr val="375F92"/>
                </a:solidFill>
                <a:latin typeface="Arial MT"/>
                <a:cs typeface="Arial MT"/>
              </a:rPr>
              <a:t> </a:t>
            </a:r>
            <a:r>
              <a:rPr sz="3200" spc="15" dirty="0">
                <a:solidFill>
                  <a:srgbClr val="375F92"/>
                </a:solidFill>
                <a:latin typeface="Arial MT"/>
                <a:cs typeface="Arial MT"/>
              </a:rPr>
              <a:t>p</a:t>
            </a:r>
            <a:r>
              <a:rPr sz="3200" spc="-15" dirty="0">
                <a:solidFill>
                  <a:srgbClr val="375F92"/>
                </a:solidFill>
                <a:latin typeface="Arial MT"/>
                <a:cs typeface="Arial MT"/>
              </a:rPr>
              <a:t>r</a:t>
            </a:r>
            <a:r>
              <a:rPr sz="3200" spc="15" dirty="0">
                <a:solidFill>
                  <a:srgbClr val="375F92"/>
                </a:solidFill>
                <a:latin typeface="Arial MT"/>
                <a:cs typeface="Arial MT"/>
              </a:rPr>
              <a:t>o</a:t>
            </a:r>
            <a:r>
              <a:rPr sz="3200" spc="40" dirty="0">
                <a:solidFill>
                  <a:srgbClr val="375F92"/>
                </a:solidFill>
                <a:latin typeface="Arial MT"/>
                <a:cs typeface="Arial MT"/>
              </a:rPr>
              <a:t>j</a:t>
            </a:r>
            <a:r>
              <a:rPr sz="3200" spc="15" dirty="0">
                <a:solidFill>
                  <a:srgbClr val="375F92"/>
                </a:solidFill>
                <a:latin typeface="Arial MT"/>
                <a:cs typeface="Arial MT"/>
              </a:rPr>
              <a:t>e</a:t>
            </a:r>
            <a:r>
              <a:rPr sz="3200" spc="50" dirty="0">
                <a:solidFill>
                  <a:srgbClr val="375F92"/>
                </a:solidFill>
                <a:latin typeface="Arial MT"/>
                <a:cs typeface="Arial MT"/>
              </a:rPr>
              <a:t>c</a:t>
            </a:r>
            <a:r>
              <a:rPr sz="3200" spc="5" dirty="0">
                <a:solidFill>
                  <a:srgbClr val="375F92"/>
                </a:solidFill>
                <a:latin typeface="Arial MT"/>
                <a:cs typeface="Arial MT"/>
              </a:rPr>
              <a:t>t</a:t>
            </a:r>
            <a:r>
              <a:rPr sz="3200" spc="-210" dirty="0">
                <a:solidFill>
                  <a:srgbClr val="375F92"/>
                </a:solidFill>
                <a:latin typeface="Arial MT"/>
                <a:cs typeface="Arial MT"/>
              </a:rPr>
              <a:t> </a:t>
            </a:r>
            <a:r>
              <a:rPr sz="3200" spc="15" dirty="0">
                <a:solidFill>
                  <a:srgbClr val="375F92"/>
                </a:solidFill>
                <a:latin typeface="Arial MT"/>
                <a:cs typeface="Arial MT"/>
              </a:rPr>
              <a:t>d</a:t>
            </a:r>
            <a:r>
              <a:rPr sz="3200" spc="20" dirty="0">
                <a:solidFill>
                  <a:srgbClr val="375F92"/>
                </a:solidFill>
                <a:latin typeface="Arial MT"/>
                <a:cs typeface="Arial MT"/>
              </a:rPr>
              <a:t>e</a:t>
            </a:r>
            <a:r>
              <a:rPr sz="3200" spc="35" dirty="0">
                <a:solidFill>
                  <a:srgbClr val="375F92"/>
                </a:solidFill>
                <a:latin typeface="Arial MT"/>
                <a:cs typeface="Arial MT"/>
              </a:rPr>
              <a:t>li</a:t>
            </a:r>
            <a:r>
              <a:rPr sz="3200" spc="50" dirty="0">
                <a:solidFill>
                  <a:srgbClr val="375F92"/>
                </a:solidFill>
                <a:latin typeface="Arial MT"/>
                <a:cs typeface="Arial MT"/>
              </a:rPr>
              <a:t>v</a:t>
            </a:r>
            <a:r>
              <a:rPr sz="3200" spc="15" dirty="0">
                <a:solidFill>
                  <a:srgbClr val="375F92"/>
                </a:solidFill>
                <a:latin typeface="Arial MT"/>
                <a:cs typeface="Arial MT"/>
              </a:rPr>
              <a:t>e</a:t>
            </a:r>
            <a:r>
              <a:rPr sz="3200" spc="-15" dirty="0">
                <a:solidFill>
                  <a:srgbClr val="375F92"/>
                </a:solidFill>
                <a:latin typeface="Arial MT"/>
                <a:cs typeface="Arial MT"/>
              </a:rPr>
              <a:t>r</a:t>
            </a:r>
            <a:r>
              <a:rPr sz="3200" spc="15" dirty="0">
                <a:solidFill>
                  <a:srgbClr val="375F92"/>
                </a:solidFill>
                <a:latin typeface="Arial MT"/>
                <a:cs typeface="Arial MT"/>
              </a:rPr>
              <a:t>ed</a:t>
            </a:r>
            <a:r>
              <a:rPr sz="3200" spc="-275" dirty="0">
                <a:solidFill>
                  <a:srgbClr val="375F92"/>
                </a:solidFill>
                <a:latin typeface="Arial MT"/>
                <a:cs typeface="Arial MT"/>
              </a:rPr>
              <a:t> </a:t>
            </a:r>
            <a:r>
              <a:rPr sz="3200" spc="5" dirty="0">
                <a:solidFill>
                  <a:srgbClr val="375F92"/>
                </a:solidFill>
                <a:latin typeface="Arial MT"/>
                <a:cs typeface="Arial MT"/>
              </a:rPr>
              <a:t>t</a:t>
            </a:r>
            <a:r>
              <a:rPr sz="3200" spc="20" dirty="0">
                <a:solidFill>
                  <a:srgbClr val="375F92"/>
                </a:solidFill>
                <a:latin typeface="Arial MT"/>
                <a:cs typeface="Arial MT"/>
              </a:rPr>
              <a:t>h</a:t>
            </a:r>
            <a:r>
              <a:rPr sz="3200" spc="15" dirty="0">
                <a:solidFill>
                  <a:srgbClr val="375F92"/>
                </a:solidFill>
                <a:latin typeface="Arial MT"/>
                <a:cs typeface="Arial MT"/>
              </a:rPr>
              <a:t>e</a:t>
            </a:r>
            <a:r>
              <a:rPr sz="3200" spc="-60" dirty="0">
                <a:solidFill>
                  <a:srgbClr val="375F92"/>
                </a:solidFill>
                <a:latin typeface="Arial MT"/>
                <a:cs typeface="Arial MT"/>
              </a:rPr>
              <a:t> </a:t>
            </a:r>
            <a:r>
              <a:rPr sz="3200" spc="15" dirty="0">
                <a:solidFill>
                  <a:srgbClr val="375F92"/>
                </a:solidFill>
                <a:latin typeface="Arial MT"/>
                <a:cs typeface="Arial MT"/>
              </a:rPr>
              <a:t>e</a:t>
            </a:r>
            <a:r>
              <a:rPr sz="3200" spc="50" dirty="0">
                <a:solidFill>
                  <a:srgbClr val="375F92"/>
                </a:solidFill>
                <a:latin typeface="Arial MT"/>
                <a:cs typeface="Arial MT"/>
              </a:rPr>
              <a:t>x</a:t>
            </a:r>
            <a:r>
              <a:rPr sz="3200" spc="15" dirty="0">
                <a:solidFill>
                  <a:srgbClr val="375F92"/>
                </a:solidFill>
                <a:latin typeface="Arial MT"/>
                <a:cs typeface="Arial MT"/>
              </a:rPr>
              <a:t>p</a:t>
            </a:r>
            <a:r>
              <a:rPr sz="3200" spc="20" dirty="0">
                <a:solidFill>
                  <a:srgbClr val="375F92"/>
                </a:solidFill>
                <a:latin typeface="Arial MT"/>
                <a:cs typeface="Arial MT"/>
              </a:rPr>
              <a:t>e</a:t>
            </a:r>
            <a:r>
              <a:rPr sz="3200" spc="50" dirty="0">
                <a:solidFill>
                  <a:srgbClr val="375F92"/>
                </a:solidFill>
                <a:latin typeface="Arial MT"/>
                <a:cs typeface="Arial MT"/>
              </a:rPr>
              <a:t>c</a:t>
            </a:r>
            <a:r>
              <a:rPr sz="3200" spc="5" dirty="0">
                <a:solidFill>
                  <a:srgbClr val="375F92"/>
                </a:solidFill>
                <a:latin typeface="Arial MT"/>
                <a:cs typeface="Arial MT"/>
              </a:rPr>
              <a:t>t</a:t>
            </a:r>
            <a:r>
              <a:rPr sz="3200" spc="-50" dirty="0">
                <a:solidFill>
                  <a:srgbClr val="375F92"/>
                </a:solidFill>
                <a:latin typeface="Arial MT"/>
                <a:cs typeface="Arial MT"/>
              </a:rPr>
              <a:t>e</a:t>
            </a:r>
            <a:r>
              <a:rPr sz="3200" spc="15" dirty="0">
                <a:solidFill>
                  <a:srgbClr val="375F92"/>
                </a:solidFill>
                <a:latin typeface="Arial MT"/>
                <a:cs typeface="Arial MT"/>
              </a:rPr>
              <a:t>d</a:t>
            </a:r>
            <a:r>
              <a:rPr sz="3200" spc="-204" dirty="0">
                <a:solidFill>
                  <a:srgbClr val="375F92"/>
                </a:solidFill>
                <a:latin typeface="Arial MT"/>
                <a:cs typeface="Arial MT"/>
              </a:rPr>
              <a:t> </a:t>
            </a:r>
            <a:r>
              <a:rPr sz="3200" spc="15" dirty="0">
                <a:solidFill>
                  <a:srgbClr val="375F92"/>
                </a:solidFill>
                <a:latin typeface="Arial MT"/>
                <a:cs typeface="Arial MT"/>
              </a:rPr>
              <a:t>b</a:t>
            </a:r>
            <a:r>
              <a:rPr sz="3200" spc="20" dirty="0">
                <a:solidFill>
                  <a:srgbClr val="375F92"/>
                </a:solidFill>
                <a:latin typeface="Arial MT"/>
                <a:cs typeface="Arial MT"/>
              </a:rPr>
              <a:t>e</a:t>
            </a:r>
            <a:r>
              <a:rPr sz="3200" spc="15" dirty="0">
                <a:solidFill>
                  <a:srgbClr val="375F92"/>
                </a:solidFill>
                <a:latin typeface="Arial MT"/>
                <a:cs typeface="Arial MT"/>
              </a:rPr>
              <a:t>n</a:t>
            </a:r>
            <a:r>
              <a:rPr sz="3200" spc="20" dirty="0">
                <a:solidFill>
                  <a:srgbClr val="375F92"/>
                </a:solidFill>
                <a:latin typeface="Arial MT"/>
                <a:cs typeface="Arial MT"/>
              </a:rPr>
              <a:t>e</a:t>
            </a:r>
            <a:r>
              <a:rPr sz="3200" spc="80" dirty="0">
                <a:solidFill>
                  <a:srgbClr val="375F92"/>
                </a:solidFill>
                <a:latin typeface="Arial MT"/>
                <a:cs typeface="Arial MT"/>
              </a:rPr>
              <a:t>f</a:t>
            </a:r>
            <a:r>
              <a:rPr sz="3200" spc="-35" dirty="0">
                <a:solidFill>
                  <a:srgbClr val="375F92"/>
                </a:solidFill>
                <a:latin typeface="Arial MT"/>
                <a:cs typeface="Arial MT"/>
              </a:rPr>
              <a:t>i</a:t>
            </a:r>
            <a:r>
              <a:rPr sz="3200" spc="10" dirty="0">
                <a:solidFill>
                  <a:srgbClr val="375F92"/>
                </a:solidFill>
                <a:latin typeface="Arial MT"/>
                <a:cs typeface="Arial MT"/>
              </a:rPr>
              <a:t>ts</a:t>
            </a:r>
            <a:r>
              <a:rPr sz="3200" spc="-245" dirty="0">
                <a:solidFill>
                  <a:srgbClr val="375F92"/>
                </a:solidFill>
                <a:latin typeface="Arial MT"/>
                <a:cs typeface="Arial MT"/>
              </a:rPr>
              <a:t> </a:t>
            </a:r>
            <a:r>
              <a:rPr sz="3200" spc="10" dirty="0">
                <a:solidFill>
                  <a:srgbClr val="375F92"/>
                </a:solidFill>
                <a:latin typeface="Arial MT"/>
                <a:cs typeface="Arial MT"/>
              </a:rPr>
              <a:t>to  </a:t>
            </a:r>
            <a:r>
              <a:rPr sz="3200" spc="20" dirty="0">
                <a:solidFill>
                  <a:srgbClr val="375F92"/>
                </a:solidFill>
                <a:latin typeface="Arial MT"/>
                <a:cs typeface="Arial MT"/>
              </a:rPr>
              <a:t>all</a:t>
            </a:r>
            <a:r>
              <a:rPr sz="3200" spc="-110" dirty="0">
                <a:solidFill>
                  <a:srgbClr val="375F92"/>
                </a:solidFill>
                <a:latin typeface="Arial MT"/>
                <a:cs typeface="Arial MT"/>
              </a:rPr>
              <a:t> </a:t>
            </a:r>
            <a:r>
              <a:rPr sz="3200" spc="10" dirty="0">
                <a:solidFill>
                  <a:srgbClr val="375F92"/>
                </a:solidFill>
                <a:latin typeface="Arial MT"/>
                <a:cs typeface="Arial MT"/>
              </a:rPr>
              <a:t>stakeholders.</a:t>
            </a:r>
            <a:endParaRPr sz="3200">
              <a:latin typeface="Arial MT"/>
              <a:cs typeface="Arial MT"/>
            </a:endParaRPr>
          </a:p>
          <a:p>
            <a:pPr marL="412750">
              <a:lnSpc>
                <a:spcPct val="100000"/>
              </a:lnSpc>
              <a:spcBef>
                <a:spcPts val="660"/>
              </a:spcBef>
            </a:pPr>
            <a:r>
              <a:rPr sz="2750" spc="15" dirty="0">
                <a:solidFill>
                  <a:srgbClr val="375F92"/>
                </a:solidFill>
                <a:latin typeface="Arial MT"/>
                <a:cs typeface="Arial MT"/>
              </a:rPr>
              <a:t>–</a:t>
            </a:r>
            <a:r>
              <a:rPr sz="2750" spc="-515" dirty="0">
                <a:solidFill>
                  <a:srgbClr val="375F92"/>
                </a:solidFill>
                <a:latin typeface="Arial MT"/>
                <a:cs typeface="Arial MT"/>
              </a:rPr>
              <a:t> </a:t>
            </a:r>
            <a:r>
              <a:rPr sz="2750" spc="175" dirty="0">
                <a:solidFill>
                  <a:srgbClr val="375F92"/>
                </a:solidFill>
                <a:latin typeface="Arial MT"/>
                <a:cs typeface="Arial MT"/>
              </a:rPr>
              <a:t>W</a:t>
            </a:r>
            <a:r>
              <a:rPr sz="2750" spc="-30" dirty="0">
                <a:solidFill>
                  <a:srgbClr val="375F92"/>
                </a:solidFill>
                <a:latin typeface="Arial MT"/>
                <a:cs typeface="Arial MT"/>
              </a:rPr>
              <a:t>a</a:t>
            </a:r>
            <a:r>
              <a:rPr sz="2750" spc="15" dirty="0">
                <a:solidFill>
                  <a:srgbClr val="375F92"/>
                </a:solidFill>
                <a:latin typeface="Arial MT"/>
                <a:cs typeface="Arial MT"/>
              </a:rPr>
              <a:t>s</a:t>
            </a:r>
            <a:r>
              <a:rPr sz="2750" spc="-200" dirty="0">
                <a:solidFill>
                  <a:srgbClr val="375F92"/>
                </a:solidFill>
                <a:latin typeface="Arial MT"/>
                <a:cs typeface="Arial MT"/>
              </a:rPr>
              <a:t> </a:t>
            </a:r>
            <a:r>
              <a:rPr sz="2750" spc="-15" dirty="0">
                <a:solidFill>
                  <a:srgbClr val="375F92"/>
                </a:solidFill>
                <a:latin typeface="Arial MT"/>
                <a:cs typeface="Arial MT"/>
              </a:rPr>
              <a:t>t</a:t>
            </a:r>
            <a:r>
              <a:rPr sz="2750" spc="40" dirty="0">
                <a:solidFill>
                  <a:srgbClr val="375F92"/>
                </a:solidFill>
                <a:latin typeface="Arial MT"/>
                <a:cs typeface="Arial MT"/>
              </a:rPr>
              <a:t>h</a:t>
            </a:r>
            <a:r>
              <a:rPr sz="2750" spc="15" dirty="0">
                <a:solidFill>
                  <a:srgbClr val="375F92"/>
                </a:solidFill>
                <a:latin typeface="Arial MT"/>
                <a:cs typeface="Arial MT"/>
              </a:rPr>
              <a:t>e </a:t>
            </a:r>
            <a:r>
              <a:rPr sz="2750" spc="40" dirty="0">
                <a:solidFill>
                  <a:srgbClr val="375F92"/>
                </a:solidFill>
                <a:latin typeface="Arial MT"/>
                <a:cs typeface="Arial MT"/>
              </a:rPr>
              <a:t>p</a:t>
            </a:r>
            <a:r>
              <a:rPr sz="2750" spc="-15" dirty="0">
                <a:solidFill>
                  <a:srgbClr val="375F92"/>
                </a:solidFill>
                <a:latin typeface="Arial MT"/>
                <a:cs typeface="Arial MT"/>
              </a:rPr>
              <a:t>r</a:t>
            </a:r>
            <a:r>
              <a:rPr sz="2750" spc="40" dirty="0">
                <a:solidFill>
                  <a:srgbClr val="375F92"/>
                </a:solidFill>
                <a:latin typeface="Arial MT"/>
                <a:cs typeface="Arial MT"/>
              </a:rPr>
              <a:t>o</a:t>
            </a:r>
            <a:r>
              <a:rPr sz="2750" spc="60" dirty="0">
                <a:solidFill>
                  <a:srgbClr val="375F92"/>
                </a:solidFill>
                <a:latin typeface="Arial MT"/>
                <a:cs typeface="Arial MT"/>
              </a:rPr>
              <a:t>j</a:t>
            </a:r>
            <a:r>
              <a:rPr sz="2750" spc="-30" dirty="0">
                <a:solidFill>
                  <a:srgbClr val="375F92"/>
                </a:solidFill>
                <a:latin typeface="Arial MT"/>
                <a:cs typeface="Arial MT"/>
              </a:rPr>
              <a:t>e</a:t>
            </a:r>
            <a:r>
              <a:rPr sz="2750" spc="45" dirty="0">
                <a:solidFill>
                  <a:srgbClr val="375F92"/>
                </a:solidFill>
                <a:latin typeface="Arial MT"/>
                <a:cs typeface="Arial MT"/>
              </a:rPr>
              <a:t>c</a:t>
            </a:r>
            <a:r>
              <a:rPr sz="2750" spc="5" dirty="0">
                <a:solidFill>
                  <a:srgbClr val="375F92"/>
                </a:solidFill>
                <a:latin typeface="Arial MT"/>
                <a:cs typeface="Arial MT"/>
              </a:rPr>
              <a:t>t</a:t>
            </a:r>
            <a:r>
              <a:rPr sz="2750" spc="40" dirty="0">
                <a:solidFill>
                  <a:srgbClr val="375F92"/>
                </a:solidFill>
                <a:latin typeface="Arial MT"/>
                <a:cs typeface="Arial MT"/>
              </a:rPr>
              <a:t> </a:t>
            </a:r>
            <a:r>
              <a:rPr sz="2750" spc="30" dirty="0">
                <a:solidFill>
                  <a:srgbClr val="375F92"/>
                </a:solidFill>
                <a:latin typeface="Arial MT"/>
                <a:cs typeface="Arial MT"/>
              </a:rPr>
              <a:t>m</a:t>
            </a:r>
            <a:r>
              <a:rPr sz="2750" spc="-30" dirty="0">
                <a:solidFill>
                  <a:srgbClr val="375F92"/>
                </a:solidFill>
                <a:latin typeface="Arial MT"/>
                <a:cs typeface="Arial MT"/>
              </a:rPr>
              <a:t>a</a:t>
            </a:r>
            <a:r>
              <a:rPr sz="2750" spc="40" dirty="0">
                <a:solidFill>
                  <a:srgbClr val="375F92"/>
                </a:solidFill>
                <a:latin typeface="Arial MT"/>
                <a:cs typeface="Arial MT"/>
              </a:rPr>
              <a:t>n</a:t>
            </a:r>
            <a:r>
              <a:rPr sz="2750" spc="-30" dirty="0">
                <a:solidFill>
                  <a:srgbClr val="375F92"/>
                </a:solidFill>
                <a:latin typeface="Arial MT"/>
                <a:cs typeface="Arial MT"/>
              </a:rPr>
              <a:t>a</a:t>
            </a:r>
            <a:r>
              <a:rPr sz="2750" spc="40" dirty="0">
                <a:solidFill>
                  <a:srgbClr val="375F92"/>
                </a:solidFill>
                <a:latin typeface="Arial MT"/>
                <a:cs typeface="Arial MT"/>
              </a:rPr>
              <a:t>g</a:t>
            </a:r>
            <a:r>
              <a:rPr sz="2750" spc="-30" dirty="0">
                <a:solidFill>
                  <a:srgbClr val="375F92"/>
                </a:solidFill>
                <a:latin typeface="Arial MT"/>
                <a:cs typeface="Arial MT"/>
              </a:rPr>
              <a:t>e</a:t>
            </a:r>
            <a:r>
              <a:rPr sz="2750" spc="15" dirty="0">
                <a:solidFill>
                  <a:srgbClr val="375F92"/>
                </a:solidFill>
                <a:latin typeface="Arial MT"/>
                <a:cs typeface="Arial MT"/>
              </a:rPr>
              <a:t>d</a:t>
            </a:r>
            <a:r>
              <a:rPr sz="2750" spc="160" dirty="0">
                <a:solidFill>
                  <a:srgbClr val="375F92"/>
                </a:solidFill>
                <a:latin typeface="Arial MT"/>
                <a:cs typeface="Arial MT"/>
              </a:rPr>
              <a:t> </a:t>
            </a:r>
            <a:r>
              <a:rPr sz="2750" spc="35" dirty="0">
                <a:solidFill>
                  <a:srgbClr val="375F92"/>
                </a:solidFill>
                <a:latin typeface="Arial MT"/>
                <a:cs typeface="Arial MT"/>
              </a:rPr>
              <a:t>w</a:t>
            </a:r>
            <a:r>
              <a:rPr sz="2750" spc="-30" dirty="0">
                <a:solidFill>
                  <a:srgbClr val="375F92"/>
                </a:solidFill>
                <a:latin typeface="Arial MT"/>
                <a:cs typeface="Arial MT"/>
              </a:rPr>
              <a:t>e</a:t>
            </a:r>
            <a:r>
              <a:rPr sz="2750" spc="-90" dirty="0">
                <a:solidFill>
                  <a:srgbClr val="375F92"/>
                </a:solidFill>
                <a:latin typeface="Arial MT"/>
                <a:cs typeface="Arial MT"/>
              </a:rPr>
              <a:t>ll</a:t>
            </a:r>
            <a:r>
              <a:rPr sz="2750" spc="15" dirty="0">
                <a:solidFill>
                  <a:srgbClr val="375F92"/>
                </a:solidFill>
                <a:latin typeface="Arial MT"/>
                <a:cs typeface="Arial MT"/>
              </a:rPr>
              <a:t>?</a:t>
            </a:r>
            <a:endParaRPr sz="2750">
              <a:latin typeface="Arial MT"/>
              <a:cs typeface="Arial MT"/>
            </a:endParaRPr>
          </a:p>
          <a:p>
            <a:pPr marL="412750">
              <a:lnSpc>
                <a:spcPct val="100000"/>
              </a:lnSpc>
              <a:spcBef>
                <a:spcPts val="680"/>
              </a:spcBef>
            </a:pPr>
            <a:r>
              <a:rPr sz="2750" spc="15" dirty="0">
                <a:solidFill>
                  <a:srgbClr val="375F92"/>
                </a:solidFill>
                <a:latin typeface="Arial MT"/>
                <a:cs typeface="Arial MT"/>
              </a:rPr>
              <a:t>–</a:t>
            </a:r>
            <a:r>
              <a:rPr sz="2750" spc="-515" dirty="0">
                <a:solidFill>
                  <a:srgbClr val="375F92"/>
                </a:solidFill>
                <a:latin typeface="Arial MT"/>
                <a:cs typeface="Arial MT"/>
              </a:rPr>
              <a:t> </a:t>
            </a:r>
            <a:r>
              <a:rPr sz="2750" spc="175" dirty="0">
                <a:solidFill>
                  <a:srgbClr val="375F92"/>
                </a:solidFill>
                <a:latin typeface="Arial MT"/>
                <a:cs typeface="Arial MT"/>
              </a:rPr>
              <a:t>W</a:t>
            </a:r>
            <a:r>
              <a:rPr sz="2750" spc="-30" dirty="0">
                <a:solidFill>
                  <a:srgbClr val="375F92"/>
                </a:solidFill>
                <a:latin typeface="Arial MT"/>
                <a:cs typeface="Arial MT"/>
              </a:rPr>
              <a:t>a</a:t>
            </a:r>
            <a:r>
              <a:rPr sz="2750" spc="15" dirty="0">
                <a:solidFill>
                  <a:srgbClr val="375F92"/>
                </a:solidFill>
                <a:latin typeface="Arial MT"/>
                <a:cs typeface="Arial MT"/>
              </a:rPr>
              <a:t>s</a:t>
            </a:r>
            <a:r>
              <a:rPr sz="2750" spc="-200" dirty="0">
                <a:solidFill>
                  <a:srgbClr val="375F92"/>
                </a:solidFill>
                <a:latin typeface="Arial MT"/>
                <a:cs typeface="Arial MT"/>
              </a:rPr>
              <a:t> </a:t>
            </a:r>
            <a:r>
              <a:rPr sz="2750" spc="-15" dirty="0">
                <a:solidFill>
                  <a:srgbClr val="375F92"/>
                </a:solidFill>
                <a:latin typeface="Arial MT"/>
                <a:cs typeface="Arial MT"/>
              </a:rPr>
              <a:t>t</a:t>
            </a:r>
            <a:r>
              <a:rPr sz="2750" spc="40" dirty="0">
                <a:solidFill>
                  <a:srgbClr val="375F92"/>
                </a:solidFill>
                <a:latin typeface="Arial MT"/>
                <a:cs typeface="Arial MT"/>
              </a:rPr>
              <a:t>h</a:t>
            </a:r>
            <a:r>
              <a:rPr sz="2750" spc="15" dirty="0">
                <a:solidFill>
                  <a:srgbClr val="375F92"/>
                </a:solidFill>
                <a:latin typeface="Arial MT"/>
                <a:cs typeface="Arial MT"/>
              </a:rPr>
              <a:t>e </a:t>
            </a:r>
            <a:r>
              <a:rPr sz="2750" spc="45" dirty="0">
                <a:solidFill>
                  <a:srgbClr val="375F92"/>
                </a:solidFill>
                <a:latin typeface="Arial MT"/>
                <a:cs typeface="Arial MT"/>
              </a:rPr>
              <a:t>c</a:t>
            </a:r>
            <a:r>
              <a:rPr sz="2750" spc="40" dirty="0">
                <a:solidFill>
                  <a:srgbClr val="375F92"/>
                </a:solidFill>
                <a:latin typeface="Arial MT"/>
                <a:cs typeface="Arial MT"/>
              </a:rPr>
              <a:t>u</a:t>
            </a:r>
            <a:r>
              <a:rPr sz="2750" spc="-25" dirty="0">
                <a:solidFill>
                  <a:srgbClr val="375F92"/>
                </a:solidFill>
                <a:latin typeface="Arial MT"/>
                <a:cs typeface="Arial MT"/>
              </a:rPr>
              <a:t>s</a:t>
            </a:r>
            <a:r>
              <a:rPr sz="2750" spc="-15" dirty="0">
                <a:solidFill>
                  <a:srgbClr val="375F92"/>
                </a:solidFill>
                <a:latin typeface="Arial MT"/>
                <a:cs typeface="Arial MT"/>
              </a:rPr>
              <a:t>t</a:t>
            </a:r>
            <a:r>
              <a:rPr sz="2750" spc="40" dirty="0">
                <a:solidFill>
                  <a:srgbClr val="375F92"/>
                </a:solidFill>
                <a:latin typeface="Arial MT"/>
                <a:cs typeface="Arial MT"/>
              </a:rPr>
              <a:t>o</a:t>
            </a:r>
            <a:r>
              <a:rPr sz="2750" spc="30" dirty="0">
                <a:solidFill>
                  <a:srgbClr val="375F92"/>
                </a:solidFill>
                <a:latin typeface="Arial MT"/>
                <a:cs typeface="Arial MT"/>
              </a:rPr>
              <a:t>m</a:t>
            </a:r>
            <a:r>
              <a:rPr sz="2750" spc="-30" dirty="0">
                <a:solidFill>
                  <a:srgbClr val="375F92"/>
                </a:solidFill>
                <a:latin typeface="Arial MT"/>
                <a:cs typeface="Arial MT"/>
              </a:rPr>
              <a:t>e</a:t>
            </a:r>
            <a:r>
              <a:rPr sz="2750" spc="10" dirty="0">
                <a:solidFill>
                  <a:srgbClr val="375F92"/>
                </a:solidFill>
                <a:latin typeface="Arial MT"/>
                <a:cs typeface="Arial MT"/>
              </a:rPr>
              <a:t>r</a:t>
            </a:r>
            <a:r>
              <a:rPr sz="2750" spc="110" dirty="0">
                <a:solidFill>
                  <a:srgbClr val="375F92"/>
                </a:solidFill>
                <a:latin typeface="Arial MT"/>
                <a:cs typeface="Arial MT"/>
              </a:rPr>
              <a:t> </a:t>
            </a:r>
            <a:r>
              <a:rPr sz="2750" spc="-25" dirty="0">
                <a:solidFill>
                  <a:srgbClr val="375F92"/>
                </a:solidFill>
                <a:latin typeface="Arial MT"/>
                <a:cs typeface="Arial MT"/>
              </a:rPr>
              <a:t>s</a:t>
            </a:r>
            <a:r>
              <a:rPr sz="2750" spc="-30" dirty="0">
                <a:solidFill>
                  <a:srgbClr val="375F92"/>
                </a:solidFill>
                <a:latin typeface="Arial MT"/>
                <a:cs typeface="Arial MT"/>
              </a:rPr>
              <a:t>a</a:t>
            </a:r>
            <a:r>
              <a:rPr sz="2750" spc="-15" dirty="0">
                <a:solidFill>
                  <a:srgbClr val="375F92"/>
                </a:solidFill>
                <a:latin typeface="Arial MT"/>
                <a:cs typeface="Arial MT"/>
              </a:rPr>
              <a:t>t</a:t>
            </a:r>
            <a:r>
              <a:rPr sz="2750" spc="-90" dirty="0">
                <a:solidFill>
                  <a:srgbClr val="375F92"/>
                </a:solidFill>
                <a:latin typeface="Arial MT"/>
                <a:cs typeface="Arial MT"/>
              </a:rPr>
              <a:t>i</a:t>
            </a:r>
            <a:r>
              <a:rPr sz="2750" spc="-25" dirty="0">
                <a:solidFill>
                  <a:srgbClr val="375F92"/>
                </a:solidFill>
                <a:latin typeface="Arial MT"/>
                <a:cs typeface="Arial MT"/>
              </a:rPr>
              <a:t>s</a:t>
            </a:r>
            <a:r>
              <a:rPr sz="2750" spc="-15" dirty="0">
                <a:solidFill>
                  <a:srgbClr val="375F92"/>
                </a:solidFill>
                <a:latin typeface="Arial MT"/>
                <a:cs typeface="Arial MT"/>
              </a:rPr>
              <a:t>fi</a:t>
            </a:r>
            <a:r>
              <a:rPr sz="2750" spc="-30" dirty="0">
                <a:solidFill>
                  <a:srgbClr val="375F92"/>
                </a:solidFill>
                <a:latin typeface="Arial MT"/>
                <a:cs typeface="Arial MT"/>
              </a:rPr>
              <a:t>e</a:t>
            </a:r>
            <a:r>
              <a:rPr sz="2750" spc="40" dirty="0">
                <a:solidFill>
                  <a:srgbClr val="375F92"/>
                </a:solidFill>
                <a:latin typeface="Arial MT"/>
                <a:cs typeface="Arial MT"/>
              </a:rPr>
              <a:t>d</a:t>
            </a:r>
            <a:r>
              <a:rPr sz="2750" spc="15" dirty="0">
                <a:solidFill>
                  <a:srgbClr val="375F92"/>
                </a:solidFill>
                <a:latin typeface="Arial MT"/>
                <a:cs typeface="Arial MT"/>
              </a:rPr>
              <a:t>?</a:t>
            </a:r>
            <a:endParaRPr sz="2750">
              <a:latin typeface="Arial MT"/>
              <a:cs typeface="Arial MT"/>
            </a:endParaRPr>
          </a:p>
          <a:p>
            <a:pPr marL="241300" marR="750570" indent="-228600">
              <a:lnSpc>
                <a:spcPct val="102000"/>
              </a:lnSpc>
              <a:spcBef>
                <a:spcPts val="470"/>
              </a:spcBef>
              <a:buChar char="•"/>
              <a:tabLst>
                <a:tab pos="241300" algn="l"/>
              </a:tabLst>
            </a:pPr>
            <a:r>
              <a:rPr sz="3200" spc="35" dirty="0">
                <a:solidFill>
                  <a:srgbClr val="375F92"/>
                </a:solidFill>
                <a:latin typeface="Arial MT"/>
                <a:cs typeface="Arial MT"/>
              </a:rPr>
              <a:t>Assess</a:t>
            </a:r>
            <a:r>
              <a:rPr sz="3200" spc="-250" dirty="0">
                <a:solidFill>
                  <a:srgbClr val="375F92"/>
                </a:solidFill>
                <a:latin typeface="Arial MT"/>
                <a:cs typeface="Arial MT"/>
              </a:rPr>
              <a:t> </a:t>
            </a:r>
            <a:r>
              <a:rPr sz="3200" spc="-25" dirty="0">
                <a:solidFill>
                  <a:srgbClr val="375F92"/>
                </a:solidFill>
                <a:latin typeface="Arial MT"/>
                <a:cs typeface="Arial MT"/>
              </a:rPr>
              <a:t>what</a:t>
            </a:r>
            <a:r>
              <a:rPr sz="3200" spc="5" dirty="0">
                <a:solidFill>
                  <a:srgbClr val="375F92"/>
                </a:solidFill>
                <a:latin typeface="Arial MT"/>
                <a:cs typeface="Arial MT"/>
              </a:rPr>
              <a:t> </a:t>
            </a:r>
            <a:r>
              <a:rPr sz="3200" spc="-35" dirty="0">
                <a:solidFill>
                  <a:srgbClr val="375F92"/>
                </a:solidFill>
                <a:latin typeface="Arial MT"/>
                <a:cs typeface="Arial MT"/>
              </a:rPr>
              <a:t>was</a:t>
            </a:r>
            <a:r>
              <a:rPr sz="3200" spc="130" dirty="0">
                <a:solidFill>
                  <a:srgbClr val="375F92"/>
                </a:solidFill>
                <a:latin typeface="Arial MT"/>
                <a:cs typeface="Arial MT"/>
              </a:rPr>
              <a:t> </a:t>
            </a:r>
            <a:r>
              <a:rPr sz="3200" spc="15" dirty="0">
                <a:solidFill>
                  <a:srgbClr val="375F92"/>
                </a:solidFill>
                <a:latin typeface="Arial MT"/>
                <a:cs typeface="Arial MT"/>
              </a:rPr>
              <a:t>done</a:t>
            </a:r>
            <a:r>
              <a:rPr sz="3200" spc="-130" dirty="0">
                <a:solidFill>
                  <a:srgbClr val="375F92"/>
                </a:solidFill>
                <a:latin typeface="Arial MT"/>
                <a:cs typeface="Arial MT"/>
              </a:rPr>
              <a:t> </a:t>
            </a:r>
            <a:r>
              <a:rPr sz="3200" spc="-20" dirty="0">
                <a:solidFill>
                  <a:srgbClr val="375F92"/>
                </a:solidFill>
                <a:latin typeface="Arial MT"/>
                <a:cs typeface="Arial MT"/>
              </a:rPr>
              <a:t>wrong</a:t>
            </a:r>
            <a:r>
              <a:rPr sz="3200" spc="20" dirty="0">
                <a:solidFill>
                  <a:srgbClr val="375F92"/>
                </a:solidFill>
                <a:latin typeface="Arial MT"/>
                <a:cs typeface="Arial MT"/>
              </a:rPr>
              <a:t> </a:t>
            </a:r>
            <a:r>
              <a:rPr sz="3200" spc="15" dirty="0">
                <a:solidFill>
                  <a:srgbClr val="375F92"/>
                </a:solidFill>
                <a:latin typeface="Arial MT"/>
                <a:cs typeface="Arial MT"/>
              </a:rPr>
              <a:t>and</a:t>
            </a:r>
            <a:r>
              <a:rPr sz="3200" spc="-60" dirty="0">
                <a:solidFill>
                  <a:srgbClr val="375F92"/>
                </a:solidFill>
                <a:latin typeface="Arial MT"/>
                <a:cs typeface="Arial MT"/>
              </a:rPr>
              <a:t> </a:t>
            </a:r>
            <a:r>
              <a:rPr sz="3200" spc="-25" dirty="0">
                <a:solidFill>
                  <a:srgbClr val="375F92"/>
                </a:solidFill>
                <a:latin typeface="Arial MT"/>
                <a:cs typeface="Arial MT"/>
              </a:rPr>
              <a:t>what</a:t>
            </a:r>
            <a:r>
              <a:rPr sz="3200" spc="10" dirty="0">
                <a:solidFill>
                  <a:srgbClr val="375F92"/>
                </a:solidFill>
                <a:latin typeface="Arial MT"/>
                <a:cs typeface="Arial MT"/>
              </a:rPr>
              <a:t> </a:t>
            </a:r>
            <a:r>
              <a:rPr sz="3200" spc="15" dirty="0">
                <a:solidFill>
                  <a:srgbClr val="375F92"/>
                </a:solidFill>
                <a:latin typeface="Arial MT"/>
                <a:cs typeface="Arial MT"/>
              </a:rPr>
              <a:t>contributed</a:t>
            </a:r>
            <a:r>
              <a:rPr sz="3200" spc="-280" dirty="0">
                <a:solidFill>
                  <a:srgbClr val="375F92"/>
                </a:solidFill>
                <a:latin typeface="Arial MT"/>
                <a:cs typeface="Arial MT"/>
              </a:rPr>
              <a:t> </a:t>
            </a:r>
            <a:r>
              <a:rPr sz="3200" spc="10" dirty="0">
                <a:solidFill>
                  <a:srgbClr val="375F92"/>
                </a:solidFill>
                <a:latin typeface="Arial MT"/>
                <a:cs typeface="Arial MT"/>
              </a:rPr>
              <a:t>to </a:t>
            </a:r>
            <a:r>
              <a:rPr sz="3200" spc="-875" dirty="0">
                <a:solidFill>
                  <a:srgbClr val="375F92"/>
                </a:solidFill>
                <a:latin typeface="Arial MT"/>
                <a:cs typeface="Arial MT"/>
              </a:rPr>
              <a:t> </a:t>
            </a:r>
            <a:r>
              <a:rPr sz="3200" spc="10" dirty="0">
                <a:solidFill>
                  <a:srgbClr val="375F92"/>
                </a:solidFill>
                <a:latin typeface="Arial MT"/>
                <a:cs typeface="Arial MT"/>
              </a:rPr>
              <a:t>successes.</a:t>
            </a:r>
            <a:endParaRPr sz="3200">
              <a:latin typeface="Arial MT"/>
              <a:cs typeface="Arial MT"/>
            </a:endParaRPr>
          </a:p>
          <a:p>
            <a:pPr marL="241300" indent="-228600">
              <a:lnSpc>
                <a:spcPct val="100000"/>
              </a:lnSpc>
              <a:spcBef>
                <a:spcPts val="590"/>
              </a:spcBef>
              <a:buChar char="•"/>
              <a:tabLst>
                <a:tab pos="241300" algn="l"/>
              </a:tabLst>
            </a:pPr>
            <a:r>
              <a:rPr sz="3200" spc="25" dirty="0">
                <a:solidFill>
                  <a:srgbClr val="375F92"/>
                </a:solidFill>
                <a:latin typeface="Arial MT"/>
                <a:cs typeface="Arial MT"/>
              </a:rPr>
              <a:t>Identify</a:t>
            </a:r>
            <a:r>
              <a:rPr sz="3200" spc="-250" dirty="0">
                <a:solidFill>
                  <a:srgbClr val="375F92"/>
                </a:solidFill>
                <a:latin typeface="Arial MT"/>
                <a:cs typeface="Arial MT"/>
              </a:rPr>
              <a:t> </a:t>
            </a:r>
            <a:r>
              <a:rPr sz="3200" spc="20" dirty="0">
                <a:solidFill>
                  <a:srgbClr val="375F92"/>
                </a:solidFill>
                <a:latin typeface="Arial MT"/>
                <a:cs typeface="Arial MT"/>
              </a:rPr>
              <a:t>changes</a:t>
            </a:r>
            <a:r>
              <a:rPr sz="3200" spc="-240" dirty="0">
                <a:solidFill>
                  <a:srgbClr val="375F92"/>
                </a:solidFill>
                <a:latin typeface="Arial MT"/>
                <a:cs typeface="Arial MT"/>
              </a:rPr>
              <a:t> </a:t>
            </a:r>
            <a:r>
              <a:rPr sz="3200" spc="10" dirty="0">
                <a:solidFill>
                  <a:srgbClr val="375F92"/>
                </a:solidFill>
                <a:latin typeface="Arial MT"/>
                <a:cs typeface="Arial MT"/>
              </a:rPr>
              <a:t>to</a:t>
            </a:r>
            <a:r>
              <a:rPr sz="3200" spc="-60" dirty="0">
                <a:solidFill>
                  <a:srgbClr val="375F92"/>
                </a:solidFill>
                <a:latin typeface="Arial MT"/>
                <a:cs typeface="Arial MT"/>
              </a:rPr>
              <a:t> </a:t>
            </a:r>
            <a:r>
              <a:rPr sz="3200" spc="20" dirty="0">
                <a:solidFill>
                  <a:srgbClr val="375F92"/>
                </a:solidFill>
                <a:latin typeface="Arial MT"/>
                <a:cs typeface="Arial MT"/>
              </a:rPr>
              <a:t>improve</a:t>
            </a:r>
            <a:r>
              <a:rPr sz="3200" spc="-200" dirty="0">
                <a:solidFill>
                  <a:srgbClr val="375F92"/>
                </a:solidFill>
                <a:latin typeface="Arial MT"/>
                <a:cs typeface="Arial MT"/>
              </a:rPr>
              <a:t> </a:t>
            </a:r>
            <a:r>
              <a:rPr sz="3200" spc="15" dirty="0">
                <a:solidFill>
                  <a:srgbClr val="375F92"/>
                </a:solidFill>
                <a:latin typeface="Arial MT"/>
                <a:cs typeface="Arial MT"/>
              </a:rPr>
              <a:t>the</a:t>
            </a:r>
            <a:r>
              <a:rPr sz="3200" spc="-55" dirty="0">
                <a:solidFill>
                  <a:srgbClr val="375F92"/>
                </a:solidFill>
                <a:latin typeface="Arial MT"/>
                <a:cs typeface="Arial MT"/>
              </a:rPr>
              <a:t> </a:t>
            </a:r>
            <a:r>
              <a:rPr sz="3200" spc="10" dirty="0">
                <a:solidFill>
                  <a:srgbClr val="375F92"/>
                </a:solidFill>
                <a:latin typeface="Arial MT"/>
                <a:cs typeface="Arial MT"/>
              </a:rPr>
              <a:t>delivery</a:t>
            </a:r>
            <a:r>
              <a:rPr sz="3200" spc="-175" dirty="0">
                <a:solidFill>
                  <a:srgbClr val="375F92"/>
                </a:solidFill>
                <a:latin typeface="Arial MT"/>
                <a:cs typeface="Arial MT"/>
              </a:rPr>
              <a:t> </a:t>
            </a:r>
            <a:r>
              <a:rPr sz="3200" spc="10" dirty="0">
                <a:solidFill>
                  <a:srgbClr val="375F92"/>
                </a:solidFill>
                <a:latin typeface="Arial MT"/>
                <a:cs typeface="Arial MT"/>
              </a:rPr>
              <a:t>of</a:t>
            </a:r>
            <a:r>
              <a:rPr sz="3200" spc="-55" dirty="0">
                <a:solidFill>
                  <a:srgbClr val="375F92"/>
                </a:solidFill>
                <a:latin typeface="Arial MT"/>
                <a:cs typeface="Arial MT"/>
              </a:rPr>
              <a:t> </a:t>
            </a:r>
            <a:r>
              <a:rPr sz="3200" spc="20" dirty="0">
                <a:solidFill>
                  <a:srgbClr val="375F92"/>
                </a:solidFill>
                <a:latin typeface="Arial MT"/>
                <a:cs typeface="Arial MT"/>
              </a:rPr>
              <a:t>future</a:t>
            </a:r>
            <a:r>
              <a:rPr sz="3200" spc="-200" dirty="0">
                <a:solidFill>
                  <a:srgbClr val="375F92"/>
                </a:solidFill>
                <a:latin typeface="Arial MT"/>
                <a:cs typeface="Arial MT"/>
              </a:rPr>
              <a:t> </a:t>
            </a:r>
            <a:r>
              <a:rPr sz="3200" spc="20" dirty="0">
                <a:solidFill>
                  <a:srgbClr val="375F92"/>
                </a:solidFill>
                <a:latin typeface="Arial MT"/>
                <a:cs typeface="Arial MT"/>
              </a:rPr>
              <a:t>projects.</a:t>
            </a:r>
            <a:endParaRPr sz="320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362" y="309625"/>
            <a:ext cx="10972800" cy="590550"/>
          </a:xfrm>
          <a:prstGeom prst="rect">
            <a:avLst/>
          </a:prstGeom>
          <a:solidFill>
            <a:srgbClr val="7E7E7E">
              <a:alpha val="50195"/>
            </a:srgbClr>
          </a:solidFill>
          <a:ln w="9344">
            <a:solidFill>
              <a:srgbClr val="4B4B4B"/>
            </a:solidFill>
          </a:ln>
        </p:spPr>
        <p:txBody>
          <a:bodyPr vert="horz" wrap="square" lIns="0" tIns="71120" rIns="0" bIns="0" rtlCol="0">
            <a:spAutoFit/>
          </a:bodyPr>
          <a:lstStyle/>
          <a:p>
            <a:pPr marR="3810" algn="ctr">
              <a:lnSpc>
                <a:spcPct val="100000"/>
              </a:lnSpc>
              <a:spcBef>
                <a:spcPts val="560"/>
              </a:spcBef>
            </a:pPr>
            <a:r>
              <a:rPr spc="20" dirty="0"/>
              <a:t>Project</a:t>
            </a:r>
            <a:r>
              <a:rPr spc="-225" dirty="0"/>
              <a:t> </a:t>
            </a:r>
            <a:r>
              <a:rPr spc="15" dirty="0"/>
              <a:t>Closure</a:t>
            </a:r>
          </a:p>
        </p:txBody>
      </p:sp>
      <p:sp>
        <p:nvSpPr>
          <p:cNvPr id="3" name="object 3"/>
          <p:cNvSpPr txBox="1"/>
          <p:nvPr/>
        </p:nvSpPr>
        <p:spPr>
          <a:xfrm>
            <a:off x="698500" y="1059074"/>
            <a:ext cx="3539490" cy="2475230"/>
          </a:xfrm>
          <a:prstGeom prst="rect">
            <a:avLst/>
          </a:prstGeom>
        </p:spPr>
        <p:txBody>
          <a:bodyPr vert="horz" wrap="square" lIns="0" tIns="121920" rIns="0" bIns="0" rtlCol="0">
            <a:spAutoFit/>
          </a:bodyPr>
          <a:lstStyle/>
          <a:p>
            <a:pPr marL="241300" indent="-228600">
              <a:lnSpc>
                <a:spcPct val="100000"/>
              </a:lnSpc>
              <a:spcBef>
                <a:spcPts val="960"/>
              </a:spcBef>
              <a:buChar char="•"/>
              <a:tabLst>
                <a:tab pos="241300" algn="l"/>
              </a:tabLst>
            </a:pPr>
            <a:r>
              <a:rPr sz="2400" spc="-80" dirty="0">
                <a:solidFill>
                  <a:srgbClr val="336697"/>
                </a:solidFill>
                <a:latin typeface="Arial MT"/>
                <a:cs typeface="Arial MT"/>
              </a:rPr>
              <a:t>Types</a:t>
            </a:r>
            <a:r>
              <a:rPr sz="2400" spc="60" dirty="0">
                <a:solidFill>
                  <a:srgbClr val="336697"/>
                </a:solidFill>
                <a:latin typeface="Arial MT"/>
                <a:cs typeface="Arial MT"/>
              </a:rPr>
              <a:t> </a:t>
            </a:r>
            <a:r>
              <a:rPr sz="2400" spc="-35" dirty="0">
                <a:solidFill>
                  <a:srgbClr val="336697"/>
                </a:solidFill>
                <a:latin typeface="Arial MT"/>
                <a:cs typeface="Arial MT"/>
              </a:rPr>
              <a:t>of</a:t>
            </a:r>
            <a:r>
              <a:rPr sz="2400" dirty="0">
                <a:solidFill>
                  <a:srgbClr val="336697"/>
                </a:solidFill>
                <a:latin typeface="Arial MT"/>
                <a:cs typeface="Arial MT"/>
              </a:rPr>
              <a:t> </a:t>
            </a:r>
            <a:r>
              <a:rPr sz="2400" spc="-20" dirty="0">
                <a:solidFill>
                  <a:srgbClr val="336697"/>
                </a:solidFill>
                <a:latin typeface="Arial MT"/>
                <a:cs typeface="Arial MT"/>
              </a:rPr>
              <a:t>Project</a:t>
            </a:r>
            <a:r>
              <a:rPr sz="2400" spc="70" dirty="0">
                <a:solidFill>
                  <a:srgbClr val="336697"/>
                </a:solidFill>
                <a:latin typeface="Arial MT"/>
                <a:cs typeface="Arial MT"/>
              </a:rPr>
              <a:t> </a:t>
            </a:r>
            <a:r>
              <a:rPr sz="2400" spc="-10" dirty="0">
                <a:solidFill>
                  <a:srgbClr val="336697"/>
                </a:solidFill>
                <a:latin typeface="Arial MT"/>
                <a:cs typeface="Arial MT"/>
              </a:rPr>
              <a:t>Closure</a:t>
            </a:r>
            <a:endParaRPr sz="2400">
              <a:latin typeface="Arial MT"/>
              <a:cs typeface="Arial MT"/>
            </a:endParaRPr>
          </a:p>
          <a:p>
            <a:pPr marL="536575" lvl="1" indent="-181610">
              <a:lnSpc>
                <a:spcPct val="100000"/>
              </a:lnSpc>
              <a:spcBef>
                <a:spcPts val="750"/>
              </a:spcBef>
              <a:buChar char="–"/>
              <a:tabLst>
                <a:tab pos="537210" algn="l"/>
              </a:tabLst>
            </a:pPr>
            <a:r>
              <a:rPr sz="2000" dirty="0">
                <a:solidFill>
                  <a:srgbClr val="970033"/>
                </a:solidFill>
                <a:latin typeface="Arial MT"/>
                <a:cs typeface="Arial MT"/>
              </a:rPr>
              <a:t>Normal</a:t>
            </a:r>
            <a:endParaRPr sz="2000">
              <a:latin typeface="Arial MT"/>
              <a:cs typeface="Arial MT"/>
            </a:endParaRPr>
          </a:p>
          <a:p>
            <a:pPr marL="536575" lvl="1" indent="-181610">
              <a:lnSpc>
                <a:spcPct val="100000"/>
              </a:lnSpc>
              <a:spcBef>
                <a:spcPts val="680"/>
              </a:spcBef>
              <a:buChar char="–"/>
              <a:tabLst>
                <a:tab pos="537210" algn="l"/>
              </a:tabLst>
            </a:pPr>
            <a:r>
              <a:rPr sz="2000" dirty="0">
                <a:solidFill>
                  <a:srgbClr val="970033"/>
                </a:solidFill>
                <a:latin typeface="Arial MT"/>
                <a:cs typeface="Arial MT"/>
              </a:rPr>
              <a:t>Premature</a:t>
            </a:r>
            <a:endParaRPr sz="2000">
              <a:latin typeface="Arial MT"/>
              <a:cs typeface="Arial MT"/>
            </a:endParaRPr>
          </a:p>
          <a:p>
            <a:pPr marL="536575" lvl="1" indent="-181610">
              <a:lnSpc>
                <a:spcPct val="100000"/>
              </a:lnSpc>
              <a:spcBef>
                <a:spcPts val="680"/>
              </a:spcBef>
              <a:buChar char="–"/>
              <a:tabLst>
                <a:tab pos="537210" algn="l"/>
              </a:tabLst>
            </a:pPr>
            <a:r>
              <a:rPr sz="2000" spc="5" dirty="0">
                <a:solidFill>
                  <a:srgbClr val="970033"/>
                </a:solidFill>
                <a:latin typeface="Arial MT"/>
                <a:cs typeface="Arial MT"/>
              </a:rPr>
              <a:t>Perpetual</a:t>
            </a:r>
            <a:endParaRPr sz="2000">
              <a:latin typeface="Arial MT"/>
              <a:cs typeface="Arial MT"/>
            </a:endParaRPr>
          </a:p>
          <a:p>
            <a:pPr marL="536575" lvl="1" indent="-181610">
              <a:lnSpc>
                <a:spcPct val="100000"/>
              </a:lnSpc>
              <a:spcBef>
                <a:spcPts val="750"/>
              </a:spcBef>
              <a:buChar char="–"/>
              <a:tabLst>
                <a:tab pos="537210" algn="l"/>
              </a:tabLst>
            </a:pPr>
            <a:r>
              <a:rPr sz="2000" spc="15" dirty="0">
                <a:solidFill>
                  <a:srgbClr val="970033"/>
                </a:solidFill>
                <a:latin typeface="Arial MT"/>
                <a:cs typeface="Arial MT"/>
              </a:rPr>
              <a:t>Failed</a:t>
            </a:r>
            <a:r>
              <a:rPr sz="2000" spc="-130" dirty="0">
                <a:solidFill>
                  <a:srgbClr val="970033"/>
                </a:solidFill>
                <a:latin typeface="Arial MT"/>
                <a:cs typeface="Arial MT"/>
              </a:rPr>
              <a:t> </a:t>
            </a:r>
            <a:r>
              <a:rPr sz="2000" dirty="0">
                <a:solidFill>
                  <a:srgbClr val="970033"/>
                </a:solidFill>
                <a:latin typeface="Arial MT"/>
                <a:cs typeface="Arial MT"/>
              </a:rPr>
              <a:t>Project</a:t>
            </a:r>
            <a:endParaRPr sz="2000">
              <a:latin typeface="Arial MT"/>
              <a:cs typeface="Arial MT"/>
            </a:endParaRPr>
          </a:p>
          <a:p>
            <a:pPr marL="536575" lvl="1" indent="-181610">
              <a:lnSpc>
                <a:spcPct val="100000"/>
              </a:lnSpc>
              <a:spcBef>
                <a:spcPts val="680"/>
              </a:spcBef>
              <a:buChar char="–"/>
              <a:tabLst>
                <a:tab pos="537210" algn="l"/>
              </a:tabLst>
            </a:pPr>
            <a:r>
              <a:rPr sz="2000" spc="15" dirty="0">
                <a:solidFill>
                  <a:srgbClr val="970033"/>
                </a:solidFill>
                <a:latin typeface="Arial MT"/>
                <a:cs typeface="Arial MT"/>
              </a:rPr>
              <a:t>Changed</a:t>
            </a:r>
            <a:r>
              <a:rPr sz="2000" spc="-125" dirty="0">
                <a:solidFill>
                  <a:srgbClr val="970033"/>
                </a:solidFill>
                <a:latin typeface="Arial MT"/>
                <a:cs typeface="Arial MT"/>
              </a:rPr>
              <a:t> </a:t>
            </a:r>
            <a:r>
              <a:rPr sz="2000" dirty="0">
                <a:solidFill>
                  <a:srgbClr val="970033"/>
                </a:solidFill>
                <a:latin typeface="Arial MT"/>
                <a:cs typeface="Arial MT"/>
              </a:rPr>
              <a:t>Priority</a:t>
            </a:r>
            <a:endParaRPr sz="2000">
              <a:latin typeface="Arial MT"/>
              <a:cs typeface="Arial MT"/>
            </a:endParaRPr>
          </a:p>
        </p:txBody>
      </p:sp>
      <p:sp>
        <p:nvSpPr>
          <p:cNvPr id="4" name="object 4"/>
          <p:cNvSpPr txBox="1"/>
          <p:nvPr/>
        </p:nvSpPr>
        <p:spPr>
          <a:xfrm>
            <a:off x="6290564" y="1062620"/>
            <a:ext cx="5095875" cy="2729230"/>
          </a:xfrm>
          <a:prstGeom prst="rect">
            <a:avLst/>
          </a:prstGeom>
        </p:spPr>
        <p:txBody>
          <a:bodyPr vert="horz" wrap="square" lIns="0" tIns="99060" rIns="0" bIns="0" rtlCol="0">
            <a:spAutoFit/>
          </a:bodyPr>
          <a:lstStyle/>
          <a:p>
            <a:pPr marL="241300" indent="-229235">
              <a:lnSpc>
                <a:spcPct val="100000"/>
              </a:lnSpc>
              <a:spcBef>
                <a:spcPts val="780"/>
              </a:spcBef>
              <a:buChar char="•"/>
              <a:tabLst>
                <a:tab pos="241935" algn="l"/>
              </a:tabLst>
            </a:pPr>
            <a:r>
              <a:rPr sz="2400" spc="-20" dirty="0">
                <a:solidFill>
                  <a:srgbClr val="336697"/>
                </a:solidFill>
                <a:latin typeface="Arial MT"/>
                <a:cs typeface="Arial MT"/>
              </a:rPr>
              <a:t>Close-out</a:t>
            </a:r>
            <a:r>
              <a:rPr sz="2400" spc="50" dirty="0">
                <a:solidFill>
                  <a:srgbClr val="336697"/>
                </a:solidFill>
                <a:latin typeface="Arial MT"/>
                <a:cs typeface="Arial MT"/>
              </a:rPr>
              <a:t> </a:t>
            </a:r>
            <a:r>
              <a:rPr sz="2400" spc="-20" dirty="0">
                <a:solidFill>
                  <a:srgbClr val="336697"/>
                </a:solidFill>
                <a:latin typeface="Arial MT"/>
                <a:cs typeface="Arial MT"/>
              </a:rPr>
              <a:t>Plan:</a:t>
            </a:r>
            <a:endParaRPr sz="2400">
              <a:latin typeface="Arial MT"/>
              <a:cs typeface="Arial MT"/>
            </a:endParaRPr>
          </a:p>
          <a:p>
            <a:pPr marL="241300">
              <a:lnSpc>
                <a:spcPct val="100000"/>
              </a:lnSpc>
              <a:spcBef>
                <a:spcPts val="600"/>
              </a:spcBef>
            </a:pPr>
            <a:r>
              <a:rPr sz="2000" spc="15" dirty="0">
                <a:solidFill>
                  <a:srgbClr val="336697"/>
                </a:solidFill>
                <a:latin typeface="Arial MT"/>
                <a:cs typeface="Arial MT"/>
              </a:rPr>
              <a:t>Qu</a:t>
            </a:r>
            <a:r>
              <a:rPr sz="2000" spc="5" dirty="0">
                <a:solidFill>
                  <a:srgbClr val="336697"/>
                </a:solidFill>
                <a:latin typeface="Arial MT"/>
                <a:cs typeface="Arial MT"/>
              </a:rPr>
              <a:t>e</a:t>
            </a:r>
            <a:r>
              <a:rPr sz="2000" spc="40" dirty="0">
                <a:solidFill>
                  <a:srgbClr val="336697"/>
                </a:solidFill>
                <a:latin typeface="Arial MT"/>
                <a:cs typeface="Arial MT"/>
              </a:rPr>
              <a:t>s</a:t>
            </a:r>
            <a:r>
              <a:rPr sz="2000" spc="35" dirty="0">
                <a:solidFill>
                  <a:srgbClr val="336697"/>
                </a:solidFill>
                <a:latin typeface="Arial MT"/>
                <a:cs typeface="Arial MT"/>
              </a:rPr>
              <a:t>t</a:t>
            </a:r>
            <a:r>
              <a:rPr sz="2000" spc="10" dirty="0">
                <a:solidFill>
                  <a:srgbClr val="336697"/>
                </a:solidFill>
                <a:latin typeface="Arial MT"/>
                <a:cs typeface="Arial MT"/>
              </a:rPr>
              <a:t>ions</a:t>
            </a:r>
            <a:r>
              <a:rPr sz="2000" spc="-215" dirty="0">
                <a:solidFill>
                  <a:srgbClr val="336697"/>
                </a:solidFill>
                <a:latin typeface="Arial MT"/>
                <a:cs typeface="Arial MT"/>
              </a:rPr>
              <a:t> </a:t>
            </a:r>
            <a:r>
              <a:rPr sz="2000" spc="35" dirty="0">
                <a:solidFill>
                  <a:srgbClr val="336697"/>
                </a:solidFill>
                <a:latin typeface="Arial MT"/>
                <a:cs typeface="Arial MT"/>
              </a:rPr>
              <a:t>t</a:t>
            </a:r>
            <a:r>
              <a:rPr sz="2000" spc="15" dirty="0">
                <a:solidFill>
                  <a:srgbClr val="336697"/>
                </a:solidFill>
                <a:latin typeface="Arial MT"/>
                <a:cs typeface="Arial MT"/>
              </a:rPr>
              <a:t>o</a:t>
            </a:r>
            <a:r>
              <a:rPr sz="2000" spc="-105" dirty="0">
                <a:solidFill>
                  <a:srgbClr val="336697"/>
                </a:solidFill>
                <a:latin typeface="Arial MT"/>
                <a:cs typeface="Arial MT"/>
              </a:rPr>
              <a:t> </a:t>
            </a:r>
            <a:r>
              <a:rPr sz="2000" spc="10" dirty="0">
                <a:solidFill>
                  <a:srgbClr val="336697"/>
                </a:solidFill>
                <a:latin typeface="Arial MT"/>
                <a:cs typeface="Arial MT"/>
              </a:rPr>
              <a:t>b</a:t>
            </a:r>
            <a:r>
              <a:rPr sz="2000" spc="15" dirty="0">
                <a:solidFill>
                  <a:srgbClr val="336697"/>
                </a:solidFill>
                <a:latin typeface="Arial MT"/>
                <a:cs typeface="Arial MT"/>
              </a:rPr>
              <a:t>e</a:t>
            </a:r>
            <a:r>
              <a:rPr sz="2000" spc="-335" dirty="0">
                <a:solidFill>
                  <a:srgbClr val="336697"/>
                </a:solidFill>
                <a:latin typeface="Arial MT"/>
                <a:cs typeface="Arial MT"/>
              </a:rPr>
              <a:t> </a:t>
            </a:r>
            <a:r>
              <a:rPr sz="2000" spc="15" dirty="0">
                <a:solidFill>
                  <a:srgbClr val="336697"/>
                </a:solidFill>
                <a:latin typeface="Arial MT"/>
                <a:cs typeface="Arial MT"/>
              </a:rPr>
              <a:t>A</a:t>
            </a:r>
            <a:r>
              <a:rPr sz="2000" spc="45" dirty="0">
                <a:solidFill>
                  <a:srgbClr val="336697"/>
                </a:solidFill>
                <a:latin typeface="Arial MT"/>
                <a:cs typeface="Arial MT"/>
              </a:rPr>
              <a:t>sk</a:t>
            </a:r>
            <a:r>
              <a:rPr sz="2000" spc="15" dirty="0">
                <a:solidFill>
                  <a:srgbClr val="336697"/>
                </a:solidFill>
                <a:latin typeface="Arial MT"/>
                <a:cs typeface="Arial MT"/>
              </a:rPr>
              <a:t>ed</a:t>
            </a:r>
            <a:endParaRPr sz="2000">
              <a:latin typeface="Arial MT"/>
              <a:cs typeface="Arial MT"/>
            </a:endParaRPr>
          </a:p>
          <a:p>
            <a:pPr marL="537210" marR="489585" lvl="1" indent="-181610">
              <a:lnSpc>
                <a:spcPts val="2180"/>
              </a:lnSpc>
              <a:spcBef>
                <a:spcPts val="1085"/>
              </a:spcBef>
              <a:buChar char="–"/>
              <a:tabLst>
                <a:tab pos="537845" algn="l"/>
              </a:tabLst>
            </a:pPr>
            <a:r>
              <a:rPr sz="2000" spc="25" dirty="0">
                <a:solidFill>
                  <a:srgbClr val="970033"/>
                </a:solidFill>
                <a:latin typeface="Arial MT"/>
                <a:cs typeface="Arial MT"/>
              </a:rPr>
              <a:t>W</a:t>
            </a:r>
            <a:r>
              <a:rPr sz="2000" spc="-375" dirty="0">
                <a:solidFill>
                  <a:srgbClr val="970033"/>
                </a:solidFill>
                <a:latin typeface="Arial MT"/>
                <a:cs typeface="Arial MT"/>
              </a:rPr>
              <a:t> </a:t>
            </a:r>
            <a:r>
              <a:rPr sz="2000" spc="10" dirty="0">
                <a:solidFill>
                  <a:srgbClr val="970033"/>
                </a:solidFill>
                <a:latin typeface="Arial MT"/>
                <a:cs typeface="Arial MT"/>
              </a:rPr>
              <a:t>hat</a:t>
            </a:r>
            <a:r>
              <a:rPr sz="2000" spc="-225" dirty="0">
                <a:solidFill>
                  <a:srgbClr val="970033"/>
                </a:solidFill>
                <a:latin typeface="Arial MT"/>
                <a:cs typeface="Arial MT"/>
              </a:rPr>
              <a:t> </a:t>
            </a:r>
            <a:r>
              <a:rPr sz="2000" spc="35" dirty="0">
                <a:solidFill>
                  <a:srgbClr val="970033"/>
                </a:solidFill>
                <a:latin typeface="Arial MT"/>
                <a:cs typeface="Arial MT"/>
              </a:rPr>
              <a:t>t</a:t>
            </a:r>
            <a:r>
              <a:rPr sz="2000" spc="15" dirty="0">
                <a:solidFill>
                  <a:srgbClr val="970033"/>
                </a:solidFill>
                <a:latin typeface="Arial MT"/>
                <a:cs typeface="Arial MT"/>
              </a:rPr>
              <a:t>a</a:t>
            </a:r>
            <a:r>
              <a:rPr sz="2000" spc="40" dirty="0">
                <a:solidFill>
                  <a:srgbClr val="970033"/>
                </a:solidFill>
                <a:latin typeface="Arial MT"/>
                <a:cs typeface="Arial MT"/>
              </a:rPr>
              <a:t>sk</a:t>
            </a:r>
            <a:r>
              <a:rPr sz="2000" spc="10" dirty="0">
                <a:solidFill>
                  <a:srgbClr val="970033"/>
                </a:solidFill>
                <a:latin typeface="Arial MT"/>
                <a:cs typeface="Arial MT"/>
              </a:rPr>
              <a:t>s</a:t>
            </a:r>
            <a:r>
              <a:rPr sz="2000" spc="-150" dirty="0">
                <a:solidFill>
                  <a:srgbClr val="970033"/>
                </a:solidFill>
                <a:latin typeface="Arial MT"/>
                <a:cs typeface="Arial MT"/>
              </a:rPr>
              <a:t> </a:t>
            </a:r>
            <a:r>
              <a:rPr sz="2000" spc="10" dirty="0">
                <a:solidFill>
                  <a:srgbClr val="970033"/>
                </a:solidFill>
                <a:latin typeface="Arial MT"/>
                <a:cs typeface="Arial MT"/>
              </a:rPr>
              <a:t>are</a:t>
            </a:r>
            <a:r>
              <a:rPr sz="2000" spc="-170" dirty="0">
                <a:solidFill>
                  <a:srgbClr val="970033"/>
                </a:solidFill>
                <a:latin typeface="Arial MT"/>
                <a:cs typeface="Arial MT"/>
              </a:rPr>
              <a:t> </a:t>
            </a:r>
            <a:r>
              <a:rPr sz="2000" spc="10" dirty="0">
                <a:solidFill>
                  <a:srgbClr val="970033"/>
                </a:solidFill>
                <a:latin typeface="Arial MT"/>
                <a:cs typeface="Arial MT"/>
              </a:rPr>
              <a:t>req</a:t>
            </a:r>
            <a:r>
              <a:rPr sz="2000" spc="5" dirty="0">
                <a:solidFill>
                  <a:srgbClr val="970033"/>
                </a:solidFill>
                <a:latin typeface="Arial MT"/>
                <a:cs typeface="Arial MT"/>
              </a:rPr>
              <a:t>u</a:t>
            </a:r>
            <a:r>
              <a:rPr sz="2000" spc="10" dirty="0">
                <a:solidFill>
                  <a:srgbClr val="970033"/>
                </a:solidFill>
                <a:latin typeface="Arial MT"/>
                <a:cs typeface="Arial MT"/>
              </a:rPr>
              <a:t>ired</a:t>
            </a:r>
            <a:r>
              <a:rPr sz="2000" spc="-110" dirty="0">
                <a:solidFill>
                  <a:srgbClr val="970033"/>
                </a:solidFill>
                <a:latin typeface="Arial MT"/>
                <a:cs typeface="Arial MT"/>
              </a:rPr>
              <a:t> </a:t>
            </a:r>
            <a:r>
              <a:rPr sz="2000" spc="40" dirty="0">
                <a:solidFill>
                  <a:srgbClr val="970033"/>
                </a:solidFill>
                <a:latin typeface="Arial MT"/>
                <a:cs typeface="Arial MT"/>
              </a:rPr>
              <a:t>t</a:t>
            </a:r>
            <a:r>
              <a:rPr sz="2000" spc="15" dirty="0">
                <a:solidFill>
                  <a:srgbClr val="970033"/>
                </a:solidFill>
                <a:latin typeface="Arial MT"/>
                <a:cs typeface="Arial MT"/>
              </a:rPr>
              <a:t>o</a:t>
            </a:r>
            <a:r>
              <a:rPr sz="2000" spc="-110" dirty="0">
                <a:solidFill>
                  <a:srgbClr val="970033"/>
                </a:solidFill>
                <a:latin typeface="Arial MT"/>
                <a:cs typeface="Arial MT"/>
              </a:rPr>
              <a:t> </a:t>
            </a:r>
            <a:r>
              <a:rPr sz="2000" spc="40" dirty="0">
                <a:solidFill>
                  <a:srgbClr val="970033"/>
                </a:solidFill>
                <a:latin typeface="Arial MT"/>
                <a:cs typeface="Arial MT"/>
              </a:rPr>
              <a:t>c</a:t>
            </a:r>
            <a:r>
              <a:rPr sz="2000" spc="10" dirty="0">
                <a:solidFill>
                  <a:srgbClr val="970033"/>
                </a:solidFill>
                <a:latin typeface="Arial MT"/>
                <a:cs typeface="Arial MT"/>
              </a:rPr>
              <a:t>lo</a:t>
            </a:r>
            <a:r>
              <a:rPr sz="2000" spc="40" dirty="0">
                <a:solidFill>
                  <a:srgbClr val="970033"/>
                </a:solidFill>
                <a:latin typeface="Arial MT"/>
                <a:cs typeface="Arial MT"/>
              </a:rPr>
              <a:t>s</a:t>
            </a:r>
            <a:r>
              <a:rPr sz="2000" spc="15" dirty="0">
                <a:solidFill>
                  <a:srgbClr val="970033"/>
                </a:solidFill>
                <a:latin typeface="Arial MT"/>
                <a:cs typeface="Arial MT"/>
              </a:rPr>
              <a:t>e</a:t>
            </a:r>
            <a:r>
              <a:rPr sz="2000" spc="-100" dirty="0">
                <a:solidFill>
                  <a:srgbClr val="970033"/>
                </a:solidFill>
                <a:latin typeface="Arial MT"/>
                <a:cs typeface="Arial MT"/>
              </a:rPr>
              <a:t> </a:t>
            </a:r>
            <a:r>
              <a:rPr sz="2000" spc="35" dirty="0">
                <a:solidFill>
                  <a:srgbClr val="970033"/>
                </a:solidFill>
                <a:latin typeface="Arial MT"/>
                <a:cs typeface="Arial MT"/>
              </a:rPr>
              <a:t>t</a:t>
            </a:r>
            <a:r>
              <a:rPr sz="2000" spc="10" dirty="0">
                <a:solidFill>
                  <a:srgbClr val="970033"/>
                </a:solidFill>
                <a:latin typeface="Arial MT"/>
                <a:cs typeface="Arial MT"/>
              </a:rPr>
              <a:t>he  </a:t>
            </a:r>
            <a:r>
              <a:rPr sz="2000" spc="15" dirty="0">
                <a:solidFill>
                  <a:srgbClr val="970033"/>
                </a:solidFill>
                <a:latin typeface="Arial MT"/>
                <a:cs typeface="Arial MT"/>
              </a:rPr>
              <a:t>project?</a:t>
            </a:r>
            <a:endParaRPr sz="2000">
              <a:latin typeface="Arial MT"/>
              <a:cs typeface="Arial MT"/>
            </a:endParaRPr>
          </a:p>
          <a:p>
            <a:pPr marL="537210" lvl="1" indent="-182245">
              <a:lnSpc>
                <a:spcPct val="100000"/>
              </a:lnSpc>
              <a:spcBef>
                <a:spcPts val="645"/>
              </a:spcBef>
              <a:buChar char="–"/>
              <a:tabLst>
                <a:tab pos="537845" algn="l"/>
              </a:tabLst>
            </a:pPr>
            <a:r>
              <a:rPr sz="2000" spc="25" dirty="0">
                <a:solidFill>
                  <a:srgbClr val="970033"/>
                </a:solidFill>
                <a:latin typeface="Arial MT"/>
                <a:cs typeface="Arial MT"/>
              </a:rPr>
              <a:t>W</a:t>
            </a:r>
            <a:r>
              <a:rPr sz="2000" spc="-375" dirty="0">
                <a:solidFill>
                  <a:srgbClr val="970033"/>
                </a:solidFill>
                <a:latin typeface="Arial MT"/>
                <a:cs typeface="Arial MT"/>
              </a:rPr>
              <a:t> </a:t>
            </a:r>
            <a:r>
              <a:rPr sz="2000" spc="15" dirty="0">
                <a:solidFill>
                  <a:srgbClr val="970033"/>
                </a:solidFill>
                <a:latin typeface="Arial MT"/>
                <a:cs typeface="Arial MT"/>
              </a:rPr>
              <a:t>ho</a:t>
            </a:r>
            <a:r>
              <a:rPr sz="2000" spc="-185" dirty="0">
                <a:solidFill>
                  <a:srgbClr val="970033"/>
                </a:solidFill>
                <a:latin typeface="Arial MT"/>
                <a:cs typeface="Arial MT"/>
              </a:rPr>
              <a:t> </a:t>
            </a:r>
            <a:r>
              <a:rPr sz="2000" spc="-25" dirty="0">
                <a:solidFill>
                  <a:srgbClr val="970033"/>
                </a:solidFill>
                <a:latin typeface="Arial MT"/>
                <a:cs typeface="Arial MT"/>
              </a:rPr>
              <a:t>w</a:t>
            </a:r>
            <a:r>
              <a:rPr sz="2000" spc="5" dirty="0">
                <a:solidFill>
                  <a:srgbClr val="970033"/>
                </a:solidFill>
                <a:latin typeface="Arial MT"/>
                <a:cs typeface="Arial MT"/>
              </a:rPr>
              <a:t>ill</a:t>
            </a:r>
            <a:r>
              <a:rPr sz="2000" spc="-35" dirty="0">
                <a:solidFill>
                  <a:srgbClr val="970033"/>
                </a:solidFill>
                <a:latin typeface="Arial MT"/>
                <a:cs typeface="Arial MT"/>
              </a:rPr>
              <a:t> </a:t>
            </a:r>
            <a:r>
              <a:rPr sz="2000" spc="15" dirty="0">
                <a:solidFill>
                  <a:srgbClr val="970033"/>
                </a:solidFill>
                <a:latin typeface="Arial MT"/>
                <a:cs typeface="Arial MT"/>
              </a:rPr>
              <a:t>be</a:t>
            </a:r>
            <a:r>
              <a:rPr sz="2000" spc="-105" dirty="0">
                <a:solidFill>
                  <a:srgbClr val="970033"/>
                </a:solidFill>
                <a:latin typeface="Arial MT"/>
                <a:cs typeface="Arial MT"/>
              </a:rPr>
              <a:t> </a:t>
            </a:r>
            <a:r>
              <a:rPr sz="2000" spc="10" dirty="0">
                <a:solidFill>
                  <a:srgbClr val="970033"/>
                </a:solidFill>
                <a:latin typeface="Arial MT"/>
                <a:cs typeface="Arial MT"/>
              </a:rPr>
              <a:t>re</a:t>
            </a:r>
            <a:r>
              <a:rPr sz="2000" spc="40" dirty="0">
                <a:solidFill>
                  <a:srgbClr val="970033"/>
                </a:solidFill>
                <a:latin typeface="Arial MT"/>
                <a:cs typeface="Arial MT"/>
              </a:rPr>
              <a:t>s</a:t>
            </a:r>
            <a:r>
              <a:rPr sz="2000" spc="15" dirty="0">
                <a:solidFill>
                  <a:srgbClr val="970033"/>
                </a:solidFill>
                <a:latin typeface="Arial MT"/>
                <a:cs typeface="Arial MT"/>
              </a:rPr>
              <a:t>po</a:t>
            </a:r>
            <a:r>
              <a:rPr sz="2000" spc="5" dirty="0">
                <a:solidFill>
                  <a:srgbClr val="970033"/>
                </a:solidFill>
                <a:latin typeface="Arial MT"/>
                <a:cs typeface="Arial MT"/>
              </a:rPr>
              <a:t>n</a:t>
            </a:r>
            <a:r>
              <a:rPr sz="2000" spc="40" dirty="0">
                <a:solidFill>
                  <a:srgbClr val="970033"/>
                </a:solidFill>
                <a:latin typeface="Arial MT"/>
                <a:cs typeface="Arial MT"/>
              </a:rPr>
              <a:t>s</a:t>
            </a:r>
            <a:r>
              <a:rPr sz="2000" spc="10" dirty="0">
                <a:solidFill>
                  <a:srgbClr val="970033"/>
                </a:solidFill>
                <a:latin typeface="Arial MT"/>
                <a:cs typeface="Arial MT"/>
              </a:rPr>
              <a:t>ible</a:t>
            </a:r>
            <a:r>
              <a:rPr sz="2000" spc="-180" dirty="0">
                <a:solidFill>
                  <a:srgbClr val="970033"/>
                </a:solidFill>
                <a:latin typeface="Arial MT"/>
                <a:cs typeface="Arial MT"/>
              </a:rPr>
              <a:t> </a:t>
            </a:r>
            <a:r>
              <a:rPr sz="2000" spc="-35" dirty="0">
                <a:solidFill>
                  <a:srgbClr val="970033"/>
                </a:solidFill>
                <a:latin typeface="Arial MT"/>
                <a:cs typeface="Arial MT"/>
              </a:rPr>
              <a:t>f</a:t>
            </a:r>
            <a:r>
              <a:rPr sz="2000" spc="10" dirty="0">
                <a:solidFill>
                  <a:srgbClr val="970033"/>
                </a:solidFill>
                <a:latin typeface="Arial MT"/>
                <a:cs typeface="Arial MT"/>
              </a:rPr>
              <a:t>or</a:t>
            </a:r>
            <a:r>
              <a:rPr sz="2000" spc="-35" dirty="0">
                <a:solidFill>
                  <a:srgbClr val="970033"/>
                </a:solidFill>
                <a:latin typeface="Arial MT"/>
                <a:cs typeface="Arial MT"/>
              </a:rPr>
              <a:t> </a:t>
            </a:r>
            <a:r>
              <a:rPr sz="2000" spc="35" dirty="0">
                <a:solidFill>
                  <a:srgbClr val="970033"/>
                </a:solidFill>
                <a:latin typeface="Arial MT"/>
                <a:cs typeface="Arial MT"/>
              </a:rPr>
              <a:t>t</a:t>
            </a:r>
            <a:r>
              <a:rPr sz="2000" spc="15" dirty="0">
                <a:solidFill>
                  <a:srgbClr val="970033"/>
                </a:solidFill>
                <a:latin typeface="Arial MT"/>
                <a:cs typeface="Arial MT"/>
              </a:rPr>
              <a:t>he</a:t>
            </a:r>
            <a:r>
              <a:rPr sz="2000" spc="45" dirty="0">
                <a:solidFill>
                  <a:srgbClr val="970033"/>
                </a:solidFill>
                <a:latin typeface="Arial MT"/>
                <a:cs typeface="Arial MT"/>
              </a:rPr>
              <a:t>s</a:t>
            </a:r>
            <a:r>
              <a:rPr sz="2000" spc="15" dirty="0">
                <a:solidFill>
                  <a:srgbClr val="970033"/>
                </a:solidFill>
                <a:latin typeface="Arial MT"/>
                <a:cs typeface="Arial MT"/>
              </a:rPr>
              <a:t>e</a:t>
            </a:r>
            <a:r>
              <a:rPr sz="2000" spc="-185" dirty="0">
                <a:solidFill>
                  <a:srgbClr val="970033"/>
                </a:solidFill>
                <a:latin typeface="Arial MT"/>
                <a:cs typeface="Arial MT"/>
              </a:rPr>
              <a:t> </a:t>
            </a:r>
            <a:r>
              <a:rPr sz="2000" spc="35" dirty="0">
                <a:solidFill>
                  <a:srgbClr val="970033"/>
                </a:solidFill>
                <a:latin typeface="Arial MT"/>
                <a:cs typeface="Arial MT"/>
              </a:rPr>
              <a:t>t</a:t>
            </a:r>
            <a:r>
              <a:rPr sz="2000" spc="15" dirty="0">
                <a:solidFill>
                  <a:srgbClr val="970033"/>
                </a:solidFill>
                <a:latin typeface="Arial MT"/>
                <a:cs typeface="Arial MT"/>
              </a:rPr>
              <a:t>a</a:t>
            </a:r>
            <a:r>
              <a:rPr sz="2000" spc="40" dirty="0">
                <a:solidFill>
                  <a:srgbClr val="970033"/>
                </a:solidFill>
                <a:latin typeface="Arial MT"/>
                <a:cs typeface="Arial MT"/>
              </a:rPr>
              <a:t>sks</a:t>
            </a:r>
            <a:r>
              <a:rPr sz="2000" spc="15" dirty="0">
                <a:solidFill>
                  <a:srgbClr val="970033"/>
                </a:solidFill>
                <a:latin typeface="Arial MT"/>
                <a:cs typeface="Arial MT"/>
              </a:rPr>
              <a:t>?</a:t>
            </a:r>
            <a:endParaRPr sz="2000">
              <a:latin typeface="Arial MT"/>
              <a:cs typeface="Arial MT"/>
            </a:endParaRPr>
          </a:p>
          <a:p>
            <a:pPr marL="537210" lvl="1" indent="-182245">
              <a:lnSpc>
                <a:spcPct val="100000"/>
              </a:lnSpc>
              <a:spcBef>
                <a:spcPts val="755"/>
              </a:spcBef>
              <a:buChar char="–"/>
              <a:tabLst>
                <a:tab pos="537845" algn="l"/>
              </a:tabLst>
            </a:pPr>
            <a:r>
              <a:rPr sz="2000" spc="25" dirty="0">
                <a:solidFill>
                  <a:srgbClr val="970033"/>
                </a:solidFill>
                <a:latin typeface="Arial MT"/>
                <a:cs typeface="Arial MT"/>
              </a:rPr>
              <a:t>W</a:t>
            </a:r>
            <a:r>
              <a:rPr sz="2000" spc="-375" dirty="0">
                <a:solidFill>
                  <a:srgbClr val="970033"/>
                </a:solidFill>
                <a:latin typeface="Arial MT"/>
                <a:cs typeface="Arial MT"/>
              </a:rPr>
              <a:t> </a:t>
            </a:r>
            <a:r>
              <a:rPr sz="2000" spc="15" dirty="0">
                <a:solidFill>
                  <a:srgbClr val="970033"/>
                </a:solidFill>
                <a:latin typeface="Arial MT"/>
                <a:cs typeface="Arial MT"/>
              </a:rPr>
              <a:t>hen</a:t>
            </a:r>
            <a:r>
              <a:rPr sz="2000" spc="-190" dirty="0">
                <a:solidFill>
                  <a:srgbClr val="970033"/>
                </a:solidFill>
                <a:latin typeface="Arial MT"/>
                <a:cs typeface="Arial MT"/>
              </a:rPr>
              <a:t> </a:t>
            </a:r>
            <a:r>
              <a:rPr sz="2000" spc="-25" dirty="0">
                <a:solidFill>
                  <a:srgbClr val="970033"/>
                </a:solidFill>
                <a:latin typeface="Arial MT"/>
                <a:cs typeface="Arial MT"/>
              </a:rPr>
              <a:t>w</a:t>
            </a:r>
            <a:r>
              <a:rPr sz="2000" spc="5" dirty="0">
                <a:solidFill>
                  <a:srgbClr val="970033"/>
                </a:solidFill>
                <a:latin typeface="Arial MT"/>
                <a:cs typeface="Arial MT"/>
              </a:rPr>
              <a:t>ill</a:t>
            </a:r>
            <a:r>
              <a:rPr sz="2000" spc="-35" dirty="0">
                <a:solidFill>
                  <a:srgbClr val="970033"/>
                </a:solidFill>
                <a:latin typeface="Arial MT"/>
                <a:cs typeface="Arial MT"/>
              </a:rPr>
              <a:t> </a:t>
            </a:r>
            <a:r>
              <a:rPr sz="2000" spc="40" dirty="0">
                <a:solidFill>
                  <a:srgbClr val="970033"/>
                </a:solidFill>
                <a:latin typeface="Arial MT"/>
                <a:cs typeface="Arial MT"/>
              </a:rPr>
              <a:t>c</a:t>
            </a:r>
            <a:r>
              <a:rPr sz="2000" spc="10" dirty="0">
                <a:solidFill>
                  <a:srgbClr val="970033"/>
                </a:solidFill>
                <a:latin typeface="Arial MT"/>
                <a:cs typeface="Arial MT"/>
              </a:rPr>
              <a:t>lo</a:t>
            </a:r>
            <a:r>
              <a:rPr sz="2000" spc="40" dirty="0">
                <a:solidFill>
                  <a:srgbClr val="970033"/>
                </a:solidFill>
                <a:latin typeface="Arial MT"/>
                <a:cs typeface="Arial MT"/>
              </a:rPr>
              <a:t>s</a:t>
            </a:r>
            <a:r>
              <a:rPr sz="2000" spc="10" dirty="0">
                <a:solidFill>
                  <a:srgbClr val="970033"/>
                </a:solidFill>
                <a:latin typeface="Arial MT"/>
                <a:cs typeface="Arial MT"/>
              </a:rPr>
              <a:t>ure</a:t>
            </a:r>
            <a:r>
              <a:rPr sz="2000" spc="-250" dirty="0">
                <a:solidFill>
                  <a:srgbClr val="970033"/>
                </a:solidFill>
                <a:latin typeface="Arial MT"/>
                <a:cs typeface="Arial MT"/>
              </a:rPr>
              <a:t> </a:t>
            </a:r>
            <a:r>
              <a:rPr sz="2000" spc="15" dirty="0">
                <a:solidFill>
                  <a:srgbClr val="970033"/>
                </a:solidFill>
                <a:latin typeface="Arial MT"/>
                <a:cs typeface="Arial MT"/>
              </a:rPr>
              <a:t>be</a:t>
            </a:r>
            <a:r>
              <a:rPr sz="2000" spc="5" dirty="0">
                <a:solidFill>
                  <a:srgbClr val="970033"/>
                </a:solidFill>
                <a:latin typeface="Arial MT"/>
                <a:cs typeface="Arial MT"/>
              </a:rPr>
              <a:t>g</a:t>
            </a:r>
            <a:r>
              <a:rPr sz="2000" spc="10" dirty="0">
                <a:solidFill>
                  <a:srgbClr val="970033"/>
                </a:solidFill>
                <a:latin typeface="Arial MT"/>
                <a:cs typeface="Arial MT"/>
              </a:rPr>
              <a:t>in</a:t>
            </a:r>
            <a:r>
              <a:rPr sz="2000" spc="-35" dirty="0">
                <a:solidFill>
                  <a:srgbClr val="970033"/>
                </a:solidFill>
                <a:latin typeface="Arial MT"/>
                <a:cs typeface="Arial MT"/>
              </a:rPr>
              <a:t> </a:t>
            </a:r>
            <a:r>
              <a:rPr sz="2000" spc="15" dirty="0">
                <a:solidFill>
                  <a:srgbClr val="970033"/>
                </a:solidFill>
                <a:latin typeface="Arial MT"/>
                <a:cs typeface="Arial MT"/>
              </a:rPr>
              <a:t>and</a:t>
            </a:r>
            <a:r>
              <a:rPr sz="2000" spc="-110" dirty="0">
                <a:solidFill>
                  <a:srgbClr val="970033"/>
                </a:solidFill>
                <a:latin typeface="Arial MT"/>
                <a:cs typeface="Arial MT"/>
              </a:rPr>
              <a:t> </a:t>
            </a:r>
            <a:r>
              <a:rPr sz="2000" spc="10" dirty="0">
                <a:solidFill>
                  <a:srgbClr val="970033"/>
                </a:solidFill>
                <a:latin typeface="Arial MT"/>
                <a:cs typeface="Arial MT"/>
              </a:rPr>
              <a:t>end?</a:t>
            </a:r>
            <a:endParaRPr sz="2000">
              <a:latin typeface="Arial MT"/>
              <a:cs typeface="Arial MT"/>
            </a:endParaRPr>
          </a:p>
          <a:p>
            <a:pPr marL="537210" lvl="1" indent="-182245">
              <a:lnSpc>
                <a:spcPct val="100000"/>
              </a:lnSpc>
              <a:spcBef>
                <a:spcPts val="675"/>
              </a:spcBef>
              <a:buChar char="–"/>
              <a:tabLst>
                <a:tab pos="537845" algn="l"/>
              </a:tabLst>
            </a:pPr>
            <a:r>
              <a:rPr sz="2000" spc="-25" dirty="0">
                <a:solidFill>
                  <a:srgbClr val="970033"/>
                </a:solidFill>
                <a:latin typeface="Arial MT"/>
                <a:cs typeface="Arial MT"/>
              </a:rPr>
              <a:t>H</a:t>
            </a:r>
            <a:r>
              <a:rPr sz="2000" spc="15" dirty="0">
                <a:solidFill>
                  <a:srgbClr val="970033"/>
                </a:solidFill>
                <a:latin typeface="Arial MT"/>
                <a:cs typeface="Arial MT"/>
              </a:rPr>
              <a:t>ow</a:t>
            </a:r>
            <a:r>
              <a:rPr sz="2000" dirty="0">
                <a:solidFill>
                  <a:srgbClr val="970033"/>
                </a:solidFill>
                <a:latin typeface="Arial MT"/>
                <a:cs typeface="Arial MT"/>
              </a:rPr>
              <a:t> </a:t>
            </a:r>
            <a:r>
              <a:rPr sz="2000" spc="-25" dirty="0">
                <a:solidFill>
                  <a:srgbClr val="970033"/>
                </a:solidFill>
                <a:latin typeface="Arial MT"/>
                <a:cs typeface="Arial MT"/>
              </a:rPr>
              <a:t>w</a:t>
            </a:r>
            <a:r>
              <a:rPr sz="2000" spc="5" dirty="0">
                <a:solidFill>
                  <a:srgbClr val="970033"/>
                </a:solidFill>
                <a:latin typeface="Arial MT"/>
                <a:cs typeface="Arial MT"/>
              </a:rPr>
              <a:t>ill</a:t>
            </a:r>
            <a:r>
              <a:rPr sz="2000" spc="-30" dirty="0">
                <a:solidFill>
                  <a:srgbClr val="970033"/>
                </a:solidFill>
                <a:latin typeface="Arial MT"/>
                <a:cs typeface="Arial MT"/>
              </a:rPr>
              <a:t> </a:t>
            </a:r>
            <a:r>
              <a:rPr sz="2000" spc="35" dirty="0">
                <a:solidFill>
                  <a:srgbClr val="970033"/>
                </a:solidFill>
                <a:latin typeface="Arial MT"/>
                <a:cs typeface="Arial MT"/>
              </a:rPr>
              <a:t>t</a:t>
            </a:r>
            <a:r>
              <a:rPr sz="2000" spc="15" dirty="0">
                <a:solidFill>
                  <a:srgbClr val="970033"/>
                </a:solidFill>
                <a:latin typeface="Arial MT"/>
                <a:cs typeface="Arial MT"/>
              </a:rPr>
              <a:t>he</a:t>
            </a:r>
            <a:r>
              <a:rPr sz="2000" spc="-35" dirty="0">
                <a:solidFill>
                  <a:srgbClr val="970033"/>
                </a:solidFill>
                <a:latin typeface="Arial MT"/>
                <a:cs typeface="Arial MT"/>
              </a:rPr>
              <a:t> </a:t>
            </a:r>
            <a:r>
              <a:rPr sz="2000" spc="10" dirty="0">
                <a:solidFill>
                  <a:srgbClr val="970033"/>
                </a:solidFill>
                <a:latin typeface="Arial MT"/>
                <a:cs typeface="Arial MT"/>
              </a:rPr>
              <a:t>proje</a:t>
            </a:r>
            <a:r>
              <a:rPr sz="2000" spc="45" dirty="0">
                <a:solidFill>
                  <a:srgbClr val="970033"/>
                </a:solidFill>
                <a:latin typeface="Arial MT"/>
                <a:cs typeface="Arial MT"/>
              </a:rPr>
              <a:t>c</a:t>
            </a:r>
            <a:r>
              <a:rPr sz="2000" spc="5" dirty="0">
                <a:solidFill>
                  <a:srgbClr val="970033"/>
                </a:solidFill>
                <a:latin typeface="Arial MT"/>
                <a:cs typeface="Arial MT"/>
              </a:rPr>
              <a:t>t</a:t>
            </a:r>
            <a:r>
              <a:rPr sz="2000" spc="-225" dirty="0">
                <a:solidFill>
                  <a:srgbClr val="970033"/>
                </a:solidFill>
                <a:latin typeface="Arial MT"/>
                <a:cs typeface="Arial MT"/>
              </a:rPr>
              <a:t> </a:t>
            </a:r>
            <a:r>
              <a:rPr sz="2000" spc="15" dirty="0">
                <a:solidFill>
                  <a:srgbClr val="970033"/>
                </a:solidFill>
                <a:latin typeface="Arial MT"/>
                <a:cs typeface="Arial MT"/>
              </a:rPr>
              <a:t>be</a:t>
            </a:r>
            <a:r>
              <a:rPr sz="2000" spc="-35" dirty="0">
                <a:solidFill>
                  <a:srgbClr val="970033"/>
                </a:solidFill>
                <a:latin typeface="Arial MT"/>
                <a:cs typeface="Arial MT"/>
              </a:rPr>
              <a:t> </a:t>
            </a:r>
            <a:r>
              <a:rPr sz="2000" spc="10" dirty="0">
                <a:solidFill>
                  <a:srgbClr val="970033"/>
                </a:solidFill>
                <a:latin typeface="Arial MT"/>
                <a:cs typeface="Arial MT"/>
              </a:rPr>
              <a:t>deli</a:t>
            </a:r>
            <a:r>
              <a:rPr sz="2000" spc="-35" dirty="0">
                <a:solidFill>
                  <a:srgbClr val="970033"/>
                </a:solidFill>
                <a:latin typeface="Arial MT"/>
                <a:cs typeface="Arial MT"/>
              </a:rPr>
              <a:t>v</a:t>
            </a:r>
            <a:r>
              <a:rPr sz="2000" spc="10" dirty="0">
                <a:solidFill>
                  <a:srgbClr val="970033"/>
                </a:solidFill>
                <a:latin typeface="Arial MT"/>
                <a:cs typeface="Arial MT"/>
              </a:rPr>
              <a:t>ere</a:t>
            </a:r>
            <a:r>
              <a:rPr sz="2000" dirty="0">
                <a:solidFill>
                  <a:srgbClr val="970033"/>
                </a:solidFill>
                <a:latin typeface="Arial MT"/>
                <a:cs typeface="Arial MT"/>
              </a:rPr>
              <a:t>d</a:t>
            </a:r>
            <a:r>
              <a:rPr sz="2000" spc="10" dirty="0">
                <a:solidFill>
                  <a:srgbClr val="970033"/>
                </a:solidFill>
                <a:latin typeface="Arial MT"/>
                <a:cs typeface="Arial MT"/>
              </a:rPr>
              <a:t>?</a:t>
            </a:r>
            <a:endParaRPr sz="2000">
              <a:latin typeface="Arial MT"/>
              <a:cs typeface="Arial MT"/>
            </a:endParaRPr>
          </a:p>
        </p:txBody>
      </p:sp>
      <p:grpSp>
        <p:nvGrpSpPr>
          <p:cNvPr id="5" name="object 5"/>
          <p:cNvGrpSpPr/>
          <p:nvPr/>
        </p:nvGrpSpPr>
        <p:grpSpPr>
          <a:xfrm>
            <a:off x="609600" y="4848225"/>
            <a:ext cx="3476625" cy="1704975"/>
            <a:chOff x="609600" y="4848225"/>
            <a:chExt cx="3476625" cy="1704975"/>
          </a:xfrm>
        </p:grpSpPr>
        <p:pic>
          <p:nvPicPr>
            <p:cNvPr id="6" name="object 6"/>
            <p:cNvPicPr/>
            <p:nvPr/>
          </p:nvPicPr>
          <p:blipFill>
            <a:blip r:embed="rId2" cstate="print"/>
            <a:stretch>
              <a:fillRect/>
            </a:stretch>
          </p:blipFill>
          <p:spPr>
            <a:xfrm>
              <a:off x="609600" y="4848225"/>
              <a:ext cx="1333500" cy="1704975"/>
            </a:xfrm>
            <a:prstGeom prst="rect">
              <a:avLst/>
            </a:prstGeom>
          </p:spPr>
        </p:pic>
        <p:pic>
          <p:nvPicPr>
            <p:cNvPr id="7" name="object 7"/>
            <p:cNvPicPr/>
            <p:nvPr/>
          </p:nvPicPr>
          <p:blipFill>
            <a:blip r:embed="rId3" cstate="print"/>
            <a:stretch>
              <a:fillRect/>
            </a:stretch>
          </p:blipFill>
          <p:spPr>
            <a:xfrm>
              <a:off x="3238500" y="4914900"/>
              <a:ext cx="762000" cy="1600200"/>
            </a:xfrm>
            <a:prstGeom prst="rect">
              <a:avLst/>
            </a:prstGeom>
          </p:spPr>
        </p:pic>
        <p:sp>
          <p:nvSpPr>
            <p:cNvPr id="8" name="object 8"/>
            <p:cNvSpPr/>
            <p:nvPr/>
          </p:nvSpPr>
          <p:spPr>
            <a:xfrm>
              <a:off x="847725" y="5762625"/>
              <a:ext cx="3238500" cy="790575"/>
            </a:xfrm>
            <a:custGeom>
              <a:avLst/>
              <a:gdLst/>
              <a:ahLst/>
              <a:cxnLst/>
              <a:rect l="l" t="t" r="r" b="b"/>
              <a:pathLst>
                <a:path w="3238500" h="790575">
                  <a:moveTo>
                    <a:pt x="2351532" y="0"/>
                  </a:moveTo>
                  <a:lnTo>
                    <a:pt x="1051052" y="0"/>
                  </a:lnTo>
                  <a:lnTo>
                    <a:pt x="0" y="790575"/>
                  </a:lnTo>
                  <a:lnTo>
                    <a:pt x="3238500" y="790575"/>
                  </a:lnTo>
                  <a:lnTo>
                    <a:pt x="2351532" y="0"/>
                  </a:lnTo>
                  <a:close/>
                </a:path>
              </a:pathLst>
            </a:custGeom>
            <a:solidFill>
              <a:srgbClr val="000000"/>
            </a:solidFill>
          </p:spPr>
          <p:txBody>
            <a:bodyPr wrap="square" lIns="0" tIns="0" rIns="0" bIns="0" rtlCol="0"/>
            <a:lstStyle/>
            <a:p>
              <a:endParaRPr/>
            </a:p>
          </p:txBody>
        </p:sp>
        <p:pic>
          <p:nvPicPr>
            <p:cNvPr id="9" name="object 9"/>
            <p:cNvPicPr/>
            <p:nvPr/>
          </p:nvPicPr>
          <p:blipFill>
            <a:blip r:embed="rId4" cstate="print"/>
            <a:stretch>
              <a:fillRect/>
            </a:stretch>
          </p:blipFill>
          <p:spPr>
            <a:xfrm>
              <a:off x="1009650" y="5286375"/>
              <a:ext cx="1323975" cy="1266825"/>
            </a:xfrm>
            <a:prstGeom prst="rect">
              <a:avLst/>
            </a:prstGeom>
          </p:spPr>
        </p:pic>
        <p:pic>
          <p:nvPicPr>
            <p:cNvPr id="10" name="object 10"/>
            <p:cNvPicPr/>
            <p:nvPr/>
          </p:nvPicPr>
          <p:blipFill>
            <a:blip r:embed="rId5" cstate="print"/>
            <a:stretch>
              <a:fillRect/>
            </a:stretch>
          </p:blipFill>
          <p:spPr>
            <a:xfrm>
              <a:off x="2505075" y="5448300"/>
              <a:ext cx="1371600" cy="1066800"/>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362" y="309625"/>
            <a:ext cx="10972800" cy="590550"/>
          </a:xfrm>
          <a:prstGeom prst="rect">
            <a:avLst/>
          </a:prstGeom>
          <a:solidFill>
            <a:srgbClr val="7E7E7E">
              <a:alpha val="50195"/>
            </a:srgbClr>
          </a:solidFill>
          <a:ln w="9344">
            <a:solidFill>
              <a:srgbClr val="4B4B4B"/>
            </a:solidFill>
          </a:ln>
        </p:spPr>
        <p:txBody>
          <a:bodyPr vert="horz" wrap="square" lIns="0" tIns="71120" rIns="0" bIns="0" rtlCol="0">
            <a:spAutoFit/>
          </a:bodyPr>
          <a:lstStyle/>
          <a:p>
            <a:pPr algn="ctr">
              <a:lnSpc>
                <a:spcPct val="100000"/>
              </a:lnSpc>
              <a:spcBef>
                <a:spcPts val="560"/>
              </a:spcBef>
            </a:pPr>
            <a:r>
              <a:rPr spc="-30" dirty="0"/>
              <a:t>Types</a:t>
            </a:r>
            <a:r>
              <a:rPr spc="-120" dirty="0"/>
              <a:t> </a:t>
            </a:r>
            <a:r>
              <a:rPr spc="10" dirty="0"/>
              <a:t>of </a:t>
            </a:r>
            <a:r>
              <a:rPr spc="20" dirty="0"/>
              <a:t>Project</a:t>
            </a:r>
            <a:r>
              <a:rPr spc="-220" dirty="0"/>
              <a:t> </a:t>
            </a:r>
            <a:r>
              <a:rPr spc="20" dirty="0"/>
              <a:t>Closure</a:t>
            </a:r>
          </a:p>
        </p:txBody>
      </p:sp>
      <p:sp>
        <p:nvSpPr>
          <p:cNvPr id="3" name="object 3"/>
          <p:cNvSpPr txBox="1"/>
          <p:nvPr/>
        </p:nvSpPr>
        <p:spPr>
          <a:xfrm>
            <a:off x="698500" y="1029914"/>
            <a:ext cx="10766425" cy="5186680"/>
          </a:xfrm>
          <a:prstGeom prst="rect">
            <a:avLst/>
          </a:prstGeom>
        </p:spPr>
        <p:txBody>
          <a:bodyPr vert="horz" wrap="square" lIns="0" tIns="97155" rIns="0" bIns="0" rtlCol="0">
            <a:spAutoFit/>
          </a:bodyPr>
          <a:lstStyle/>
          <a:p>
            <a:pPr marL="241300" indent="-228600">
              <a:lnSpc>
                <a:spcPct val="100000"/>
              </a:lnSpc>
              <a:spcBef>
                <a:spcPts val="765"/>
              </a:spcBef>
              <a:buChar char="•"/>
              <a:tabLst>
                <a:tab pos="241300" algn="l"/>
              </a:tabLst>
            </a:pPr>
            <a:r>
              <a:rPr sz="3200" spc="15" dirty="0">
                <a:solidFill>
                  <a:srgbClr val="375F92"/>
                </a:solidFill>
                <a:latin typeface="Arial MT"/>
                <a:cs typeface="Arial MT"/>
              </a:rPr>
              <a:t>Normal:</a:t>
            </a:r>
            <a:endParaRPr sz="3200">
              <a:latin typeface="Arial MT"/>
              <a:cs typeface="Arial MT"/>
            </a:endParaRPr>
          </a:p>
          <a:p>
            <a:pPr marL="641350" lvl="1" indent="-229235">
              <a:lnSpc>
                <a:spcPct val="100000"/>
              </a:lnSpc>
              <a:spcBef>
                <a:spcPts val="440"/>
              </a:spcBef>
              <a:buChar char="–"/>
              <a:tabLst>
                <a:tab pos="641985" algn="l"/>
              </a:tabLst>
            </a:pPr>
            <a:r>
              <a:rPr sz="2000" dirty="0">
                <a:solidFill>
                  <a:srgbClr val="375F92"/>
                </a:solidFill>
                <a:latin typeface="Arial MT"/>
                <a:cs typeface="Arial MT"/>
              </a:rPr>
              <a:t>The</a:t>
            </a:r>
            <a:r>
              <a:rPr sz="2000" spc="-30" dirty="0">
                <a:solidFill>
                  <a:srgbClr val="375F92"/>
                </a:solidFill>
                <a:latin typeface="Arial MT"/>
                <a:cs typeface="Arial MT"/>
              </a:rPr>
              <a:t> </a:t>
            </a:r>
            <a:r>
              <a:rPr sz="2000" spc="10" dirty="0">
                <a:solidFill>
                  <a:srgbClr val="375F92"/>
                </a:solidFill>
                <a:latin typeface="Arial MT"/>
                <a:cs typeface="Arial MT"/>
              </a:rPr>
              <a:t>most</a:t>
            </a:r>
            <a:r>
              <a:rPr sz="2000" spc="-70" dirty="0">
                <a:solidFill>
                  <a:srgbClr val="375F92"/>
                </a:solidFill>
                <a:latin typeface="Arial MT"/>
                <a:cs typeface="Arial MT"/>
              </a:rPr>
              <a:t> </a:t>
            </a:r>
            <a:r>
              <a:rPr sz="2000" spc="5" dirty="0">
                <a:solidFill>
                  <a:srgbClr val="375F92"/>
                </a:solidFill>
                <a:latin typeface="Arial MT"/>
                <a:cs typeface="Arial MT"/>
              </a:rPr>
              <a:t>common</a:t>
            </a:r>
            <a:r>
              <a:rPr sz="2000" spc="-100" dirty="0">
                <a:solidFill>
                  <a:srgbClr val="375F92"/>
                </a:solidFill>
                <a:latin typeface="Arial MT"/>
                <a:cs typeface="Arial MT"/>
              </a:rPr>
              <a:t> </a:t>
            </a:r>
            <a:r>
              <a:rPr sz="2000" spc="10" dirty="0">
                <a:solidFill>
                  <a:srgbClr val="375F92"/>
                </a:solidFill>
                <a:latin typeface="Arial MT"/>
                <a:cs typeface="Arial MT"/>
              </a:rPr>
              <a:t>circumstance</a:t>
            </a:r>
            <a:r>
              <a:rPr sz="2000" spc="-180" dirty="0">
                <a:solidFill>
                  <a:srgbClr val="375F92"/>
                </a:solidFill>
                <a:latin typeface="Arial MT"/>
                <a:cs typeface="Arial MT"/>
              </a:rPr>
              <a:t> </a:t>
            </a:r>
            <a:r>
              <a:rPr sz="2000" spc="-5" dirty="0">
                <a:solidFill>
                  <a:srgbClr val="375F92"/>
                </a:solidFill>
                <a:latin typeface="Arial MT"/>
                <a:cs typeface="Arial MT"/>
              </a:rPr>
              <a:t>for</a:t>
            </a:r>
            <a:r>
              <a:rPr sz="2000" spc="-105" dirty="0">
                <a:solidFill>
                  <a:srgbClr val="375F92"/>
                </a:solidFill>
                <a:latin typeface="Arial MT"/>
                <a:cs typeface="Arial MT"/>
              </a:rPr>
              <a:t> </a:t>
            </a:r>
            <a:r>
              <a:rPr sz="2000" spc="15" dirty="0">
                <a:solidFill>
                  <a:srgbClr val="375F92"/>
                </a:solidFill>
                <a:latin typeface="Arial MT"/>
                <a:cs typeface="Arial MT"/>
              </a:rPr>
              <a:t>project</a:t>
            </a:r>
            <a:r>
              <a:rPr sz="2000" spc="-145" dirty="0">
                <a:solidFill>
                  <a:srgbClr val="375F92"/>
                </a:solidFill>
                <a:latin typeface="Arial MT"/>
                <a:cs typeface="Arial MT"/>
              </a:rPr>
              <a:t> </a:t>
            </a:r>
            <a:r>
              <a:rPr sz="2000" spc="20" dirty="0">
                <a:solidFill>
                  <a:srgbClr val="375F92"/>
                </a:solidFill>
                <a:latin typeface="Arial MT"/>
                <a:cs typeface="Arial MT"/>
              </a:rPr>
              <a:t>closure</a:t>
            </a:r>
            <a:r>
              <a:rPr sz="2000" spc="-180" dirty="0">
                <a:solidFill>
                  <a:srgbClr val="375F92"/>
                </a:solidFill>
                <a:latin typeface="Arial MT"/>
                <a:cs typeface="Arial MT"/>
              </a:rPr>
              <a:t> </a:t>
            </a:r>
            <a:r>
              <a:rPr sz="2000" spc="10" dirty="0">
                <a:solidFill>
                  <a:srgbClr val="375F92"/>
                </a:solidFill>
                <a:latin typeface="Arial MT"/>
                <a:cs typeface="Arial MT"/>
              </a:rPr>
              <a:t>is</a:t>
            </a:r>
            <a:r>
              <a:rPr sz="2000" spc="-65" dirty="0">
                <a:solidFill>
                  <a:srgbClr val="375F92"/>
                </a:solidFill>
                <a:latin typeface="Arial MT"/>
                <a:cs typeface="Arial MT"/>
              </a:rPr>
              <a:t> </a:t>
            </a:r>
            <a:r>
              <a:rPr sz="2000" spc="10" dirty="0">
                <a:solidFill>
                  <a:srgbClr val="375F92"/>
                </a:solidFill>
                <a:latin typeface="Arial MT"/>
                <a:cs typeface="Arial MT"/>
              </a:rPr>
              <a:t>simply</a:t>
            </a:r>
            <a:r>
              <a:rPr sz="2000" spc="-70" dirty="0">
                <a:solidFill>
                  <a:srgbClr val="375F92"/>
                </a:solidFill>
                <a:latin typeface="Arial MT"/>
                <a:cs typeface="Arial MT"/>
              </a:rPr>
              <a:t> </a:t>
            </a:r>
            <a:r>
              <a:rPr sz="2000" spc="15" dirty="0">
                <a:solidFill>
                  <a:srgbClr val="375F92"/>
                </a:solidFill>
                <a:latin typeface="Arial MT"/>
                <a:cs typeface="Arial MT"/>
              </a:rPr>
              <a:t>a</a:t>
            </a:r>
            <a:r>
              <a:rPr sz="2000" spc="-25" dirty="0">
                <a:solidFill>
                  <a:srgbClr val="375F92"/>
                </a:solidFill>
                <a:latin typeface="Arial MT"/>
                <a:cs typeface="Arial MT"/>
              </a:rPr>
              <a:t> </a:t>
            </a:r>
            <a:r>
              <a:rPr sz="2000" spc="15" dirty="0">
                <a:solidFill>
                  <a:srgbClr val="375F92"/>
                </a:solidFill>
                <a:latin typeface="Arial MT"/>
                <a:cs typeface="Arial MT"/>
              </a:rPr>
              <a:t>completed</a:t>
            </a:r>
            <a:r>
              <a:rPr sz="2000" spc="-180" dirty="0">
                <a:solidFill>
                  <a:srgbClr val="375F92"/>
                </a:solidFill>
                <a:latin typeface="Arial MT"/>
                <a:cs typeface="Arial MT"/>
              </a:rPr>
              <a:t> </a:t>
            </a:r>
            <a:r>
              <a:rPr sz="2000" spc="15" dirty="0">
                <a:solidFill>
                  <a:srgbClr val="375F92"/>
                </a:solidFill>
                <a:latin typeface="Arial MT"/>
                <a:cs typeface="Arial MT"/>
              </a:rPr>
              <a:t>project.</a:t>
            </a:r>
            <a:endParaRPr sz="2000">
              <a:latin typeface="Arial MT"/>
              <a:cs typeface="Arial MT"/>
            </a:endParaRPr>
          </a:p>
          <a:p>
            <a:pPr marL="241300" indent="-228600">
              <a:lnSpc>
                <a:spcPct val="100000"/>
              </a:lnSpc>
              <a:spcBef>
                <a:spcPts val="155"/>
              </a:spcBef>
              <a:buChar char="•"/>
              <a:tabLst>
                <a:tab pos="241300" algn="l"/>
              </a:tabLst>
            </a:pPr>
            <a:r>
              <a:rPr sz="3200" spc="10" dirty="0">
                <a:solidFill>
                  <a:srgbClr val="375F92"/>
                </a:solidFill>
                <a:latin typeface="Arial MT"/>
                <a:cs typeface="Arial MT"/>
              </a:rPr>
              <a:t>Premature:</a:t>
            </a:r>
            <a:endParaRPr sz="3200">
              <a:latin typeface="Arial MT"/>
              <a:cs typeface="Arial MT"/>
            </a:endParaRPr>
          </a:p>
          <a:p>
            <a:pPr marL="641350" marR="654050" lvl="1" indent="-228600">
              <a:lnSpc>
                <a:spcPts val="2100"/>
              </a:lnSpc>
              <a:spcBef>
                <a:spcPts val="760"/>
              </a:spcBef>
              <a:buChar char="–"/>
              <a:tabLst>
                <a:tab pos="641985" algn="l"/>
              </a:tabLst>
            </a:pPr>
            <a:r>
              <a:rPr sz="2000" spc="25" dirty="0">
                <a:solidFill>
                  <a:srgbClr val="375F92"/>
                </a:solidFill>
                <a:latin typeface="Arial MT"/>
                <a:cs typeface="Arial MT"/>
              </a:rPr>
              <a:t>For</a:t>
            </a:r>
            <a:r>
              <a:rPr sz="2000" spc="-110" dirty="0">
                <a:solidFill>
                  <a:srgbClr val="375F92"/>
                </a:solidFill>
                <a:latin typeface="Arial MT"/>
                <a:cs typeface="Arial MT"/>
              </a:rPr>
              <a:t> </a:t>
            </a:r>
            <a:r>
              <a:rPr sz="2000" spc="15" dirty="0">
                <a:solidFill>
                  <a:srgbClr val="375F92"/>
                </a:solidFill>
                <a:latin typeface="Arial MT"/>
                <a:cs typeface="Arial MT"/>
              </a:rPr>
              <a:t>a</a:t>
            </a:r>
            <a:r>
              <a:rPr sz="2000" spc="-30" dirty="0">
                <a:solidFill>
                  <a:srgbClr val="375F92"/>
                </a:solidFill>
                <a:latin typeface="Arial MT"/>
                <a:cs typeface="Arial MT"/>
              </a:rPr>
              <a:t> </a:t>
            </a:r>
            <a:r>
              <a:rPr sz="2000" dirty="0">
                <a:solidFill>
                  <a:srgbClr val="375F92"/>
                </a:solidFill>
                <a:latin typeface="Arial MT"/>
                <a:cs typeface="Arial MT"/>
              </a:rPr>
              <a:t>few</a:t>
            </a:r>
            <a:r>
              <a:rPr sz="2000" spc="10" dirty="0">
                <a:solidFill>
                  <a:srgbClr val="375F92"/>
                </a:solidFill>
                <a:latin typeface="Arial MT"/>
                <a:cs typeface="Arial MT"/>
              </a:rPr>
              <a:t> projects,</a:t>
            </a:r>
            <a:r>
              <a:rPr sz="2000" spc="-145" dirty="0">
                <a:solidFill>
                  <a:srgbClr val="375F92"/>
                </a:solidFill>
                <a:latin typeface="Arial MT"/>
                <a:cs typeface="Arial MT"/>
              </a:rPr>
              <a:t> </a:t>
            </a:r>
            <a:r>
              <a:rPr sz="2000" spc="20" dirty="0">
                <a:solidFill>
                  <a:srgbClr val="375F92"/>
                </a:solidFill>
                <a:latin typeface="Arial MT"/>
                <a:cs typeface="Arial MT"/>
              </a:rPr>
              <a:t>the</a:t>
            </a:r>
            <a:r>
              <a:rPr sz="2000" spc="-185" dirty="0">
                <a:solidFill>
                  <a:srgbClr val="375F92"/>
                </a:solidFill>
                <a:latin typeface="Arial MT"/>
                <a:cs typeface="Arial MT"/>
              </a:rPr>
              <a:t> </a:t>
            </a:r>
            <a:r>
              <a:rPr sz="2000" spc="15" dirty="0">
                <a:solidFill>
                  <a:srgbClr val="375F92"/>
                </a:solidFill>
                <a:latin typeface="Arial MT"/>
                <a:cs typeface="Arial MT"/>
              </a:rPr>
              <a:t>project</a:t>
            </a:r>
            <a:r>
              <a:rPr sz="2000" spc="-145" dirty="0">
                <a:solidFill>
                  <a:srgbClr val="375F92"/>
                </a:solidFill>
                <a:latin typeface="Arial MT"/>
                <a:cs typeface="Arial MT"/>
              </a:rPr>
              <a:t> </a:t>
            </a:r>
            <a:r>
              <a:rPr sz="2000" dirty="0">
                <a:solidFill>
                  <a:srgbClr val="375F92"/>
                </a:solidFill>
                <a:latin typeface="Arial MT"/>
                <a:cs typeface="Arial MT"/>
              </a:rPr>
              <a:t>may</a:t>
            </a:r>
            <a:r>
              <a:rPr sz="2000" spc="-65" dirty="0">
                <a:solidFill>
                  <a:srgbClr val="375F92"/>
                </a:solidFill>
                <a:latin typeface="Arial MT"/>
                <a:cs typeface="Arial MT"/>
              </a:rPr>
              <a:t> </a:t>
            </a:r>
            <a:r>
              <a:rPr sz="2000" spc="15" dirty="0">
                <a:solidFill>
                  <a:srgbClr val="375F92"/>
                </a:solidFill>
                <a:latin typeface="Arial MT"/>
                <a:cs typeface="Arial MT"/>
              </a:rPr>
              <a:t>be</a:t>
            </a:r>
            <a:r>
              <a:rPr sz="2000" spc="-35" dirty="0">
                <a:solidFill>
                  <a:srgbClr val="375F92"/>
                </a:solidFill>
                <a:latin typeface="Arial MT"/>
                <a:cs typeface="Arial MT"/>
              </a:rPr>
              <a:t> </a:t>
            </a:r>
            <a:r>
              <a:rPr sz="2000" spc="15" dirty="0">
                <a:solidFill>
                  <a:srgbClr val="375F92"/>
                </a:solidFill>
                <a:latin typeface="Arial MT"/>
                <a:cs typeface="Arial MT"/>
              </a:rPr>
              <a:t>completed</a:t>
            </a:r>
            <a:r>
              <a:rPr sz="2000" spc="-180" dirty="0">
                <a:solidFill>
                  <a:srgbClr val="375F92"/>
                </a:solidFill>
                <a:latin typeface="Arial MT"/>
                <a:cs typeface="Arial MT"/>
              </a:rPr>
              <a:t> </a:t>
            </a:r>
            <a:r>
              <a:rPr sz="2000" spc="10" dirty="0">
                <a:solidFill>
                  <a:srgbClr val="375F92"/>
                </a:solidFill>
                <a:latin typeface="Arial MT"/>
                <a:cs typeface="Arial MT"/>
              </a:rPr>
              <a:t>early</a:t>
            </a:r>
            <a:r>
              <a:rPr sz="2000" spc="-140" dirty="0">
                <a:solidFill>
                  <a:srgbClr val="375F92"/>
                </a:solidFill>
                <a:latin typeface="Arial MT"/>
                <a:cs typeface="Arial MT"/>
              </a:rPr>
              <a:t> </a:t>
            </a:r>
            <a:r>
              <a:rPr sz="2000" spc="5" dirty="0">
                <a:solidFill>
                  <a:srgbClr val="375F92"/>
                </a:solidFill>
                <a:latin typeface="Arial MT"/>
                <a:cs typeface="Arial MT"/>
              </a:rPr>
              <a:t>with</a:t>
            </a:r>
            <a:r>
              <a:rPr sz="2000" spc="-35" dirty="0">
                <a:solidFill>
                  <a:srgbClr val="375F92"/>
                </a:solidFill>
                <a:latin typeface="Arial MT"/>
                <a:cs typeface="Arial MT"/>
              </a:rPr>
              <a:t> </a:t>
            </a:r>
            <a:r>
              <a:rPr sz="2000" spc="15" dirty="0">
                <a:solidFill>
                  <a:srgbClr val="375F92"/>
                </a:solidFill>
                <a:latin typeface="Arial MT"/>
                <a:cs typeface="Arial MT"/>
              </a:rPr>
              <a:t>some</a:t>
            </a:r>
            <a:r>
              <a:rPr sz="2000" spc="-105" dirty="0">
                <a:solidFill>
                  <a:srgbClr val="375F92"/>
                </a:solidFill>
                <a:latin typeface="Arial MT"/>
                <a:cs typeface="Arial MT"/>
              </a:rPr>
              <a:t> </a:t>
            </a:r>
            <a:r>
              <a:rPr sz="2000" spc="15" dirty="0">
                <a:solidFill>
                  <a:srgbClr val="375F92"/>
                </a:solidFill>
                <a:latin typeface="Arial MT"/>
                <a:cs typeface="Arial MT"/>
              </a:rPr>
              <a:t>parts</a:t>
            </a:r>
            <a:r>
              <a:rPr sz="2000" spc="-140" dirty="0">
                <a:solidFill>
                  <a:srgbClr val="375F92"/>
                </a:solidFill>
                <a:latin typeface="Arial MT"/>
                <a:cs typeface="Arial MT"/>
              </a:rPr>
              <a:t> </a:t>
            </a:r>
            <a:r>
              <a:rPr sz="2000" spc="10" dirty="0">
                <a:solidFill>
                  <a:srgbClr val="375F92"/>
                </a:solidFill>
                <a:latin typeface="Arial MT"/>
                <a:cs typeface="Arial MT"/>
              </a:rPr>
              <a:t>of</a:t>
            </a:r>
            <a:r>
              <a:rPr sz="2000" spc="5" dirty="0">
                <a:solidFill>
                  <a:srgbClr val="375F92"/>
                </a:solidFill>
                <a:latin typeface="Arial MT"/>
                <a:cs typeface="Arial MT"/>
              </a:rPr>
              <a:t> </a:t>
            </a:r>
            <a:r>
              <a:rPr sz="2000" spc="20" dirty="0">
                <a:solidFill>
                  <a:srgbClr val="375F92"/>
                </a:solidFill>
                <a:latin typeface="Arial MT"/>
                <a:cs typeface="Arial MT"/>
              </a:rPr>
              <a:t>the</a:t>
            </a:r>
            <a:r>
              <a:rPr sz="2000" spc="-110" dirty="0">
                <a:solidFill>
                  <a:srgbClr val="375F92"/>
                </a:solidFill>
                <a:latin typeface="Arial MT"/>
                <a:cs typeface="Arial MT"/>
              </a:rPr>
              <a:t> </a:t>
            </a:r>
            <a:r>
              <a:rPr sz="2000" spc="15" dirty="0">
                <a:solidFill>
                  <a:srgbClr val="375F92"/>
                </a:solidFill>
                <a:latin typeface="Arial MT"/>
                <a:cs typeface="Arial MT"/>
              </a:rPr>
              <a:t>project </a:t>
            </a:r>
            <a:r>
              <a:rPr sz="2000" spc="-540" dirty="0">
                <a:solidFill>
                  <a:srgbClr val="375F92"/>
                </a:solidFill>
                <a:latin typeface="Arial MT"/>
                <a:cs typeface="Arial MT"/>
              </a:rPr>
              <a:t> </a:t>
            </a:r>
            <a:r>
              <a:rPr sz="2000" spc="10" dirty="0">
                <a:solidFill>
                  <a:srgbClr val="375F92"/>
                </a:solidFill>
                <a:latin typeface="Arial MT"/>
                <a:cs typeface="Arial MT"/>
              </a:rPr>
              <a:t>eliminated,</a:t>
            </a:r>
            <a:r>
              <a:rPr sz="2000" spc="-155" dirty="0">
                <a:solidFill>
                  <a:srgbClr val="375F92"/>
                </a:solidFill>
                <a:latin typeface="Arial MT"/>
                <a:cs typeface="Arial MT"/>
              </a:rPr>
              <a:t> </a:t>
            </a:r>
            <a:r>
              <a:rPr sz="2000" spc="25" dirty="0">
                <a:solidFill>
                  <a:srgbClr val="375F92"/>
                </a:solidFill>
                <a:latin typeface="Arial MT"/>
                <a:cs typeface="Arial MT"/>
              </a:rPr>
              <a:t>say</a:t>
            </a:r>
            <a:r>
              <a:rPr sz="2000" spc="-145" dirty="0">
                <a:solidFill>
                  <a:srgbClr val="375F92"/>
                </a:solidFill>
                <a:latin typeface="Arial MT"/>
                <a:cs typeface="Arial MT"/>
              </a:rPr>
              <a:t> </a:t>
            </a:r>
            <a:r>
              <a:rPr sz="2000" spc="15" dirty="0">
                <a:solidFill>
                  <a:srgbClr val="375F92"/>
                </a:solidFill>
                <a:latin typeface="Arial MT"/>
                <a:cs typeface="Arial MT"/>
              </a:rPr>
              <a:t>an</a:t>
            </a:r>
            <a:r>
              <a:rPr sz="2000" spc="-35" dirty="0">
                <a:solidFill>
                  <a:srgbClr val="375F92"/>
                </a:solidFill>
                <a:latin typeface="Arial MT"/>
                <a:cs typeface="Arial MT"/>
              </a:rPr>
              <a:t> </a:t>
            </a:r>
            <a:r>
              <a:rPr sz="2000" spc="10" dirty="0">
                <a:solidFill>
                  <a:srgbClr val="375F92"/>
                </a:solidFill>
                <a:latin typeface="Arial MT"/>
                <a:cs typeface="Arial MT"/>
              </a:rPr>
              <a:t>early</a:t>
            </a:r>
            <a:r>
              <a:rPr sz="2000" spc="-70" dirty="0">
                <a:solidFill>
                  <a:srgbClr val="375F92"/>
                </a:solidFill>
                <a:latin typeface="Arial MT"/>
                <a:cs typeface="Arial MT"/>
              </a:rPr>
              <a:t> </a:t>
            </a:r>
            <a:r>
              <a:rPr sz="2000" spc="10" dirty="0">
                <a:solidFill>
                  <a:srgbClr val="375F92"/>
                </a:solidFill>
                <a:latin typeface="Arial MT"/>
                <a:cs typeface="Arial MT"/>
              </a:rPr>
              <a:t>requirement.</a:t>
            </a:r>
            <a:endParaRPr sz="2000">
              <a:latin typeface="Arial MT"/>
              <a:cs typeface="Arial MT"/>
            </a:endParaRPr>
          </a:p>
          <a:p>
            <a:pPr marL="241300" indent="-228600">
              <a:lnSpc>
                <a:spcPct val="100000"/>
              </a:lnSpc>
              <a:spcBef>
                <a:spcPts val="210"/>
              </a:spcBef>
              <a:buChar char="•"/>
              <a:tabLst>
                <a:tab pos="241300" algn="l"/>
              </a:tabLst>
            </a:pPr>
            <a:r>
              <a:rPr sz="3200" spc="15" dirty="0">
                <a:solidFill>
                  <a:srgbClr val="375F92"/>
                </a:solidFill>
                <a:latin typeface="Arial MT"/>
                <a:cs typeface="Arial MT"/>
              </a:rPr>
              <a:t>Perpetual:</a:t>
            </a:r>
            <a:endParaRPr sz="3200">
              <a:latin typeface="Arial MT"/>
              <a:cs typeface="Arial MT"/>
            </a:endParaRPr>
          </a:p>
          <a:p>
            <a:pPr marL="641350" marR="5080" lvl="1" indent="-228600">
              <a:lnSpc>
                <a:spcPts val="2180"/>
              </a:lnSpc>
              <a:spcBef>
                <a:spcPts val="620"/>
              </a:spcBef>
              <a:buChar char="–"/>
              <a:tabLst>
                <a:tab pos="641985" algn="l"/>
              </a:tabLst>
            </a:pPr>
            <a:r>
              <a:rPr sz="2000" spc="5" dirty="0">
                <a:solidFill>
                  <a:srgbClr val="375F92"/>
                </a:solidFill>
                <a:latin typeface="Arial MT"/>
                <a:cs typeface="Arial MT"/>
              </a:rPr>
              <a:t>Some </a:t>
            </a:r>
            <a:r>
              <a:rPr sz="2000" spc="20" dirty="0">
                <a:solidFill>
                  <a:srgbClr val="375F92"/>
                </a:solidFill>
                <a:latin typeface="Arial MT"/>
                <a:cs typeface="Arial MT"/>
              </a:rPr>
              <a:t>projects </a:t>
            </a:r>
            <a:r>
              <a:rPr sz="2000" spc="5" dirty="0">
                <a:solidFill>
                  <a:srgbClr val="375F92"/>
                </a:solidFill>
                <a:latin typeface="Arial MT"/>
                <a:cs typeface="Arial MT"/>
              </a:rPr>
              <a:t>never </a:t>
            </a:r>
            <a:r>
              <a:rPr sz="2000" spc="25" dirty="0">
                <a:solidFill>
                  <a:srgbClr val="375F92"/>
                </a:solidFill>
                <a:latin typeface="Arial MT"/>
                <a:cs typeface="Arial MT"/>
              </a:rPr>
              <a:t>seem to </a:t>
            </a:r>
            <a:r>
              <a:rPr sz="2000" spc="10" dirty="0">
                <a:solidFill>
                  <a:srgbClr val="375F92"/>
                </a:solidFill>
                <a:latin typeface="Arial MT"/>
                <a:cs typeface="Arial MT"/>
              </a:rPr>
              <a:t>end. </a:t>
            </a:r>
            <a:r>
              <a:rPr sz="2000" dirty="0">
                <a:solidFill>
                  <a:srgbClr val="375F92"/>
                </a:solidFill>
                <a:latin typeface="Arial MT"/>
                <a:cs typeface="Arial MT"/>
              </a:rPr>
              <a:t>The </a:t>
            </a:r>
            <a:r>
              <a:rPr sz="2000" spc="5" dirty="0">
                <a:solidFill>
                  <a:srgbClr val="375F92"/>
                </a:solidFill>
                <a:latin typeface="Arial MT"/>
                <a:cs typeface="Arial MT"/>
              </a:rPr>
              <a:t>major </a:t>
            </a:r>
            <a:r>
              <a:rPr sz="2000" spc="10" dirty="0">
                <a:solidFill>
                  <a:srgbClr val="375F92"/>
                </a:solidFill>
                <a:latin typeface="Arial MT"/>
                <a:cs typeface="Arial MT"/>
              </a:rPr>
              <a:t>characteristic of </a:t>
            </a:r>
            <a:r>
              <a:rPr sz="2000" spc="15" dirty="0">
                <a:solidFill>
                  <a:srgbClr val="375F92"/>
                </a:solidFill>
                <a:latin typeface="Arial MT"/>
                <a:cs typeface="Arial MT"/>
              </a:rPr>
              <a:t>this </a:t>
            </a:r>
            <a:r>
              <a:rPr sz="2000" spc="20" dirty="0">
                <a:solidFill>
                  <a:srgbClr val="375F92"/>
                </a:solidFill>
                <a:latin typeface="Arial MT"/>
                <a:cs typeface="Arial MT"/>
              </a:rPr>
              <a:t>kind </a:t>
            </a:r>
            <a:r>
              <a:rPr sz="2000" spc="10" dirty="0">
                <a:solidFill>
                  <a:srgbClr val="375F92"/>
                </a:solidFill>
                <a:latin typeface="Arial MT"/>
                <a:cs typeface="Arial MT"/>
              </a:rPr>
              <a:t>of </a:t>
            </a:r>
            <a:r>
              <a:rPr sz="2000" spc="15" dirty="0">
                <a:solidFill>
                  <a:srgbClr val="375F92"/>
                </a:solidFill>
                <a:latin typeface="Arial MT"/>
                <a:cs typeface="Arial MT"/>
              </a:rPr>
              <a:t>project </a:t>
            </a:r>
            <a:r>
              <a:rPr sz="2000" spc="5" dirty="0">
                <a:solidFill>
                  <a:srgbClr val="375F92"/>
                </a:solidFill>
                <a:latin typeface="Arial MT"/>
                <a:cs typeface="Arial MT"/>
              </a:rPr>
              <a:t>is </a:t>
            </a:r>
            <a:r>
              <a:rPr sz="2000" spc="10" dirty="0">
                <a:solidFill>
                  <a:srgbClr val="375F92"/>
                </a:solidFill>
                <a:latin typeface="Arial MT"/>
                <a:cs typeface="Arial MT"/>
              </a:rPr>
              <a:t> </a:t>
            </a:r>
            <a:r>
              <a:rPr sz="2000" spc="20" dirty="0">
                <a:solidFill>
                  <a:srgbClr val="375F92"/>
                </a:solidFill>
                <a:latin typeface="Arial MT"/>
                <a:cs typeface="Arial MT"/>
              </a:rPr>
              <a:t>constant</a:t>
            </a:r>
            <a:r>
              <a:rPr sz="2000" spc="-215" dirty="0">
                <a:solidFill>
                  <a:srgbClr val="375F92"/>
                </a:solidFill>
                <a:latin typeface="Arial MT"/>
                <a:cs typeface="Arial MT"/>
              </a:rPr>
              <a:t> </a:t>
            </a:r>
            <a:r>
              <a:rPr sz="2000" spc="10" dirty="0">
                <a:solidFill>
                  <a:srgbClr val="375F92"/>
                </a:solidFill>
                <a:latin typeface="Arial MT"/>
                <a:cs typeface="Arial MT"/>
              </a:rPr>
              <a:t>“add-ons,”</a:t>
            </a:r>
            <a:r>
              <a:rPr sz="2000" spc="-175" dirty="0">
                <a:solidFill>
                  <a:srgbClr val="375F92"/>
                </a:solidFill>
                <a:latin typeface="Arial MT"/>
                <a:cs typeface="Arial MT"/>
              </a:rPr>
              <a:t> </a:t>
            </a:r>
            <a:r>
              <a:rPr sz="2000" spc="10" dirty="0">
                <a:solidFill>
                  <a:srgbClr val="375F92"/>
                </a:solidFill>
                <a:latin typeface="Arial MT"/>
                <a:cs typeface="Arial MT"/>
              </a:rPr>
              <a:t>suggesting</a:t>
            </a:r>
            <a:r>
              <a:rPr sz="2000" spc="-175" dirty="0">
                <a:solidFill>
                  <a:srgbClr val="375F92"/>
                </a:solidFill>
                <a:latin typeface="Arial MT"/>
                <a:cs typeface="Arial MT"/>
              </a:rPr>
              <a:t> </a:t>
            </a:r>
            <a:r>
              <a:rPr sz="2000" spc="15" dirty="0">
                <a:solidFill>
                  <a:srgbClr val="375F92"/>
                </a:solidFill>
                <a:latin typeface="Arial MT"/>
                <a:cs typeface="Arial MT"/>
              </a:rPr>
              <a:t>a</a:t>
            </a:r>
            <a:r>
              <a:rPr sz="2000" spc="-100" dirty="0">
                <a:solidFill>
                  <a:srgbClr val="375F92"/>
                </a:solidFill>
                <a:latin typeface="Arial MT"/>
                <a:cs typeface="Arial MT"/>
              </a:rPr>
              <a:t> </a:t>
            </a:r>
            <a:r>
              <a:rPr sz="2000" spc="5" dirty="0">
                <a:solidFill>
                  <a:srgbClr val="375F92"/>
                </a:solidFill>
                <a:latin typeface="Arial MT"/>
                <a:cs typeface="Arial MT"/>
              </a:rPr>
              <a:t>poorly</a:t>
            </a:r>
            <a:r>
              <a:rPr sz="2000" spc="-135" dirty="0">
                <a:solidFill>
                  <a:srgbClr val="375F92"/>
                </a:solidFill>
                <a:latin typeface="Arial MT"/>
                <a:cs typeface="Arial MT"/>
              </a:rPr>
              <a:t> </a:t>
            </a:r>
            <a:r>
              <a:rPr sz="2000" spc="10" dirty="0">
                <a:solidFill>
                  <a:srgbClr val="375F92"/>
                </a:solidFill>
                <a:latin typeface="Arial MT"/>
                <a:cs typeface="Arial MT"/>
              </a:rPr>
              <a:t>conceived</a:t>
            </a:r>
            <a:r>
              <a:rPr sz="2000" spc="-180" dirty="0">
                <a:solidFill>
                  <a:srgbClr val="375F92"/>
                </a:solidFill>
                <a:latin typeface="Arial MT"/>
                <a:cs typeface="Arial MT"/>
              </a:rPr>
              <a:t> </a:t>
            </a:r>
            <a:r>
              <a:rPr sz="2000" spc="10" dirty="0">
                <a:solidFill>
                  <a:srgbClr val="375F92"/>
                </a:solidFill>
                <a:latin typeface="Arial MT"/>
                <a:cs typeface="Arial MT"/>
              </a:rPr>
              <a:t>project</a:t>
            </a:r>
            <a:r>
              <a:rPr sz="2000" spc="-140" dirty="0">
                <a:solidFill>
                  <a:srgbClr val="375F92"/>
                </a:solidFill>
                <a:latin typeface="Arial MT"/>
                <a:cs typeface="Arial MT"/>
              </a:rPr>
              <a:t> </a:t>
            </a:r>
            <a:r>
              <a:rPr sz="2000" spc="20" dirty="0">
                <a:solidFill>
                  <a:srgbClr val="375F92"/>
                </a:solidFill>
                <a:latin typeface="Arial MT"/>
                <a:cs typeface="Arial MT"/>
              </a:rPr>
              <a:t>scope.</a:t>
            </a:r>
            <a:r>
              <a:rPr sz="2000" spc="-215" dirty="0">
                <a:solidFill>
                  <a:srgbClr val="375F92"/>
                </a:solidFill>
                <a:latin typeface="Arial MT"/>
                <a:cs typeface="Arial MT"/>
              </a:rPr>
              <a:t> </a:t>
            </a:r>
            <a:r>
              <a:rPr sz="2000" spc="10" dirty="0">
                <a:solidFill>
                  <a:srgbClr val="375F92"/>
                </a:solidFill>
                <a:latin typeface="Arial MT"/>
                <a:cs typeface="Arial MT"/>
              </a:rPr>
              <a:t>At</a:t>
            </a:r>
            <a:r>
              <a:rPr sz="2000" spc="-140" dirty="0">
                <a:solidFill>
                  <a:srgbClr val="375F92"/>
                </a:solidFill>
                <a:latin typeface="Arial MT"/>
                <a:cs typeface="Arial MT"/>
              </a:rPr>
              <a:t> </a:t>
            </a:r>
            <a:r>
              <a:rPr sz="2000" spc="10" dirty="0">
                <a:solidFill>
                  <a:srgbClr val="375F92"/>
                </a:solidFill>
                <a:latin typeface="Arial MT"/>
                <a:cs typeface="Arial MT"/>
              </a:rPr>
              <a:t>some</a:t>
            </a:r>
            <a:r>
              <a:rPr sz="2000" spc="-100" dirty="0">
                <a:solidFill>
                  <a:srgbClr val="375F92"/>
                </a:solidFill>
                <a:latin typeface="Arial MT"/>
                <a:cs typeface="Arial MT"/>
              </a:rPr>
              <a:t> </a:t>
            </a:r>
            <a:r>
              <a:rPr sz="2000" spc="5" dirty="0">
                <a:solidFill>
                  <a:srgbClr val="375F92"/>
                </a:solidFill>
                <a:latin typeface="Arial MT"/>
                <a:cs typeface="Arial MT"/>
              </a:rPr>
              <a:t>point</a:t>
            </a:r>
            <a:r>
              <a:rPr sz="2000" spc="-65" dirty="0">
                <a:solidFill>
                  <a:srgbClr val="375F92"/>
                </a:solidFill>
                <a:latin typeface="Arial MT"/>
                <a:cs typeface="Arial MT"/>
              </a:rPr>
              <a:t> </a:t>
            </a:r>
            <a:r>
              <a:rPr sz="2000" spc="20" dirty="0">
                <a:solidFill>
                  <a:srgbClr val="375F92"/>
                </a:solidFill>
                <a:latin typeface="Arial MT"/>
                <a:cs typeface="Arial MT"/>
              </a:rPr>
              <a:t>the</a:t>
            </a:r>
            <a:r>
              <a:rPr sz="2000" spc="-100" dirty="0">
                <a:solidFill>
                  <a:srgbClr val="375F92"/>
                </a:solidFill>
                <a:latin typeface="Arial MT"/>
                <a:cs typeface="Arial MT"/>
              </a:rPr>
              <a:t> </a:t>
            </a:r>
            <a:r>
              <a:rPr sz="2000" dirty="0">
                <a:solidFill>
                  <a:srgbClr val="375F92"/>
                </a:solidFill>
                <a:latin typeface="Arial MT"/>
                <a:cs typeface="Arial MT"/>
              </a:rPr>
              <a:t>review </a:t>
            </a:r>
            <a:r>
              <a:rPr sz="2000" spc="-540" dirty="0">
                <a:solidFill>
                  <a:srgbClr val="375F92"/>
                </a:solidFill>
                <a:latin typeface="Arial MT"/>
                <a:cs typeface="Arial MT"/>
              </a:rPr>
              <a:t> </a:t>
            </a:r>
            <a:r>
              <a:rPr sz="2000" spc="15" dirty="0">
                <a:solidFill>
                  <a:srgbClr val="375F92"/>
                </a:solidFill>
                <a:latin typeface="Arial MT"/>
                <a:cs typeface="Arial MT"/>
              </a:rPr>
              <a:t>group should </a:t>
            </a:r>
            <a:r>
              <a:rPr sz="2000" spc="10" dirty="0">
                <a:solidFill>
                  <a:srgbClr val="375F92"/>
                </a:solidFill>
                <a:latin typeface="Arial MT"/>
                <a:cs typeface="Arial MT"/>
              </a:rPr>
              <a:t>recommend methods </a:t>
            </a:r>
            <a:r>
              <a:rPr sz="2000" spc="-5" dirty="0">
                <a:solidFill>
                  <a:srgbClr val="375F92"/>
                </a:solidFill>
                <a:latin typeface="Arial MT"/>
                <a:cs typeface="Arial MT"/>
              </a:rPr>
              <a:t>for </a:t>
            </a:r>
            <a:r>
              <a:rPr sz="2000" spc="10" dirty="0">
                <a:solidFill>
                  <a:srgbClr val="375F92"/>
                </a:solidFill>
                <a:latin typeface="Arial MT"/>
                <a:cs typeface="Arial MT"/>
              </a:rPr>
              <a:t>bringing </a:t>
            </a:r>
            <a:r>
              <a:rPr sz="2000" dirty="0">
                <a:solidFill>
                  <a:srgbClr val="375F92"/>
                </a:solidFill>
                <a:latin typeface="Arial MT"/>
                <a:cs typeface="Arial MT"/>
              </a:rPr>
              <a:t>final </a:t>
            </a:r>
            <a:r>
              <a:rPr sz="2000" spc="20" dirty="0">
                <a:solidFill>
                  <a:srgbClr val="375F92"/>
                </a:solidFill>
                <a:latin typeface="Arial MT"/>
                <a:cs typeface="Arial MT"/>
              </a:rPr>
              <a:t>closure </a:t>
            </a:r>
            <a:r>
              <a:rPr sz="2000" spc="25" dirty="0">
                <a:solidFill>
                  <a:srgbClr val="375F92"/>
                </a:solidFill>
                <a:latin typeface="Arial MT"/>
                <a:cs typeface="Arial MT"/>
              </a:rPr>
              <a:t>to </a:t>
            </a:r>
            <a:r>
              <a:rPr sz="2000" spc="15" dirty="0">
                <a:solidFill>
                  <a:srgbClr val="375F92"/>
                </a:solidFill>
                <a:latin typeface="Arial MT"/>
                <a:cs typeface="Arial MT"/>
              </a:rPr>
              <a:t>this </a:t>
            </a:r>
            <a:r>
              <a:rPr sz="2000" spc="25" dirty="0">
                <a:solidFill>
                  <a:srgbClr val="375F92"/>
                </a:solidFill>
                <a:latin typeface="Arial MT"/>
                <a:cs typeface="Arial MT"/>
              </a:rPr>
              <a:t>type </a:t>
            </a:r>
            <a:r>
              <a:rPr sz="2000" spc="10" dirty="0">
                <a:solidFill>
                  <a:srgbClr val="375F92"/>
                </a:solidFill>
                <a:latin typeface="Arial MT"/>
                <a:cs typeface="Arial MT"/>
              </a:rPr>
              <a:t>of </a:t>
            </a:r>
            <a:r>
              <a:rPr sz="2000" spc="15" dirty="0">
                <a:solidFill>
                  <a:srgbClr val="375F92"/>
                </a:solidFill>
                <a:latin typeface="Arial MT"/>
                <a:cs typeface="Arial MT"/>
              </a:rPr>
              <a:t>project </a:t>
            </a:r>
            <a:r>
              <a:rPr sz="2000" spc="10" dirty="0">
                <a:solidFill>
                  <a:srgbClr val="375F92"/>
                </a:solidFill>
                <a:latin typeface="Arial MT"/>
                <a:cs typeface="Arial MT"/>
              </a:rPr>
              <a:t>or </a:t>
            </a:r>
            <a:r>
              <a:rPr sz="2000" spc="20" dirty="0">
                <a:solidFill>
                  <a:srgbClr val="375F92"/>
                </a:solidFill>
                <a:latin typeface="Arial MT"/>
                <a:cs typeface="Arial MT"/>
              </a:rPr>
              <a:t>the </a:t>
            </a:r>
            <a:r>
              <a:rPr sz="2000" spc="25" dirty="0">
                <a:solidFill>
                  <a:srgbClr val="375F92"/>
                </a:solidFill>
                <a:latin typeface="Arial MT"/>
                <a:cs typeface="Arial MT"/>
              </a:rPr>
              <a:t> </a:t>
            </a:r>
            <a:r>
              <a:rPr sz="2000" spc="15" dirty="0">
                <a:solidFill>
                  <a:srgbClr val="375F92"/>
                </a:solidFill>
                <a:latin typeface="Arial MT"/>
                <a:cs typeface="Arial MT"/>
              </a:rPr>
              <a:t>initiation</a:t>
            </a:r>
            <a:r>
              <a:rPr sz="2000" spc="-190" dirty="0">
                <a:solidFill>
                  <a:srgbClr val="375F92"/>
                </a:solidFill>
                <a:latin typeface="Arial MT"/>
                <a:cs typeface="Arial MT"/>
              </a:rPr>
              <a:t> </a:t>
            </a:r>
            <a:r>
              <a:rPr sz="2000" spc="10" dirty="0">
                <a:solidFill>
                  <a:srgbClr val="375F92"/>
                </a:solidFill>
                <a:latin typeface="Arial MT"/>
                <a:cs typeface="Arial MT"/>
              </a:rPr>
              <a:t>of</a:t>
            </a:r>
            <a:r>
              <a:rPr sz="2000" spc="-70" dirty="0">
                <a:solidFill>
                  <a:srgbClr val="375F92"/>
                </a:solidFill>
                <a:latin typeface="Arial MT"/>
                <a:cs typeface="Arial MT"/>
              </a:rPr>
              <a:t> </a:t>
            </a:r>
            <a:r>
              <a:rPr sz="2000" spc="15" dirty="0">
                <a:solidFill>
                  <a:srgbClr val="375F92"/>
                </a:solidFill>
                <a:latin typeface="Arial MT"/>
                <a:cs typeface="Arial MT"/>
              </a:rPr>
              <a:t>another</a:t>
            </a:r>
            <a:r>
              <a:rPr sz="2000" spc="-185" dirty="0">
                <a:solidFill>
                  <a:srgbClr val="375F92"/>
                </a:solidFill>
                <a:latin typeface="Arial MT"/>
                <a:cs typeface="Arial MT"/>
              </a:rPr>
              <a:t> </a:t>
            </a:r>
            <a:r>
              <a:rPr sz="2000" spc="15" dirty="0">
                <a:solidFill>
                  <a:srgbClr val="375F92"/>
                </a:solidFill>
                <a:latin typeface="Arial MT"/>
                <a:cs typeface="Arial MT"/>
              </a:rPr>
              <a:t>project.</a:t>
            </a:r>
            <a:endParaRPr sz="2000">
              <a:latin typeface="Arial MT"/>
              <a:cs typeface="Arial MT"/>
            </a:endParaRPr>
          </a:p>
          <a:p>
            <a:pPr marL="241300" indent="-228600">
              <a:lnSpc>
                <a:spcPct val="100000"/>
              </a:lnSpc>
              <a:spcBef>
                <a:spcPts val="115"/>
              </a:spcBef>
              <a:buChar char="•"/>
              <a:tabLst>
                <a:tab pos="241300" algn="l"/>
              </a:tabLst>
            </a:pPr>
            <a:r>
              <a:rPr sz="3200" spc="-5" dirty="0">
                <a:solidFill>
                  <a:srgbClr val="375F92"/>
                </a:solidFill>
                <a:latin typeface="Arial MT"/>
                <a:cs typeface="Arial MT"/>
              </a:rPr>
              <a:t>F</a:t>
            </a:r>
            <a:r>
              <a:rPr sz="3200" spc="10" dirty="0">
                <a:solidFill>
                  <a:srgbClr val="375F92"/>
                </a:solidFill>
                <a:latin typeface="Arial MT"/>
                <a:cs typeface="Arial MT"/>
              </a:rPr>
              <a:t>a</a:t>
            </a:r>
            <a:r>
              <a:rPr sz="3200" spc="45" dirty="0">
                <a:solidFill>
                  <a:srgbClr val="375F92"/>
                </a:solidFill>
                <a:latin typeface="Arial MT"/>
                <a:cs typeface="Arial MT"/>
              </a:rPr>
              <a:t>i</a:t>
            </a:r>
            <a:r>
              <a:rPr sz="3200" spc="35" dirty="0">
                <a:solidFill>
                  <a:srgbClr val="375F92"/>
                </a:solidFill>
                <a:latin typeface="Arial MT"/>
                <a:cs typeface="Arial MT"/>
              </a:rPr>
              <a:t>l</a:t>
            </a:r>
            <a:r>
              <a:rPr sz="3200" spc="10" dirty="0">
                <a:solidFill>
                  <a:srgbClr val="375F92"/>
                </a:solidFill>
                <a:latin typeface="Arial MT"/>
                <a:cs typeface="Arial MT"/>
              </a:rPr>
              <a:t>ed</a:t>
            </a:r>
            <a:r>
              <a:rPr sz="3200" spc="-200" dirty="0">
                <a:solidFill>
                  <a:srgbClr val="375F92"/>
                </a:solidFill>
                <a:latin typeface="Arial MT"/>
                <a:cs typeface="Arial MT"/>
              </a:rPr>
              <a:t> </a:t>
            </a:r>
            <a:r>
              <a:rPr sz="3200" spc="35" dirty="0">
                <a:solidFill>
                  <a:srgbClr val="375F92"/>
                </a:solidFill>
                <a:latin typeface="Arial MT"/>
                <a:cs typeface="Arial MT"/>
              </a:rPr>
              <a:t>P</a:t>
            </a:r>
            <a:r>
              <a:rPr sz="3200" spc="-20" dirty="0">
                <a:solidFill>
                  <a:srgbClr val="375F92"/>
                </a:solidFill>
                <a:latin typeface="Arial MT"/>
                <a:cs typeface="Arial MT"/>
              </a:rPr>
              <a:t>r</a:t>
            </a:r>
            <a:r>
              <a:rPr sz="3200" spc="10" dirty="0">
                <a:solidFill>
                  <a:srgbClr val="375F92"/>
                </a:solidFill>
                <a:latin typeface="Arial MT"/>
                <a:cs typeface="Arial MT"/>
              </a:rPr>
              <a:t>o</a:t>
            </a:r>
            <a:r>
              <a:rPr sz="3200" spc="45" dirty="0">
                <a:solidFill>
                  <a:srgbClr val="375F92"/>
                </a:solidFill>
                <a:latin typeface="Arial MT"/>
                <a:cs typeface="Arial MT"/>
              </a:rPr>
              <a:t>j</a:t>
            </a:r>
            <a:r>
              <a:rPr sz="3200" spc="15" dirty="0">
                <a:solidFill>
                  <a:srgbClr val="375F92"/>
                </a:solidFill>
                <a:latin typeface="Arial MT"/>
                <a:cs typeface="Arial MT"/>
              </a:rPr>
              <a:t>e</a:t>
            </a:r>
            <a:r>
              <a:rPr sz="3200" spc="50" dirty="0">
                <a:solidFill>
                  <a:srgbClr val="375F92"/>
                </a:solidFill>
                <a:latin typeface="Arial MT"/>
                <a:cs typeface="Arial MT"/>
              </a:rPr>
              <a:t>c</a:t>
            </a:r>
            <a:r>
              <a:rPr sz="3200" spc="5" dirty="0">
                <a:solidFill>
                  <a:srgbClr val="375F92"/>
                </a:solidFill>
                <a:latin typeface="Arial MT"/>
                <a:cs typeface="Arial MT"/>
              </a:rPr>
              <a:t>t</a:t>
            </a:r>
            <a:endParaRPr sz="3200">
              <a:latin typeface="Arial MT"/>
              <a:cs typeface="Arial MT"/>
            </a:endParaRPr>
          </a:p>
          <a:p>
            <a:pPr marL="241300" indent="-228600">
              <a:lnSpc>
                <a:spcPct val="100000"/>
              </a:lnSpc>
              <a:spcBef>
                <a:spcPts val="215"/>
              </a:spcBef>
              <a:buChar char="•"/>
              <a:tabLst>
                <a:tab pos="241300" algn="l"/>
              </a:tabLst>
            </a:pPr>
            <a:r>
              <a:rPr sz="3200" spc="15" dirty="0">
                <a:solidFill>
                  <a:srgbClr val="375F92"/>
                </a:solidFill>
                <a:latin typeface="Arial MT"/>
                <a:cs typeface="Arial MT"/>
              </a:rPr>
              <a:t>Cha</a:t>
            </a:r>
            <a:r>
              <a:rPr sz="3200" spc="25" dirty="0">
                <a:solidFill>
                  <a:srgbClr val="375F92"/>
                </a:solidFill>
                <a:latin typeface="Arial MT"/>
                <a:cs typeface="Arial MT"/>
              </a:rPr>
              <a:t>n</a:t>
            </a:r>
            <a:r>
              <a:rPr sz="3200" spc="15" dirty="0">
                <a:solidFill>
                  <a:srgbClr val="375F92"/>
                </a:solidFill>
                <a:latin typeface="Arial MT"/>
                <a:cs typeface="Arial MT"/>
              </a:rPr>
              <a:t>g</a:t>
            </a:r>
            <a:r>
              <a:rPr sz="3200" spc="20" dirty="0">
                <a:solidFill>
                  <a:srgbClr val="375F92"/>
                </a:solidFill>
                <a:latin typeface="Arial MT"/>
                <a:cs typeface="Arial MT"/>
              </a:rPr>
              <a:t>e</a:t>
            </a:r>
            <a:r>
              <a:rPr sz="3200" spc="15" dirty="0">
                <a:solidFill>
                  <a:srgbClr val="375F92"/>
                </a:solidFill>
                <a:latin typeface="Arial MT"/>
                <a:cs typeface="Arial MT"/>
              </a:rPr>
              <a:t>d</a:t>
            </a:r>
            <a:r>
              <a:rPr sz="3200" spc="-204" dirty="0">
                <a:solidFill>
                  <a:srgbClr val="375F92"/>
                </a:solidFill>
                <a:latin typeface="Arial MT"/>
                <a:cs typeface="Arial MT"/>
              </a:rPr>
              <a:t> </a:t>
            </a:r>
            <a:r>
              <a:rPr sz="3200" spc="35" dirty="0">
                <a:solidFill>
                  <a:srgbClr val="375F92"/>
                </a:solidFill>
                <a:latin typeface="Arial MT"/>
                <a:cs typeface="Arial MT"/>
              </a:rPr>
              <a:t>P</a:t>
            </a:r>
            <a:r>
              <a:rPr sz="3200" spc="-15" dirty="0">
                <a:solidFill>
                  <a:srgbClr val="375F92"/>
                </a:solidFill>
                <a:latin typeface="Arial MT"/>
                <a:cs typeface="Arial MT"/>
              </a:rPr>
              <a:t>r</a:t>
            </a:r>
            <a:r>
              <a:rPr sz="3200" spc="35" dirty="0">
                <a:solidFill>
                  <a:srgbClr val="375F92"/>
                </a:solidFill>
                <a:latin typeface="Arial MT"/>
                <a:cs typeface="Arial MT"/>
              </a:rPr>
              <a:t>i</a:t>
            </a:r>
            <a:r>
              <a:rPr sz="3200" spc="15" dirty="0">
                <a:solidFill>
                  <a:srgbClr val="375F92"/>
                </a:solidFill>
                <a:latin typeface="Arial MT"/>
                <a:cs typeface="Arial MT"/>
              </a:rPr>
              <a:t>o</a:t>
            </a:r>
            <a:r>
              <a:rPr sz="3200" spc="-15" dirty="0">
                <a:solidFill>
                  <a:srgbClr val="375F92"/>
                </a:solidFill>
                <a:latin typeface="Arial MT"/>
                <a:cs typeface="Arial MT"/>
              </a:rPr>
              <a:t>r</a:t>
            </a:r>
            <a:r>
              <a:rPr sz="3200" spc="35" dirty="0">
                <a:solidFill>
                  <a:srgbClr val="375F92"/>
                </a:solidFill>
                <a:latin typeface="Arial MT"/>
                <a:cs typeface="Arial MT"/>
              </a:rPr>
              <a:t>i</a:t>
            </a:r>
            <a:r>
              <a:rPr sz="3200" spc="5" dirty="0">
                <a:solidFill>
                  <a:srgbClr val="375F92"/>
                </a:solidFill>
                <a:latin typeface="Arial MT"/>
                <a:cs typeface="Arial MT"/>
              </a:rPr>
              <a:t>t</a:t>
            </a:r>
            <a:r>
              <a:rPr sz="3200" spc="-20" dirty="0">
                <a:solidFill>
                  <a:srgbClr val="375F92"/>
                </a:solidFill>
                <a:latin typeface="Arial MT"/>
                <a:cs typeface="Arial MT"/>
              </a:rPr>
              <a:t>y</a:t>
            </a:r>
            <a:r>
              <a:rPr sz="3200" spc="5" dirty="0">
                <a:solidFill>
                  <a:srgbClr val="375F92"/>
                </a:solidFill>
                <a:latin typeface="Arial MT"/>
                <a:cs typeface="Arial MT"/>
              </a:rPr>
              <a:t>:</a:t>
            </a:r>
            <a:endParaRPr sz="3200">
              <a:latin typeface="Arial MT"/>
              <a:cs typeface="Arial MT"/>
            </a:endParaRPr>
          </a:p>
          <a:p>
            <a:pPr marL="641350" lvl="1" indent="-229235">
              <a:lnSpc>
                <a:spcPct val="100000"/>
              </a:lnSpc>
              <a:spcBef>
                <a:spcPts val="415"/>
              </a:spcBef>
              <a:buChar char="–"/>
              <a:tabLst>
                <a:tab pos="641985" algn="l"/>
              </a:tabLst>
            </a:pPr>
            <a:r>
              <a:rPr sz="2100" spc="-5" dirty="0">
                <a:solidFill>
                  <a:srgbClr val="375F92"/>
                </a:solidFill>
                <a:latin typeface="Arial MT"/>
                <a:cs typeface="Arial MT"/>
              </a:rPr>
              <a:t>Organizations’</a:t>
            </a:r>
            <a:r>
              <a:rPr sz="2100" spc="-145" dirty="0">
                <a:solidFill>
                  <a:srgbClr val="375F92"/>
                </a:solidFill>
                <a:latin typeface="Arial MT"/>
                <a:cs typeface="Arial MT"/>
              </a:rPr>
              <a:t> </a:t>
            </a:r>
            <a:r>
              <a:rPr sz="2100" spc="-20" dirty="0">
                <a:solidFill>
                  <a:srgbClr val="375F92"/>
                </a:solidFill>
                <a:latin typeface="Arial MT"/>
                <a:cs typeface="Arial MT"/>
              </a:rPr>
              <a:t>priorities</a:t>
            </a:r>
            <a:r>
              <a:rPr sz="2100" spc="95" dirty="0">
                <a:solidFill>
                  <a:srgbClr val="375F92"/>
                </a:solidFill>
                <a:latin typeface="Arial MT"/>
                <a:cs typeface="Arial MT"/>
              </a:rPr>
              <a:t> </a:t>
            </a:r>
            <a:r>
              <a:rPr sz="2100" spc="-30" dirty="0">
                <a:solidFill>
                  <a:srgbClr val="375F92"/>
                </a:solidFill>
                <a:latin typeface="Arial MT"/>
                <a:cs typeface="Arial MT"/>
              </a:rPr>
              <a:t>often</a:t>
            </a:r>
            <a:r>
              <a:rPr sz="2100" spc="50" dirty="0">
                <a:solidFill>
                  <a:srgbClr val="375F92"/>
                </a:solidFill>
                <a:latin typeface="Arial MT"/>
                <a:cs typeface="Arial MT"/>
              </a:rPr>
              <a:t> </a:t>
            </a:r>
            <a:r>
              <a:rPr sz="2100" spc="5" dirty="0">
                <a:solidFill>
                  <a:srgbClr val="375F92"/>
                </a:solidFill>
                <a:latin typeface="Arial MT"/>
                <a:cs typeface="Arial MT"/>
              </a:rPr>
              <a:t>change</a:t>
            </a:r>
            <a:r>
              <a:rPr sz="2100" spc="-100" dirty="0">
                <a:solidFill>
                  <a:srgbClr val="375F92"/>
                </a:solidFill>
                <a:latin typeface="Arial MT"/>
                <a:cs typeface="Arial MT"/>
              </a:rPr>
              <a:t> </a:t>
            </a:r>
            <a:r>
              <a:rPr sz="2100" spc="-5" dirty="0">
                <a:solidFill>
                  <a:srgbClr val="375F92"/>
                </a:solidFill>
                <a:latin typeface="Arial MT"/>
                <a:cs typeface="Arial MT"/>
              </a:rPr>
              <a:t>and</a:t>
            </a:r>
            <a:r>
              <a:rPr sz="2100" spc="-20" dirty="0">
                <a:solidFill>
                  <a:srgbClr val="375F92"/>
                </a:solidFill>
                <a:latin typeface="Arial MT"/>
                <a:cs typeface="Arial MT"/>
              </a:rPr>
              <a:t> </a:t>
            </a:r>
            <a:r>
              <a:rPr sz="2100" spc="-10" dirty="0">
                <a:solidFill>
                  <a:srgbClr val="375F92"/>
                </a:solidFill>
                <a:latin typeface="Arial MT"/>
                <a:cs typeface="Arial MT"/>
              </a:rPr>
              <a:t>strategy</a:t>
            </a:r>
            <a:r>
              <a:rPr sz="2100" spc="20" dirty="0">
                <a:solidFill>
                  <a:srgbClr val="375F92"/>
                </a:solidFill>
                <a:latin typeface="Arial MT"/>
                <a:cs typeface="Arial MT"/>
              </a:rPr>
              <a:t> </a:t>
            </a:r>
            <a:r>
              <a:rPr sz="2100" spc="-10" dirty="0">
                <a:solidFill>
                  <a:srgbClr val="375F92"/>
                </a:solidFill>
                <a:latin typeface="Arial MT"/>
                <a:cs typeface="Arial MT"/>
              </a:rPr>
              <a:t>shifts</a:t>
            </a:r>
            <a:r>
              <a:rPr sz="2100" spc="25" dirty="0">
                <a:solidFill>
                  <a:srgbClr val="375F92"/>
                </a:solidFill>
                <a:latin typeface="Arial MT"/>
                <a:cs typeface="Arial MT"/>
              </a:rPr>
              <a:t> </a:t>
            </a:r>
            <a:r>
              <a:rPr sz="2100" spc="-10" dirty="0">
                <a:solidFill>
                  <a:srgbClr val="375F92"/>
                </a:solidFill>
                <a:latin typeface="Arial MT"/>
                <a:cs typeface="Arial MT"/>
              </a:rPr>
              <a:t>directions.</a:t>
            </a:r>
            <a:endParaRPr sz="2100">
              <a:latin typeface="Arial MT"/>
              <a:cs typeface="Aria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4362" y="309625"/>
            <a:ext cx="10972800" cy="590550"/>
          </a:xfrm>
          <a:prstGeom prst="rect">
            <a:avLst/>
          </a:prstGeom>
          <a:solidFill>
            <a:srgbClr val="7E7E7E">
              <a:alpha val="50195"/>
            </a:srgbClr>
          </a:solidFill>
          <a:ln w="9344">
            <a:solidFill>
              <a:srgbClr val="4B4B4B"/>
            </a:solidFill>
          </a:ln>
        </p:spPr>
        <p:txBody>
          <a:bodyPr vert="horz" wrap="square" lIns="0" tIns="71120" rIns="0" bIns="0" rtlCol="0">
            <a:spAutoFit/>
          </a:bodyPr>
          <a:lstStyle/>
          <a:p>
            <a:pPr algn="ctr">
              <a:lnSpc>
                <a:spcPct val="100000"/>
              </a:lnSpc>
              <a:spcBef>
                <a:spcPts val="560"/>
              </a:spcBef>
            </a:pPr>
            <a:r>
              <a:rPr sz="3200" spc="50" dirty="0">
                <a:solidFill>
                  <a:srgbClr val="FFFFFF"/>
                </a:solidFill>
                <a:latin typeface="Arial MT"/>
                <a:cs typeface="Arial MT"/>
              </a:rPr>
              <a:t>W</a:t>
            </a:r>
            <a:r>
              <a:rPr sz="3200" spc="-20" dirty="0">
                <a:solidFill>
                  <a:srgbClr val="FFFFFF"/>
                </a:solidFill>
                <a:latin typeface="Arial MT"/>
                <a:cs typeface="Arial MT"/>
              </a:rPr>
              <a:t>r</a:t>
            </a:r>
            <a:r>
              <a:rPr sz="3200" spc="15" dirty="0">
                <a:solidFill>
                  <a:srgbClr val="FFFFFF"/>
                </a:solidFill>
                <a:latin typeface="Arial MT"/>
                <a:cs typeface="Arial MT"/>
              </a:rPr>
              <a:t>a</a:t>
            </a:r>
            <a:r>
              <a:rPr sz="3200" spc="25" dirty="0">
                <a:solidFill>
                  <a:srgbClr val="FFFFFF"/>
                </a:solidFill>
                <a:latin typeface="Arial MT"/>
                <a:cs typeface="Arial MT"/>
              </a:rPr>
              <a:t>p</a:t>
            </a:r>
            <a:r>
              <a:rPr sz="3200" spc="-15" dirty="0">
                <a:solidFill>
                  <a:srgbClr val="FFFFFF"/>
                </a:solidFill>
                <a:latin typeface="Arial MT"/>
                <a:cs typeface="Arial MT"/>
              </a:rPr>
              <a:t>-</a:t>
            </a:r>
            <a:r>
              <a:rPr sz="3200" spc="15" dirty="0">
                <a:solidFill>
                  <a:srgbClr val="FFFFFF"/>
                </a:solidFill>
                <a:latin typeface="Arial MT"/>
                <a:cs typeface="Arial MT"/>
              </a:rPr>
              <a:t>up</a:t>
            </a:r>
            <a:r>
              <a:rPr sz="3200" spc="-204" dirty="0">
                <a:solidFill>
                  <a:srgbClr val="FFFFFF"/>
                </a:solidFill>
                <a:latin typeface="Arial MT"/>
                <a:cs typeface="Arial MT"/>
              </a:rPr>
              <a:t> </a:t>
            </a:r>
            <a:r>
              <a:rPr sz="3200" spc="20" dirty="0">
                <a:solidFill>
                  <a:srgbClr val="FFFFFF"/>
                </a:solidFill>
                <a:latin typeface="Arial MT"/>
                <a:cs typeface="Arial MT"/>
              </a:rPr>
              <a:t>C</a:t>
            </a:r>
            <a:r>
              <a:rPr sz="3200" spc="30" dirty="0">
                <a:solidFill>
                  <a:srgbClr val="FFFFFF"/>
                </a:solidFill>
                <a:latin typeface="Arial MT"/>
                <a:cs typeface="Arial MT"/>
              </a:rPr>
              <a:t>l</a:t>
            </a:r>
            <a:r>
              <a:rPr sz="3200" spc="15" dirty="0">
                <a:solidFill>
                  <a:srgbClr val="FFFFFF"/>
                </a:solidFill>
                <a:latin typeface="Arial MT"/>
                <a:cs typeface="Arial MT"/>
              </a:rPr>
              <a:t>o</a:t>
            </a:r>
            <a:r>
              <a:rPr sz="3200" spc="45" dirty="0">
                <a:solidFill>
                  <a:srgbClr val="FFFFFF"/>
                </a:solidFill>
                <a:latin typeface="Arial MT"/>
                <a:cs typeface="Arial MT"/>
              </a:rPr>
              <a:t>s</a:t>
            </a:r>
            <a:r>
              <a:rPr sz="3200" spc="15" dirty="0">
                <a:solidFill>
                  <a:srgbClr val="FFFFFF"/>
                </a:solidFill>
                <a:latin typeface="Arial MT"/>
                <a:cs typeface="Arial MT"/>
              </a:rPr>
              <a:t>u</a:t>
            </a:r>
            <a:r>
              <a:rPr sz="3200" spc="-20" dirty="0">
                <a:solidFill>
                  <a:srgbClr val="FFFFFF"/>
                </a:solidFill>
                <a:latin typeface="Arial MT"/>
                <a:cs typeface="Arial MT"/>
              </a:rPr>
              <a:t>r</a:t>
            </a:r>
            <a:r>
              <a:rPr sz="3200" spc="15" dirty="0">
                <a:solidFill>
                  <a:srgbClr val="FFFFFF"/>
                </a:solidFill>
                <a:latin typeface="Arial MT"/>
                <a:cs typeface="Arial MT"/>
              </a:rPr>
              <a:t>e</a:t>
            </a:r>
            <a:r>
              <a:rPr sz="3200" spc="-290" dirty="0">
                <a:solidFill>
                  <a:srgbClr val="FFFFFF"/>
                </a:solidFill>
                <a:latin typeface="Arial MT"/>
                <a:cs typeface="Arial MT"/>
              </a:rPr>
              <a:t> </a:t>
            </a:r>
            <a:r>
              <a:rPr sz="3200" spc="35" dirty="0">
                <a:solidFill>
                  <a:srgbClr val="FFFFFF"/>
                </a:solidFill>
                <a:latin typeface="Arial MT"/>
                <a:cs typeface="Arial MT"/>
              </a:rPr>
              <a:t>A</a:t>
            </a:r>
            <a:r>
              <a:rPr sz="3200" spc="45" dirty="0">
                <a:solidFill>
                  <a:srgbClr val="FFFFFF"/>
                </a:solidFill>
                <a:latin typeface="Arial MT"/>
                <a:cs typeface="Arial MT"/>
              </a:rPr>
              <a:t>c</a:t>
            </a:r>
            <a:r>
              <a:rPr sz="3200" spc="5" dirty="0">
                <a:solidFill>
                  <a:srgbClr val="FFFFFF"/>
                </a:solidFill>
                <a:latin typeface="Arial MT"/>
                <a:cs typeface="Arial MT"/>
              </a:rPr>
              <a:t>t</a:t>
            </a:r>
            <a:r>
              <a:rPr sz="3200" spc="40" dirty="0">
                <a:solidFill>
                  <a:srgbClr val="FFFFFF"/>
                </a:solidFill>
                <a:latin typeface="Arial MT"/>
                <a:cs typeface="Arial MT"/>
              </a:rPr>
              <a:t>iv</a:t>
            </a:r>
            <a:r>
              <a:rPr sz="3200" spc="30" dirty="0">
                <a:solidFill>
                  <a:srgbClr val="FFFFFF"/>
                </a:solidFill>
                <a:latin typeface="Arial MT"/>
                <a:cs typeface="Arial MT"/>
              </a:rPr>
              <a:t>i</a:t>
            </a:r>
            <a:r>
              <a:rPr sz="3200" spc="5" dirty="0">
                <a:solidFill>
                  <a:srgbClr val="FFFFFF"/>
                </a:solidFill>
                <a:latin typeface="Arial MT"/>
                <a:cs typeface="Arial MT"/>
              </a:rPr>
              <a:t>t</a:t>
            </a:r>
            <a:r>
              <a:rPr sz="3200" spc="-35" dirty="0">
                <a:solidFill>
                  <a:srgbClr val="FFFFFF"/>
                </a:solidFill>
                <a:latin typeface="Arial MT"/>
                <a:cs typeface="Arial MT"/>
              </a:rPr>
              <a:t>i</a:t>
            </a:r>
            <a:r>
              <a:rPr sz="3200" spc="15" dirty="0">
                <a:solidFill>
                  <a:srgbClr val="FFFFFF"/>
                </a:solidFill>
                <a:latin typeface="Arial MT"/>
                <a:cs typeface="Arial MT"/>
              </a:rPr>
              <a:t>es</a:t>
            </a:r>
            <a:endParaRPr sz="3200">
              <a:latin typeface="Arial MT"/>
              <a:cs typeface="Arial MT"/>
            </a:endParaRPr>
          </a:p>
        </p:txBody>
      </p:sp>
      <p:sp>
        <p:nvSpPr>
          <p:cNvPr id="3" name="object 3"/>
          <p:cNvSpPr txBox="1"/>
          <p:nvPr/>
        </p:nvSpPr>
        <p:spPr>
          <a:xfrm>
            <a:off x="698500" y="1078483"/>
            <a:ext cx="9935210" cy="3421379"/>
          </a:xfrm>
          <a:prstGeom prst="rect">
            <a:avLst/>
          </a:prstGeom>
        </p:spPr>
        <p:txBody>
          <a:bodyPr vert="horz" wrap="square" lIns="0" tIns="96520" rIns="0" bIns="0" rtlCol="0">
            <a:spAutoFit/>
          </a:bodyPr>
          <a:lstStyle/>
          <a:p>
            <a:pPr marL="527050" indent="-514985">
              <a:lnSpc>
                <a:spcPct val="100000"/>
              </a:lnSpc>
              <a:spcBef>
                <a:spcPts val="760"/>
              </a:spcBef>
              <a:buAutoNum type="arabicPeriod"/>
              <a:tabLst>
                <a:tab pos="527050" algn="l"/>
                <a:tab pos="527685" algn="l"/>
              </a:tabLst>
            </a:pPr>
            <a:r>
              <a:rPr sz="3200" spc="-20" dirty="0">
                <a:solidFill>
                  <a:srgbClr val="375F92"/>
                </a:solidFill>
                <a:latin typeface="Arial MT"/>
                <a:cs typeface="Arial MT"/>
              </a:rPr>
              <a:t>G</a:t>
            </a:r>
            <a:r>
              <a:rPr sz="3200" spc="10" dirty="0">
                <a:solidFill>
                  <a:srgbClr val="375F92"/>
                </a:solidFill>
                <a:latin typeface="Arial MT"/>
                <a:cs typeface="Arial MT"/>
              </a:rPr>
              <a:t>ett</a:t>
            </a:r>
            <a:r>
              <a:rPr sz="3200" spc="30" dirty="0">
                <a:solidFill>
                  <a:srgbClr val="375F92"/>
                </a:solidFill>
                <a:latin typeface="Arial MT"/>
                <a:cs typeface="Arial MT"/>
              </a:rPr>
              <a:t>i</a:t>
            </a:r>
            <a:r>
              <a:rPr sz="3200" spc="15" dirty="0">
                <a:solidFill>
                  <a:srgbClr val="375F92"/>
                </a:solidFill>
                <a:latin typeface="Arial MT"/>
                <a:cs typeface="Arial MT"/>
              </a:rPr>
              <a:t>ng</a:t>
            </a:r>
            <a:r>
              <a:rPr sz="3200" spc="-130" dirty="0">
                <a:solidFill>
                  <a:srgbClr val="375F92"/>
                </a:solidFill>
                <a:latin typeface="Arial MT"/>
                <a:cs typeface="Arial MT"/>
              </a:rPr>
              <a:t> </a:t>
            </a:r>
            <a:r>
              <a:rPr sz="3200" spc="15" dirty="0">
                <a:solidFill>
                  <a:srgbClr val="375F92"/>
                </a:solidFill>
                <a:latin typeface="Arial MT"/>
                <a:cs typeface="Arial MT"/>
              </a:rPr>
              <a:t>d</a:t>
            </a:r>
            <a:r>
              <a:rPr sz="3200" spc="20" dirty="0">
                <a:solidFill>
                  <a:srgbClr val="375F92"/>
                </a:solidFill>
                <a:latin typeface="Arial MT"/>
                <a:cs typeface="Arial MT"/>
              </a:rPr>
              <a:t>e</a:t>
            </a:r>
            <a:r>
              <a:rPr sz="3200" spc="30" dirty="0">
                <a:solidFill>
                  <a:srgbClr val="375F92"/>
                </a:solidFill>
                <a:latin typeface="Arial MT"/>
                <a:cs typeface="Arial MT"/>
              </a:rPr>
              <a:t>li</a:t>
            </a:r>
            <a:r>
              <a:rPr sz="3200" spc="50" dirty="0">
                <a:solidFill>
                  <a:srgbClr val="375F92"/>
                </a:solidFill>
                <a:latin typeface="Arial MT"/>
                <a:cs typeface="Arial MT"/>
              </a:rPr>
              <a:t>v</a:t>
            </a:r>
            <a:r>
              <a:rPr sz="3200" spc="15" dirty="0">
                <a:solidFill>
                  <a:srgbClr val="375F92"/>
                </a:solidFill>
                <a:latin typeface="Arial MT"/>
                <a:cs typeface="Arial MT"/>
              </a:rPr>
              <a:t>e</a:t>
            </a:r>
            <a:r>
              <a:rPr sz="3200" spc="-15" dirty="0">
                <a:solidFill>
                  <a:srgbClr val="375F92"/>
                </a:solidFill>
                <a:latin typeface="Arial MT"/>
                <a:cs typeface="Arial MT"/>
              </a:rPr>
              <a:t>r</a:t>
            </a:r>
            <a:r>
              <a:rPr sz="3200" spc="15" dirty="0">
                <a:solidFill>
                  <a:srgbClr val="375F92"/>
                </a:solidFill>
                <a:latin typeface="Arial MT"/>
                <a:cs typeface="Arial MT"/>
              </a:rPr>
              <a:t>y</a:t>
            </a:r>
            <a:r>
              <a:rPr sz="3200" spc="-254" dirty="0">
                <a:solidFill>
                  <a:srgbClr val="375F92"/>
                </a:solidFill>
                <a:latin typeface="Arial MT"/>
                <a:cs typeface="Arial MT"/>
              </a:rPr>
              <a:t> </a:t>
            </a:r>
            <a:r>
              <a:rPr sz="3200" spc="15" dirty="0">
                <a:solidFill>
                  <a:srgbClr val="375F92"/>
                </a:solidFill>
                <a:latin typeface="Arial MT"/>
                <a:cs typeface="Arial MT"/>
              </a:rPr>
              <a:t>a</a:t>
            </a:r>
            <a:r>
              <a:rPr sz="3200" spc="50" dirty="0">
                <a:solidFill>
                  <a:srgbClr val="375F92"/>
                </a:solidFill>
                <a:latin typeface="Arial MT"/>
                <a:cs typeface="Arial MT"/>
              </a:rPr>
              <a:t>cc</a:t>
            </a:r>
            <a:r>
              <a:rPr sz="3200" spc="15" dirty="0">
                <a:solidFill>
                  <a:srgbClr val="375F92"/>
                </a:solidFill>
                <a:latin typeface="Arial MT"/>
                <a:cs typeface="Arial MT"/>
              </a:rPr>
              <a:t>e</a:t>
            </a:r>
            <a:r>
              <a:rPr sz="3200" spc="20" dirty="0">
                <a:solidFill>
                  <a:srgbClr val="375F92"/>
                </a:solidFill>
                <a:latin typeface="Arial MT"/>
                <a:cs typeface="Arial MT"/>
              </a:rPr>
              <a:t>p</a:t>
            </a:r>
            <a:r>
              <a:rPr sz="3200" spc="5" dirty="0">
                <a:solidFill>
                  <a:srgbClr val="375F92"/>
                </a:solidFill>
                <a:latin typeface="Arial MT"/>
                <a:cs typeface="Arial MT"/>
              </a:rPr>
              <a:t>t</a:t>
            </a:r>
            <a:r>
              <a:rPr sz="3200" spc="-55" dirty="0">
                <a:solidFill>
                  <a:srgbClr val="375F92"/>
                </a:solidFill>
                <a:latin typeface="Arial MT"/>
                <a:cs typeface="Arial MT"/>
              </a:rPr>
              <a:t>a</a:t>
            </a:r>
            <a:r>
              <a:rPr sz="3200" spc="15" dirty="0">
                <a:solidFill>
                  <a:srgbClr val="375F92"/>
                </a:solidFill>
                <a:latin typeface="Arial MT"/>
                <a:cs typeface="Arial MT"/>
              </a:rPr>
              <a:t>n</a:t>
            </a:r>
            <a:r>
              <a:rPr sz="3200" spc="-25" dirty="0">
                <a:solidFill>
                  <a:srgbClr val="375F92"/>
                </a:solidFill>
                <a:latin typeface="Arial MT"/>
                <a:cs typeface="Arial MT"/>
              </a:rPr>
              <a:t>c</a:t>
            </a:r>
            <a:r>
              <a:rPr sz="3200" spc="15" dirty="0">
                <a:solidFill>
                  <a:srgbClr val="375F92"/>
                </a:solidFill>
                <a:latin typeface="Arial MT"/>
                <a:cs typeface="Arial MT"/>
              </a:rPr>
              <a:t>e</a:t>
            </a:r>
            <a:r>
              <a:rPr sz="3200" spc="-210" dirty="0">
                <a:solidFill>
                  <a:srgbClr val="375F92"/>
                </a:solidFill>
                <a:latin typeface="Arial MT"/>
                <a:cs typeface="Arial MT"/>
              </a:rPr>
              <a:t> </a:t>
            </a:r>
            <a:r>
              <a:rPr sz="3200" spc="75" dirty="0">
                <a:solidFill>
                  <a:srgbClr val="375F92"/>
                </a:solidFill>
                <a:latin typeface="Arial MT"/>
                <a:cs typeface="Arial MT"/>
              </a:rPr>
              <a:t>f</a:t>
            </a:r>
            <a:r>
              <a:rPr sz="3200" spc="-20" dirty="0">
                <a:solidFill>
                  <a:srgbClr val="375F92"/>
                </a:solidFill>
                <a:latin typeface="Arial MT"/>
                <a:cs typeface="Arial MT"/>
              </a:rPr>
              <a:t>r</a:t>
            </a:r>
            <a:r>
              <a:rPr sz="3200" spc="20" dirty="0">
                <a:solidFill>
                  <a:srgbClr val="375F92"/>
                </a:solidFill>
                <a:latin typeface="Arial MT"/>
                <a:cs typeface="Arial MT"/>
              </a:rPr>
              <a:t>om</a:t>
            </a:r>
            <a:r>
              <a:rPr sz="3200" spc="-200" dirty="0">
                <a:solidFill>
                  <a:srgbClr val="375F92"/>
                </a:solidFill>
                <a:latin typeface="Arial MT"/>
                <a:cs typeface="Arial MT"/>
              </a:rPr>
              <a:t> </a:t>
            </a:r>
            <a:r>
              <a:rPr sz="3200" spc="10" dirty="0">
                <a:solidFill>
                  <a:srgbClr val="375F92"/>
                </a:solidFill>
                <a:latin typeface="Arial MT"/>
                <a:cs typeface="Arial MT"/>
              </a:rPr>
              <a:t>the</a:t>
            </a:r>
            <a:r>
              <a:rPr sz="3200" spc="-55" dirty="0">
                <a:solidFill>
                  <a:srgbClr val="375F92"/>
                </a:solidFill>
                <a:latin typeface="Arial MT"/>
                <a:cs typeface="Arial MT"/>
              </a:rPr>
              <a:t> </a:t>
            </a:r>
            <a:r>
              <a:rPr sz="3200" spc="50" dirty="0">
                <a:solidFill>
                  <a:srgbClr val="375F92"/>
                </a:solidFill>
                <a:latin typeface="Arial MT"/>
                <a:cs typeface="Arial MT"/>
              </a:rPr>
              <a:t>c</a:t>
            </a:r>
            <a:r>
              <a:rPr sz="3200" spc="15" dirty="0">
                <a:solidFill>
                  <a:srgbClr val="375F92"/>
                </a:solidFill>
                <a:latin typeface="Arial MT"/>
                <a:cs typeface="Arial MT"/>
              </a:rPr>
              <a:t>u</a:t>
            </a:r>
            <a:r>
              <a:rPr sz="3200" spc="50" dirty="0">
                <a:solidFill>
                  <a:srgbClr val="375F92"/>
                </a:solidFill>
                <a:latin typeface="Arial MT"/>
                <a:cs typeface="Arial MT"/>
              </a:rPr>
              <a:t>s</a:t>
            </a:r>
            <a:r>
              <a:rPr sz="3200" spc="10" dirty="0">
                <a:solidFill>
                  <a:srgbClr val="375F92"/>
                </a:solidFill>
                <a:latin typeface="Arial MT"/>
                <a:cs typeface="Arial MT"/>
              </a:rPr>
              <a:t>to</a:t>
            </a:r>
            <a:r>
              <a:rPr sz="3200" spc="40" dirty="0">
                <a:solidFill>
                  <a:srgbClr val="375F92"/>
                </a:solidFill>
                <a:latin typeface="Arial MT"/>
                <a:cs typeface="Arial MT"/>
              </a:rPr>
              <a:t>m</a:t>
            </a:r>
            <a:r>
              <a:rPr sz="3200" spc="15" dirty="0">
                <a:solidFill>
                  <a:srgbClr val="375F92"/>
                </a:solidFill>
                <a:latin typeface="Arial MT"/>
                <a:cs typeface="Arial MT"/>
              </a:rPr>
              <a:t>e</a:t>
            </a:r>
            <a:r>
              <a:rPr sz="3200" spc="-240" dirty="0">
                <a:solidFill>
                  <a:srgbClr val="375F92"/>
                </a:solidFill>
                <a:latin typeface="Arial MT"/>
                <a:cs typeface="Arial MT"/>
              </a:rPr>
              <a:t>r</a:t>
            </a:r>
            <a:r>
              <a:rPr sz="3200" spc="5" dirty="0">
                <a:solidFill>
                  <a:srgbClr val="375F92"/>
                </a:solidFill>
                <a:latin typeface="Arial MT"/>
                <a:cs typeface="Arial MT"/>
              </a:rPr>
              <a:t>.</a:t>
            </a:r>
            <a:endParaRPr sz="3200">
              <a:latin typeface="Arial MT"/>
              <a:cs typeface="Arial MT"/>
            </a:endParaRPr>
          </a:p>
          <a:p>
            <a:pPr marL="527050" indent="-514985">
              <a:lnSpc>
                <a:spcPct val="100000"/>
              </a:lnSpc>
              <a:spcBef>
                <a:spcPts val="665"/>
              </a:spcBef>
              <a:buAutoNum type="arabicPeriod"/>
              <a:tabLst>
                <a:tab pos="527050" algn="l"/>
                <a:tab pos="527685" algn="l"/>
              </a:tabLst>
            </a:pPr>
            <a:r>
              <a:rPr sz="3200" spc="15" dirty="0">
                <a:solidFill>
                  <a:srgbClr val="375F92"/>
                </a:solidFill>
                <a:latin typeface="Arial MT"/>
                <a:cs typeface="Arial MT"/>
              </a:rPr>
              <a:t>Shutting</a:t>
            </a:r>
            <a:r>
              <a:rPr sz="3200" spc="-204" dirty="0">
                <a:solidFill>
                  <a:srgbClr val="375F92"/>
                </a:solidFill>
                <a:latin typeface="Arial MT"/>
                <a:cs typeface="Arial MT"/>
              </a:rPr>
              <a:t> </a:t>
            </a:r>
            <a:r>
              <a:rPr sz="3200" spc="-25" dirty="0">
                <a:solidFill>
                  <a:srgbClr val="375F92"/>
                </a:solidFill>
                <a:latin typeface="Arial MT"/>
                <a:cs typeface="Arial MT"/>
              </a:rPr>
              <a:t>down</a:t>
            </a:r>
            <a:r>
              <a:rPr sz="3200" spc="15" dirty="0">
                <a:solidFill>
                  <a:srgbClr val="375F92"/>
                </a:solidFill>
                <a:latin typeface="Arial MT"/>
                <a:cs typeface="Arial MT"/>
              </a:rPr>
              <a:t> resources</a:t>
            </a:r>
            <a:r>
              <a:rPr sz="3200" spc="-245" dirty="0">
                <a:solidFill>
                  <a:srgbClr val="375F92"/>
                </a:solidFill>
                <a:latin typeface="Arial MT"/>
                <a:cs typeface="Arial MT"/>
              </a:rPr>
              <a:t> </a:t>
            </a:r>
            <a:r>
              <a:rPr sz="3200" spc="15" dirty="0">
                <a:solidFill>
                  <a:srgbClr val="375F92"/>
                </a:solidFill>
                <a:latin typeface="Arial MT"/>
                <a:cs typeface="Arial MT"/>
              </a:rPr>
              <a:t>and</a:t>
            </a:r>
            <a:r>
              <a:rPr sz="3200" spc="-55" dirty="0">
                <a:solidFill>
                  <a:srgbClr val="375F92"/>
                </a:solidFill>
                <a:latin typeface="Arial MT"/>
                <a:cs typeface="Arial MT"/>
              </a:rPr>
              <a:t> </a:t>
            </a:r>
            <a:r>
              <a:rPr sz="3200" spc="10" dirty="0">
                <a:solidFill>
                  <a:srgbClr val="375F92"/>
                </a:solidFill>
                <a:latin typeface="Arial MT"/>
                <a:cs typeface="Arial MT"/>
              </a:rPr>
              <a:t>releasing</a:t>
            </a:r>
            <a:r>
              <a:rPr sz="3200" spc="-204" dirty="0">
                <a:solidFill>
                  <a:srgbClr val="375F92"/>
                </a:solidFill>
                <a:latin typeface="Arial MT"/>
                <a:cs typeface="Arial MT"/>
              </a:rPr>
              <a:t> </a:t>
            </a:r>
            <a:r>
              <a:rPr sz="3200" spc="10" dirty="0">
                <a:solidFill>
                  <a:srgbClr val="375F92"/>
                </a:solidFill>
                <a:latin typeface="Arial MT"/>
                <a:cs typeface="Arial MT"/>
              </a:rPr>
              <a:t>to</a:t>
            </a:r>
            <a:r>
              <a:rPr sz="3200" spc="-55" dirty="0">
                <a:solidFill>
                  <a:srgbClr val="375F92"/>
                </a:solidFill>
                <a:latin typeface="Arial MT"/>
                <a:cs typeface="Arial MT"/>
              </a:rPr>
              <a:t> </a:t>
            </a:r>
            <a:r>
              <a:rPr sz="3200" spc="15" dirty="0">
                <a:solidFill>
                  <a:srgbClr val="375F92"/>
                </a:solidFill>
                <a:latin typeface="Arial MT"/>
                <a:cs typeface="Arial MT"/>
              </a:rPr>
              <a:t>new</a:t>
            </a:r>
            <a:r>
              <a:rPr sz="3200" spc="-145" dirty="0">
                <a:solidFill>
                  <a:srgbClr val="375F92"/>
                </a:solidFill>
                <a:latin typeface="Arial MT"/>
                <a:cs typeface="Arial MT"/>
              </a:rPr>
              <a:t> </a:t>
            </a:r>
            <a:r>
              <a:rPr sz="3200" spc="30" dirty="0">
                <a:solidFill>
                  <a:srgbClr val="375F92"/>
                </a:solidFill>
                <a:latin typeface="Arial MT"/>
                <a:cs typeface="Arial MT"/>
              </a:rPr>
              <a:t>uses.</a:t>
            </a:r>
            <a:endParaRPr sz="3200">
              <a:latin typeface="Arial MT"/>
              <a:cs typeface="Arial MT"/>
            </a:endParaRPr>
          </a:p>
          <a:p>
            <a:pPr marL="527050" indent="-514985">
              <a:lnSpc>
                <a:spcPct val="100000"/>
              </a:lnSpc>
              <a:spcBef>
                <a:spcPts val="590"/>
              </a:spcBef>
              <a:buAutoNum type="arabicPeriod"/>
              <a:tabLst>
                <a:tab pos="527050" algn="l"/>
                <a:tab pos="527685" algn="l"/>
              </a:tabLst>
            </a:pPr>
            <a:r>
              <a:rPr sz="3200" spc="15" dirty="0">
                <a:solidFill>
                  <a:srgbClr val="375F92"/>
                </a:solidFill>
                <a:latin typeface="Arial MT"/>
                <a:cs typeface="Arial MT"/>
              </a:rPr>
              <a:t>Rea</a:t>
            </a:r>
            <a:r>
              <a:rPr sz="3200" spc="50" dirty="0">
                <a:solidFill>
                  <a:srgbClr val="375F92"/>
                </a:solidFill>
                <a:latin typeface="Arial MT"/>
                <a:cs typeface="Arial MT"/>
              </a:rPr>
              <a:t>ss</a:t>
            </a:r>
            <a:r>
              <a:rPr sz="3200" spc="30" dirty="0">
                <a:solidFill>
                  <a:srgbClr val="375F92"/>
                </a:solidFill>
                <a:latin typeface="Arial MT"/>
                <a:cs typeface="Arial MT"/>
              </a:rPr>
              <a:t>i</a:t>
            </a:r>
            <a:r>
              <a:rPr sz="3200" spc="15" dirty="0">
                <a:solidFill>
                  <a:srgbClr val="375F92"/>
                </a:solidFill>
                <a:latin typeface="Arial MT"/>
                <a:cs typeface="Arial MT"/>
              </a:rPr>
              <a:t>g</a:t>
            </a:r>
            <a:r>
              <a:rPr sz="3200" spc="-50" dirty="0">
                <a:solidFill>
                  <a:srgbClr val="375F92"/>
                </a:solidFill>
                <a:latin typeface="Arial MT"/>
                <a:cs typeface="Arial MT"/>
              </a:rPr>
              <a:t>n</a:t>
            </a:r>
            <a:r>
              <a:rPr sz="3200" spc="30" dirty="0">
                <a:solidFill>
                  <a:srgbClr val="375F92"/>
                </a:solidFill>
                <a:latin typeface="Arial MT"/>
                <a:cs typeface="Arial MT"/>
              </a:rPr>
              <a:t>i</a:t>
            </a:r>
            <a:r>
              <a:rPr sz="3200" spc="-55" dirty="0">
                <a:solidFill>
                  <a:srgbClr val="375F92"/>
                </a:solidFill>
                <a:latin typeface="Arial MT"/>
                <a:cs typeface="Arial MT"/>
              </a:rPr>
              <a:t>n</a:t>
            </a:r>
            <a:r>
              <a:rPr sz="3200" spc="15" dirty="0">
                <a:solidFill>
                  <a:srgbClr val="375F92"/>
                </a:solidFill>
                <a:latin typeface="Arial MT"/>
                <a:cs typeface="Arial MT"/>
              </a:rPr>
              <a:t>g</a:t>
            </a:r>
            <a:r>
              <a:rPr sz="3200" spc="-210" dirty="0">
                <a:solidFill>
                  <a:srgbClr val="375F92"/>
                </a:solidFill>
                <a:latin typeface="Arial MT"/>
                <a:cs typeface="Arial MT"/>
              </a:rPr>
              <a:t> </a:t>
            </a:r>
            <a:r>
              <a:rPr sz="3200" spc="15" dirty="0">
                <a:solidFill>
                  <a:srgbClr val="375F92"/>
                </a:solidFill>
                <a:latin typeface="Arial MT"/>
                <a:cs typeface="Arial MT"/>
              </a:rPr>
              <a:t>p</a:t>
            </a:r>
            <a:r>
              <a:rPr sz="3200" spc="-15" dirty="0">
                <a:solidFill>
                  <a:srgbClr val="375F92"/>
                </a:solidFill>
                <a:latin typeface="Arial MT"/>
                <a:cs typeface="Arial MT"/>
              </a:rPr>
              <a:t>r</a:t>
            </a:r>
            <a:r>
              <a:rPr sz="3200" spc="15" dirty="0">
                <a:solidFill>
                  <a:srgbClr val="375F92"/>
                </a:solidFill>
                <a:latin typeface="Arial MT"/>
                <a:cs typeface="Arial MT"/>
              </a:rPr>
              <a:t>o</a:t>
            </a:r>
            <a:r>
              <a:rPr sz="3200" spc="40" dirty="0">
                <a:solidFill>
                  <a:srgbClr val="375F92"/>
                </a:solidFill>
                <a:latin typeface="Arial MT"/>
                <a:cs typeface="Arial MT"/>
              </a:rPr>
              <a:t>j</a:t>
            </a:r>
            <a:r>
              <a:rPr sz="3200" spc="15" dirty="0">
                <a:solidFill>
                  <a:srgbClr val="375F92"/>
                </a:solidFill>
                <a:latin typeface="Arial MT"/>
                <a:cs typeface="Arial MT"/>
              </a:rPr>
              <a:t>e</a:t>
            </a:r>
            <a:r>
              <a:rPr sz="3200" spc="50" dirty="0">
                <a:solidFill>
                  <a:srgbClr val="375F92"/>
                </a:solidFill>
                <a:latin typeface="Arial MT"/>
                <a:cs typeface="Arial MT"/>
              </a:rPr>
              <a:t>c</a:t>
            </a:r>
            <a:r>
              <a:rPr sz="3200" spc="5" dirty="0">
                <a:solidFill>
                  <a:srgbClr val="375F92"/>
                </a:solidFill>
                <a:latin typeface="Arial MT"/>
                <a:cs typeface="Arial MT"/>
              </a:rPr>
              <a:t>t</a:t>
            </a:r>
            <a:r>
              <a:rPr sz="3200" spc="-215" dirty="0">
                <a:solidFill>
                  <a:srgbClr val="375F92"/>
                </a:solidFill>
                <a:latin typeface="Arial MT"/>
                <a:cs typeface="Arial MT"/>
              </a:rPr>
              <a:t> </a:t>
            </a:r>
            <a:r>
              <a:rPr sz="3200" spc="10" dirty="0">
                <a:solidFill>
                  <a:srgbClr val="375F92"/>
                </a:solidFill>
                <a:latin typeface="Arial MT"/>
                <a:cs typeface="Arial MT"/>
              </a:rPr>
              <a:t>te</a:t>
            </a:r>
            <a:r>
              <a:rPr sz="3200" spc="25" dirty="0">
                <a:solidFill>
                  <a:srgbClr val="375F92"/>
                </a:solidFill>
                <a:latin typeface="Arial MT"/>
                <a:cs typeface="Arial MT"/>
              </a:rPr>
              <a:t>a</a:t>
            </a:r>
            <a:r>
              <a:rPr sz="3200" spc="20" dirty="0">
                <a:solidFill>
                  <a:srgbClr val="375F92"/>
                </a:solidFill>
                <a:latin typeface="Arial MT"/>
                <a:cs typeface="Arial MT"/>
              </a:rPr>
              <a:t>m</a:t>
            </a:r>
            <a:r>
              <a:rPr sz="3200" spc="-130" dirty="0">
                <a:solidFill>
                  <a:srgbClr val="375F92"/>
                </a:solidFill>
                <a:latin typeface="Arial MT"/>
                <a:cs typeface="Arial MT"/>
              </a:rPr>
              <a:t> </a:t>
            </a:r>
            <a:r>
              <a:rPr sz="3200" spc="30" dirty="0">
                <a:solidFill>
                  <a:srgbClr val="375F92"/>
                </a:solidFill>
                <a:latin typeface="Arial MT"/>
                <a:cs typeface="Arial MT"/>
              </a:rPr>
              <a:t>m</a:t>
            </a:r>
            <a:r>
              <a:rPr sz="3200" spc="15" dirty="0">
                <a:solidFill>
                  <a:srgbClr val="375F92"/>
                </a:solidFill>
                <a:latin typeface="Arial MT"/>
                <a:cs typeface="Arial MT"/>
              </a:rPr>
              <a:t>e</a:t>
            </a:r>
            <a:r>
              <a:rPr sz="3200" spc="35" dirty="0">
                <a:solidFill>
                  <a:srgbClr val="375F92"/>
                </a:solidFill>
                <a:latin typeface="Arial MT"/>
                <a:cs typeface="Arial MT"/>
              </a:rPr>
              <a:t>m</a:t>
            </a:r>
            <a:r>
              <a:rPr sz="3200" spc="15" dirty="0">
                <a:solidFill>
                  <a:srgbClr val="375F92"/>
                </a:solidFill>
                <a:latin typeface="Arial MT"/>
                <a:cs typeface="Arial MT"/>
              </a:rPr>
              <a:t>b</a:t>
            </a:r>
            <a:r>
              <a:rPr sz="3200" spc="20" dirty="0">
                <a:solidFill>
                  <a:srgbClr val="375F92"/>
                </a:solidFill>
                <a:latin typeface="Arial MT"/>
                <a:cs typeface="Arial MT"/>
              </a:rPr>
              <a:t>e</a:t>
            </a:r>
            <a:r>
              <a:rPr sz="3200" spc="-20" dirty="0">
                <a:solidFill>
                  <a:srgbClr val="375F92"/>
                </a:solidFill>
                <a:latin typeface="Arial MT"/>
                <a:cs typeface="Arial MT"/>
              </a:rPr>
              <a:t>r</a:t>
            </a:r>
            <a:r>
              <a:rPr sz="3200" spc="50" dirty="0">
                <a:solidFill>
                  <a:srgbClr val="375F92"/>
                </a:solidFill>
                <a:latin typeface="Arial MT"/>
                <a:cs typeface="Arial MT"/>
              </a:rPr>
              <a:t>s</a:t>
            </a:r>
            <a:r>
              <a:rPr sz="3200" spc="5" dirty="0">
                <a:solidFill>
                  <a:srgbClr val="375F92"/>
                </a:solidFill>
                <a:latin typeface="Arial MT"/>
                <a:cs typeface="Arial MT"/>
              </a:rPr>
              <a:t>.</a:t>
            </a:r>
            <a:endParaRPr sz="3200">
              <a:latin typeface="Arial MT"/>
              <a:cs typeface="Arial MT"/>
            </a:endParaRPr>
          </a:p>
          <a:p>
            <a:pPr marL="527050" indent="-514985">
              <a:lnSpc>
                <a:spcPct val="100000"/>
              </a:lnSpc>
              <a:spcBef>
                <a:spcPts val="590"/>
              </a:spcBef>
              <a:buAutoNum type="arabicPeriod"/>
              <a:tabLst>
                <a:tab pos="527050" algn="l"/>
                <a:tab pos="527685" algn="l"/>
              </a:tabLst>
            </a:pPr>
            <a:r>
              <a:rPr sz="3200" spc="20" dirty="0">
                <a:solidFill>
                  <a:srgbClr val="375F92"/>
                </a:solidFill>
                <a:latin typeface="Arial MT"/>
                <a:cs typeface="Arial MT"/>
              </a:rPr>
              <a:t>C</a:t>
            </a:r>
            <a:r>
              <a:rPr sz="3200" spc="30" dirty="0">
                <a:solidFill>
                  <a:srgbClr val="375F92"/>
                </a:solidFill>
                <a:latin typeface="Arial MT"/>
                <a:cs typeface="Arial MT"/>
              </a:rPr>
              <a:t>l</a:t>
            </a:r>
            <a:r>
              <a:rPr sz="3200" spc="15" dirty="0">
                <a:solidFill>
                  <a:srgbClr val="375F92"/>
                </a:solidFill>
                <a:latin typeface="Arial MT"/>
                <a:cs typeface="Arial MT"/>
              </a:rPr>
              <a:t>o</a:t>
            </a:r>
            <a:r>
              <a:rPr sz="3200" spc="50" dirty="0">
                <a:solidFill>
                  <a:srgbClr val="375F92"/>
                </a:solidFill>
                <a:latin typeface="Arial MT"/>
                <a:cs typeface="Arial MT"/>
              </a:rPr>
              <a:t>s</a:t>
            </a:r>
            <a:r>
              <a:rPr sz="3200" spc="30" dirty="0">
                <a:solidFill>
                  <a:srgbClr val="375F92"/>
                </a:solidFill>
                <a:latin typeface="Arial MT"/>
                <a:cs typeface="Arial MT"/>
              </a:rPr>
              <a:t>i</a:t>
            </a:r>
            <a:r>
              <a:rPr sz="3200" spc="15" dirty="0">
                <a:solidFill>
                  <a:srgbClr val="375F92"/>
                </a:solidFill>
                <a:latin typeface="Arial MT"/>
                <a:cs typeface="Arial MT"/>
              </a:rPr>
              <a:t>ng</a:t>
            </a:r>
            <a:r>
              <a:rPr sz="3200" spc="-280" dirty="0">
                <a:solidFill>
                  <a:srgbClr val="375F92"/>
                </a:solidFill>
                <a:latin typeface="Arial MT"/>
                <a:cs typeface="Arial MT"/>
              </a:rPr>
              <a:t> </a:t>
            </a:r>
            <a:r>
              <a:rPr sz="3200" spc="15" dirty="0">
                <a:solidFill>
                  <a:srgbClr val="375F92"/>
                </a:solidFill>
                <a:latin typeface="Arial MT"/>
                <a:cs typeface="Arial MT"/>
              </a:rPr>
              <a:t>a</a:t>
            </a:r>
            <a:r>
              <a:rPr sz="3200" spc="50" dirty="0">
                <a:solidFill>
                  <a:srgbClr val="375F92"/>
                </a:solidFill>
                <a:latin typeface="Arial MT"/>
                <a:cs typeface="Arial MT"/>
              </a:rPr>
              <a:t>cc</a:t>
            </a:r>
            <a:r>
              <a:rPr sz="3200" spc="15" dirty="0">
                <a:solidFill>
                  <a:srgbClr val="375F92"/>
                </a:solidFill>
                <a:latin typeface="Arial MT"/>
                <a:cs typeface="Arial MT"/>
              </a:rPr>
              <a:t>o</a:t>
            </a:r>
            <a:r>
              <a:rPr sz="3200" spc="20" dirty="0">
                <a:solidFill>
                  <a:srgbClr val="375F92"/>
                </a:solidFill>
                <a:latin typeface="Arial MT"/>
                <a:cs typeface="Arial MT"/>
              </a:rPr>
              <a:t>u</a:t>
            </a:r>
            <a:r>
              <a:rPr sz="3200" spc="10" dirty="0">
                <a:solidFill>
                  <a:srgbClr val="375F92"/>
                </a:solidFill>
                <a:latin typeface="Arial MT"/>
                <a:cs typeface="Arial MT"/>
              </a:rPr>
              <a:t>nts</a:t>
            </a:r>
            <a:r>
              <a:rPr sz="3200" spc="-245" dirty="0">
                <a:solidFill>
                  <a:srgbClr val="375F92"/>
                </a:solidFill>
                <a:latin typeface="Arial MT"/>
                <a:cs typeface="Arial MT"/>
              </a:rPr>
              <a:t> </a:t>
            </a:r>
            <a:r>
              <a:rPr sz="3200" spc="15" dirty="0">
                <a:solidFill>
                  <a:srgbClr val="375F92"/>
                </a:solidFill>
                <a:latin typeface="Arial MT"/>
                <a:cs typeface="Arial MT"/>
              </a:rPr>
              <a:t>a</a:t>
            </a:r>
            <a:r>
              <a:rPr sz="3200" spc="20" dirty="0">
                <a:solidFill>
                  <a:srgbClr val="375F92"/>
                </a:solidFill>
                <a:latin typeface="Arial MT"/>
                <a:cs typeface="Arial MT"/>
              </a:rPr>
              <a:t>n</a:t>
            </a:r>
            <a:r>
              <a:rPr sz="3200" spc="15" dirty="0">
                <a:solidFill>
                  <a:srgbClr val="375F92"/>
                </a:solidFill>
                <a:latin typeface="Arial MT"/>
                <a:cs typeface="Arial MT"/>
              </a:rPr>
              <a:t>d</a:t>
            </a:r>
            <a:r>
              <a:rPr sz="3200" spc="-60" dirty="0">
                <a:solidFill>
                  <a:srgbClr val="375F92"/>
                </a:solidFill>
                <a:latin typeface="Arial MT"/>
                <a:cs typeface="Arial MT"/>
              </a:rPr>
              <a:t> </a:t>
            </a:r>
            <a:r>
              <a:rPr sz="3200" spc="50" dirty="0">
                <a:solidFill>
                  <a:srgbClr val="375F92"/>
                </a:solidFill>
                <a:latin typeface="Arial MT"/>
                <a:cs typeface="Arial MT"/>
              </a:rPr>
              <a:t>s</a:t>
            </a:r>
            <a:r>
              <a:rPr sz="3200" spc="15" dirty="0">
                <a:solidFill>
                  <a:srgbClr val="375F92"/>
                </a:solidFill>
                <a:latin typeface="Arial MT"/>
                <a:cs typeface="Arial MT"/>
              </a:rPr>
              <a:t>e</a:t>
            </a:r>
            <a:r>
              <a:rPr sz="3200" spc="20" dirty="0">
                <a:solidFill>
                  <a:srgbClr val="375F92"/>
                </a:solidFill>
                <a:latin typeface="Arial MT"/>
                <a:cs typeface="Arial MT"/>
              </a:rPr>
              <a:t>e</a:t>
            </a:r>
            <a:r>
              <a:rPr sz="3200" spc="30" dirty="0">
                <a:solidFill>
                  <a:srgbClr val="375F92"/>
                </a:solidFill>
                <a:latin typeface="Arial MT"/>
                <a:cs typeface="Arial MT"/>
              </a:rPr>
              <a:t>i</a:t>
            </a:r>
            <a:r>
              <a:rPr sz="3200" spc="15" dirty="0">
                <a:solidFill>
                  <a:srgbClr val="375F92"/>
                </a:solidFill>
                <a:latin typeface="Arial MT"/>
                <a:cs typeface="Arial MT"/>
              </a:rPr>
              <a:t>ng</a:t>
            </a:r>
            <a:r>
              <a:rPr sz="3200" spc="-204" dirty="0">
                <a:solidFill>
                  <a:srgbClr val="375F92"/>
                </a:solidFill>
                <a:latin typeface="Arial MT"/>
                <a:cs typeface="Arial MT"/>
              </a:rPr>
              <a:t> </a:t>
            </a:r>
            <a:r>
              <a:rPr sz="3200" spc="15" dirty="0">
                <a:solidFill>
                  <a:srgbClr val="375F92"/>
                </a:solidFill>
                <a:latin typeface="Arial MT"/>
                <a:cs typeface="Arial MT"/>
              </a:rPr>
              <a:t>a</a:t>
            </a:r>
            <a:r>
              <a:rPr sz="3200" spc="40" dirty="0">
                <a:solidFill>
                  <a:srgbClr val="375F92"/>
                </a:solidFill>
                <a:latin typeface="Arial MT"/>
                <a:cs typeface="Arial MT"/>
              </a:rPr>
              <a:t>l</a:t>
            </a:r>
            <a:r>
              <a:rPr sz="3200" spc="5" dirty="0">
                <a:solidFill>
                  <a:srgbClr val="375F92"/>
                </a:solidFill>
                <a:latin typeface="Arial MT"/>
                <a:cs typeface="Arial MT"/>
              </a:rPr>
              <a:t>l</a:t>
            </a:r>
            <a:r>
              <a:rPr sz="3200" spc="-114" dirty="0">
                <a:solidFill>
                  <a:srgbClr val="375F92"/>
                </a:solidFill>
                <a:latin typeface="Arial MT"/>
                <a:cs typeface="Arial MT"/>
              </a:rPr>
              <a:t> </a:t>
            </a:r>
            <a:r>
              <a:rPr sz="3200" spc="15" dirty="0">
                <a:solidFill>
                  <a:srgbClr val="375F92"/>
                </a:solidFill>
                <a:latin typeface="Arial MT"/>
                <a:cs typeface="Arial MT"/>
              </a:rPr>
              <a:t>b</a:t>
            </a:r>
            <a:r>
              <a:rPr sz="3200" spc="40" dirty="0">
                <a:solidFill>
                  <a:srgbClr val="375F92"/>
                </a:solidFill>
                <a:latin typeface="Arial MT"/>
                <a:cs typeface="Arial MT"/>
              </a:rPr>
              <a:t>i</a:t>
            </a:r>
            <a:r>
              <a:rPr sz="3200" spc="30" dirty="0">
                <a:solidFill>
                  <a:srgbClr val="375F92"/>
                </a:solidFill>
                <a:latin typeface="Arial MT"/>
                <a:cs typeface="Arial MT"/>
              </a:rPr>
              <a:t>ll</a:t>
            </a:r>
            <a:r>
              <a:rPr sz="3200" spc="15" dirty="0">
                <a:solidFill>
                  <a:srgbClr val="375F92"/>
                </a:solidFill>
                <a:latin typeface="Arial MT"/>
                <a:cs typeface="Arial MT"/>
              </a:rPr>
              <a:t>s</a:t>
            </a:r>
            <a:r>
              <a:rPr sz="3200" spc="-180" dirty="0">
                <a:solidFill>
                  <a:srgbClr val="375F92"/>
                </a:solidFill>
                <a:latin typeface="Arial MT"/>
                <a:cs typeface="Arial MT"/>
              </a:rPr>
              <a:t> </a:t>
            </a:r>
            <a:r>
              <a:rPr sz="3200" spc="15" dirty="0">
                <a:solidFill>
                  <a:srgbClr val="375F92"/>
                </a:solidFill>
                <a:latin typeface="Arial MT"/>
                <a:cs typeface="Arial MT"/>
              </a:rPr>
              <a:t>a</a:t>
            </a:r>
            <a:r>
              <a:rPr sz="3200" spc="-15" dirty="0">
                <a:solidFill>
                  <a:srgbClr val="375F92"/>
                </a:solidFill>
                <a:latin typeface="Arial MT"/>
                <a:cs typeface="Arial MT"/>
              </a:rPr>
              <a:t>r</a:t>
            </a:r>
            <a:r>
              <a:rPr sz="3200" spc="15" dirty="0">
                <a:solidFill>
                  <a:srgbClr val="375F92"/>
                </a:solidFill>
                <a:latin typeface="Arial MT"/>
                <a:cs typeface="Arial MT"/>
              </a:rPr>
              <a:t>e</a:t>
            </a:r>
            <a:r>
              <a:rPr sz="3200" spc="-60" dirty="0">
                <a:solidFill>
                  <a:srgbClr val="375F92"/>
                </a:solidFill>
                <a:latin typeface="Arial MT"/>
                <a:cs typeface="Arial MT"/>
              </a:rPr>
              <a:t> </a:t>
            </a:r>
            <a:r>
              <a:rPr sz="3200" spc="15" dirty="0">
                <a:solidFill>
                  <a:srgbClr val="375F92"/>
                </a:solidFill>
                <a:latin typeface="Arial MT"/>
                <a:cs typeface="Arial MT"/>
              </a:rPr>
              <a:t>p</a:t>
            </a:r>
            <a:r>
              <a:rPr sz="3200" spc="20" dirty="0">
                <a:solidFill>
                  <a:srgbClr val="375F92"/>
                </a:solidFill>
                <a:latin typeface="Arial MT"/>
                <a:cs typeface="Arial MT"/>
              </a:rPr>
              <a:t>a</a:t>
            </a:r>
            <a:r>
              <a:rPr sz="3200" spc="30" dirty="0">
                <a:solidFill>
                  <a:srgbClr val="375F92"/>
                </a:solidFill>
                <a:latin typeface="Arial MT"/>
                <a:cs typeface="Arial MT"/>
              </a:rPr>
              <a:t>i</a:t>
            </a:r>
            <a:r>
              <a:rPr sz="3200" spc="10" dirty="0">
                <a:solidFill>
                  <a:srgbClr val="375F92"/>
                </a:solidFill>
                <a:latin typeface="Arial MT"/>
                <a:cs typeface="Arial MT"/>
              </a:rPr>
              <a:t>d.</a:t>
            </a:r>
            <a:endParaRPr sz="3200">
              <a:latin typeface="Arial MT"/>
              <a:cs typeface="Arial MT"/>
            </a:endParaRPr>
          </a:p>
          <a:p>
            <a:pPr marL="527050" indent="-514985">
              <a:lnSpc>
                <a:spcPct val="100000"/>
              </a:lnSpc>
              <a:spcBef>
                <a:spcPts val="595"/>
              </a:spcBef>
              <a:buAutoNum type="arabicPeriod"/>
              <a:tabLst>
                <a:tab pos="527050" algn="l"/>
                <a:tab pos="527685" algn="l"/>
              </a:tabLst>
            </a:pPr>
            <a:r>
              <a:rPr sz="3200" spc="10" dirty="0">
                <a:solidFill>
                  <a:srgbClr val="375F92"/>
                </a:solidFill>
                <a:latin typeface="Arial MT"/>
                <a:cs typeface="Arial MT"/>
              </a:rPr>
              <a:t>Delivering</a:t>
            </a:r>
            <a:r>
              <a:rPr sz="3200" spc="-200" dirty="0">
                <a:solidFill>
                  <a:srgbClr val="375F92"/>
                </a:solidFill>
                <a:latin typeface="Arial MT"/>
                <a:cs typeface="Arial MT"/>
              </a:rPr>
              <a:t> </a:t>
            </a:r>
            <a:r>
              <a:rPr sz="3200" spc="10" dirty="0">
                <a:solidFill>
                  <a:srgbClr val="375F92"/>
                </a:solidFill>
                <a:latin typeface="Arial MT"/>
                <a:cs typeface="Arial MT"/>
              </a:rPr>
              <a:t>the</a:t>
            </a:r>
            <a:r>
              <a:rPr sz="3200" spc="-130" dirty="0">
                <a:solidFill>
                  <a:srgbClr val="375F92"/>
                </a:solidFill>
                <a:latin typeface="Arial MT"/>
                <a:cs typeface="Arial MT"/>
              </a:rPr>
              <a:t> </a:t>
            </a:r>
            <a:r>
              <a:rPr sz="3200" spc="15" dirty="0">
                <a:solidFill>
                  <a:srgbClr val="375F92"/>
                </a:solidFill>
                <a:latin typeface="Arial MT"/>
                <a:cs typeface="Arial MT"/>
              </a:rPr>
              <a:t>project</a:t>
            </a:r>
            <a:r>
              <a:rPr sz="3200" spc="-210" dirty="0">
                <a:solidFill>
                  <a:srgbClr val="375F92"/>
                </a:solidFill>
                <a:latin typeface="Arial MT"/>
                <a:cs typeface="Arial MT"/>
              </a:rPr>
              <a:t> </a:t>
            </a:r>
            <a:r>
              <a:rPr sz="3200" spc="10" dirty="0">
                <a:solidFill>
                  <a:srgbClr val="375F92"/>
                </a:solidFill>
                <a:latin typeface="Arial MT"/>
                <a:cs typeface="Arial MT"/>
              </a:rPr>
              <a:t>to</a:t>
            </a:r>
            <a:r>
              <a:rPr sz="3200" spc="20" dirty="0">
                <a:solidFill>
                  <a:srgbClr val="375F92"/>
                </a:solidFill>
                <a:latin typeface="Arial MT"/>
                <a:cs typeface="Arial MT"/>
              </a:rPr>
              <a:t> </a:t>
            </a:r>
            <a:r>
              <a:rPr sz="3200" spc="10" dirty="0">
                <a:solidFill>
                  <a:srgbClr val="375F92"/>
                </a:solidFill>
                <a:latin typeface="Arial MT"/>
                <a:cs typeface="Arial MT"/>
              </a:rPr>
              <a:t>the</a:t>
            </a:r>
            <a:r>
              <a:rPr sz="3200" spc="-130" dirty="0">
                <a:solidFill>
                  <a:srgbClr val="375F92"/>
                </a:solidFill>
                <a:latin typeface="Arial MT"/>
                <a:cs typeface="Arial MT"/>
              </a:rPr>
              <a:t> </a:t>
            </a:r>
            <a:r>
              <a:rPr sz="3200" dirty="0">
                <a:solidFill>
                  <a:srgbClr val="375F92"/>
                </a:solidFill>
                <a:latin typeface="Arial MT"/>
                <a:cs typeface="Arial MT"/>
              </a:rPr>
              <a:t>customer.</a:t>
            </a:r>
            <a:endParaRPr sz="3200">
              <a:latin typeface="Arial MT"/>
              <a:cs typeface="Arial MT"/>
            </a:endParaRPr>
          </a:p>
          <a:p>
            <a:pPr marL="527050" indent="-514985">
              <a:lnSpc>
                <a:spcPct val="100000"/>
              </a:lnSpc>
              <a:spcBef>
                <a:spcPts val="590"/>
              </a:spcBef>
              <a:buAutoNum type="arabicPeriod"/>
              <a:tabLst>
                <a:tab pos="527050" algn="l"/>
                <a:tab pos="527685" algn="l"/>
              </a:tabLst>
            </a:pPr>
            <a:r>
              <a:rPr sz="3200" spc="20" dirty="0">
                <a:solidFill>
                  <a:srgbClr val="375F92"/>
                </a:solidFill>
                <a:latin typeface="Arial MT"/>
                <a:cs typeface="Arial MT"/>
              </a:rPr>
              <a:t>C</a:t>
            </a:r>
            <a:r>
              <a:rPr sz="3200" spc="-25" dirty="0">
                <a:solidFill>
                  <a:srgbClr val="375F92"/>
                </a:solidFill>
                <a:latin typeface="Arial MT"/>
                <a:cs typeface="Arial MT"/>
              </a:rPr>
              <a:t>r</a:t>
            </a:r>
            <a:r>
              <a:rPr sz="3200" spc="15" dirty="0">
                <a:solidFill>
                  <a:srgbClr val="375F92"/>
                </a:solidFill>
                <a:latin typeface="Arial MT"/>
                <a:cs typeface="Arial MT"/>
              </a:rPr>
              <a:t>e</a:t>
            </a:r>
            <a:r>
              <a:rPr sz="3200" spc="20" dirty="0">
                <a:solidFill>
                  <a:srgbClr val="375F92"/>
                </a:solidFill>
                <a:latin typeface="Arial MT"/>
                <a:cs typeface="Arial MT"/>
              </a:rPr>
              <a:t>a</a:t>
            </a:r>
            <a:r>
              <a:rPr sz="3200" spc="5" dirty="0">
                <a:solidFill>
                  <a:srgbClr val="375F92"/>
                </a:solidFill>
                <a:latin typeface="Arial MT"/>
                <a:cs typeface="Arial MT"/>
              </a:rPr>
              <a:t>t</a:t>
            </a:r>
            <a:r>
              <a:rPr sz="3200" spc="35" dirty="0">
                <a:solidFill>
                  <a:srgbClr val="375F92"/>
                </a:solidFill>
                <a:latin typeface="Arial MT"/>
                <a:cs typeface="Arial MT"/>
              </a:rPr>
              <a:t>i</a:t>
            </a:r>
            <a:r>
              <a:rPr sz="3200" spc="15" dirty="0">
                <a:solidFill>
                  <a:srgbClr val="375F92"/>
                </a:solidFill>
                <a:latin typeface="Arial MT"/>
                <a:cs typeface="Arial MT"/>
              </a:rPr>
              <a:t>ng</a:t>
            </a:r>
            <a:r>
              <a:rPr sz="3200" spc="-204" dirty="0">
                <a:solidFill>
                  <a:srgbClr val="375F92"/>
                </a:solidFill>
                <a:latin typeface="Arial MT"/>
                <a:cs typeface="Arial MT"/>
              </a:rPr>
              <a:t> </a:t>
            </a:r>
            <a:r>
              <a:rPr sz="3200" spc="15" dirty="0">
                <a:solidFill>
                  <a:srgbClr val="375F92"/>
                </a:solidFill>
                <a:latin typeface="Arial MT"/>
                <a:cs typeface="Arial MT"/>
              </a:rPr>
              <a:t>a</a:t>
            </a:r>
            <a:r>
              <a:rPr sz="3200" spc="5" dirty="0">
                <a:solidFill>
                  <a:srgbClr val="375F92"/>
                </a:solidFill>
                <a:latin typeface="Arial MT"/>
                <a:cs typeface="Arial MT"/>
              </a:rPr>
              <a:t> </a:t>
            </a:r>
            <a:r>
              <a:rPr sz="3200" spc="85" dirty="0">
                <a:solidFill>
                  <a:srgbClr val="375F92"/>
                </a:solidFill>
                <a:latin typeface="Arial MT"/>
                <a:cs typeface="Arial MT"/>
              </a:rPr>
              <a:t>f</a:t>
            </a:r>
            <a:r>
              <a:rPr sz="3200" spc="30" dirty="0">
                <a:solidFill>
                  <a:srgbClr val="375F92"/>
                </a:solidFill>
                <a:latin typeface="Arial MT"/>
                <a:cs typeface="Arial MT"/>
              </a:rPr>
              <a:t>i</a:t>
            </a:r>
            <a:r>
              <a:rPr sz="3200" spc="15" dirty="0">
                <a:solidFill>
                  <a:srgbClr val="375F92"/>
                </a:solidFill>
                <a:latin typeface="Arial MT"/>
                <a:cs typeface="Arial MT"/>
              </a:rPr>
              <a:t>n</a:t>
            </a:r>
            <a:r>
              <a:rPr sz="3200" spc="20" dirty="0">
                <a:solidFill>
                  <a:srgbClr val="375F92"/>
                </a:solidFill>
                <a:latin typeface="Arial MT"/>
                <a:cs typeface="Arial MT"/>
              </a:rPr>
              <a:t>a</a:t>
            </a:r>
            <a:r>
              <a:rPr sz="3200" spc="5" dirty="0">
                <a:solidFill>
                  <a:srgbClr val="375F92"/>
                </a:solidFill>
                <a:latin typeface="Arial MT"/>
                <a:cs typeface="Arial MT"/>
              </a:rPr>
              <a:t>l</a:t>
            </a:r>
            <a:r>
              <a:rPr sz="3200" spc="-260" dirty="0">
                <a:solidFill>
                  <a:srgbClr val="375F92"/>
                </a:solidFill>
                <a:latin typeface="Arial MT"/>
                <a:cs typeface="Arial MT"/>
              </a:rPr>
              <a:t> </a:t>
            </a:r>
            <a:r>
              <a:rPr sz="3200" spc="-20" dirty="0">
                <a:solidFill>
                  <a:srgbClr val="375F92"/>
                </a:solidFill>
                <a:latin typeface="Arial MT"/>
                <a:cs typeface="Arial MT"/>
              </a:rPr>
              <a:t>r</a:t>
            </a:r>
            <a:r>
              <a:rPr sz="3200" spc="15" dirty="0">
                <a:solidFill>
                  <a:srgbClr val="375F92"/>
                </a:solidFill>
                <a:latin typeface="Arial MT"/>
                <a:cs typeface="Arial MT"/>
              </a:rPr>
              <a:t>e</a:t>
            </a:r>
            <a:r>
              <a:rPr sz="3200" spc="20" dirty="0">
                <a:solidFill>
                  <a:srgbClr val="375F92"/>
                </a:solidFill>
                <a:latin typeface="Arial MT"/>
                <a:cs typeface="Arial MT"/>
              </a:rPr>
              <a:t>p</a:t>
            </a:r>
            <a:r>
              <a:rPr sz="3200" spc="15" dirty="0">
                <a:solidFill>
                  <a:srgbClr val="375F92"/>
                </a:solidFill>
                <a:latin typeface="Arial MT"/>
                <a:cs typeface="Arial MT"/>
              </a:rPr>
              <a:t>o</a:t>
            </a:r>
            <a:r>
              <a:rPr sz="3200" spc="-15" dirty="0">
                <a:solidFill>
                  <a:srgbClr val="375F92"/>
                </a:solidFill>
                <a:latin typeface="Arial MT"/>
                <a:cs typeface="Arial MT"/>
              </a:rPr>
              <a:t>r</a:t>
            </a:r>
            <a:r>
              <a:rPr sz="3200" spc="5" dirty="0">
                <a:solidFill>
                  <a:srgbClr val="375F92"/>
                </a:solidFill>
                <a:latin typeface="Arial MT"/>
                <a:cs typeface="Arial MT"/>
              </a:rPr>
              <a:t>t.</a:t>
            </a:r>
            <a:endParaRPr sz="3200">
              <a:latin typeface="Arial MT"/>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362" y="309625"/>
            <a:ext cx="10972800" cy="590550"/>
          </a:xfrm>
          <a:prstGeom prst="rect">
            <a:avLst/>
          </a:prstGeom>
          <a:solidFill>
            <a:srgbClr val="7E7E7E">
              <a:alpha val="50195"/>
            </a:srgbClr>
          </a:solidFill>
          <a:ln w="9344">
            <a:solidFill>
              <a:srgbClr val="4B4B4B"/>
            </a:solidFill>
          </a:ln>
        </p:spPr>
        <p:txBody>
          <a:bodyPr vert="horz" wrap="square" lIns="0" tIns="71120" rIns="0" bIns="0" rtlCol="0">
            <a:spAutoFit/>
          </a:bodyPr>
          <a:lstStyle/>
          <a:p>
            <a:pPr marR="7620" algn="ctr">
              <a:lnSpc>
                <a:spcPct val="100000"/>
              </a:lnSpc>
              <a:spcBef>
                <a:spcPts val="560"/>
              </a:spcBef>
            </a:pPr>
            <a:r>
              <a:rPr spc="20" dirty="0"/>
              <a:t>Project</a:t>
            </a:r>
            <a:r>
              <a:rPr spc="-365" dirty="0"/>
              <a:t> </a:t>
            </a:r>
            <a:r>
              <a:rPr spc="20" dirty="0"/>
              <a:t>Audits:</a:t>
            </a:r>
            <a:r>
              <a:rPr spc="-215" dirty="0"/>
              <a:t> </a:t>
            </a:r>
            <a:r>
              <a:rPr spc="10" dirty="0"/>
              <a:t>Creating</a:t>
            </a:r>
            <a:r>
              <a:rPr spc="-125" dirty="0"/>
              <a:t> </a:t>
            </a:r>
            <a:r>
              <a:rPr spc="10" dirty="0"/>
              <a:t>the</a:t>
            </a:r>
            <a:r>
              <a:rPr spc="-50" dirty="0"/>
              <a:t> </a:t>
            </a:r>
            <a:r>
              <a:rPr spc="10" dirty="0"/>
              <a:t>Final</a:t>
            </a:r>
            <a:r>
              <a:rPr spc="-114" dirty="0"/>
              <a:t> </a:t>
            </a:r>
            <a:r>
              <a:rPr spc="10" dirty="0"/>
              <a:t>Report</a:t>
            </a:r>
          </a:p>
        </p:txBody>
      </p:sp>
      <p:sp>
        <p:nvSpPr>
          <p:cNvPr id="3" name="object 3"/>
          <p:cNvSpPr txBox="1">
            <a:spLocks noGrp="1"/>
          </p:cNvSpPr>
          <p:nvPr>
            <p:ph sz="half" idx="2"/>
          </p:nvPr>
        </p:nvSpPr>
        <p:spPr>
          <a:prstGeom prst="rect">
            <a:avLst/>
          </a:prstGeom>
        </p:spPr>
        <p:txBody>
          <a:bodyPr vert="horz" wrap="square" lIns="0" tIns="67310" rIns="0" bIns="0" rtlCol="0">
            <a:spAutoFit/>
          </a:bodyPr>
          <a:lstStyle/>
          <a:p>
            <a:pPr marL="241300" indent="-228600">
              <a:lnSpc>
                <a:spcPct val="100000"/>
              </a:lnSpc>
              <a:spcBef>
                <a:spcPts val="530"/>
              </a:spcBef>
              <a:buChar char="•"/>
              <a:tabLst>
                <a:tab pos="241300" algn="l"/>
              </a:tabLst>
            </a:pPr>
            <a:r>
              <a:rPr spc="-25" dirty="0"/>
              <a:t>Executive</a:t>
            </a:r>
            <a:r>
              <a:rPr spc="285" dirty="0"/>
              <a:t> </a:t>
            </a:r>
            <a:r>
              <a:rPr spc="15" dirty="0"/>
              <a:t>Summary</a:t>
            </a:r>
          </a:p>
          <a:p>
            <a:pPr marL="355600">
              <a:lnSpc>
                <a:spcPct val="100000"/>
              </a:lnSpc>
              <a:spcBef>
                <a:spcPts val="355"/>
              </a:spcBef>
            </a:pPr>
            <a:r>
              <a:rPr sz="2400" spc="-10" dirty="0">
                <a:solidFill>
                  <a:srgbClr val="970033"/>
                </a:solidFill>
              </a:rPr>
              <a:t>–Project</a:t>
            </a:r>
            <a:r>
              <a:rPr sz="2400" spc="80" dirty="0">
                <a:solidFill>
                  <a:srgbClr val="970033"/>
                </a:solidFill>
              </a:rPr>
              <a:t> </a:t>
            </a:r>
            <a:r>
              <a:rPr sz="2400" spc="-45" dirty="0">
                <a:solidFill>
                  <a:srgbClr val="970033"/>
                </a:solidFill>
              </a:rPr>
              <a:t>goals</a:t>
            </a:r>
            <a:r>
              <a:rPr sz="2400" spc="160" dirty="0">
                <a:solidFill>
                  <a:srgbClr val="970033"/>
                </a:solidFill>
              </a:rPr>
              <a:t> </a:t>
            </a:r>
            <a:r>
              <a:rPr sz="2400" spc="-10" dirty="0">
                <a:solidFill>
                  <a:srgbClr val="970033"/>
                </a:solidFill>
              </a:rPr>
              <a:t>met/unmet</a:t>
            </a:r>
            <a:endParaRPr sz="2400"/>
          </a:p>
          <a:p>
            <a:pPr marL="355600">
              <a:lnSpc>
                <a:spcPct val="100000"/>
              </a:lnSpc>
              <a:spcBef>
                <a:spcPts val="570"/>
              </a:spcBef>
            </a:pPr>
            <a:r>
              <a:rPr sz="2400" spc="-25" dirty="0">
                <a:solidFill>
                  <a:srgbClr val="970033"/>
                </a:solidFill>
              </a:rPr>
              <a:t>–Stakeholder</a:t>
            </a:r>
            <a:r>
              <a:rPr sz="2400" spc="260" dirty="0">
                <a:solidFill>
                  <a:srgbClr val="970033"/>
                </a:solidFill>
              </a:rPr>
              <a:t> </a:t>
            </a:r>
            <a:r>
              <a:rPr sz="2400" spc="-10" dirty="0">
                <a:solidFill>
                  <a:srgbClr val="970033"/>
                </a:solidFill>
              </a:rPr>
              <a:t>satisfaction</a:t>
            </a:r>
            <a:r>
              <a:rPr sz="2400" spc="85" dirty="0">
                <a:solidFill>
                  <a:srgbClr val="970033"/>
                </a:solidFill>
              </a:rPr>
              <a:t> </a:t>
            </a:r>
            <a:r>
              <a:rPr sz="2400" spc="-5" dirty="0">
                <a:solidFill>
                  <a:srgbClr val="970033"/>
                </a:solidFill>
              </a:rPr>
              <a:t>with</a:t>
            </a:r>
            <a:endParaRPr sz="2400"/>
          </a:p>
          <a:p>
            <a:pPr marL="536575">
              <a:lnSpc>
                <a:spcPct val="100000"/>
              </a:lnSpc>
              <a:spcBef>
                <a:spcPts val="50"/>
              </a:spcBef>
            </a:pPr>
            <a:r>
              <a:rPr sz="2400" spc="-30" dirty="0">
                <a:solidFill>
                  <a:srgbClr val="970033"/>
                </a:solidFill>
              </a:rPr>
              <a:t>project</a:t>
            </a:r>
            <a:endParaRPr sz="2400"/>
          </a:p>
          <a:p>
            <a:pPr marL="355600">
              <a:lnSpc>
                <a:spcPts val="2865"/>
              </a:lnSpc>
              <a:spcBef>
                <a:spcPts val="500"/>
              </a:spcBef>
              <a:tabLst>
                <a:tab pos="3966845" algn="l"/>
              </a:tabLst>
            </a:pPr>
            <a:r>
              <a:rPr sz="2400" dirty="0">
                <a:solidFill>
                  <a:srgbClr val="970033"/>
                </a:solidFill>
              </a:rPr>
              <a:t>–User</a:t>
            </a:r>
            <a:r>
              <a:rPr sz="2400" spc="30" dirty="0">
                <a:solidFill>
                  <a:srgbClr val="970033"/>
                </a:solidFill>
              </a:rPr>
              <a:t> </a:t>
            </a:r>
            <a:r>
              <a:rPr sz="2400" spc="-20" dirty="0">
                <a:solidFill>
                  <a:srgbClr val="970033"/>
                </a:solidFill>
              </a:rPr>
              <a:t>reactions</a:t>
            </a:r>
            <a:r>
              <a:rPr sz="2400" spc="180" dirty="0">
                <a:solidFill>
                  <a:srgbClr val="970033"/>
                </a:solidFill>
              </a:rPr>
              <a:t> </a:t>
            </a:r>
            <a:r>
              <a:rPr sz="2400" dirty="0">
                <a:solidFill>
                  <a:srgbClr val="970033"/>
                </a:solidFill>
              </a:rPr>
              <a:t>to</a:t>
            </a:r>
            <a:r>
              <a:rPr sz="2400" spc="35" dirty="0">
                <a:solidFill>
                  <a:srgbClr val="970033"/>
                </a:solidFill>
              </a:rPr>
              <a:t> </a:t>
            </a:r>
            <a:r>
              <a:rPr sz="2400" spc="-20" dirty="0">
                <a:solidFill>
                  <a:srgbClr val="970033"/>
                </a:solidFill>
              </a:rPr>
              <a:t>quality	</a:t>
            </a:r>
            <a:r>
              <a:rPr sz="2400" spc="-35" dirty="0">
                <a:solidFill>
                  <a:srgbClr val="970033"/>
                </a:solidFill>
              </a:rPr>
              <a:t>of</a:t>
            </a:r>
            <a:endParaRPr sz="2400"/>
          </a:p>
          <a:p>
            <a:pPr marL="536575">
              <a:lnSpc>
                <a:spcPts val="2865"/>
              </a:lnSpc>
            </a:pPr>
            <a:r>
              <a:rPr sz="2400" spc="-35" dirty="0">
                <a:solidFill>
                  <a:srgbClr val="970033"/>
                </a:solidFill>
              </a:rPr>
              <a:t>deliverables</a:t>
            </a:r>
            <a:endParaRPr sz="2400"/>
          </a:p>
          <a:p>
            <a:pPr marL="241300" indent="-228600">
              <a:lnSpc>
                <a:spcPct val="100000"/>
              </a:lnSpc>
              <a:spcBef>
                <a:spcPts val="375"/>
              </a:spcBef>
              <a:buChar char="•"/>
              <a:tabLst>
                <a:tab pos="241300" algn="l"/>
              </a:tabLst>
            </a:pPr>
            <a:r>
              <a:rPr spc="-20" dirty="0"/>
              <a:t>Analysis</a:t>
            </a:r>
          </a:p>
          <a:p>
            <a:pPr marL="355600">
              <a:lnSpc>
                <a:spcPct val="100000"/>
              </a:lnSpc>
              <a:spcBef>
                <a:spcPts val="580"/>
              </a:spcBef>
            </a:pPr>
            <a:r>
              <a:rPr sz="2400" spc="-10" dirty="0">
                <a:solidFill>
                  <a:srgbClr val="970033"/>
                </a:solidFill>
              </a:rPr>
              <a:t>–Project</a:t>
            </a:r>
            <a:r>
              <a:rPr sz="2400" spc="65" dirty="0">
                <a:solidFill>
                  <a:srgbClr val="970033"/>
                </a:solidFill>
              </a:rPr>
              <a:t> </a:t>
            </a:r>
            <a:r>
              <a:rPr sz="2400" spc="-10" dirty="0">
                <a:solidFill>
                  <a:srgbClr val="970033"/>
                </a:solidFill>
              </a:rPr>
              <a:t>mission</a:t>
            </a:r>
            <a:r>
              <a:rPr sz="2400" spc="25" dirty="0">
                <a:solidFill>
                  <a:srgbClr val="970033"/>
                </a:solidFill>
              </a:rPr>
              <a:t> </a:t>
            </a:r>
            <a:r>
              <a:rPr sz="2400" spc="-20" dirty="0">
                <a:solidFill>
                  <a:srgbClr val="970033"/>
                </a:solidFill>
              </a:rPr>
              <a:t>and</a:t>
            </a:r>
            <a:r>
              <a:rPr sz="2400" spc="10" dirty="0">
                <a:solidFill>
                  <a:srgbClr val="970033"/>
                </a:solidFill>
              </a:rPr>
              <a:t> </a:t>
            </a:r>
            <a:r>
              <a:rPr sz="2400" spc="-30" dirty="0">
                <a:solidFill>
                  <a:srgbClr val="970033"/>
                </a:solidFill>
              </a:rPr>
              <a:t>objective</a:t>
            </a:r>
            <a:endParaRPr sz="2400"/>
          </a:p>
          <a:p>
            <a:pPr marL="355600">
              <a:lnSpc>
                <a:spcPct val="100000"/>
              </a:lnSpc>
              <a:spcBef>
                <a:spcPts val="500"/>
              </a:spcBef>
            </a:pPr>
            <a:r>
              <a:rPr sz="2400" spc="-15" dirty="0">
                <a:solidFill>
                  <a:srgbClr val="970033"/>
                </a:solidFill>
              </a:rPr>
              <a:t>–Procedures</a:t>
            </a:r>
            <a:r>
              <a:rPr sz="2400" spc="145" dirty="0">
                <a:solidFill>
                  <a:srgbClr val="970033"/>
                </a:solidFill>
              </a:rPr>
              <a:t> </a:t>
            </a:r>
            <a:r>
              <a:rPr sz="2400" spc="-20" dirty="0">
                <a:solidFill>
                  <a:srgbClr val="970033"/>
                </a:solidFill>
              </a:rPr>
              <a:t>and</a:t>
            </a:r>
            <a:r>
              <a:rPr sz="2400" dirty="0">
                <a:solidFill>
                  <a:srgbClr val="970033"/>
                </a:solidFill>
              </a:rPr>
              <a:t> </a:t>
            </a:r>
            <a:r>
              <a:rPr sz="2400" spc="-15" dirty="0">
                <a:solidFill>
                  <a:srgbClr val="970033"/>
                </a:solidFill>
              </a:rPr>
              <a:t>systems</a:t>
            </a:r>
            <a:endParaRPr sz="2400"/>
          </a:p>
          <a:p>
            <a:pPr marL="536575">
              <a:lnSpc>
                <a:spcPct val="100000"/>
              </a:lnSpc>
              <a:spcBef>
                <a:spcPts val="50"/>
              </a:spcBef>
            </a:pPr>
            <a:r>
              <a:rPr sz="2400" spc="-15" dirty="0">
                <a:solidFill>
                  <a:srgbClr val="970033"/>
                </a:solidFill>
              </a:rPr>
              <a:t>used</a:t>
            </a:r>
            <a:endParaRPr sz="2400"/>
          </a:p>
          <a:p>
            <a:pPr marL="355600">
              <a:lnSpc>
                <a:spcPct val="100000"/>
              </a:lnSpc>
              <a:spcBef>
                <a:spcPts val="500"/>
              </a:spcBef>
            </a:pPr>
            <a:r>
              <a:rPr sz="2400" spc="-20" dirty="0">
                <a:solidFill>
                  <a:srgbClr val="970033"/>
                </a:solidFill>
              </a:rPr>
              <a:t>–Organization</a:t>
            </a:r>
            <a:r>
              <a:rPr sz="2400" spc="240" dirty="0">
                <a:solidFill>
                  <a:srgbClr val="970033"/>
                </a:solidFill>
              </a:rPr>
              <a:t> </a:t>
            </a:r>
            <a:r>
              <a:rPr sz="2400" spc="-15" dirty="0">
                <a:solidFill>
                  <a:srgbClr val="970033"/>
                </a:solidFill>
              </a:rPr>
              <a:t>resources</a:t>
            </a:r>
            <a:r>
              <a:rPr sz="2400" spc="75" dirty="0">
                <a:solidFill>
                  <a:srgbClr val="970033"/>
                </a:solidFill>
              </a:rPr>
              <a:t> </a:t>
            </a:r>
            <a:r>
              <a:rPr sz="2400" spc="-15" dirty="0">
                <a:solidFill>
                  <a:srgbClr val="970033"/>
                </a:solidFill>
              </a:rPr>
              <a:t>used</a:t>
            </a:r>
            <a:endParaRPr sz="2400"/>
          </a:p>
        </p:txBody>
      </p:sp>
      <p:sp>
        <p:nvSpPr>
          <p:cNvPr id="4" name="object 4"/>
          <p:cNvSpPr txBox="1"/>
          <p:nvPr/>
        </p:nvSpPr>
        <p:spPr>
          <a:xfrm>
            <a:off x="6093714" y="1117241"/>
            <a:ext cx="3753485" cy="3886200"/>
          </a:xfrm>
          <a:prstGeom prst="rect">
            <a:avLst/>
          </a:prstGeom>
        </p:spPr>
        <p:txBody>
          <a:bodyPr vert="horz" wrap="square" lIns="0" tIns="67310" rIns="0" bIns="0" rtlCol="0">
            <a:spAutoFit/>
          </a:bodyPr>
          <a:lstStyle/>
          <a:p>
            <a:pPr marL="241300" indent="-228600">
              <a:lnSpc>
                <a:spcPct val="100000"/>
              </a:lnSpc>
              <a:spcBef>
                <a:spcPts val="530"/>
              </a:spcBef>
              <a:buChar char="•"/>
              <a:tabLst>
                <a:tab pos="241300" algn="l"/>
              </a:tabLst>
            </a:pPr>
            <a:r>
              <a:rPr sz="2750" spc="10" dirty="0">
                <a:solidFill>
                  <a:srgbClr val="336697"/>
                </a:solidFill>
                <a:latin typeface="Arial MT"/>
                <a:cs typeface="Arial MT"/>
              </a:rPr>
              <a:t>Recommendations</a:t>
            </a:r>
            <a:endParaRPr sz="2750">
              <a:latin typeface="Arial MT"/>
              <a:cs typeface="Arial MT"/>
            </a:endParaRPr>
          </a:p>
          <a:p>
            <a:pPr marL="355600">
              <a:lnSpc>
                <a:spcPct val="100000"/>
              </a:lnSpc>
              <a:spcBef>
                <a:spcPts val="355"/>
              </a:spcBef>
            </a:pPr>
            <a:r>
              <a:rPr sz="2400" spc="85" dirty="0">
                <a:solidFill>
                  <a:srgbClr val="970033"/>
                </a:solidFill>
                <a:latin typeface="Arial MT"/>
                <a:cs typeface="Arial MT"/>
              </a:rPr>
              <a:t>–</a:t>
            </a:r>
            <a:r>
              <a:rPr sz="2400" spc="-345" dirty="0">
                <a:solidFill>
                  <a:srgbClr val="970033"/>
                </a:solidFill>
                <a:latin typeface="Arial MT"/>
                <a:cs typeface="Arial MT"/>
              </a:rPr>
              <a:t>T</a:t>
            </a:r>
            <a:r>
              <a:rPr sz="2400" spc="-60" dirty="0">
                <a:solidFill>
                  <a:srgbClr val="970033"/>
                </a:solidFill>
                <a:latin typeface="Arial MT"/>
                <a:cs typeface="Arial MT"/>
              </a:rPr>
              <a:t>e</a:t>
            </a:r>
            <a:r>
              <a:rPr sz="2400" dirty="0">
                <a:solidFill>
                  <a:srgbClr val="970033"/>
                </a:solidFill>
                <a:latin typeface="Arial MT"/>
                <a:cs typeface="Arial MT"/>
              </a:rPr>
              <a:t>c</a:t>
            </a:r>
            <a:r>
              <a:rPr sz="2400" spc="10" dirty="0">
                <a:solidFill>
                  <a:srgbClr val="970033"/>
                </a:solidFill>
                <a:latin typeface="Arial MT"/>
                <a:cs typeface="Arial MT"/>
              </a:rPr>
              <a:t>hn</a:t>
            </a:r>
            <a:r>
              <a:rPr sz="2400" spc="-10" dirty="0">
                <a:solidFill>
                  <a:srgbClr val="970033"/>
                </a:solidFill>
                <a:latin typeface="Arial MT"/>
                <a:cs typeface="Arial MT"/>
              </a:rPr>
              <a:t>i</a:t>
            </a:r>
            <a:r>
              <a:rPr sz="2400" dirty="0">
                <a:solidFill>
                  <a:srgbClr val="970033"/>
                </a:solidFill>
                <a:latin typeface="Arial MT"/>
                <a:cs typeface="Arial MT"/>
              </a:rPr>
              <a:t>c</a:t>
            </a:r>
            <a:r>
              <a:rPr sz="2400" spc="-60" dirty="0">
                <a:solidFill>
                  <a:srgbClr val="970033"/>
                </a:solidFill>
                <a:latin typeface="Arial MT"/>
                <a:cs typeface="Arial MT"/>
              </a:rPr>
              <a:t>a</a:t>
            </a:r>
            <a:r>
              <a:rPr sz="2400" dirty="0">
                <a:solidFill>
                  <a:srgbClr val="970033"/>
                </a:solidFill>
                <a:latin typeface="Arial MT"/>
                <a:cs typeface="Arial MT"/>
              </a:rPr>
              <a:t>l</a:t>
            </a:r>
            <a:r>
              <a:rPr sz="2400" spc="-155" dirty="0">
                <a:solidFill>
                  <a:srgbClr val="970033"/>
                </a:solidFill>
                <a:latin typeface="Arial MT"/>
                <a:cs typeface="Arial MT"/>
              </a:rPr>
              <a:t> </a:t>
            </a:r>
            <a:r>
              <a:rPr sz="2400" dirty="0">
                <a:solidFill>
                  <a:srgbClr val="970033"/>
                </a:solidFill>
                <a:latin typeface="Arial MT"/>
                <a:cs typeface="Arial MT"/>
              </a:rPr>
              <a:t>i</a:t>
            </a:r>
            <a:r>
              <a:rPr sz="2400" spc="15" dirty="0">
                <a:solidFill>
                  <a:srgbClr val="970033"/>
                </a:solidFill>
                <a:latin typeface="Arial MT"/>
                <a:cs typeface="Arial MT"/>
              </a:rPr>
              <a:t>m</a:t>
            </a:r>
            <a:r>
              <a:rPr sz="2400" spc="-60" dirty="0">
                <a:solidFill>
                  <a:srgbClr val="970033"/>
                </a:solidFill>
                <a:latin typeface="Arial MT"/>
                <a:cs typeface="Arial MT"/>
              </a:rPr>
              <a:t>p</a:t>
            </a:r>
            <a:r>
              <a:rPr sz="2400" spc="20" dirty="0">
                <a:solidFill>
                  <a:srgbClr val="970033"/>
                </a:solidFill>
                <a:latin typeface="Arial MT"/>
                <a:cs typeface="Arial MT"/>
              </a:rPr>
              <a:t>r</a:t>
            </a:r>
            <a:r>
              <a:rPr sz="2400" spc="-60" dirty="0">
                <a:solidFill>
                  <a:srgbClr val="970033"/>
                </a:solidFill>
                <a:latin typeface="Arial MT"/>
                <a:cs typeface="Arial MT"/>
              </a:rPr>
              <a:t>o</a:t>
            </a:r>
            <a:r>
              <a:rPr sz="2400" spc="-75" dirty="0">
                <a:solidFill>
                  <a:srgbClr val="970033"/>
                </a:solidFill>
                <a:latin typeface="Arial MT"/>
                <a:cs typeface="Arial MT"/>
              </a:rPr>
              <a:t>v</a:t>
            </a:r>
            <a:r>
              <a:rPr sz="2400" spc="-60" dirty="0">
                <a:solidFill>
                  <a:srgbClr val="970033"/>
                </a:solidFill>
                <a:latin typeface="Arial MT"/>
                <a:cs typeface="Arial MT"/>
              </a:rPr>
              <a:t>e</a:t>
            </a:r>
            <a:r>
              <a:rPr sz="2400" spc="20" dirty="0">
                <a:solidFill>
                  <a:srgbClr val="970033"/>
                </a:solidFill>
                <a:latin typeface="Arial MT"/>
                <a:cs typeface="Arial MT"/>
              </a:rPr>
              <a:t>m</a:t>
            </a:r>
            <a:r>
              <a:rPr sz="2400" spc="-60" dirty="0">
                <a:solidFill>
                  <a:srgbClr val="970033"/>
                </a:solidFill>
                <a:latin typeface="Arial MT"/>
                <a:cs typeface="Arial MT"/>
              </a:rPr>
              <a:t>e</a:t>
            </a:r>
            <a:r>
              <a:rPr sz="2400" spc="10" dirty="0">
                <a:solidFill>
                  <a:srgbClr val="970033"/>
                </a:solidFill>
                <a:latin typeface="Arial MT"/>
                <a:cs typeface="Arial MT"/>
              </a:rPr>
              <a:t>n</a:t>
            </a:r>
            <a:r>
              <a:rPr sz="2400" spc="5" dirty="0">
                <a:solidFill>
                  <a:srgbClr val="970033"/>
                </a:solidFill>
                <a:latin typeface="Arial MT"/>
                <a:cs typeface="Arial MT"/>
              </a:rPr>
              <a:t>t</a:t>
            </a:r>
            <a:r>
              <a:rPr sz="2400" dirty="0">
                <a:solidFill>
                  <a:srgbClr val="970033"/>
                </a:solidFill>
                <a:latin typeface="Arial MT"/>
                <a:cs typeface="Arial MT"/>
              </a:rPr>
              <a:t>s</a:t>
            </a:r>
            <a:endParaRPr sz="2400">
              <a:latin typeface="Arial MT"/>
              <a:cs typeface="Arial MT"/>
            </a:endParaRPr>
          </a:p>
          <a:p>
            <a:pPr marL="355600">
              <a:lnSpc>
                <a:spcPct val="100000"/>
              </a:lnSpc>
              <a:spcBef>
                <a:spcPts val="270"/>
              </a:spcBef>
            </a:pPr>
            <a:r>
              <a:rPr sz="2400" spc="-10" dirty="0">
                <a:solidFill>
                  <a:srgbClr val="970033"/>
                </a:solidFill>
                <a:latin typeface="Arial MT"/>
                <a:cs typeface="Arial MT"/>
              </a:rPr>
              <a:t>–Corrective</a:t>
            </a:r>
            <a:r>
              <a:rPr sz="2400" spc="150" dirty="0">
                <a:solidFill>
                  <a:srgbClr val="970033"/>
                </a:solidFill>
                <a:latin typeface="Arial MT"/>
                <a:cs typeface="Arial MT"/>
              </a:rPr>
              <a:t> </a:t>
            </a:r>
            <a:r>
              <a:rPr sz="2400" spc="-20" dirty="0">
                <a:solidFill>
                  <a:srgbClr val="970033"/>
                </a:solidFill>
                <a:latin typeface="Arial MT"/>
                <a:cs typeface="Arial MT"/>
              </a:rPr>
              <a:t>actions</a:t>
            </a:r>
            <a:endParaRPr sz="2400">
              <a:latin typeface="Arial MT"/>
              <a:cs typeface="Arial MT"/>
            </a:endParaRPr>
          </a:p>
          <a:p>
            <a:pPr marL="241300" indent="-228600">
              <a:lnSpc>
                <a:spcPct val="100000"/>
              </a:lnSpc>
              <a:spcBef>
                <a:spcPts val="450"/>
              </a:spcBef>
              <a:buChar char="•"/>
              <a:tabLst>
                <a:tab pos="241300" algn="l"/>
              </a:tabLst>
            </a:pPr>
            <a:r>
              <a:rPr sz="2750" spc="5" dirty="0">
                <a:solidFill>
                  <a:srgbClr val="336697"/>
                </a:solidFill>
                <a:latin typeface="Arial MT"/>
                <a:cs typeface="Arial MT"/>
              </a:rPr>
              <a:t>Lessons</a:t>
            </a:r>
            <a:r>
              <a:rPr sz="2750" spc="75" dirty="0">
                <a:solidFill>
                  <a:srgbClr val="336697"/>
                </a:solidFill>
                <a:latin typeface="Arial MT"/>
                <a:cs typeface="Arial MT"/>
              </a:rPr>
              <a:t> </a:t>
            </a:r>
            <a:r>
              <a:rPr sz="2750" spc="-5" dirty="0">
                <a:solidFill>
                  <a:srgbClr val="336697"/>
                </a:solidFill>
                <a:latin typeface="Arial MT"/>
                <a:cs typeface="Arial MT"/>
              </a:rPr>
              <a:t>Learned</a:t>
            </a:r>
            <a:endParaRPr sz="2750">
              <a:latin typeface="Arial MT"/>
              <a:cs typeface="Arial MT"/>
            </a:endParaRPr>
          </a:p>
          <a:p>
            <a:pPr marL="355600">
              <a:lnSpc>
                <a:spcPct val="100000"/>
              </a:lnSpc>
              <a:spcBef>
                <a:spcPts val="355"/>
              </a:spcBef>
            </a:pPr>
            <a:r>
              <a:rPr sz="2400" spc="-5" dirty="0">
                <a:solidFill>
                  <a:srgbClr val="970033"/>
                </a:solidFill>
                <a:latin typeface="Arial MT"/>
                <a:cs typeface="Arial MT"/>
              </a:rPr>
              <a:t>–Reminders</a:t>
            </a:r>
            <a:endParaRPr sz="2400">
              <a:latin typeface="Arial MT"/>
              <a:cs typeface="Arial MT"/>
            </a:endParaRPr>
          </a:p>
          <a:p>
            <a:pPr marL="355600">
              <a:lnSpc>
                <a:spcPct val="100000"/>
              </a:lnSpc>
              <a:spcBef>
                <a:spcPts val="275"/>
              </a:spcBef>
            </a:pPr>
            <a:r>
              <a:rPr sz="2400" spc="-20" dirty="0">
                <a:solidFill>
                  <a:srgbClr val="970033"/>
                </a:solidFill>
                <a:latin typeface="Arial MT"/>
                <a:cs typeface="Arial MT"/>
              </a:rPr>
              <a:t>–Retrospectives</a:t>
            </a:r>
            <a:endParaRPr sz="2400">
              <a:latin typeface="Arial MT"/>
              <a:cs typeface="Arial MT"/>
            </a:endParaRPr>
          </a:p>
          <a:p>
            <a:pPr marL="241300" indent="-228600">
              <a:lnSpc>
                <a:spcPct val="100000"/>
              </a:lnSpc>
              <a:spcBef>
                <a:spcPts val="450"/>
              </a:spcBef>
              <a:buChar char="•"/>
              <a:tabLst>
                <a:tab pos="241300" algn="l"/>
              </a:tabLst>
            </a:pPr>
            <a:r>
              <a:rPr sz="2750" spc="10" dirty="0">
                <a:solidFill>
                  <a:srgbClr val="336697"/>
                </a:solidFill>
                <a:latin typeface="Arial MT"/>
                <a:cs typeface="Arial MT"/>
              </a:rPr>
              <a:t>Appendix</a:t>
            </a:r>
            <a:endParaRPr sz="2750">
              <a:latin typeface="Arial MT"/>
              <a:cs typeface="Arial MT"/>
            </a:endParaRPr>
          </a:p>
          <a:p>
            <a:pPr marL="355600">
              <a:lnSpc>
                <a:spcPct val="100000"/>
              </a:lnSpc>
              <a:spcBef>
                <a:spcPts val="355"/>
              </a:spcBef>
            </a:pPr>
            <a:r>
              <a:rPr sz="2400" dirty="0">
                <a:solidFill>
                  <a:srgbClr val="970033"/>
                </a:solidFill>
                <a:latin typeface="Arial MT"/>
                <a:cs typeface="Arial MT"/>
              </a:rPr>
              <a:t>–Backup</a:t>
            </a:r>
            <a:r>
              <a:rPr sz="2400" spc="-15" dirty="0">
                <a:solidFill>
                  <a:srgbClr val="970033"/>
                </a:solidFill>
                <a:latin typeface="Arial MT"/>
                <a:cs typeface="Arial MT"/>
              </a:rPr>
              <a:t> </a:t>
            </a:r>
            <a:r>
              <a:rPr sz="2400" spc="-35" dirty="0">
                <a:solidFill>
                  <a:srgbClr val="970033"/>
                </a:solidFill>
                <a:latin typeface="Arial MT"/>
                <a:cs typeface="Arial MT"/>
              </a:rPr>
              <a:t>data</a:t>
            </a:r>
            <a:endParaRPr sz="2400">
              <a:latin typeface="Arial MT"/>
              <a:cs typeface="Arial MT"/>
            </a:endParaRPr>
          </a:p>
          <a:p>
            <a:pPr marL="355600">
              <a:lnSpc>
                <a:spcPct val="100000"/>
              </a:lnSpc>
              <a:spcBef>
                <a:spcPts val="275"/>
              </a:spcBef>
            </a:pPr>
            <a:r>
              <a:rPr sz="2400" dirty="0">
                <a:solidFill>
                  <a:srgbClr val="970033"/>
                </a:solidFill>
                <a:latin typeface="Arial MT"/>
                <a:cs typeface="Arial MT"/>
              </a:rPr>
              <a:t>–Critical</a:t>
            </a:r>
            <a:r>
              <a:rPr sz="2400" spc="65" dirty="0">
                <a:solidFill>
                  <a:srgbClr val="970033"/>
                </a:solidFill>
                <a:latin typeface="Arial MT"/>
                <a:cs typeface="Arial MT"/>
              </a:rPr>
              <a:t> </a:t>
            </a:r>
            <a:r>
              <a:rPr sz="2400" spc="-10" dirty="0">
                <a:solidFill>
                  <a:srgbClr val="970033"/>
                </a:solidFill>
                <a:latin typeface="Arial MT"/>
                <a:cs typeface="Arial MT"/>
              </a:rPr>
              <a:t>information</a:t>
            </a:r>
            <a:endParaRPr sz="240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362" y="61976"/>
            <a:ext cx="10972800" cy="1085850"/>
          </a:xfrm>
          <a:prstGeom prst="rect">
            <a:avLst/>
          </a:prstGeom>
          <a:solidFill>
            <a:srgbClr val="7E7E7E">
              <a:alpha val="50195"/>
            </a:srgbClr>
          </a:solidFill>
          <a:ln w="9344">
            <a:solidFill>
              <a:srgbClr val="4B4B4B"/>
            </a:solidFill>
          </a:ln>
        </p:spPr>
        <p:txBody>
          <a:bodyPr vert="horz" wrap="square" lIns="0" tIns="108585" rIns="0" bIns="0" rtlCol="0">
            <a:spAutoFit/>
          </a:bodyPr>
          <a:lstStyle/>
          <a:p>
            <a:pPr marL="3093085" marR="158750" indent="-2945765">
              <a:lnSpc>
                <a:spcPts val="3760"/>
              </a:lnSpc>
              <a:spcBef>
                <a:spcPts val="855"/>
              </a:spcBef>
            </a:pPr>
            <a:r>
              <a:rPr spc="35" dirty="0"/>
              <a:t>P</a:t>
            </a:r>
            <a:r>
              <a:rPr spc="-20" dirty="0"/>
              <a:t>r</a:t>
            </a:r>
            <a:r>
              <a:rPr spc="15" dirty="0"/>
              <a:t>o</a:t>
            </a:r>
            <a:r>
              <a:rPr spc="35" dirty="0"/>
              <a:t>j</a:t>
            </a:r>
            <a:r>
              <a:rPr spc="15" dirty="0"/>
              <a:t>e</a:t>
            </a:r>
            <a:r>
              <a:rPr spc="45" dirty="0"/>
              <a:t>c</a:t>
            </a:r>
            <a:r>
              <a:rPr spc="5" dirty="0"/>
              <a:t>t</a:t>
            </a:r>
            <a:r>
              <a:rPr spc="-365" dirty="0"/>
              <a:t> </a:t>
            </a:r>
            <a:r>
              <a:rPr spc="35" dirty="0"/>
              <a:t>A</a:t>
            </a:r>
            <a:r>
              <a:rPr spc="15" dirty="0"/>
              <a:t>ud</a:t>
            </a:r>
            <a:r>
              <a:rPr spc="40" dirty="0"/>
              <a:t>i</a:t>
            </a:r>
            <a:r>
              <a:rPr spc="5" dirty="0"/>
              <a:t>t</a:t>
            </a:r>
            <a:r>
              <a:rPr spc="45" dirty="0"/>
              <a:t>s</a:t>
            </a:r>
            <a:r>
              <a:rPr spc="5" dirty="0"/>
              <a:t>:</a:t>
            </a:r>
            <a:r>
              <a:rPr spc="-215" dirty="0"/>
              <a:t> </a:t>
            </a:r>
            <a:r>
              <a:rPr spc="15" dirty="0"/>
              <a:t>Le</a:t>
            </a:r>
            <a:r>
              <a:rPr spc="45" dirty="0"/>
              <a:t>ss</a:t>
            </a:r>
            <a:r>
              <a:rPr spc="15" dirty="0"/>
              <a:t>ons</a:t>
            </a:r>
            <a:r>
              <a:rPr spc="-180" dirty="0"/>
              <a:t> </a:t>
            </a:r>
            <a:r>
              <a:rPr spc="15" dirty="0"/>
              <a:t>Le</a:t>
            </a:r>
            <a:r>
              <a:rPr spc="20" dirty="0"/>
              <a:t>a</a:t>
            </a:r>
            <a:r>
              <a:rPr spc="-20" dirty="0"/>
              <a:t>r</a:t>
            </a:r>
            <a:r>
              <a:rPr spc="15" dirty="0"/>
              <a:t>ne</a:t>
            </a:r>
            <a:r>
              <a:rPr spc="20" dirty="0"/>
              <a:t>d</a:t>
            </a:r>
            <a:r>
              <a:rPr spc="5" dirty="0"/>
              <a:t>,</a:t>
            </a:r>
            <a:r>
              <a:rPr spc="-140" dirty="0"/>
              <a:t> </a:t>
            </a:r>
            <a:r>
              <a:rPr spc="15" dirty="0"/>
              <a:t>Ret</a:t>
            </a:r>
            <a:r>
              <a:rPr spc="-20" dirty="0"/>
              <a:t>r</a:t>
            </a:r>
            <a:r>
              <a:rPr spc="15" dirty="0"/>
              <a:t>o</a:t>
            </a:r>
            <a:r>
              <a:rPr spc="45" dirty="0"/>
              <a:t>s</a:t>
            </a:r>
            <a:r>
              <a:rPr spc="15" dirty="0"/>
              <a:t>pe</a:t>
            </a:r>
            <a:r>
              <a:rPr spc="45" dirty="0"/>
              <a:t>c</a:t>
            </a:r>
            <a:r>
              <a:rPr spc="5" dirty="0"/>
              <a:t>t</a:t>
            </a:r>
            <a:r>
              <a:rPr spc="-30" dirty="0"/>
              <a:t>iv</a:t>
            </a:r>
            <a:r>
              <a:rPr spc="15" dirty="0"/>
              <a:t>es</a:t>
            </a:r>
            <a:r>
              <a:rPr spc="-250" dirty="0"/>
              <a:t> </a:t>
            </a:r>
            <a:r>
              <a:rPr spc="20" dirty="0"/>
              <a:t>&amp;</a:t>
            </a:r>
            <a:r>
              <a:rPr spc="25" dirty="0"/>
              <a:t> </a:t>
            </a:r>
            <a:r>
              <a:rPr spc="40" dirty="0"/>
              <a:t>B</a:t>
            </a:r>
            <a:r>
              <a:rPr spc="15" dirty="0"/>
              <a:t>a</a:t>
            </a:r>
            <a:r>
              <a:rPr spc="-20" dirty="0"/>
              <a:t>rr</a:t>
            </a:r>
            <a:r>
              <a:rPr spc="30" dirty="0"/>
              <a:t>i</a:t>
            </a:r>
            <a:r>
              <a:rPr spc="15" dirty="0"/>
              <a:t>e</a:t>
            </a:r>
            <a:r>
              <a:rPr spc="-20" dirty="0"/>
              <a:t>r</a:t>
            </a:r>
            <a:r>
              <a:rPr spc="10" dirty="0"/>
              <a:t>s  to</a:t>
            </a:r>
            <a:r>
              <a:rPr spc="-65" dirty="0"/>
              <a:t> </a:t>
            </a:r>
            <a:r>
              <a:rPr spc="10" dirty="0"/>
              <a:t>Organizational</a:t>
            </a:r>
            <a:r>
              <a:rPr spc="-180" dirty="0"/>
              <a:t> </a:t>
            </a:r>
            <a:r>
              <a:rPr spc="15" dirty="0"/>
              <a:t>Learning</a:t>
            </a:r>
          </a:p>
        </p:txBody>
      </p:sp>
      <p:sp>
        <p:nvSpPr>
          <p:cNvPr id="3" name="object 3"/>
          <p:cNvSpPr txBox="1"/>
          <p:nvPr/>
        </p:nvSpPr>
        <p:spPr>
          <a:xfrm>
            <a:off x="698500" y="1129664"/>
            <a:ext cx="10778490" cy="5407660"/>
          </a:xfrm>
          <a:prstGeom prst="rect">
            <a:avLst/>
          </a:prstGeom>
        </p:spPr>
        <p:txBody>
          <a:bodyPr vert="horz" wrap="square" lIns="0" tIns="13335" rIns="0" bIns="0" rtlCol="0">
            <a:spAutoFit/>
          </a:bodyPr>
          <a:lstStyle/>
          <a:p>
            <a:pPr marL="241300" indent="-228600">
              <a:lnSpc>
                <a:spcPct val="100000"/>
              </a:lnSpc>
              <a:spcBef>
                <a:spcPts val="105"/>
              </a:spcBef>
              <a:buChar char="•"/>
              <a:tabLst>
                <a:tab pos="241300" algn="l"/>
              </a:tabLst>
            </a:pPr>
            <a:r>
              <a:rPr sz="2700" spc="-10" dirty="0">
                <a:solidFill>
                  <a:srgbClr val="336697"/>
                </a:solidFill>
                <a:latin typeface="Arial MT"/>
                <a:cs typeface="Arial MT"/>
              </a:rPr>
              <a:t>Lessons</a:t>
            </a:r>
            <a:r>
              <a:rPr sz="2700" spc="30" dirty="0">
                <a:solidFill>
                  <a:srgbClr val="336697"/>
                </a:solidFill>
                <a:latin typeface="Arial MT"/>
                <a:cs typeface="Arial MT"/>
              </a:rPr>
              <a:t> </a:t>
            </a:r>
            <a:r>
              <a:rPr sz="2700" spc="-15" dirty="0">
                <a:solidFill>
                  <a:srgbClr val="336697"/>
                </a:solidFill>
                <a:latin typeface="Arial MT"/>
                <a:cs typeface="Arial MT"/>
              </a:rPr>
              <a:t>Learned</a:t>
            </a:r>
            <a:endParaRPr sz="2700">
              <a:latin typeface="Arial MT"/>
              <a:cs typeface="Arial MT"/>
            </a:endParaRPr>
          </a:p>
          <a:p>
            <a:pPr marL="355600" marR="5080" lvl="1">
              <a:lnSpc>
                <a:spcPct val="82000"/>
              </a:lnSpc>
              <a:spcBef>
                <a:spcPts val="635"/>
              </a:spcBef>
              <a:buChar char="–"/>
              <a:tabLst>
                <a:tab pos="632460" algn="l"/>
              </a:tabLst>
            </a:pPr>
            <a:r>
              <a:rPr sz="2700" spc="-40" dirty="0">
                <a:solidFill>
                  <a:srgbClr val="970033"/>
                </a:solidFill>
                <a:latin typeface="Arial MT"/>
                <a:cs typeface="Arial MT"/>
              </a:rPr>
              <a:t>An</a:t>
            </a:r>
            <a:r>
              <a:rPr sz="2700" spc="145" dirty="0">
                <a:solidFill>
                  <a:srgbClr val="970033"/>
                </a:solidFill>
                <a:latin typeface="Arial MT"/>
                <a:cs typeface="Arial MT"/>
              </a:rPr>
              <a:t> </a:t>
            </a:r>
            <a:r>
              <a:rPr sz="2700" spc="-40" dirty="0">
                <a:solidFill>
                  <a:srgbClr val="970033"/>
                </a:solidFill>
                <a:latin typeface="Arial MT"/>
                <a:cs typeface="Arial MT"/>
              </a:rPr>
              <a:t>analysis</a:t>
            </a:r>
            <a:r>
              <a:rPr sz="2700" spc="225" dirty="0">
                <a:solidFill>
                  <a:srgbClr val="970033"/>
                </a:solidFill>
                <a:latin typeface="Arial MT"/>
                <a:cs typeface="Arial MT"/>
              </a:rPr>
              <a:t> </a:t>
            </a:r>
            <a:r>
              <a:rPr sz="2700" spc="-15" dirty="0">
                <a:solidFill>
                  <a:srgbClr val="970033"/>
                </a:solidFill>
                <a:latin typeface="Arial MT"/>
                <a:cs typeface="Arial MT"/>
              </a:rPr>
              <a:t>carried</a:t>
            </a:r>
            <a:r>
              <a:rPr sz="2700" spc="65" dirty="0">
                <a:solidFill>
                  <a:srgbClr val="970033"/>
                </a:solidFill>
                <a:latin typeface="Arial MT"/>
                <a:cs typeface="Arial MT"/>
              </a:rPr>
              <a:t> </a:t>
            </a:r>
            <a:r>
              <a:rPr sz="2700" spc="-30" dirty="0">
                <a:solidFill>
                  <a:srgbClr val="970033"/>
                </a:solidFill>
                <a:latin typeface="Arial MT"/>
                <a:cs typeface="Arial MT"/>
              </a:rPr>
              <a:t>out</a:t>
            </a:r>
            <a:r>
              <a:rPr sz="2700" spc="70" dirty="0">
                <a:solidFill>
                  <a:srgbClr val="970033"/>
                </a:solidFill>
                <a:latin typeface="Arial MT"/>
                <a:cs typeface="Arial MT"/>
              </a:rPr>
              <a:t> </a:t>
            </a:r>
            <a:r>
              <a:rPr sz="2700" spc="-40" dirty="0">
                <a:solidFill>
                  <a:srgbClr val="970033"/>
                </a:solidFill>
                <a:latin typeface="Arial MT"/>
                <a:cs typeface="Arial MT"/>
              </a:rPr>
              <a:t>during</a:t>
            </a:r>
            <a:r>
              <a:rPr sz="2700" spc="145" dirty="0">
                <a:solidFill>
                  <a:srgbClr val="970033"/>
                </a:solidFill>
                <a:latin typeface="Arial MT"/>
                <a:cs typeface="Arial MT"/>
              </a:rPr>
              <a:t> </a:t>
            </a:r>
            <a:r>
              <a:rPr sz="2700" spc="-30" dirty="0">
                <a:solidFill>
                  <a:srgbClr val="970033"/>
                </a:solidFill>
                <a:latin typeface="Arial MT"/>
                <a:cs typeface="Arial MT"/>
              </a:rPr>
              <a:t>and</a:t>
            </a:r>
            <a:r>
              <a:rPr sz="2700" spc="70" dirty="0">
                <a:solidFill>
                  <a:srgbClr val="970033"/>
                </a:solidFill>
                <a:latin typeface="Arial MT"/>
                <a:cs typeface="Arial MT"/>
              </a:rPr>
              <a:t> </a:t>
            </a:r>
            <a:r>
              <a:rPr sz="2700" spc="-25" dirty="0">
                <a:solidFill>
                  <a:srgbClr val="970033"/>
                </a:solidFill>
                <a:latin typeface="Arial MT"/>
                <a:cs typeface="Arial MT"/>
              </a:rPr>
              <a:t>shortly</a:t>
            </a:r>
            <a:r>
              <a:rPr sz="2700" spc="70" dirty="0">
                <a:solidFill>
                  <a:srgbClr val="970033"/>
                </a:solidFill>
                <a:latin typeface="Arial MT"/>
                <a:cs typeface="Arial MT"/>
              </a:rPr>
              <a:t> </a:t>
            </a:r>
            <a:r>
              <a:rPr sz="2700" spc="-5" dirty="0">
                <a:solidFill>
                  <a:srgbClr val="970033"/>
                </a:solidFill>
                <a:latin typeface="Arial MT"/>
                <a:cs typeface="Arial MT"/>
              </a:rPr>
              <a:t>after</a:t>
            </a:r>
            <a:r>
              <a:rPr sz="2700" spc="50" dirty="0">
                <a:solidFill>
                  <a:srgbClr val="970033"/>
                </a:solidFill>
                <a:latin typeface="Arial MT"/>
                <a:cs typeface="Arial MT"/>
              </a:rPr>
              <a:t> </a:t>
            </a:r>
            <a:r>
              <a:rPr sz="2700" spc="-30" dirty="0">
                <a:solidFill>
                  <a:srgbClr val="970033"/>
                </a:solidFill>
                <a:latin typeface="Arial MT"/>
                <a:cs typeface="Arial MT"/>
              </a:rPr>
              <a:t>the</a:t>
            </a:r>
            <a:r>
              <a:rPr sz="2700" spc="75" dirty="0">
                <a:solidFill>
                  <a:srgbClr val="970033"/>
                </a:solidFill>
                <a:latin typeface="Arial MT"/>
                <a:cs typeface="Arial MT"/>
              </a:rPr>
              <a:t> </a:t>
            </a:r>
            <a:r>
              <a:rPr sz="2700" spc="10" dirty="0">
                <a:solidFill>
                  <a:srgbClr val="970033"/>
                </a:solidFill>
                <a:latin typeface="Arial MT"/>
                <a:cs typeface="Arial MT"/>
              </a:rPr>
              <a:t>project</a:t>
            </a:r>
            <a:r>
              <a:rPr sz="2700" spc="-150" dirty="0">
                <a:solidFill>
                  <a:srgbClr val="970033"/>
                </a:solidFill>
                <a:latin typeface="Arial MT"/>
                <a:cs typeface="Arial MT"/>
              </a:rPr>
              <a:t> </a:t>
            </a:r>
            <a:r>
              <a:rPr sz="2700" spc="-40" dirty="0">
                <a:solidFill>
                  <a:srgbClr val="970033"/>
                </a:solidFill>
                <a:latin typeface="Arial MT"/>
                <a:cs typeface="Arial MT"/>
              </a:rPr>
              <a:t>life</a:t>
            </a:r>
            <a:r>
              <a:rPr sz="2700" spc="145" dirty="0">
                <a:solidFill>
                  <a:srgbClr val="970033"/>
                </a:solidFill>
                <a:latin typeface="Arial MT"/>
                <a:cs typeface="Arial MT"/>
              </a:rPr>
              <a:t> </a:t>
            </a:r>
            <a:r>
              <a:rPr sz="2700" spc="-30" dirty="0">
                <a:solidFill>
                  <a:srgbClr val="970033"/>
                </a:solidFill>
                <a:latin typeface="Arial MT"/>
                <a:cs typeface="Arial MT"/>
              </a:rPr>
              <a:t>cycle </a:t>
            </a:r>
            <a:r>
              <a:rPr sz="2700" spc="-735" dirty="0">
                <a:solidFill>
                  <a:srgbClr val="970033"/>
                </a:solidFill>
                <a:latin typeface="Arial MT"/>
                <a:cs typeface="Arial MT"/>
              </a:rPr>
              <a:t> </a:t>
            </a:r>
            <a:r>
              <a:rPr sz="2700" dirty="0">
                <a:solidFill>
                  <a:srgbClr val="970033"/>
                </a:solidFill>
                <a:latin typeface="Arial MT"/>
                <a:cs typeface="Arial MT"/>
              </a:rPr>
              <a:t>to </a:t>
            </a:r>
            <a:r>
              <a:rPr sz="2700" spc="-15" dirty="0">
                <a:solidFill>
                  <a:srgbClr val="970033"/>
                </a:solidFill>
                <a:latin typeface="Arial MT"/>
                <a:cs typeface="Arial MT"/>
              </a:rPr>
              <a:t>capture </a:t>
            </a:r>
            <a:r>
              <a:rPr sz="2700" spc="-35" dirty="0">
                <a:solidFill>
                  <a:srgbClr val="970033"/>
                </a:solidFill>
                <a:latin typeface="Arial MT"/>
                <a:cs typeface="Arial MT"/>
              </a:rPr>
              <a:t>positive</a:t>
            </a:r>
            <a:r>
              <a:rPr sz="2700" spc="-30" dirty="0">
                <a:solidFill>
                  <a:srgbClr val="970033"/>
                </a:solidFill>
                <a:latin typeface="Arial MT"/>
                <a:cs typeface="Arial MT"/>
              </a:rPr>
              <a:t> and negative </a:t>
            </a:r>
            <a:r>
              <a:rPr sz="2700" spc="10" dirty="0">
                <a:solidFill>
                  <a:srgbClr val="970033"/>
                </a:solidFill>
                <a:latin typeface="Arial MT"/>
                <a:cs typeface="Arial MT"/>
              </a:rPr>
              <a:t>project </a:t>
            </a:r>
            <a:r>
              <a:rPr sz="2700" spc="-35" dirty="0">
                <a:solidFill>
                  <a:srgbClr val="970033"/>
                </a:solidFill>
                <a:latin typeface="Arial MT"/>
                <a:cs typeface="Arial MT"/>
              </a:rPr>
              <a:t>learning—“what</a:t>
            </a:r>
            <a:r>
              <a:rPr sz="2700" spc="-30" dirty="0">
                <a:solidFill>
                  <a:srgbClr val="970033"/>
                </a:solidFill>
                <a:latin typeface="Arial MT"/>
                <a:cs typeface="Arial MT"/>
              </a:rPr>
              <a:t> </a:t>
            </a:r>
            <a:r>
              <a:rPr sz="2700" spc="-5" dirty="0">
                <a:solidFill>
                  <a:srgbClr val="970033"/>
                </a:solidFill>
                <a:latin typeface="Arial MT"/>
                <a:cs typeface="Arial MT"/>
              </a:rPr>
              <a:t>worked </a:t>
            </a:r>
            <a:r>
              <a:rPr sz="2700" spc="-30" dirty="0">
                <a:solidFill>
                  <a:srgbClr val="970033"/>
                </a:solidFill>
                <a:latin typeface="Arial MT"/>
                <a:cs typeface="Arial MT"/>
              </a:rPr>
              <a:t>and </a:t>
            </a:r>
            <a:r>
              <a:rPr sz="2700" spc="-740" dirty="0">
                <a:solidFill>
                  <a:srgbClr val="970033"/>
                </a:solidFill>
                <a:latin typeface="Arial MT"/>
                <a:cs typeface="Arial MT"/>
              </a:rPr>
              <a:t> </a:t>
            </a:r>
            <a:r>
              <a:rPr sz="2700" spc="-40" dirty="0">
                <a:solidFill>
                  <a:srgbClr val="970033"/>
                </a:solidFill>
                <a:latin typeface="Arial MT"/>
                <a:cs typeface="Arial MT"/>
              </a:rPr>
              <a:t>what</a:t>
            </a:r>
            <a:r>
              <a:rPr sz="2700" spc="140" dirty="0">
                <a:solidFill>
                  <a:srgbClr val="970033"/>
                </a:solidFill>
                <a:latin typeface="Arial MT"/>
                <a:cs typeface="Arial MT"/>
              </a:rPr>
              <a:t> </a:t>
            </a:r>
            <a:r>
              <a:rPr sz="2700" spc="-25" dirty="0">
                <a:solidFill>
                  <a:srgbClr val="970033"/>
                </a:solidFill>
                <a:latin typeface="Arial MT"/>
                <a:cs typeface="Arial MT"/>
              </a:rPr>
              <a:t>didn’t?”</a:t>
            </a:r>
            <a:endParaRPr sz="2700">
              <a:latin typeface="Arial MT"/>
              <a:cs typeface="Arial MT"/>
            </a:endParaRPr>
          </a:p>
          <a:p>
            <a:pPr marL="241300" indent="-228600">
              <a:lnSpc>
                <a:spcPct val="100000"/>
              </a:lnSpc>
              <a:spcBef>
                <a:spcPts val="215"/>
              </a:spcBef>
              <a:buChar char="•"/>
              <a:tabLst>
                <a:tab pos="241300" algn="l"/>
              </a:tabLst>
            </a:pPr>
            <a:r>
              <a:rPr sz="2700" spc="-15" dirty="0">
                <a:solidFill>
                  <a:srgbClr val="336697"/>
                </a:solidFill>
                <a:latin typeface="Arial MT"/>
                <a:cs typeface="Arial MT"/>
              </a:rPr>
              <a:t>Goals</a:t>
            </a:r>
            <a:r>
              <a:rPr sz="2700" spc="55" dirty="0">
                <a:solidFill>
                  <a:srgbClr val="336697"/>
                </a:solidFill>
                <a:latin typeface="Arial MT"/>
                <a:cs typeface="Arial MT"/>
              </a:rPr>
              <a:t> </a:t>
            </a:r>
            <a:r>
              <a:rPr sz="2700" spc="-5" dirty="0">
                <a:solidFill>
                  <a:srgbClr val="336697"/>
                </a:solidFill>
                <a:latin typeface="Arial MT"/>
                <a:cs typeface="Arial MT"/>
              </a:rPr>
              <a:t>of</a:t>
            </a:r>
            <a:r>
              <a:rPr sz="2700" spc="-15" dirty="0">
                <a:solidFill>
                  <a:srgbClr val="336697"/>
                </a:solidFill>
                <a:latin typeface="Arial MT"/>
                <a:cs typeface="Arial MT"/>
              </a:rPr>
              <a:t> Retrospectives</a:t>
            </a:r>
            <a:endParaRPr sz="2700">
              <a:latin typeface="Arial MT"/>
              <a:cs typeface="Arial MT"/>
            </a:endParaRPr>
          </a:p>
          <a:p>
            <a:pPr marL="641350" lvl="1" indent="-286385">
              <a:lnSpc>
                <a:spcPct val="100000"/>
              </a:lnSpc>
              <a:spcBef>
                <a:spcPts val="70"/>
              </a:spcBef>
              <a:buChar char="–"/>
              <a:tabLst>
                <a:tab pos="641985" algn="l"/>
              </a:tabLst>
            </a:pPr>
            <a:r>
              <a:rPr sz="2700" spc="-190" dirty="0">
                <a:solidFill>
                  <a:srgbClr val="970033"/>
                </a:solidFill>
                <a:latin typeface="Arial MT"/>
                <a:cs typeface="Arial MT"/>
              </a:rPr>
              <a:t>To</a:t>
            </a:r>
            <a:r>
              <a:rPr sz="2700" spc="130" dirty="0">
                <a:solidFill>
                  <a:srgbClr val="970033"/>
                </a:solidFill>
                <a:latin typeface="Arial MT"/>
                <a:cs typeface="Arial MT"/>
              </a:rPr>
              <a:t> </a:t>
            </a:r>
            <a:r>
              <a:rPr sz="2700" spc="-15" dirty="0">
                <a:solidFill>
                  <a:srgbClr val="970033"/>
                </a:solidFill>
                <a:latin typeface="Arial MT"/>
                <a:cs typeface="Arial MT"/>
              </a:rPr>
              <a:t>reuse</a:t>
            </a:r>
            <a:r>
              <a:rPr sz="2700" spc="290" dirty="0">
                <a:solidFill>
                  <a:srgbClr val="970033"/>
                </a:solidFill>
                <a:latin typeface="Arial MT"/>
                <a:cs typeface="Arial MT"/>
              </a:rPr>
              <a:t> </a:t>
            </a:r>
            <a:r>
              <a:rPr sz="2700" spc="-25" dirty="0">
                <a:solidFill>
                  <a:srgbClr val="970033"/>
                </a:solidFill>
                <a:latin typeface="Arial MT"/>
                <a:cs typeface="Arial MT"/>
              </a:rPr>
              <a:t>learned</a:t>
            </a:r>
            <a:r>
              <a:rPr sz="2700" spc="355" dirty="0">
                <a:solidFill>
                  <a:srgbClr val="970033"/>
                </a:solidFill>
                <a:latin typeface="Arial MT"/>
                <a:cs typeface="Arial MT"/>
              </a:rPr>
              <a:t> </a:t>
            </a:r>
            <a:r>
              <a:rPr sz="2700" spc="-10" dirty="0">
                <a:solidFill>
                  <a:srgbClr val="970033"/>
                </a:solidFill>
                <a:latin typeface="Arial MT"/>
                <a:cs typeface="Arial MT"/>
              </a:rPr>
              <a:t>solutions</a:t>
            </a:r>
            <a:endParaRPr sz="2700">
              <a:latin typeface="Arial MT"/>
              <a:cs typeface="Arial MT"/>
            </a:endParaRPr>
          </a:p>
          <a:p>
            <a:pPr marL="641350" lvl="1" indent="-286385">
              <a:lnSpc>
                <a:spcPct val="100000"/>
              </a:lnSpc>
              <a:spcBef>
                <a:spcPts val="60"/>
              </a:spcBef>
              <a:buChar char="–"/>
              <a:tabLst>
                <a:tab pos="641985" algn="l"/>
                <a:tab pos="3408045" algn="l"/>
              </a:tabLst>
            </a:pPr>
            <a:r>
              <a:rPr sz="2700" spc="-190" dirty="0">
                <a:solidFill>
                  <a:srgbClr val="970033"/>
                </a:solidFill>
                <a:latin typeface="Arial MT"/>
                <a:cs typeface="Arial MT"/>
              </a:rPr>
              <a:t>To</a:t>
            </a:r>
            <a:r>
              <a:rPr sz="2700" spc="160" dirty="0">
                <a:solidFill>
                  <a:srgbClr val="970033"/>
                </a:solidFill>
                <a:latin typeface="Arial MT"/>
                <a:cs typeface="Arial MT"/>
              </a:rPr>
              <a:t> </a:t>
            </a:r>
            <a:r>
              <a:rPr sz="2700" dirty="0">
                <a:solidFill>
                  <a:srgbClr val="970033"/>
                </a:solidFill>
                <a:latin typeface="Arial MT"/>
                <a:cs typeface="Arial MT"/>
              </a:rPr>
              <a:t>stop</a:t>
            </a:r>
            <a:r>
              <a:rPr sz="2700" spc="165" dirty="0">
                <a:solidFill>
                  <a:srgbClr val="970033"/>
                </a:solidFill>
                <a:latin typeface="Arial MT"/>
                <a:cs typeface="Arial MT"/>
              </a:rPr>
              <a:t> </a:t>
            </a:r>
            <a:r>
              <a:rPr sz="2700" spc="-10" dirty="0">
                <a:solidFill>
                  <a:srgbClr val="970033"/>
                </a:solidFill>
                <a:latin typeface="Arial MT"/>
                <a:cs typeface="Arial MT"/>
              </a:rPr>
              <a:t>repetitive	</a:t>
            </a:r>
            <a:r>
              <a:rPr sz="2700" spc="5" dirty="0">
                <a:solidFill>
                  <a:srgbClr val="970033"/>
                </a:solidFill>
                <a:latin typeface="Arial MT"/>
                <a:cs typeface="Arial MT"/>
              </a:rPr>
              <a:t>mistakes</a:t>
            </a:r>
            <a:endParaRPr sz="2700">
              <a:latin typeface="Arial MT"/>
              <a:cs typeface="Arial MT"/>
            </a:endParaRPr>
          </a:p>
          <a:p>
            <a:pPr marL="241300" indent="-228600">
              <a:lnSpc>
                <a:spcPct val="100000"/>
              </a:lnSpc>
              <a:spcBef>
                <a:spcPts val="745"/>
              </a:spcBef>
              <a:buChar char="•"/>
              <a:tabLst>
                <a:tab pos="241300" algn="l"/>
              </a:tabLst>
            </a:pPr>
            <a:r>
              <a:rPr sz="2700" spc="-10" dirty="0">
                <a:solidFill>
                  <a:srgbClr val="336697"/>
                </a:solidFill>
                <a:latin typeface="Arial MT"/>
                <a:cs typeface="Arial MT"/>
              </a:rPr>
              <a:t>Barriers</a:t>
            </a:r>
            <a:r>
              <a:rPr sz="2700" spc="70" dirty="0">
                <a:solidFill>
                  <a:srgbClr val="336697"/>
                </a:solidFill>
                <a:latin typeface="Arial MT"/>
                <a:cs typeface="Arial MT"/>
              </a:rPr>
              <a:t> </a:t>
            </a:r>
            <a:r>
              <a:rPr sz="2700" dirty="0">
                <a:solidFill>
                  <a:srgbClr val="336697"/>
                </a:solidFill>
                <a:latin typeface="Arial MT"/>
                <a:cs typeface="Arial MT"/>
              </a:rPr>
              <a:t>to </a:t>
            </a:r>
            <a:r>
              <a:rPr sz="2700" spc="-25" dirty="0">
                <a:solidFill>
                  <a:srgbClr val="336697"/>
                </a:solidFill>
                <a:latin typeface="Arial MT"/>
                <a:cs typeface="Arial MT"/>
              </a:rPr>
              <a:t>Organizational</a:t>
            </a:r>
            <a:r>
              <a:rPr sz="2700" spc="295" dirty="0">
                <a:solidFill>
                  <a:srgbClr val="336697"/>
                </a:solidFill>
                <a:latin typeface="Arial MT"/>
                <a:cs typeface="Arial MT"/>
              </a:rPr>
              <a:t> </a:t>
            </a:r>
            <a:r>
              <a:rPr sz="2700" spc="-30" dirty="0">
                <a:solidFill>
                  <a:srgbClr val="336697"/>
                </a:solidFill>
                <a:latin typeface="Arial MT"/>
                <a:cs typeface="Arial MT"/>
              </a:rPr>
              <a:t>Learning</a:t>
            </a:r>
            <a:endParaRPr sz="2700">
              <a:latin typeface="Arial MT"/>
              <a:cs typeface="Arial MT"/>
            </a:endParaRPr>
          </a:p>
          <a:p>
            <a:pPr marL="650875" lvl="1" indent="-295910">
              <a:lnSpc>
                <a:spcPct val="100000"/>
              </a:lnSpc>
              <a:spcBef>
                <a:spcPts val="60"/>
              </a:spcBef>
              <a:buChar char="–"/>
              <a:tabLst>
                <a:tab pos="651510" algn="l"/>
              </a:tabLst>
            </a:pPr>
            <a:r>
              <a:rPr sz="2700" dirty="0">
                <a:solidFill>
                  <a:srgbClr val="970033"/>
                </a:solidFill>
                <a:latin typeface="Arial MT"/>
                <a:cs typeface="Arial MT"/>
              </a:rPr>
              <a:t>Lack</a:t>
            </a:r>
            <a:r>
              <a:rPr sz="2700" spc="140" dirty="0">
                <a:solidFill>
                  <a:srgbClr val="970033"/>
                </a:solidFill>
                <a:latin typeface="Arial MT"/>
                <a:cs typeface="Arial MT"/>
              </a:rPr>
              <a:t> </a:t>
            </a:r>
            <a:r>
              <a:rPr sz="2700" dirty="0">
                <a:solidFill>
                  <a:srgbClr val="970033"/>
                </a:solidFill>
                <a:latin typeface="Arial MT"/>
                <a:cs typeface="Arial MT"/>
              </a:rPr>
              <a:t>of</a:t>
            </a:r>
            <a:r>
              <a:rPr sz="2700" spc="75" dirty="0">
                <a:solidFill>
                  <a:srgbClr val="970033"/>
                </a:solidFill>
                <a:latin typeface="Arial MT"/>
                <a:cs typeface="Arial MT"/>
              </a:rPr>
              <a:t> </a:t>
            </a:r>
            <a:r>
              <a:rPr sz="2700" spc="5" dirty="0">
                <a:solidFill>
                  <a:srgbClr val="970033"/>
                </a:solidFill>
                <a:latin typeface="Arial MT"/>
                <a:cs typeface="Arial MT"/>
              </a:rPr>
              <a:t>post-project</a:t>
            </a:r>
            <a:r>
              <a:rPr sz="2700" spc="290" dirty="0">
                <a:solidFill>
                  <a:srgbClr val="970033"/>
                </a:solidFill>
                <a:latin typeface="Arial MT"/>
                <a:cs typeface="Arial MT"/>
              </a:rPr>
              <a:t> </a:t>
            </a:r>
            <a:r>
              <a:rPr sz="2700" spc="-5" dirty="0">
                <a:solidFill>
                  <a:srgbClr val="970033"/>
                </a:solidFill>
                <a:latin typeface="Arial MT"/>
                <a:cs typeface="Arial MT"/>
              </a:rPr>
              <a:t>time</a:t>
            </a:r>
            <a:r>
              <a:rPr sz="2700" spc="145" dirty="0">
                <a:solidFill>
                  <a:srgbClr val="970033"/>
                </a:solidFill>
                <a:latin typeface="Arial MT"/>
                <a:cs typeface="Arial MT"/>
              </a:rPr>
              <a:t> </a:t>
            </a:r>
            <a:r>
              <a:rPr sz="2700" dirty="0">
                <a:solidFill>
                  <a:srgbClr val="970033"/>
                </a:solidFill>
                <a:latin typeface="Arial MT"/>
                <a:cs typeface="Arial MT"/>
              </a:rPr>
              <a:t>for</a:t>
            </a:r>
            <a:r>
              <a:rPr sz="2700" spc="145" dirty="0">
                <a:solidFill>
                  <a:srgbClr val="970033"/>
                </a:solidFill>
                <a:latin typeface="Arial MT"/>
                <a:cs typeface="Arial MT"/>
              </a:rPr>
              <a:t> </a:t>
            </a:r>
            <a:r>
              <a:rPr sz="2700" spc="-10" dirty="0">
                <a:solidFill>
                  <a:srgbClr val="970033"/>
                </a:solidFill>
                <a:latin typeface="Arial MT"/>
                <a:cs typeface="Arial MT"/>
              </a:rPr>
              <a:t>developing</a:t>
            </a:r>
            <a:r>
              <a:rPr sz="2700" spc="365" dirty="0">
                <a:solidFill>
                  <a:srgbClr val="970033"/>
                </a:solidFill>
                <a:latin typeface="Arial MT"/>
                <a:cs typeface="Arial MT"/>
              </a:rPr>
              <a:t> </a:t>
            </a:r>
            <a:r>
              <a:rPr sz="2700" spc="-25" dirty="0">
                <a:solidFill>
                  <a:srgbClr val="970033"/>
                </a:solidFill>
                <a:latin typeface="Arial MT"/>
                <a:cs typeface="Arial MT"/>
              </a:rPr>
              <a:t>lessons</a:t>
            </a:r>
            <a:endParaRPr sz="2700">
              <a:latin typeface="Arial MT"/>
              <a:cs typeface="Arial MT"/>
            </a:endParaRPr>
          </a:p>
          <a:p>
            <a:pPr marL="650875" lvl="1" indent="-295910">
              <a:lnSpc>
                <a:spcPct val="100000"/>
              </a:lnSpc>
              <a:spcBef>
                <a:spcPts val="65"/>
              </a:spcBef>
              <a:buChar char="–"/>
              <a:tabLst>
                <a:tab pos="651510" algn="l"/>
              </a:tabLst>
            </a:pPr>
            <a:r>
              <a:rPr sz="2700" dirty="0">
                <a:solidFill>
                  <a:srgbClr val="970033"/>
                </a:solidFill>
                <a:latin typeface="Arial MT"/>
                <a:cs typeface="Arial MT"/>
              </a:rPr>
              <a:t>No</a:t>
            </a:r>
            <a:r>
              <a:rPr sz="2700" spc="70" dirty="0">
                <a:solidFill>
                  <a:srgbClr val="970033"/>
                </a:solidFill>
                <a:latin typeface="Arial MT"/>
                <a:cs typeface="Arial MT"/>
              </a:rPr>
              <a:t> </a:t>
            </a:r>
            <a:r>
              <a:rPr sz="2700" spc="5" dirty="0">
                <a:solidFill>
                  <a:srgbClr val="970033"/>
                </a:solidFill>
                <a:latin typeface="Arial MT"/>
                <a:cs typeface="Arial MT"/>
              </a:rPr>
              <a:t>post-project</a:t>
            </a:r>
            <a:r>
              <a:rPr sz="2700" spc="280" dirty="0">
                <a:solidFill>
                  <a:srgbClr val="970033"/>
                </a:solidFill>
                <a:latin typeface="Arial MT"/>
                <a:cs typeface="Arial MT"/>
              </a:rPr>
              <a:t> </a:t>
            </a:r>
            <a:r>
              <a:rPr sz="2700" spc="-10" dirty="0">
                <a:solidFill>
                  <a:srgbClr val="970033"/>
                </a:solidFill>
                <a:latin typeface="Arial MT"/>
                <a:cs typeface="Arial MT"/>
              </a:rPr>
              <a:t>direction</a:t>
            </a:r>
            <a:r>
              <a:rPr sz="2700" spc="360" dirty="0">
                <a:solidFill>
                  <a:srgbClr val="970033"/>
                </a:solidFill>
                <a:latin typeface="Arial MT"/>
                <a:cs typeface="Arial MT"/>
              </a:rPr>
              <a:t> </a:t>
            </a:r>
            <a:r>
              <a:rPr sz="2700" dirty="0">
                <a:solidFill>
                  <a:srgbClr val="970033"/>
                </a:solidFill>
                <a:latin typeface="Arial MT"/>
                <a:cs typeface="Arial MT"/>
              </a:rPr>
              <a:t>or</a:t>
            </a:r>
            <a:r>
              <a:rPr sz="2700" spc="60" dirty="0">
                <a:solidFill>
                  <a:srgbClr val="970033"/>
                </a:solidFill>
                <a:latin typeface="Arial MT"/>
                <a:cs typeface="Arial MT"/>
              </a:rPr>
              <a:t> </a:t>
            </a:r>
            <a:r>
              <a:rPr sz="2700" spc="-15" dirty="0">
                <a:solidFill>
                  <a:srgbClr val="970033"/>
                </a:solidFill>
                <a:latin typeface="Arial MT"/>
                <a:cs typeface="Arial MT"/>
              </a:rPr>
              <a:t>support</a:t>
            </a:r>
            <a:r>
              <a:rPr sz="2700" spc="355" dirty="0">
                <a:solidFill>
                  <a:srgbClr val="970033"/>
                </a:solidFill>
                <a:latin typeface="Arial MT"/>
                <a:cs typeface="Arial MT"/>
              </a:rPr>
              <a:t> </a:t>
            </a:r>
            <a:r>
              <a:rPr sz="2700" dirty="0">
                <a:solidFill>
                  <a:srgbClr val="970033"/>
                </a:solidFill>
                <a:latin typeface="Arial MT"/>
                <a:cs typeface="Arial MT"/>
              </a:rPr>
              <a:t>for</a:t>
            </a:r>
            <a:r>
              <a:rPr sz="2700" spc="60" dirty="0">
                <a:solidFill>
                  <a:srgbClr val="970033"/>
                </a:solidFill>
                <a:latin typeface="Arial MT"/>
                <a:cs typeface="Arial MT"/>
              </a:rPr>
              <a:t> </a:t>
            </a:r>
            <a:r>
              <a:rPr sz="2700" spc="10" dirty="0">
                <a:solidFill>
                  <a:srgbClr val="970033"/>
                </a:solidFill>
                <a:latin typeface="Arial MT"/>
                <a:cs typeface="Arial MT"/>
              </a:rPr>
              <a:t>teams</a:t>
            </a:r>
            <a:endParaRPr sz="2700">
              <a:latin typeface="Arial MT"/>
              <a:cs typeface="Arial MT"/>
            </a:endParaRPr>
          </a:p>
          <a:p>
            <a:pPr marL="650875" lvl="1" indent="-295910">
              <a:lnSpc>
                <a:spcPts val="3235"/>
              </a:lnSpc>
              <a:spcBef>
                <a:spcPts val="65"/>
              </a:spcBef>
              <a:buChar char="–"/>
              <a:tabLst>
                <a:tab pos="651510" algn="l"/>
              </a:tabLst>
            </a:pPr>
            <a:r>
              <a:rPr sz="2700" spc="-10" dirty="0">
                <a:solidFill>
                  <a:srgbClr val="970033"/>
                </a:solidFill>
                <a:latin typeface="Arial MT"/>
                <a:cs typeface="Arial MT"/>
              </a:rPr>
              <a:t>Lessons</a:t>
            </a:r>
            <a:r>
              <a:rPr sz="2700" spc="275" dirty="0">
                <a:solidFill>
                  <a:srgbClr val="970033"/>
                </a:solidFill>
                <a:latin typeface="Arial MT"/>
                <a:cs typeface="Arial MT"/>
              </a:rPr>
              <a:t> </a:t>
            </a:r>
            <a:r>
              <a:rPr sz="2700" spc="10" dirty="0">
                <a:solidFill>
                  <a:srgbClr val="970033"/>
                </a:solidFill>
                <a:latin typeface="Arial MT"/>
                <a:cs typeface="Arial MT"/>
              </a:rPr>
              <a:t>become</a:t>
            </a:r>
            <a:r>
              <a:rPr sz="2700" spc="135" dirty="0">
                <a:solidFill>
                  <a:srgbClr val="970033"/>
                </a:solidFill>
                <a:latin typeface="Arial MT"/>
                <a:cs typeface="Arial MT"/>
              </a:rPr>
              <a:t> </a:t>
            </a:r>
            <a:r>
              <a:rPr sz="2700" dirty="0">
                <a:solidFill>
                  <a:srgbClr val="970033"/>
                </a:solidFill>
                <a:latin typeface="Arial MT"/>
                <a:cs typeface="Arial MT"/>
              </a:rPr>
              <a:t>blame</a:t>
            </a:r>
            <a:r>
              <a:rPr sz="2700" spc="130" dirty="0">
                <a:solidFill>
                  <a:srgbClr val="970033"/>
                </a:solidFill>
                <a:latin typeface="Arial MT"/>
                <a:cs typeface="Arial MT"/>
              </a:rPr>
              <a:t> </a:t>
            </a:r>
            <a:r>
              <a:rPr sz="2700" spc="-20" dirty="0">
                <a:solidFill>
                  <a:srgbClr val="970033"/>
                </a:solidFill>
                <a:latin typeface="Arial MT"/>
                <a:cs typeface="Arial MT"/>
              </a:rPr>
              <a:t>sessions</a:t>
            </a:r>
            <a:endParaRPr sz="2700">
              <a:latin typeface="Arial MT"/>
              <a:cs typeface="Arial MT"/>
            </a:endParaRPr>
          </a:p>
          <a:p>
            <a:pPr marL="650875" lvl="1" indent="-295910">
              <a:lnSpc>
                <a:spcPts val="3235"/>
              </a:lnSpc>
              <a:buChar char="–"/>
              <a:tabLst>
                <a:tab pos="651510" algn="l"/>
              </a:tabLst>
            </a:pPr>
            <a:r>
              <a:rPr sz="2700" spc="-10" dirty="0">
                <a:solidFill>
                  <a:srgbClr val="970033"/>
                </a:solidFill>
                <a:latin typeface="Arial MT"/>
                <a:cs typeface="Arial MT"/>
              </a:rPr>
              <a:t>Lessons</a:t>
            </a:r>
            <a:r>
              <a:rPr sz="2700" spc="290" dirty="0">
                <a:solidFill>
                  <a:srgbClr val="970033"/>
                </a:solidFill>
                <a:latin typeface="Arial MT"/>
                <a:cs typeface="Arial MT"/>
              </a:rPr>
              <a:t> </a:t>
            </a:r>
            <a:r>
              <a:rPr sz="2700" dirty="0">
                <a:solidFill>
                  <a:srgbClr val="970033"/>
                </a:solidFill>
                <a:latin typeface="Arial MT"/>
                <a:cs typeface="Arial MT"/>
              </a:rPr>
              <a:t>are</a:t>
            </a:r>
            <a:r>
              <a:rPr sz="2700" spc="140" dirty="0">
                <a:solidFill>
                  <a:srgbClr val="970033"/>
                </a:solidFill>
                <a:latin typeface="Arial MT"/>
                <a:cs typeface="Arial MT"/>
              </a:rPr>
              <a:t> </a:t>
            </a:r>
            <a:r>
              <a:rPr sz="2700" spc="-25" dirty="0">
                <a:solidFill>
                  <a:srgbClr val="970033"/>
                </a:solidFill>
                <a:latin typeface="Arial MT"/>
                <a:cs typeface="Arial MT"/>
              </a:rPr>
              <a:t>not</a:t>
            </a:r>
            <a:r>
              <a:rPr sz="2700" spc="145" dirty="0">
                <a:solidFill>
                  <a:srgbClr val="970033"/>
                </a:solidFill>
                <a:latin typeface="Arial MT"/>
                <a:cs typeface="Arial MT"/>
              </a:rPr>
              <a:t> </a:t>
            </a:r>
            <a:r>
              <a:rPr sz="2700" spc="-25" dirty="0">
                <a:solidFill>
                  <a:srgbClr val="970033"/>
                </a:solidFill>
                <a:latin typeface="Arial MT"/>
                <a:cs typeface="Arial MT"/>
              </a:rPr>
              <a:t>applied</a:t>
            </a:r>
            <a:r>
              <a:rPr sz="2700" spc="365" dirty="0">
                <a:solidFill>
                  <a:srgbClr val="970033"/>
                </a:solidFill>
                <a:latin typeface="Arial MT"/>
                <a:cs typeface="Arial MT"/>
              </a:rPr>
              <a:t> </a:t>
            </a:r>
            <a:r>
              <a:rPr sz="2700" spc="-40" dirty="0">
                <a:solidFill>
                  <a:srgbClr val="970033"/>
                </a:solidFill>
                <a:latin typeface="Arial MT"/>
                <a:cs typeface="Arial MT"/>
              </a:rPr>
              <a:t>in</a:t>
            </a:r>
            <a:r>
              <a:rPr sz="2700" spc="220" dirty="0">
                <a:solidFill>
                  <a:srgbClr val="970033"/>
                </a:solidFill>
                <a:latin typeface="Arial MT"/>
                <a:cs typeface="Arial MT"/>
              </a:rPr>
              <a:t> </a:t>
            </a:r>
            <a:r>
              <a:rPr sz="2700" spc="-15" dirty="0">
                <a:solidFill>
                  <a:srgbClr val="970033"/>
                </a:solidFill>
                <a:latin typeface="Arial MT"/>
                <a:cs typeface="Arial MT"/>
              </a:rPr>
              <a:t>other</a:t>
            </a:r>
            <a:r>
              <a:rPr sz="2700" spc="215" dirty="0">
                <a:solidFill>
                  <a:srgbClr val="970033"/>
                </a:solidFill>
                <a:latin typeface="Arial MT"/>
                <a:cs typeface="Arial MT"/>
              </a:rPr>
              <a:t> </a:t>
            </a:r>
            <a:r>
              <a:rPr sz="2700" spc="-10" dirty="0">
                <a:solidFill>
                  <a:srgbClr val="970033"/>
                </a:solidFill>
                <a:latin typeface="Arial MT"/>
                <a:cs typeface="Arial MT"/>
              </a:rPr>
              <a:t>locations</a:t>
            </a:r>
            <a:endParaRPr sz="2700">
              <a:latin typeface="Arial MT"/>
              <a:cs typeface="Arial MT"/>
            </a:endParaRPr>
          </a:p>
          <a:p>
            <a:pPr marL="650875" lvl="1" indent="-295910">
              <a:lnSpc>
                <a:spcPct val="100000"/>
              </a:lnSpc>
              <a:spcBef>
                <a:spcPts val="65"/>
              </a:spcBef>
              <a:buChar char="–"/>
              <a:tabLst>
                <a:tab pos="651510" algn="l"/>
                <a:tab pos="3016885" algn="l"/>
                <a:tab pos="7243445" algn="l"/>
              </a:tabLst>
            </a:pPr>
            <a:r>
              <a:rPr sz="2700" spc="5" dirty="0">
                <a:solidFill>
                  <a:srgbClr val="970033"/>
                </a:solidFill>
                <a:latin typeface="Arial MT"/>
                <a:cs typeface="Arial MT"/>
              </a:rPr>
              <a:t>Organizational	</a:t>
            </a:r>
            <a:r>
              <a:rPr sz="2700" spc="-25" dirty="0">
                <a:solidFill>
                  <a:srgbClr val="970033"/>
                </a:solidFill>
                <a:latin typeface="Arial MT"/>
                <a:cs typeface="Arial MT"/>
              </a:rPr>
              <a:t>culture</a:t>
            </a:r>
            <a:r>
              <a:rPr sz="2700" spc="390" dirty="0">
                <a:solidFill>
                  <a:srgbClr val="970033"/>
                </a:solidFill>
                <a:latin typeface="Arial MT"/>
                <a:cs typeface="Arial MT"/>
              </a:rPr>
              <a:t> </a:t>
            </a:r>
            <a:r>
              <a:rPr sz="2700" dirty="0">
                <a:solidFill>
                  <a:srgbClr val="970033"/>
                </a:solidFill>
                <a:latin typeface="Arial MT"/>
                <a:cs typeface="Arial MT"/>
              </a:rPr>
              <a:t>does</a:t>
            </a:r>
            <a:r>
              <a:rPr sz="2700" spc="160" dirty="0">
                <a:solidFill>
                  <a:srgbClr val="970033"/>
                </a:solidFill>
                <a:latin typeface="Arial MT"/>
                <a:cs typeface="Arial MT"/>
              </a:rPr>
              <a:t> </a:t>
            </a:r>
            <a:r>
              <a:rPr sz="2700" spc="-25" dirty="0">
                <a:solidFill>
                  <a:srgbClr val="970033"/>
                </a:solidFill>
                <a:latin typeface="Arial MT"/>
                <a:cs typeface="Arial MT"/>
              </a:rPr>
              <a:t>not</a:t>
            </a:r>
            <a:r>
              <a:rPr sz="2700" spc="240" dirty="0">
                <a:solidFill>
                  <a:srgbClr val="970033"/>
                </a:solidFill>
                <a:latin typeface="Arial MT"/>
                <a:cs typeface="Arial MT"/>
              </a:rPr>
              <a:t> </a:t>
            </a:r>
            <a:r>
              <a:rPr sz="2700" spc="-20" dirty="0">
                <a:solidFill>
                  <a:srgbClr val="970033"/>
                </a:solidFill>
                <a:latin typeface="Arial MT"/>
                <a:cs typeface="Arial MT"/>
              </a:rPr>
              <a:t>recognize	</a:t>
            </a:r>
            <a:r>
              <a:rPr sz="2700" spc="-50" dirty="0">
                <a:solidFill>
                  <a:srgbClr val="970033"/>
                </a:solidFill>
                <a:latin typeface="Arial MT"/>
                <a:cs typeface="Arial MT"/>
              </a:rPr>
              <a:t>value</a:t>
            </a:r>
            <a:r>
              <a:rPr sz="2700" spc="345" dirty="0">
                <a:solidFill>
                  <a:srgbClr val="970033"/>
                </a:solidFill>
                <a:latin typeface="Arial MT"/>
                <a:cs typeface="Arial MT"/>
              </a:rPr>
              <a:t> </a:t>
            </a:r>
            <a:r>
              <a:rPr sz="2700" dirty="0">
                <a:solidFill>
                  <a:srgbClr val="970033"/>
                </a:solidFill>
                <a:latin typeface="Arial MT"/>
                <a:cs typeface="Arial MT"/>
              </a:rPr>
              <a:t>of</a:t>
            </a:r>
            <a:r>
              <a:rPr sz="2700" spc="55" dirty="0">
                <a:solidFill>
                  <a:srgbClr val="970033"/>
                </a:solidFill>
                <a:latin typeface="Arial MT"/>
                <a:cs typeface="Arial MT"/>
              </a:rPr>
              <a:t> </a:t>
            </a:r>
            <a:r>
              <a:rPr sz="2700" spc="-20" dirty="0">
                <a:solidFill>
                  <a:srgbClr val="970033"/>
                </a:solidFill>
                <a:latin typeface="Arial MT"/>
                <a:cs typeface="Arial MT"/>
              </a:rPr>
              <a:t>learning</a:t>
            </a:r>
            <a:endParaRPr sz="2700">
              <a:latin typeface="Arial MT"/>
              <a:cs typeface="Arial MT"/>
            </a:endParaRPr>
          </a:p>
        </p:txBody>
      </p:sp>
      <p:pic>
        <p:nvPicPr>
          <p:cNvPr id="4" name="object 4"/>
          <p:cNvPicPr/>
          <p:nvPr/>
        </p:nvPicPr>
        <p:blipFill>
          <a:blip r:embed="rId2" cstate="print"/>
          <a:stretch>
            <a:fillRect/>
          </a:stretch>
        </p:blipFill>
        <p:spPr>
          <a:xfrm>
            <a:off x="8972550" y="2743200"/>
            <a:ext cx="2609850" cy="22574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362200"/>
            <a:ext cx="10972800" cy="492443"/>
          </a:xfrm>
        </p:spPr>
        <p:txBody>
          <a:bodyPr/>
          <a:lstStyle/>
          <a:p>
            <a:pPr algn="ctr"/>
            <a:r>
              <a:rPr lang="en-US" b="1" dirty="0">
                <a:solidFill>
                  <a:schemeClr val="tx1"/>
                </a:solidFill>
              </a:rPr>
              <a:t>THANKS</a:t>
            </a:r>
          </a:p>
        </p:txBody>
      </p:sp>
    </p:spTree>
    <p:extLst>
      <p:ext uri="{BB962C8B-B14F-4D97-AF65-F5344CB8AC3E}">
        <p14:creationId xmlns:p14="http://schemas.microsoft.com/office/powerpoint/2010/main" val="1786270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23838"/>
            <a:ext cx="8915400" cy="492443"/>
          </a:xfrm>
        </p:spPr>
        <p:txBody>
          <a:bodyPr/>
          <a:lstStyle/>
          <a:p>
            <a:pPr algn="ctr"/>
            <a:r>
              <a:rPr lang="en-US" b="1" dirty="0">
                <a:solidFill>
                  <a:srgbClr val="0070C0"/>
                </a:solidFill>
              </a:rPr>
              <a:t>Guest Speaker Profile</a:t>
            </a:r>
            <a:endParaRPr lang="en-US" dirty="0">
              <a:solidFill>
                <a:srgbClr val="0070C0"/>
              </a:solidFill>
            </a:endParaRPr>
          </a:p>
        </p:txBody>
      </p:sp>
      <p:sp>
        <p:nvSpPr>
          <p:cNvPr id="3" name="Text Placeholder 2"/>
          <p:cNvSpPr>
            <a:spLocks noGrp="1"/>
          </p:cNvSpPr>
          <p:nvPr>
            <p:ph type="body" idx="1"/>
          </p:nvPr>
        </p:nvSpPr>
        <p:spPr>
          <a:xfrm>
            <a:off x="533400" y="1013222"/>
            <a:ext cx="8216900" cy="5539978"/>
          </a:xfrm>
        </p:spPr>
        <p:txBody>
          <a:bodyPr/>
          <a:lstStyle/>
          <a:p>
            <a:pPr marL="285750" indent="-285750" algn="just">
              <a:buFont typeface="Arial" panose="020B0604020202020204" pitchFamily="34" charset="0"/>
              <a:buChar char="•"/>
            </a:pPr>
            <a:r>
              <a:rPr lang="en-US" b="1" dirty="0">
                <a:latin typeface="Cambria" panose="02040503050406030204" pitchFamily="18" charset="0"/>
                <a:ea typeface="Cambria" panose="02040503050406030204" pitchFamily="18" charset="0"/>
              </a:rPr>
              <a:t>Mr. Sheriff </a:t>
            </a:r>
            <a:r>
              <a:rPr lang="en-US" b="1" dirty="0" err="1">
                <a:latin typeface="Cambria" panose="02040503050406030204" pitchFamily="18" charset="0"/>
                <a:ea typeface="Cambria" panose="02040503050406030204" pitchFamily="18" charset="0"/>
              </a:rPr>
              <a:t>Izhar</a:t>
            </a:r>
            <a:r>
              <a:rPr lang="en-US" b="1"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He accumulated a wealth of experience over the course of 15 years in the software industry, specifically in project management. </a:t>
            </a:r>
          </a:p>
          <a:p>
            <a:pPr marL="28575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For the past 9 years, he has been associated with a company called </a:t>
            </a:r>
            <a:r>
              <a:rPr lang="en-US" dirty="0" err="1">
                <a:latin typeface="Cambria" panose="02040503050406030204" pitchFamily="18" charset="0"/>
                <a:ea typeface="Cambria" panose="02040503050406030204" pitchFamily="18" charset="0"/>
              </a:rPr>
              <a:t>Northstar</a:t>
            </a:r>
            <a:r>
              <a:rPr lang="en-US" dirty="0">
                <a:latin typeface="Cambria" panose="02040503050406030204" pitchFamily="18" charset="0"/>
                <a:ea typeface="Cambria" panose="02040503050406030204" pitchFamily="18" charset="0"/>
              </a:rPr>
              <a:t> Technologies, where he have been able to hone his skills and contribute to the growth of the organization. </a:t>
            </a:r>
          </a:p>
          <a:p>
            <a:pPr marL="28575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He’s educational background includes a bachelor's and master's degree in accounting and finance from PAF KIET, as well as a master's degree in project management from Bahria University. Additionally, He has also earned a master's degree in strategic business management from a university in the UK.</a:t>
            </a:r>
          </a:p>
          <a:p>
            <a:pPr marL="28575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Enhancing his expertise in the field .Throughout his career, He had the opportunity to work on diverse projects across different regions. From a project management perspective, he has successfully implemented initiatives in the United States, United Kingdom, GCC region, Singapore, and Australia. These experiences have not only broadened his skillset but have also allowed him to gain valuable insights into international business practices .For the past 5 years, He has entrusted with the leadership of the project management division within his company. In this role, He has taken on the responsibility of implementing an Enterprise Resource Planning (ERP) system and a club management software in the UK and AU regions. Managing a portfolio valued at approximately 2.8 million dollars.</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7800" y="990600"/>
            <a:ext cx="2743349" cy="2595979"/>
          </a:xfrm>
          <a:prstGeom prst="rect">
            <a:avLst/>
          </a:prstGeom>
          <a:ln w="88900" cap="sq" cmpd="thickThin">
            <a:solidFill>
              <a:srgbClr val="000000"/>
            </a:solidFill>
            <a:prstDash val="solid"/>
            <a:miter lim="800000"/>
          </a:ln>
          <a:effectLst>
            <a:innerShdw blurRad="76200">
              <a:srgbClr val="000000"/>
            </a:innerShdw>
          </a:effectLst>
        </p:spPr>
      </p:pic>
      <p:pic>
        <p:nvPicPr>
          <p:cNvPr id="11" name="Picture 2" descr="D:\Examination Data\General Data\Logo\Logo2.png"/>
          <p:cNvPicPr>
            <a:picLocks noChangeAspect="1" noChangeArrowheads="1"/>
          </p:cNvPicPr>
          <p:nvPr/>
        </p:nvPicPr>
        <p:blipFill>
          <a:blip r:embed="rId3" cstate="print"/>
          <a:srcRect/>
          <a:stretch>
            <a:fillRect/>
          </a:stretch>
        </p:blipFill>
        <p:spPr bwMode="auto">
          <a:xfrm>
            <a:off x="176212" y="-3142"/>
            <a:ext cx="714375" cy="859168"/>
          </a:xfrm>
          <a:prstGeom prst="rect">
            <a:avLst/>
          </a:prstGeom>
          <a:noFill/>
        </p:spPr>
      </p:pic>
    </p:spTree>
    <p:extLst>
      <p:ext uri="{BB962C8B-B14F-4D97-AF65-F5344CB8AC3E}">
        <p14:creationId xmlns:p14="http://schemas.microsoft.com/office/powerpoint/2010/main" val="34081267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331</TotalTime>
  <Words>703</Words>
  <Application>Microsoft Office PowerPoint</Application>
  <PresentationFormat>Widescreen</PresentationFormat>
  <Paragraphs>85</Paragraphs>
  <Slides>11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vt:i4>
      </vt:variant>
    </vt:vector>
  </HeadingPairs>
  <TitlesOfParts>
    <vt:vector size="18" baseType="lpstr">
      <vt:lpstr>Arial</vt:lpstr>
      <vt:lpstr>Arial MT</vt:lpstr>
      <vt:lpstr>Calibri</vt:lpstr>
      <vt:lpstr>Cambria</vt:lpstr>
      <vt:lpstr>Georgia</vt:lpstr>
      <vt:lpstr>Office Theme</vt:lpstr>
      <vt:lpstr>1_Office Theme</vt:lpstr>
      <vt:lpstr>PowerPoint Presentation</vt:lpstr>
      <vt:lpstr>PowerPoint Presentation</vt:lpstr>
      <vt:lpstr>Project Closure and Review Deliverables</vt:lpstr>
      <vt:lpstr>Major Tasks of Project Closure</vt:lpstr>
      <vt:lpstr>Project Closure</vt:lpstr>
      <vt:lpstr>Types of Project Closure</vt:lpstr>
      <vt:lpstr>PowerPoint Presentation</vt:lpstr>
      <vt:lpstr>Project Audits: Creating the Final Report</vt:lpstr>
      <vt:lpstr>Project Audits: Lessons Learned, Retrospectives &amp; Barriers  to Organizational Learning</vt:lpstr>
      <vt:lpstr>THANKS</vt:lpstr>
      <vt:lpstr>Guest Speaker Profile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Closure and Review Deliverables</dc:title>
  <dc:creator/>
  <cp:lastModifiedBy>sajid mahmood BUKC</cp:lastModifiedBy>
  <cp:revision>25</cp:revision>
  <dcterms:created xsi:type="dcterms:W3CDTF">2022-09-29T07:17:00Z</dcterms:created>
  <dcterms:modified xsi:type="dcterms:W3CDTF">2025-05-31T09:35:44Z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2021-01-02T10:00:00Z</vt:filetime>
  </property>
  <property fmtid="{D5CDD505-2E9C-101B-9397-08002B2CF9AE}" pid="3" name="LastSaved">
    <vt:filetime>2022-09-29T10:00:00Z</vt:filetime>
  </property>
  <property fmtid="{D5CDD505-2E9C-101B-9397-08002B2CF9AE}" pid="4" name="ICV">
    <vt:lpwstr>75413F8868594669B26557F6F48C7743</vt:lpwstr>
  </property>
  <property fmtid="{D5CDD505-2E9C-101B-9397-08002B2CF9AE}" pid="5" name="KSOProductBuildVer">
    <vt:lpwstr>1033-11.2.0.11210</vt:lpwstr>
  </property>
</Properties>
</file>