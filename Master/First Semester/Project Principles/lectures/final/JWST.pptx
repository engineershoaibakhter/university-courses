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39"/>
  </p:notesMasterIdLst>
  <p:sldIdLst>
    <p:sldId id="256" r:id="rId2"/>
    <p:sldId id="267" r:id="rId3"/>
    <p:sldId id="297" r:id="rId4"/>
    <p:sldId id="294" r:id="rId5"/>
    <p:sldId id="291" r:id="rId6"/>
    <p:sldId id="295" r:id="rId7"/>
    <p:sldId id="296" r:id="rId8"/>
    <p:sldId id="298" r:id="rId9"/>
    <p:sldId id="299" r:id="rId10"/>
    <p:sldId id="300" r:id="rId11"/>
    <p:sldId id="302" r:id="rId12"/>
    <p:sldId id="303" r:id="rId13"/>
    <p:sldId id="304" r:id="rId14"/>
    <p:sldId id="305" r:id="rId15"/>
    <p:sldId id="310" r:id="rId16"/>
    <p:sldId id="314" r:id="rId17"/>
    <p:sldId id="311" r:id="rId18"/>
    <p:sldId id="315" r:id="rId19"/>
    <p:sldId id="316" r:id="rId20"/>
    <p:sldId id="317" r:id="rId21"/>
    <p:sldId id="318" r:id="rId22"/>
    <p:sldId id="319" r:id="rId23"/>
    <p:sldId id="320" r:id="rId24"/>
    <p:sldId id="321" r:id="rId25"/>
    <p:sldId id="324" r:id="rId26"/>
    <p:sldId id="325" r:id="rId27"/>
    <p:sldId id="327" r:id="rId28"/>
    <p:sldId id="328" r:id="rId29"/>
    <p:sldId id="329" r:id="rId30"/>
    <p:sldId id="330" r:id="rId31"/>
    <p:sldId id="331" r:id="rId32"/>
    <p:sldId id="332" r:id="rId33"/>
    <p:sldId id="333" r:id="rId34"/>
    <p:sldId id="334" r:id="rId35"/>
    <p:sldId id="335" r:id="rId36"/>
    <p:sldId id="336" r:id="rId37"/>
    <p:sldId id="338" r:id="rId3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76" autoAdjust="0"/>
    <p:restoredTop sz="94660"/>
  </p:normalViewPr>
  <p:slideViewPr>
    <p:cSldViewPr snapToGrid="0">
      <p:cViewPr varScale="1">
        <p:scale>
          <a:sx n="90" d="100"/>
          <a:sy n="90" d="100"/>
        </p:scale>
        <p:origin x="99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PK"/>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8d3355022c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53" name="Google Shape;53;g8d3355022c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8c183b4b4d_0_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5" name="Google Shape;595;g8c183b4b4d_0_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gdab33caf8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1212" name="Google Shape;1212;gdab33caf8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a:extLst>
            <a:ext uri="{FF2B5EF4-FFF2-40B4-BE49-F238E27FC236}">
              <a16:creationId xmlns:a16="http://schemas.microsoft.com/office/drawing/2014/main" id="{DE0B286B-9C09-E1AB-2388-2D1E68A1CA4F}"/>
            </a:ext>
          </a:extLst>
        </p:cNvPr>
        <p:cNvGrpSpPr/>
        <p:nvPr/>
      </p:nvGrpSpPr>
      <p:grpSpPr>
        <a:xfrm>
          <a:off x="0" y="0"/>
          <a:ext cx="0" cy="0"/>
          <a:chOff x="0" y="0"/>
          <a:chExt cx="0" cy="0"/>
        </a:xfrm>
      </p:grpSpPr>
      <p:sp>
        <p:nvSpPr>
          <p:cNvPr id="508" name="Google Shape;508;g866e8365be_0_137:notes">
            <a:extLst>
              <a:ext uri="{FF2B5EF4-FFF2-40B4-BE49-F238E27FC236}">
                <a16:creationId xmlns:a16="http://schemas.microsoft.com/office/drawing/2014/main" id="{D560648D-ED9D-D1DA-D825-9B3E5213F6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509" name="Google Shape;509;g866e8365be_0_137:notes">
            <a:extLst>
              <a:ext uri="{FF2B5EF4-FFF2-40B4-BE49-F238E27FC236}">
                <a16:creationId xmlns:a16="http://schemas.microsoft.com/office/drawing/2014/main" id="{9DC9CE85-2196-AFF1-45B6-50277B861A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82965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a:extLst>
            <a:ext uri="{FF2B5EF4-FFF2-40B4-BE49-F238E27FC236}">
              <a16:creationId xmlns:a16="http://schemas.microsoft.com/office/drawing/2014/main" id="{5F283BFD-2662-A582-656D-2208962F8959}"/>
            </a:ext>
          </a:extLst>
        </p:cNvPr>
        <p:cNvGrpSpPr/>
        <p:nvPr/>
      </p:nvGrpSpPr>
      <p:grpSpPr>
        <a:xfrm>
          <a:off x="0" y="0"/>
          <a:ext cx="0" cy="0"/>
          <a:chOff x="0" y="0"/>
          <a:chExt cx="0" cy="0"/>
        </a:xfrm>
      </p:grpSpPr>
      <p:sp>
        <p:nvSpPr>
          <p:cNvPr id="508" name="Google Shape;508;g866e8365be_0_137:notes">
            <a:extLst>
              <a:ext uri="{FF2B5EF4-FFF2-40B4-BE49-F238E27FC236}">
                <a16:creationId xmlns:a16="http://schemas.microsoft.com/office/drawing/2014/main" id="{0C0A830F-0A60-D631-7843-3B072D77EC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509" name="Google Shape;509;g866e8365be_0_137:notes">
            <a:extLst>
              <a:ext uri="{FF2B5EF4-FFF2-40B4-BE49-F238E27FC236}">
                <a16:creationId xmlns:a16="http://schemas.microsoft.com/office/drawing/2014/main" id="{77C98048-55A3-9F02-4ECF-55A18DB72A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76334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a:extLst>
            <a:ext uri="{FF2B5EF4-FFF2-40B4-BE49-F238E27FC236}">
              <a16:creationId xmlns:a16="http://schemas.microsoft.com/office/drawing/2014/main" id="{13A85867-33F5-11EB-AFD0-B7E802207C0E}"/>
            </a:ext>
          </a:extLst>
        </p:cNvPr>
        <p:cNvGrpSpPr/>
        <p:nvPr/>
      </p:nvGrpSpPr>
      <p:grpSpPr>
        <a:xfrm>
          <a:off x="0" y="0"/>
          <a:ext cx="0" cy="0"/>
          <a:chOff x="0" y="0"/>
          <a:chExt cx="0" cy="0"/>
        </a:xfrm>
      </p:grpSpPr>
      <p:sp>
        <p:nvSpPr>
          <p:cNvPr id="1124" name="Google Shape;1124;g8c183b4b4d_0_17:notes">
            <a:extLst>
              <a:ext uri="{FF2B5EF4-FFF2-40B4-BE49-F238E27FC236}">
                <a16:creationId xmlns:a16="http://schemas.microsoft.com/office/drawing/2014/main" id="{3161E263-AFE8-26EC-9CB5-6DB5815584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1125" name="Google Shape;1125;g8c183b4b4d_0_17:notes">
            <a:extLst>
              <a:ext uri="{FF2B5EF4-FFF2-40B4-BE49-F238E27FC236}">
                <a16:creationId xmlns:a16="http://schemas.microsoft.com/office/drawing/2014/main" id="{B259F35D-18CE-318D-2737-0ACD2A88A8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07182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C436D52A-EFD4-8CD2-7390-AAA57256D370}"/>
            </a:ext>
          </a:extLst>
        </p:cNvPr>
        <p:cNvGrpSpPr/>
        <p:nvPr/>
      </p:nvGrpSpPr>
      <p:grpSpPr>
        <a:xfrm>
          <a:off x="0" y="0"/>
          <a:ext cx="0" cy="0"/>
          <a:chOff x="0" y="0"/>
          <a:chExt cx="0" cy="0"/>
        </a:xfrm>
      </p:grpSpPr>
      <p:sp>
        <p:nvSpPr>
          <p:cNvPr id="70" name="Google Shape;70;g8cd9e82934_0_665:notes">
            <a:extLst>
              <a:ext uri="{FF2B5EF4-FFF2-40B4-BE49-F238E27FC236}">
                <a16:creationId xmlns:a16="http://schemas.microsoft.com/office/drawing/2014/main" id="{8862A495-05C3-A7E7-C6BB-26C72FD84B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71" name="Google Shape;71;g8cd9e82934_0_665:notes">
            <a:extLst>
              <a:ext uri="{FF2B5EF4-FFF2-40B4-BE49-F238E27FC236}">
                <a16:creationId xmlns:a16="http://schemas.microsoft.com/office/drawing/2014/main" id="{74B4B00F-961D-7744-CE49-5BED92D8ED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5613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a:extLst>
            <a:ext uri="{FF2B5EF4-FFF2-40B4-BE49-F238E27FC236}">
              <a16:creationId xmlns:a16="http://schemas.microsoft.com/office/drawing/2014/main" id="{DADDB177-1ABC-CC68-83A7-6448AB7CAA50}"/>
            </a:ext>
          </a:extLst>
        </p:cNvPr>
        <p:cNvGrpSpPr/>
        <p:nvPr/>
      </p:nvGrpSpPr>
      <p:grpSpPr>
        <a:xfrm>
          <a:off x="0" y="0"/>
          <a:ext cx="0" cy="0"/>
          <a:chOff x="0" y="0"/>
          <a:chExt cx="0" cy="0"/>
        </a:xfrm>
      </p:grpSpPr>
      <p:sp>
        <p:nvSpPr>
          <p:cNvPr id="1211" name="Google Shape;1211;gdab33caf8f_0_17:notes">
            <a:extLst>
              <a:ext uri="{FF2B5EF4-FFF2-40B4-BE49-F238E27FC236}">
                <a16:creationId xmlns:a16="http://schemas.microsoft.com/office/drawing/2014/main" id="{C7C05D63-2571-44EA-1D09-B74F414CCB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1212" name="Google Shape;1212;gdab33caf8f_0_17:notes">
            <a:extLst>
              <a:ext uri="{FF2B5EF4-FFF2-40B4-BE49-F238E27FC236}">
                <a16:creationId xmlns:a16="http://schemas.microsoft.com/office/drawing/2014/main" id="{C2D76C93-2A61-A65C-3ABA-51F2E15864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47041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a:extLst>
            <a:ext uri="{FF2B5EF4-FFF2-40B4-BE49-F238E27FC236}">
              <a16:creationId xmlns:a16="http://schemas.microsoft.com/office/drawing/2014/main" id="{0889B6B4-3430-8CB7-A6BB-0E6042A7D92E}"/>
            </a:ext>
          </a:extLst>
        </p:cNvPr>
        <p:cNvGrpSpPr/>
        <p:nvPr/>
      </p:nvGrpSpPr>
      <p:grpSpPr>
        <a:xfrm>
          <a:off x="0" y="0"/>
          <a:ext cx="0" cy="0"/>
          <a:chOff x="0" y="0"/>
          <a:chExt cx="0" cy="0"/>
        </a:xfrm>
      </p:grpSpPr>
      <p:sp>
        <p:nvSpPr>
          <p:cNvPr id="508" name="Google Shape;508;g866e8365be_0_137:notes">
            <a:extLst>
              <a:ext uri="{FF2B5EF4-FFF2-40B4-BE49-F238E27FC236}">
                <a16:creationId xmlns:a16="http://schemas.microsoft.com/office/drawing/2014/main" id="{97860BF6-39BE-0266-A1E0-05774E22F2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509" name="Google Shape;509;g866e8365be_0_137:notes">
            <a:extLst>
              <a:ext uri="{FF2B5EF4-FFF2-40B4-BE49-F238E27FC236}">
                <a16:creationId xmlns:a16="http://schemas.microsoft.com/office/drawing/2014/main" id="{25547D10-C5BA-7E45-0DC4-6E103F2C33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6449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a:extLst>
            <a:ext uri="{FF2B5EF4-FFF2-40B4-BE49-F238E27FC236}">
              <a16:creationId xmlns:a16="http://schemas.microsoft.com/office/drawing/2014/main" id="{B8C16C57-E23F-7988-8258-E1693DD96CDC}"/>
            </a:ext>
          </a:extLst>
        </p:cNvPr>
        <p:cNvGrpSpPr/>
        <p:nvPr/>
      </p:nvGrpSpPr>
      <p:grpSpPr>
        <a:xfrm>
          <a:off x="0" y="0"/>
          <a:ext cx="0" cy="0"/>
          <a:chOff x="0" y="0"/>
          <a:chExt cx="0" cy="0"/>
        </a:xfrm>
      </p:grpSpPr>
      <p:sp>
        <p:nvSpPr>
          <p:cNvPr id="508" name="Google Shape;508;g866e8365be_0_137:notes">
            <a:extLst>
              <a:ext uri="{FF2B5EF4-FFF2-40B4-BE49-F238E27FC236}">
                <a16:creationId xmlns:a16="http://schemas.microsoft.com/office/drawing/2014/main" id="{4318FC18-8F25-1CE8-49A3-D198E21C30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509" name="Google Shape;509;g866e8365be_0_137:notes">
            <a:extLst>
              <a:ext uri="{FF2B5EF4-FFF2-40B4-BE49-F238E27FC236}">
                <a16:creationId xmlns:a16="http://schemas.microsoft.com/office/drawing/2014/main" id="{C4011EBE-F63E-523A-AE7A-0688958C5E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8412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2FC04C2C-037E-2DDC-1902-57DBED269440}"/>
            </a:ext>
          </a:extLst>
        </p:cNvPr>
        <p:cNvGrpSpPr/>
        <p:nvPr/>
      </p:nvGrpSpPr>
      <p:grpSpPr>
        <a:xfrm>
          <a:off x="0" y="0"/>
          <a:ext cx="0" cy="0"/>
          <a:chOff x="0" y="0"/>
          <a:chExt cx="0" cy="0"/>
        </a:xfrm>
      </p:grpSpPr>
      <p:sp>
        <p:nvSpPr>
          <p:cNvPr id="70" name="Google Shape;70;g8cd9e82934_0_665:notes">
            <a:extLst>
              <a:ext uri="{FF2B5EF4-FFF2-40B4-BE49-F238E27FC236}">
                <a16:creationId xmlns:a16="http://schemas.microsoft.com/office/drawing/2014/main" id="{AEC6DB53-547C-F3BB-D45D-D7F0DB3BA5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71" name="Google Shape;71;g8cd9e82934_0_665:notes">
            <a:extLst>
              <a:ext uri="{FF2B5EF4-FFF2-40B4-BE49-F238E27FC236}">
                <a16:creationId xmlns:a16="http://schemas.microsoft.com/office/drawing/2014/main" id="{38D2533F-36BA-9939-8B4B-47C6B32345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60283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a:extLst>
            <a:ext uri="{FF2B5EF4-FFF2-40B4-BE49-F238E27FC236}">
              <a16:creationId xmlns:a16="http://schemas.microsoft.com/office/drawing/2014/main" id="{80DFEABA-E6BF-3F92-1465-35B40E33171B}"/>
            </a:ext>
          </a:extLst>
        </p:cNvPr>
        <p:cNvGrpSpPr/>
        <p:nvPr/>
      </p:nvGrpSpPr>
      <p:grpSpPr>
        <a:xfrm>
          <a:off x="0" y="0"/>
          <a:ext cx="0" cy="0"/>
          <a:chOff x="0" y="0"/>
          <a:chExt cx="0" cy="0"/>
        </a:xfrm>
      </p:grpSpPr>
      <p:sp>
        <p:nvSpPr>
          <p:cNvPr id="1211" name="Google Shape;1211;gdab33caf8f_0_17:notes">
            <a:extLst>
              <a:ext uri="{FF2B5EF4-FFF2-40B4-BE49-F238E27FC236}">
                <a16:creationId xmlns:a16="http://schemas.microsoft.com/office/drawing/2014/main" id="{738CE713-008C-7CE9-435E-067F197494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1212" name="Google Shape;1212;gdab33caf8f_0_17:notes">
            <a:extLst>
              <a:ext uri="{FF2B5EF4-FFF2-40B4-BE49-F238E27FC236}">
                <a16:creationId xmlns:a16="http://schemas.microsoft.com/office/drawing/2014/main" id="{D7C0CF64-ACF8-8E95-9124-D4B84265BE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16355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a:extLst>
            <a:ext uri="{FF2B5EF4-FFF2-40B4-BE49-F238E27FC236}">
              <a16:creationId xmlns:a16="http://schemas.microsoft.com/office/drawing/2014/main" id="{F42FE14A-59CA-2343-350E-715FDB12E405}"/>
            </a:ext>
          </a:extLst>
        </p:cNvPr>
        <p:cNvGrpSpPr/>
        <p:nvPr/>
      </p:nvGrpSpPr>
      <p:grpSpPr>
        <a:xfrm>
          <a:off x="0" y="0"/>
          <a:ext cx="0" cy="0"/>
          <a:chOff x="0" y="0"/>
          <a:chExt cx="0" cy="0"/>
        </a:xfrm>
      </p:grpSpPr>
      <p:sp>
        <p:nvSpPr>
          <p:cNvPr id="508" name="Google Shape;508;g866e8365be_0_137:notes">
            <a:extLst>
              <a:ext uri="{FF2B5EF4-FFF2-40B4-BE49-F238E27FC236}">
                <a16:creationId xmlns:a16="http://schemas.microsoft.com/office/drawing/2014/main" id="{6DA6D549-B2F0-5CC9-44FD-0A45BA5913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509" name="Google Shape;509;g866e8365be_0_137:notes">
            <a:extLst>
              <a:ext uri="{FF2B5EF4-FFF2-40B4-BE49-F238E27FC236}">
                <a16:creationId xmlns:a16="http://schemas.microsoft.com/office/drawing/2014/main" id="{46F84756-BA08-0286-0A4C-298735E4F1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67525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a:extLst>
            <a:ext uri="{FF2B5EF4-FFF2-40B4-BE49-F238E27FC236}">
              <a16:creationId xmlns:a16="http://schemas.microsoft.com/office/drawing/2014/main" id="{16C2F3AE-63A4-038A-7BA3-3CB14A6B81B3}"/>
            </a:ext>
          </a:extLst>
        </p:cNvPr>
        <p:cNvGrpSpPr/>
        <p:nvPr/>
      </p:nvGrpSpPr>
      <p:grpSpPr>
        <a:xfrm>
          <a:off x="0" y="0"/>
          <a:ext cx="0" cy="0"/>
          <a:chOff x="0" y="0"/>
          <a:chExt cx="0" cy="0"/>
        </a:xfrm>
      </p:grpSpPr>
      <p:sp>
        <p:nvSpPr>
          <p:cNvPr id="508" name="Google Shape;508;g866e8365be_0_137:notes">
            <a:extLst>
              <a:ext uri="{FF2B5EF4-FFF2-40B4-BE49-F238E27FC236}">
                <a16:creationId xmlns:a16="http://schemas.microsoft.com/office/drawing/2014/main" id="{BFDAE4A3-AC4B-E3B2-0186-A0861B6059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509" name="Google Shape;509;g866e8365be_0_137:notes">
            <a:extLst>
              <a:ext uri="{FF2B5EF4-FFF2-40B4-BE49-F238E27FC236}">
                <a16:creationId xmlns:a16="http://schemas.microsoft.com/office/drawing/2014/main" id="{64BBAF76-0F62-B75D-3633-C9DB331EBF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71710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a:extLst>
            <a:ext uri="{FF2B5EF4-FFF2-40B4-BE49-F238E27FC236}">
              <a16:creationId xmlns:a16="http://schemas.microsoft.com/office/drawing/2014/main" id="{2AA1CE5C-D2E0-69D7-BC94-3667F7C12EDC}"/>
            </a:ext>
          </a:extLst>
        </p:cNvPr>
        <p:cNvGrpSpPr/>
        <p:nvPr/>
      </p:nvGrpSpPr>
      <p:grpSpPr>
        <a:xfrm>
          <a:off x="0" y="0"/>
          <a:ext cx="0" cy="0"/>
          <a:chOff x="0" y="0"/>
          <a:chExt cx="0" cy="0"/>
        </a:xfrm>
      </p:grpSpPr>
      <p:sp>
        <p:nvSpPr>
          <p:cNvPr id="508" name="Google Shape;508;g866e8365be_0_137:notes">
            <a:extLst>
              <a:ext uri="{FF2B5EF4-FFF2-40B4-BE49-F238E27FC236}">
                <a16:creationId xmlns:a16="http://schemas.microsoft.com/office/drawing/2014/main" id="{0B21F54C-91B6-BDC7-9640-0E85053718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509" name="Google Shape;509;g866e8365be_0_137:notes">
            <a:extLst>
              <a:ext uri="{FF2B5EF4-FFF2-40B4-BE49-F238E27FC236}">
                <a16:creationId xmlns:a16="http://schemas.microsoft.com/office/drawing/2014/main" id="{93C7BF5C-C54B-C9F3-E297-D9C280DA9A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3581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a:extLst>
            <a:ext uri="{FF2B5EF4-FFF2-40B4-BE49-F238E27FC236}">
              <a16:creationId xmlns:a16="http://schemas.microsoft.com/office/drawing/2014/main" id="{B8049244-0A76-8479-9B90-319F31B9FE7D}"/>
            </a:ext>
          </a:extLst>
        </p:cNvPr>
        <p:cNvGrpSpPr/>
        <p:nvPr/>
      </p:nvGrpSpPr>
      <p:grpSpPr>
        <a:xfrm>
          <a:off x="0" y="0"/>
          <a:ext cx="0" cy="0"/>
          <a:chOff x="0" y="0"/>
          <a:chExt cx="0" cy="0"/>
        </a:xfrm>
      </p:grpSpPr>
      <p:sp>
        <p:nvSpPr>
          <p:cNvPr id="508" name="Google Shape;508;g866e8365be_0_137:notes">
            <a:extLst>
              <a:ext uri="{FF2B5EF4-FFF2-40B4-BE49-F238E27FC236}">
                <a16:creationId xmlns:a16="http://schemas.microsoft.com/office/drawing/2014/main" id="{44477DF5-FCB8-DE9F-7EDE-BE4C58269B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509" name="Google Shape;509;g866e8365be_0_137:notes">
            <a:extLst>
              <a:ext uri="{FF2B5EF4-FFF2-40B4-BE49-F238E27FC236}">
                <a16:creationId xmlns:a16="http://schemas.microsoft.com/office/drawing/2014/main" id="{84629EAF-D32F-229C-A68E-E77554425A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79769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a:extLst>
            <a:ext uri="{FF2B5EF4-FFF2-40B4-BE49-F238E27FC236}">
              <a16:creationId xmlns:a16="http://schemas.microsoft.com/office/drawing/2014/main" id="{CB5E5551-2D05-F110-C8F6-9E4BDC6D9274}"/>
            </a:ext>
          </a:extLst>
        </p:cNvPr>
        <p:cNvGrpSpPr/>
        <p:nvPr/>
      </p:nvGrpSpPr>
      <p:grpSpPr>
        <a:xfrm>
          <a:off x="0" y="0"/>
          <a:ext cx="0" cy="0"/>
          <a:chOff x="0" y="0"/>
          <a:chExt cx="0" cy="0"/>
        </a:xfrm>
      </p:grpSpPr>
      <p:sp>
        <p:nvSpPr>
          <p:cNvPr id="508" name="Google Shape;508;g866e8365be_0_137:notes">
            <a:extLst>
              <a:ext uri="{FF2B5EF4-FFF2-40B4-BE49-F238E27FC236}">
                <a16:creationId xmlns:a16="http://schemas.microsoft.com/office/drawing/2014/main" id="{708DA4DE-7D9D-6F7C-6FEC-91137FF346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509" name="Google Shape;509;g866e8365be_0_137:notes">
            <a:extLst>
              <a:ext uri="{FF2B5EF4-FFF2-40B4-BE49-F238E27FC236}">
                <a16:creationId xmlns:a16="http://schemas.microsoft.com/office/drawing/2014/main" id="{BFB61D3D-1C94-836B-AD08-699EEFA987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42658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a:extLst>
            <a:ext uri="{FF2B5EF4-FFF2-40B4-BE49-F238E27FC236}">
              <a16:creationId xmlns:a16="http://schemas.microsoft.com/office/drawing/2014/main" id="{260C490F-7386-B982-6B56-E69A7815DBD1}"/>
            </a:ext>
          </a:extLst>
        </p:cNvPr>
        <p:cNvGrpSpPr/>
        <p:nvPr/>
      </p:nvGrpSpPr>
      <p:grpSpPr>
        <a:xfrm>
          <a:off x="0" y="0"/>
          <a:ext cx="0" cy="0"/>
          <a:chOff x="0" y="0"/>
          <a:chExt cx="0" cy="0"/>
        </a:xfrm>
      </p:grpSpPr>
      <p:sp>
        <p:nvSpPr>
          <p:cNvPr id="1211" name="Google Shape;1211;gdab33caf8f_0_17:notes">
            <a:extLst>
              <a:ext uri="{FF2B5EF4-FFF2-40B4-BE49-F238E27FC236}">
                <a16:creationId xmlns:a16="http://schemas.microsoft.com/office/drawing/2014/main" id="{2A76A838-B4CA-D251-11FD-1566366858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1212" name="Google Shape;1212;gdab33caf8f_0_17:notes">
            <a:extLst>
              <a:ext uri="{FF2B5EF4-FFF2-40B4-BE49-F238E27FC236}">
                <a16:creationId xmlns:a16="http://schemas.microsoft.com/office/drawing/2014/main" id="{5C70C421-7F4E-01B2-8698-DF18E771D0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1807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8B3DB88C-8F44-D8D3-7023-6B5F244436A8}"/>
            </a:ext>
          </a:extLst>
        </p:cNvPr>
        <p:cNvGrpSpPr/>
        <p:nvPr/>
      </p:nvGrpSpPr>
      <p:grpSpPr>
        <a:xfrm>
          <a:off x="0" y="0"/>
          <a:ext cx="0" cy="0"/>
          <a:chOff x="0" y="0"/>
          <a:chExt cx="0" cy="0"/>
        </a:xfrm>
      </p:grpSpPr>
      <p:sp>
        <p:nvSpPr>
          <p:cNvPr id="70" name="Google Shape;70;g8cd9e82934_0_665:notes">
            <a:extLst>
              <a:ext uri="{FF2B5EF4-FFF2-40B4-BE49-F238E27FC236}">
                <a16:creationId xmlns:a16="http://schemas.microsoft.com/office/drawing/2014/main" id="{9BA6CE04-1E49-93D1-B209-636465B26B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71" name="Google Shape;71;g8cd9e82934_0_665:notes">
            <a:extLst>
              <a:ext uri="{FF2B5EF4-FFF2-40B4-BE49-F238E27FC236}">
                <a16:creationId xmlns:a16="http://schemas.microsoft.com/office/drawing/2014/main" id="{4F17D5F4-C1D0-5E26-E4DF-565411D701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66070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6DE21A2C-6891-798A-A189-52C42F8116B0}"/>
            </a:ext>
          </a:extLst>
        </p:cNvPr>
        <p:cNvGrpSpPr/>
        <p:nvPr/>
      </p:nvGrpSpPr>
      <p:grpSpPr>
        <a:xfrm>
          <a:off x="0" y="0"/>
          <a:ext cx="0" cy="0"/>
          <a:chOff x="0" y="0"/>
          <a:chExt cx="0" cy="0"/>
        </a:xfrm>
      </p:grpSpPr>
      <p:sp>
        <p:nvSpPr>
          <p:cNvPr id="70" name="Google Shape;70;g8cd9e82934_0_665:notes">
            <a:extLst>
              <a:ext uri="{FF2B5EF4-FFF2-40B4-BE49-F238E27FC236}">
                <a16:creationId xmlns:a16="http://schemas.microsoft.com/office/drawing/2014/main" id="{A3FB177C-7D92-0947-632F-E17F2CEB02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71" name="Google Shape;71;g8cd9e82934_0_665:notes">
            <a:extLst>
              <a:ext uri="{FF2B5EF4-FFF2-40B4-BE49-F238E27FC236}">
                <a16:creationId xmlns:a16="http://schemas.microsoft.com/office/drawing/2014/main" id="{C4BD6604-0988-118D-CD2E-9E0A64B86C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10579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C4C4FFA1-E2A8-258F-20E8-709BD4F95CCB}"/>
            </a:ext>
          </a:extLst>
        </p:cNvPr>
        <p:cNvGrpSpPr/>
        <p:nvPr/>
      </p:nvGrpSpPr>
      <p:grpSpPr>
        <a:xfrm>
          <a:off x="0" y="0"/>
          <a:ext cx="0" cy="0"/>
          <a:chOff x="0" y="0"/>
          <a:chExt cx="0" cy="0"/>
        </a:xfrm>
      </p:grpSpPr>
      <p:sp>
        <p:nvSpPr>
          <p:cNvPr id="70" name="Google Shape;70;g8cd9e82934_0_665:notes">
            <a:extLst>
              <a:ext uri="{FF2B5EF4-FFF2-40B4-BE49-F238E27FC236}">
                <a16:creationId xmlns:a16="http://schemas.microsoft.com/office/drawing/2014/main" id="{E6C9FFAF-B907-11F9-4688-BEF42D7C54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71" name="Google Shape;71;g8cd9e82934_0_665:notes">
            <a:extLst>
              <a:ext uri="{FF2B5EF4-FFF2-40B4-BE49-F238E27FC236}">
                <a16:creationId xmlns:a16="http://schemas.microsoft.com/office/drawing/2014/main" id="{C687A46F-97AA-00A0-7C74-F702ACDC84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94776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9D59DE34-B4F7-0624-2E8A-BD6AA23A2FCC}"/>
            </a:ext>
          </a:extLst>
        </p:cNvPr>
        <p:cNvGrpSpPr/>
        <p:nvPr/>
      </p:nvGrpSpPr>
      <p:grpSpPr>
        <a:xfrm>
          <a:off x="0" y="0"/>
          <a:ext cx="0" cy="0"/>
          <a:chOff x="0" y="0"/>
          <a:chExt cx="0" cy="0"/>
        </a:xfrm>
      </p:grpSpPr>
      <p:sp>
        <p:nvSpPr>
          <p:cNvPr id="70" name="Google Shape;70;g8cd9e82934_0_665:notes">
            <a:extLst>
              <a:ext uri="{FF2B5EF4-FFF2-40B4-BE49-F238E27FC236}">
                <a16:creationId xmlns:a16="http://schemas.microsoft.com/office/drawing/2014/main" id="{97D19B7E-9F68-EC15-1D79-4D7D995F2A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71" name="Google Shape;71;g8cd9e82934_0_665:notes">
            <a:extLst>
              <a:ext uri="{FF2B5EF4-FFF2-40B4-BE49-F238E27FC236}">
                <a16:creationId xmlns:a16="http://schemas.microsoft.com/office/drawing/2014/main" id="{0874121B-EDEF-9CA9-A715-44E86E4C2F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97890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a:extLst>
            <a:ext uri="{FF2B5EF4-FFF2-40B4-BE49-F238E27FC236}">
              <a16:creationId xmlns:a16="http://schemas.microsoft.com/office/drawing/2014/main" id="{D09BE43A-0AF7-D543-AAAC-3B09F2168EBF}"/>
            </a:ext>
          </a:extLst>
        </p:cNvPr>
        <p:cNvGrpSpPr/>
        <p:nvPr/>
      </p:nvGrpSpPr>
      <p:grpSpPr>
        <a:xfrm>
          <a:off x="0" y="0"/>
          <a:ext cx="0" cy="0"/>
          <a:chOff x="0" y="0"/>
          <a:chExt cx="0" cy="0"/>
        </a:xfrm>
      </p:grpSpPr>
      <p:sp>
        <p:nvSpPr>
          <p:cNvPr id="1211" name="Google Shape;1211;gdab33caf8f_0_17:notes">
            <a:extLst>
              <a:ext uri="{FF2B5EF4-FFF2-40B4-BE49-F238E27FC236}">
                <a16:creationId xmlns:a16="http://schemas.microsoft.com/office/drawing/2014/main" id="{C199D06C-7872-DD19-4416-8470607DAE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1212" name="Google Shape;1212;gdab33caf8f_0_17:notes">
            <a:extLst>
              <a:ext uri="{FF2B5EF4-FFF2-40B4-BE49-F238E27FC236}">
                <a16:creationId xmlns:a16="http://schemas.microsoft.com/office/drawing/2014/main" id="{402561ED-DB7C-256F-3C2D-4A3F26A805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50897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4A4668E4-D335-228E-0213-9FADB724D16D}"/>
            </a:ext>
          </a:extLst>
        </p:cNvPr>
        <p:cNvGrpSpPr/>
        <p:nvPr/>
      </p:nvGrpSpPr>
      <p:grpSpPr>
        <a:xfrm>
          <a:off x="0" y="0"/>
          <a:ext cx="0" cy="0"/>
          <a:chOff x="0" y="0"/>
          <a:chExt cx="0" cy="0"/>
        </a:xfrm>
      </p:grpSpPr>
      <p:sp>
        <p:nvSpPr>
          <p:cNvPr id="70" name="Google Shape;70;g8cd9e82934_0_665:notes">
            <a:extLst>
              <a:ext uri="{FF2B5EF4-FFF2-40B4-BE49-F238E27FC236}">
                <a16:creationId xmlns:a16="http://schemas.microsoft.com/office/drawing/2014/main" id="{FA03F56E-87C5-387C-A8EA-31361AB2CF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71" name="Google Shape;71;g8cd9e82934_0_665:notes">
            <a:extLst>
              <a:ext uri="{FF2B5EF4-FFF2-40B4-BE49-F238E27FC236}">
                <a16:creationId xmlns:a16="http://schemas.microsoft.com/office/drawing/2014/main" id="{91B8F800-FA6F-663F-24D5-FEEB8C5471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81169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81B82941-647E-7F17-8783-5F682BCBACE9}"/>
            </a:ext>
          </a:extLst>
        </p:cNvPr>
        <p:cNvGrpSpPr/>
        <p:nvPr/>
      </p:nvGrpSpPr>
      <p:grpSpPr>
        <a:xfrm>
          <a:off x="0" y="0"/>
          <a:ext cx="0" cy="0"/>
          <a:chOff x="0" y="0"/>
          <a:chExt cx="0" cy="0"/>
        </a:xfrm>
      </p:grpSpPr>
      <p:sp>
        <p:nvSpPr>
          <p:cNvPr id="70" name="Google Shape;70;g8cd9e82934_0_665:notes">
            <a:extLst>
              <a:ext uri="{FF2B5EF4-FFF2-40B4-BE49-F238E27FC236}">
                <a16:creationId xmlns:a16="http://schemas.microsoft.com/office/drawing/2014/main" id="{C888ABBC-3F66-011C-9237-5A0B130158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71" name="Google Shape;71;g8cd9e82934_0_665:notes">
            <a:extLst>
              <a:ext uri="{FF2B5EF4-FFF2-40B4-BE49-F238E27FC236}">
                <a16:creationId xmlns:a16="http://schemas.microsoft.com/office/drawing/2014/main" id="{53B576F9-61D2-2B21-09E0-FB6698782A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38731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09B03799-48E1-42EF-2AE4-7F9DD230D284}"/>
            </a:ext>
          </a:extLst>
        </p:cNvPr>
        <p:cNvGrpSpPr/>
        <p:nvPr/>
      </p:nvGrpSpPr>
      <p:grpSpPr>
        <a:xfrm>
          <a:off x="0" y="0"/>
          <a:ext cx="0" cy="0"/>
          <a:chOff x="0" y="0"/>
          <a:chExt cx="0" cy="0"/>
        </a:xfrm>
      </p:grpSpPr>
      <p:sp>
        <p:nvSpPr>
          <p:cNvPr id="70" name="Google Shape;70;g8cd9e82934_0_665:notes">
            <a:extLst>
              <a:ext uri="{FF2B5EF4-FFF2-40B4-BE49-F238E27FC236}">
                <a16:creationId xmlns:a16="http://schemas.microsoft.com/office/drawing/2014/main" id="{6E422F11-2E02-D4FA-6C77-630E9AEBB7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71" name="Google Shape;71;g8cd9e82934_0_665:notes">
            <a:extLst>
              <a:ext uri="{FF2B5EF4-FFF2-40B4-BE49-F238E27FC236}">
                <a16:creationId xmlns:a16="http://schemas.microsoft.com/office/drawing/2014/main" id="{2453C40C-B074-CEC0-3428-4A9A11443A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36100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a:extLst>
            <a:ext uri="{FF2B5EF4-FFF2-40B4-BE49-F238E27FC236}">
              <a16:creationId xmlns:a16="http://schemas.microsoft.com/office/drawing/2014/main" id="{E8E7668A-07B9-146B-788A-9763A3FCF594}"/>
            </a:ext>
          </a:extLst>
        </p:cNvPr>
        <p:cNvGrpSpPr/>
        <p:nvPr/>
      </p:nvGrpSpPr>
      <p:grpSpPr>
        <a:xfrm>
          <a:off x="0" y="0"/>
          <a:ext cx="0" cy="0"/>
          <a:chOff x="0" y="0"/>
          <a:chExt cx="0" cy="0"/>
        </a:xfrm>
      </p:grpSpPr>
      <p:sp>
        <p:nvSpPr>
          <p:cNvPr id="1211" name="Google Shape;1211;gdab33caf8f_0_17:notes">
            <a:extLst>
              <a:ext uri="{FF2B5EF4-FFF2-40B4-BE49-F238E27FC236}">
                <a16:creationId xmlns:a16="http://schemas.microsoft.com/office/drawing/2014/main" id="{600467BA-ADCE-2DE1-15B6-AFFDF22361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1212" name="Google Shape;1212;gdab33caf8f_0_17:notes">
            <a:extLst>
              <a:ext uri="{FF2B5EF4-FFF2-40B4-BE49-F238E27FC236}">
                <a16:creationId xmlns:a16="http://schemas.microsoft.com/office/drawing/2014/main" id="{64C28AD0-73E9-4B56-2AC9-7EC46FED23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32878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a:extLst>
            <a:ext uri="{FF2B5EF4-FFF2-40B4-BE49-F238E27FC236}">
              <a16:creationId xmlns:a16="http://schemas.microsoft.com/office/drawing/2014/main" id="{E9598DD3-B72D-F2DD-740F-D9C8B49A8649}"/>
            </a:ext>
          </a:extLst>
        </p:cNvPr>
        <p:cNvGrpSpPr/>
        <p:nvPr/>
      </p:nvGrpSpPr>
      <p:grpSpPr>
        <a:xfrm>
          <a:off x="0" y="0"/>
          <a:ext cx="0" cy="0"/>
          <a:chOff x="0" y="0"/>
          <a:chExt cx="0" cy="0"/>
        </a:xfrm>
      </p:grpSpPr>
      <p:sp>
        <p:nvSpPr>
          <p:cNvPr id="508" name="Google Shape;508;g866e8365be_0_137:notes">
            <a:extLst>
              <a:ext uri="{FF2B5EF4-FFF2-40B4-BE49-F238E27FC236}">
                <a16:creationId xmlns:a16="http://schemas.microsoft.com/office/drawing/2014/main" id="{69B56561-A1F0-810A-BE17-45D4C0BC64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509" name="Google Shape;509;g866e8365be_0_137:notes">
            <a:extLst>
              <a:ext uri="{FF2B5EF4-FFF2-40B4-BE49-F238E27FC236}">
                <a16:creationId xmlns:a16="http://schemas.microsoft.com/office/drawing/2014/main" id="{39D33AD1-21ED-B3B4-6C4B-7BD4168E6E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59529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a:extLst>
            <a:ext uri="{FF2B5EF4-FFF2-40B4-BE49-F238E27FC236}">
              <a16:creationId xmlns:a16="http://schemas.microsoft.com/office/drawing/2014/main" id="{56BB9829-6A16-D386-3342-F141DE699314}"/>
            </a:ext>
          </a:extLst>
        </p:cNvPr>
        <p:cNvGrpSpPr/>
        <p:nvPr/>
      </p:nvGrpSpPr>
      <p:grpSpPr>
        <a:xfrm>
          <a:off x="0" y="0"/>
          <a:ext cx="0" cy="0"/>
          <a:chOff x="0" y="0"/>
          <a:chExt cx="0" cy="0"/>
        </a:xfrm>
      </p:grpSpPr>
      <p:sp>
        <p:nvSpPr>
          <p:cNvPr id="508" name="Google Shape;508;g866e8365be_0_137:notes">
            <a:extLst>
              <a:ext uri="{FF2B5EF4-FFF2-40B4-BE49-F238E27FC236}">
                <a16:creationId xmlns:a16="http://schemas.microsoft.com/office/drawing/2014/main" id="{6F785026-40A0-6B69-828C-215A53BC52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509" name="Google Shape;509;g866e8365be_0_137:notes">
            <a:extLst>
              <a:ext uri="{FF2B5EF4-FFF2-40B4-BE49-F238E27FC236}">
                <a16:creationId xmlns:a16="http://schemas.microsoft.com/office/drawing/2014/main" id="{A424682E-152D-46A7-ECD9-2B70928AE4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64840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a:extLst>
            <a:ext uri="{FF2B5EF4-FFF2-40B4-BE49-F238E27FC236}">
              <a16:creationId xmlns:a16="http://schemas.microsoft.com/office/drawing/2014/main" id="{0ABC27B1-954E-D589-BB07-FB169F47D3DD}"/>
            </a:ext>
          </a:extLst>
        </p:cNvPr>
        <p:cNvGrpSpPr/>
        <p:nvPr/>
      </p:nvGrpSpPr>
      <p:grpSpPr>
        <a:xfrm>
          <a:off x="0" y="0"/>
          <a:ext cx="0" cy="0"/>
          <a:chOff x="0" y="0"/>
          <a:chExt cx="0" cy="0"/>
        </a:xfrm>
      </p:grpSpPr>
      <p:sp>
        <p:nvSpPr>
          <p:cNvPr id="508" name="Google Shape;508;g866e8365be_0_137:notes">
            <a:extLst>
              <a:ext uri="{FF2B5EF4-FFF2-40B4-BE49-F238E27FC236}">
                <a16:creationId xmlns:a16="http://schemas.microsoft.com/office/drawing/2014/main" id="{22967051-06EF-B73C-677C-4D744EAE3C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509" name="Google Shape;509;g866e8365be_0_137:notes">
            <a:extLst>
              <a:ext uri="{FF2B5EF4-FFF2-40B4-BE49-F238E27FC236}">
                <a16:creationId xmlns:a16="http://schemas.microsoft.com/office/drawing/2014/main" id="{744769F4-AE1F-FF37-27AF-1733221A6F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17058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a:extLst>
            <a:ext uri="{FF2B5EF4-FFF2-40B4-BE49-F238E27FC236}">
              <a16:creationId xmlns:a16="http://schemas.microsoft.com/office/drawing/2014/main" id="{2A95C442-FBF2-ED2F-F95B-409B5FA3AE15}"/>
            </a:ext>
          </a:extLst>
        </p:cNvPr>
        <p:cNvGrpSpPr/>
        <p:nvPr/>
      </p:nvGrpSpPr>
      <p:grpSpPr>
        <a:xfrm>
          <a:off x="0" y="0"/>
          <a:ext cx="0" cy="0"/>
          <a:chOff x="0" y="0"/>
          <a:chExt cx="0" cy="0"/>
        </a:xfrm>
      </p:grpSpPr>
      <p:sp>
        <p:nvSpPr>
          <p:cNvPr id="1211" name="Google Shape;1211;gdab33caf8f_0_17:notes">
            <a:extLst>
              <a:ext uri="{FF2B5EF4-FFF2-40B4-BE49-F238E27FC236}">
                <a16:creationId xmlns:a16="http://schemas.microsoft.com/office/drawing/2014/main" id="{84D5D217-CD7E-4D5F-E882-81FB4FFAFD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1212" name="Google Shape;1212;gdab33caf8f_0_17:notes">
            <a:extLst>
              <a:ext uri="{FF2B5EF4-FFF2-40B4-BE49-F238E27FC236}">
                <a16:creationId xmlns:a16="http://schemas.microsoft.com/office/drawing/2014/main" id="{B835D6A2-9FFC-2C0B-F80C-AC405FD90D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82156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a:extLst>
            <a:ext uri="{FF2B5EF4-FFF2-40B4-BE49-F238E27FC236}">
              <a16:creationId xmlns:a16="http://schemas.microsoft.com/office/drawing/2014/main" id="{C879224C-4F05-85E5-48FC-37668B94976D}"/>
            </a:ext>
          </a:extLst>
        </p:cNvPr>
        <p:cNvGrpSpPr/>
        <p:nvPr/>
      </p:nvGrpSpPr>
      <p:grpSpPr>
        <a:xfrm>
          <a:off x="0" y="0"/>
          <a:ext cx="0" cy="0"/>
          <a:chOff x="0" y="0"/>
          <a:chExt cx="0" cy="0"/>
        </a:xfrm>
      </p:grpSpPr>
      <p:sp>
        <p:nvSpPr>
          <p:cNvPr id="508" name="Google Shape;508;g866e8365be_0_137:notes">
            <a:extLst>
              <a:ext uri="{FF2B5EF4-FFF2-40B4-BE49-F238E27FC236}">
                <a16:creationId xmlns:a16="http://schemas.microsoft.com/office/drawing/2014/main" id="{FD2B432D-A087-FB8F-FF42-2174142994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509" name="Google Shape;509;g866e8365be_0_137:notes">
            <a:extLst>
              <a:ext uri="{FF2B5EF4-FFF2-40B4-BE49-F238E27FC236}">
                <a16:creationId xmlns:a16="http://schemas.microsoft.com/office/drawing/2014/main" id="{1BFD46CE-45CC-D16A-8E11-74E2F3D60E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30762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a:extLst>
            <a:ext uri="{FF2B5EF4-FFF2-40B4-BE49-F238E27FC236}">
              <a16:creationId xmlns:a16="http://schemas.microsoft.com/office/drawing/2014/main" id="{42D24FD2-3578-E0CF-D570-20CA952F0F73}"/>
            </a:ext>
          </a:extLst>
        </p:cNvPr>
        <p:cNvGrpSpPr/>
        <p:nvPr/>
      </p:nvGrpSpPr>
      <p:grpSpPr>
        <a:xfrm>
          <a:off x="0" y="0"/>
          <a:ext cx="0" cy="0"/>
          <a:chOff x="0" y="0"/>
          <a:chExt cx="0" cy="0"/>
        </a:xfrm>
      </p:grpSpPr>
      <p:sp>
        <p:nvSpPr>
          <p:cNvPr id="508" name="Google Shape;508;g866e8365be_0_137:notes">
            <a:extLst>
              <a:ext uri="{FF2B5EF4-FFF2-40B4-BE49-F238E27FC236}">
                <a16:creationId xmlns:a16="http://schemas.microsoft.com/office/drawing/2014/main" id="{4EF5F82C-ADFC-C1AA-ED25-0CD0068CDB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509" name="Google Shape;509;g866e8365be_0_137:notes">
            <a:extLst>
              <a:ext uri="{FF2B5EF4-FFF2-40B4-BE49-F238E27FC236}">
                <a16:creationId xmlns:a16="http://schemas.microsoft.com/office/drawing/2014/main" id="{081BA22E-7D83-2D91-564E-28358A2D75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74052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a:extLst>
            <a:ext uri="{FF2B5EF4-FFF2-40B4-BE49-F238E27FC236}">
              <a16:creationId xmlns:a16="http://schemas.microsoft.com/office/drawing/2014/main" id="{F222EDA9-66B8-D59D-939D-7BFB7492EBBB}"/>
            </a:ext>
          </a:extLst>
        </p:cNvPr>
        <p:cNvGrpSpPr/>
        <p:nvPr/>
      </p:nvGrpSpPr>
      <p:grpSpPr>
        <a:xfrm>
          <a:off x="0" y="0"/>
          <a:ext cx="0" cy="0"/>
          <a:chOff x="0" y="0"/>
          <a:chExt cx="0" cy="0"/>
        </a:xfrm>
      </p:grpSpPr>
      <p:sp>
        <p:nvSpPr>
          <p:cNvPr id="508" name="Google Shape;508;g866e8365be_0_137:notes">
            <a:extLst>
              <a:ext uri="{FF2B5EF4-FFF2-40B4-BE49-F238E27FC236}">
                <a16:creationId xmlns:a16="http://schemas.microsoft.com/office/drawing/2014/main" id="{31B8D639-3506-DF20-DB3F-814636DCEC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509" name="Google Shape;509;g866e8365be_0_137:notes">
            <a:extLst>
              <a:ext uri="{FF2B5EF4-FFF2-40B4-BE49-F238E27FC236}">
                <a16:creationId xmlns:a16="http://schemas.microsoft.com/office/drawing/2014/main" id="{0F2F02AE-A747-B1B5-1D52-E98CD729C0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2166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a:extLst>
            <a:ext uri="{FF2B5EF4-FFF2-40B4-BE49-F238E27FC236}">
              <a16:creationId xmlns:a16="http://schemas.microsoft.com/office/drawing/2014/main" id="{20967DC6-1E47-7CB8-48FC-DF1407C1071A}"/>
            </a:ext>
          </a:extLst>
        </p:cNvPr>
        <p:cNvGrpSpPr/>
        <p:nvPr/>
      </p:nvGrpSpPr>
      <p:grpSpPr>
        <a:xfrm>
          <a:off x="0" y="0"/>
          <a:ext cx="0" cy="0"/>
          <a:chOff x="0" y="0"/>
          <a:chExt cx="0" cy="0"/>
        </a:xfrm>
      </p:grpSpPr>
      <p:sp>
        <p:nvSpPr>
          <p:cNvPr id="1211" name="Google Shape;1211;gdab33caf8f_0_17:notes">
            <a:extLst>
              <a:ext uri="{FF2B5EF4-FFF2-40B4-BE49-F238E27FC236}">
                <a16:creationId xmlns:a16="http://schemas.microsoft.com/office/drawing/2014/main" id="{0C3304AB-E139-6267-A839-34B76CA3E7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1212" name="Google Shape;1212;gdab33caf8f_0_17:notes">
            <a:extLst>
              <a:ext uri="{FF2B5EF4-FFF2-40B4-BE49-F238E27FC236}">
                <a16:creationId xmlns:a16="http://schemas.microsoft.com/office/drawing/2014/main" id="{9A072851-4175-1F39-0299-42213EEB50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34279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a:extLst>
            <a:ext uri="{FF2B5EF4-FFF2-40B4-BE49-F238E27FC236}">
              <a16:creationId xmlns:a16="http://schemas.microsoft.com/office/drawing/2014/main" id="{714CAFCC-74C2-990D-2353-3DF4D40B74F4}"/>
            </a:ext>
          </a:extLst>
        </p:cNvPr>
        <p:cNvGrpSpPr/>
        <p:nvPr/>
      </p:nvGrpSpPr>
      <p:grpSpPr>
        <a:xfrm>
          <a:off x="0" y="0"/>
          <a:ext cx="0" cy="0"/>
          <a:chOff x="0" y="0"/>
          <a:chExt cx="0" cy="0"/>
        </a:xfrm>
      </p:grpSpPr>
      <p:sp>
        <p:nvSpPr>
          <p:cNvPr id="508" name="Google Shape;508;g866e8365be_0_137:notes">
            <a:extLst>
              <a:ext uri="{FF2B5EF4-FFF2-40B4-BE49-F238E27FC236}">
                <a16:creationId xmlns:a16="http://schemas.microsoft.com/office/drawing/2014/main" id="{5DB9A2FD-925C-470B-A2D0-2FCBDD6A7C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509" name="Google Shape;509;g866e8365be_0_137:notes">
            <a:extLst>
              <a:ext uri="{FF2B5EF4-FFF2-40B4-BE49-F238E27FC236}">
                <a16:creationId xmlns:a16="http://schemas.microsoft.com/office/drawing/2014/main" id="{B35D13C2-BC87-6816-B3A6-96D23AEEEC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00432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a:extLst>
            <a:ext uri="{FF2B5EF4-FFF2-40B4-BE49-F238E27FC236}">
              <a16:creationId xmlns:a16="http://schemas.microsoft.com/office/drawing/2014/main" id="{D5EB6C32-DD11-3E21-94FD-238AC0656339}"/>
            </a:ext>
          </a:extLst>
        </p:cNvPr>
        <p:cNvGrpSpPr/>
        <p:nvPr/>
      </p:nvGrpSpPr>
      <p:grpSpPr>
        <a:xfrm>
          <a:off x="0" y="0"/>
          <a:ext cx="0" cy="0"/>
          <a:chOff x="0" y="0"/>
          <a:chExt cx="0" cy="0"/>
        </a:xfrm>
      </p:grpSpPr>
      <p:sp>
        <p:nvSpPr>
          <p:cNvPr id="638" name="Google Shape;638;g8da5ade24f_0_1874:notes">
            <a:extLst>
              <a:ext uri="{FF2B5EF4-FFF2-40B4-BE49-F238E27FC236}">
                <a16:creationId xmlns:a16="http://schemas.microsoft.com/office/drawing/2014/main" id="{B5D1C14A-FB03-2E73-218E-703128059E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
        <p:nvSpPr>
          <p:cNvPr id="639" name="Google Shape;639;g8da5ade24f_0_1874:notes">
            <a:extLst>
              <a:ext uri="{FF2B5EF4-FFF2-40B4-BE49-F238E27FC236}">
                <a16:creationId xmlns:a16="http://schemas.microsoft.com/office/drawing/2014/main" id="{43E103E5-AC20-8810-2528-8D66616815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39260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0275" y="536650"/>
            <a:ext cx="4613100" cy="1641900"/>
          </a:xfrm>
          <a:prstGeom prst="rect">
            <a:avLst/>
          </a:prstGeom>
        </p:spPr>
        <p:txBody>
          <a:bodyPr spcFirstLastPara="1" wrap="square" lIns="91425" tIns="91425" rIns="91425" bIns="91425" anchor="ctr" anchorCtr="0">
            <a:no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a:endParaRPr/>
          </a:p>
        </p:txBody>
      </p:sp>
      <p:sp>
        <p:nvSpPr>
          <p:cNvPr id="10" name="Google Shape;10;p2"/>
          <p:cNvSpPr txBox="1">
            <a:spLocks noGrp="1"/>
          </p:cNvSpPr>
          <p:nvPr>
            <p:ph type="subTitle" idx="1"/>
          </p:nvPr>
        </p:nvSpPr>
        <p:spPr>
          <a:xfrm>
            <a:off x="710275" y="2178550"/>
            <a:ext cx="4613100" cy="549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700"/>
              <a:buNone/>
              <a:defRPr sz="1700"/>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717800" y="537175"/>
            <a:ext cx="7708500" cy="481200"/>
          </a:xfrm>
          <a:prstGeom prst="rect">
            <a:avLst/>
          </a:prstGeom>
        </p:spPr>
        <p:txBody>
          <a:bodyPr spcFirstLastPara="1" wrap="square" lIns="91425" tIns="91425" rIns="91425" bIns="91425" anchor="ctr" anchorCtr="0">
            <a:noAutofit/>
          </a:bodyPr>
          <a:lstStyle>
            <a:lvl1pPr lvl="0">
              <a:spcBef>
                <a:spcPts val="0"/>
              </a:spcBef>
              <a:spcAft>
                <a:spcPts val="0"/>
              </a:spcAft>
              <a:buSzPts val="2500"/>
              <a:buNone/>
              <a:defRPr/>
            </a:lvl1pPr>
            <a:lvl2pPr lvl="1">
              <a:spcBef>
                <a:spcPts val="0"/>
              </a:spcBef>
              <a:spcAft>
                <a:spcPts val="0"/>
              </a:spcAft>
              <a:buSzPts val="2500"/>
              <a:buNone/>
              <a:defRPr/>
            </a:lvl2pPr>
            <a:lvl3pPr lvl="2">
              <a:spcBef>
                <a:spcPts val="0"/>
              </a:spcBef>
              <a:spcAft>
                <a:spcPts val="0"/>
              </a:spcAft>
              <a:buSzPts val="2500"/>
              <a:buNone/>
              <a:defRPr/>
            </a:lvl3pPr>
            <a:lvl4pPr lvl="3">
              <a:spcBef>
                <a:spcPts val="0"/>
              </a:spcBef>
              <a:spcAft>
                <a:spcPts val="0"/>
              </a:spcAft>
              <a:buSzPts val="2500"/>
              <a:buNone/>
              <a:defRPr/>
            </a:lvl4pPr>
            <a:lvl5pPr lvl="4">
              <a:spcBef>
                <a:spcPts val="0"/>
              </a:spcBef>
              <a:spcAft>
                <a:spcPts val="0"/>
              </a:spcAft>
              <a:buSzPts val="2500"/>
              <a:buNone/>
              <a:defRPr/>
            </a:lvl5pPr>
            <a:lvl6pPr lvl="5">
              <a:spcBef>
                <a:spcPts val="0"/>
              </a:spcBef>
              <a:spcAft>
                <a:spcPts val="0"/>
              </a:spcAft>
              <a:buSzPts val="2500"/>
              <a:buNone/>
              <a:defRPr/>
            </a:lvl6pPr>
            <a:lvl7pPr lvl="6">
              <a:spcBef>
                <a:spcPts val="0"/>
              </a:spcBef>
              <a:spcAft>
                <a:spcPts val="0"/>
              </a:spcAft>
              <a:buSzPts val="2500"/>
              <a:buNone/>
              <a:defRPr/>
            </a:lvl7pPr>
            <a:lvl8pPr lvl="7">
              <a:spcBef>
                <a:spcPts val="0"/>
              </a:spcBef>
              <a:spcAft>
                <a:spcPts val="0"/>
              </a:spcAft>
              <a:buSzPts val="2500"/>
              <a:buNone/>
              <a:defRPr/>
            </a:lvl8pPr>
            <a:lvl9pPr lvl="8">
              <a:spcBef>
                <a:spcPts val="0"/>
              </a:spcBef>
              <a:spcAft>
                <a:spcPts val="0"/>
              </a:spcAft>
              <a:buSzPts val="2500"/>
              <a:buNone/>
              <a:defRPr/>
            </a:lvl9pPr>
          </a:lstStyle>
          <a:p>
            <a:endParaRPr/>
          </a:p>
        </p:txBody>
      </p:sp>
      <p:sp>
        <p:nvSpPr>
          <p:cNvPr id="16" name="Google Shape;16;p4"/>
          <p:cNvSpPr txBox="1">
            <a:spLocks noGrp="1"/>
          </p:cNvSpPr>
          <p:nvPr>
            <p:ph type="body" idx="1"/>
          </p:nvPr>
        </p:nvSpPr>
        <p:spPr>
          <a:xfrm>
            <a:off x="717800" y="1153000"/>
            <a:ext cx="7708500" cy="34533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7" name="Google Shape;17;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717800" y="537175"/>
            <a:ext cx="7708500" cy="481200"/>
          </a:xfrm>
          <a:prstGeom prst="rect">
            <a:avLst/>
          </a:prstGeom>
        </p:spPr>
        <p:txBody>
          <a:bodyPr spcFirstLastPara="1" wrap="square" lIns="91425" tIns="91425" rIns="91425" bIns="91425" anchor="ctr" anchorCtr="0">
            <a:noAutofit/>
          </a:bodyPr>
          <a:lstStyle>
            <a:lvl1pPr lvl="0">
              <a:spcBef>
                <a:spcPts val="0"/>
              </a:spcBef>
              <a:spcAft>
                <a:spcPts val="0"/>
              </a:spcAft>
              <a:buSzPts val="2500"/>
              <a:buNone/>
              <a:defRPr/>
            </a:lvl1pPr>
            <a:lvl2pPr lvl="1">
              <a:spcBef>
                <a:spcPts val="0"/>
              </a:spcBef>
              <a:spcAft>
                <a:spcPts val="0"/>
              </a:spcAft>
              <a:buSzPts val="2500"/>
              <a:buNone/>
              <a:defRPr/>
            </a:lvl2pPr>
            <a:lvl3pPr lvl="2">
              <a:spcBef>
                <a:spcPts val="0"/>
              </a:spcBef>
              <a:spcAft>
                <a:spcPts val="0"/>
              </a:spcAft>
              <a:buSzPts val="2500"/>
              <a:buNone/>
              <a:defRPr/>
            </a:lvl3pPr>
            <a:lvl4pPr lvl="3">
              <a:spcBef>
                <a:spcPts val="0"/>
              </a:spcBef>
              <a:spcAft>
                <a:spcPts val="0"/>
              </a:spcAft>
              <a:buSzPts val="2500"/>
              <a:buNone/>
              <a:defRPr/>
            </a:lvl4pPr>
            <a:lvl5pPr lvl="4">
              <a:spcBef>
                <a:spcPts val="0"/>
              </a:spcBef>
              <a:spcAft>
                <a:spcPts val="0"/>
              </a:spcAft>
              <a:buSzPts val="2500"/>
              <a:buNone/>
              <a:defRPr/>
            </a:lvl5pPr>
            <a:lvl6pPr lvl="5">
              <a:spcBef>
                <a:spcPts val="0"/>
              </a:spcBef>
              <a:spcAft>
                <a:spcPts val="0"/>
              </a:spcAft>
              <a:buSzPts val="2500"/>
              <a:buNone/>
              <a:defRPr/>
            </a:lvl6pPr>
            <a:lvl7pPr lvl="6">
              <a:spcBef>
                <a:spcPts val="0"/>
              </a:spcBef>
              <a:spcAft>
                <a:spcPts val="0"/>
              </a:spcAft>
              <a:buSzPts val="2500"/>
              <a:buNone/>
              <a:defRPr/>
            </a:lvl7pPr>
            <a:lvl8pPr lvl="7">
              <a:spcBef>
                <a:spcPts val="0"/>
              </a:spcBef>
              <a:spcAft>
                <a:spcPts val="0"/>
              </a:spcAft>
              <a:buSzPts val="2500"/>
              <a:buNone/>
              <a:defRPr/>
            </a:lvl8pPr>
            <a:lvl9pPr lvl="8">
              <a:spcBef>
                <a:spcPts val="0"/>
              </a:spcBef>
              <a:spcAft>
                <a:spcPts val="0"/>
              </a:spcAft>
              <a:buSzPts val="2500"/>
              <a:buNone/>
              <a:defRPr/>
            </a:lvl9pPr>
          </a:lstStyle>
          <a:p>
            <a:endParaRPr/>
          </a:p>
        </p:txBody>
      </p:sp>
      <p:sp>
        <p:nvSpPr>
          <p:cNvPr id="20" name="Google Shape;20;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1" name="Google Shape;21;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2" name="Google Shape;22;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717800" y="537175"/>
            <a:ext cx="7708500" cy="481200"/>
          </a:xfrm>
          <a:prstGeom prst="rect">
            <a:avLst/>
          </a:prstGeom>
        </p:spPr>
        <p:txBody>
          <a:bodyPr spcFirstLastPara="1" wrap="square" lIns="91425" tIns="91425" rIns="91425" bIns="91425" anchor="ctr" anchorCtr="0">
            <a:noAutofit/>
          </a:bodyPr>
          <a:lstStyle>
            <a:lvl1pPr lvl="0">
              <a:spcBef>
                <a:spcPts val="0"/>
              </a:spcBef>
              <a:spcAft>
                <a:spcPts val="0"/>
              </a:spcAft>
              <a:buSzPts val="2500"/>
              <a:buNone/>
              <a:defRPr/>
            </a:lvl1pPr>
            <a:lvl2pPr lvl="1">
              <a:spcBef>
                <a:spcPts val="0"/>
              </a:spcBef>
              <a:spcAft>
                <a:spcPts val="0"/>
              </a:spcAft>
              <a:buSzPts val="2500"/>
              <a:buNone/>
              <a:defRPr/>
            </a:lvl2pPr>
            <a:lvl3pPr lvl="2">
              <a:spcBef>
                <a:spcPts val="0"/>
              </a:spcBef>
              <a:spcAft>
                <a:spcPts val="0"/>
              </a:spcAft>
              <a:buSzPts val="2500"/>
              <a:buNone/>
              <a:defRPr/>
            </a:lvl3pPr>
            <a:lvl4pPr lvl="3">
              <a:spcBef>
                <a:spcPts val="0"/>
              </a:spcBef>
              <a:spcAft>
                <a:spcPts val="0"/>
              </a:spcAft>
              <a:buSzPts val="2500"/>
              <a:buNone/>
              <a:defRPr/>
            </a:lvl4pPr>
            <a:lvl5pPr lvl="4">
              <a:spcBef>
                <a:spcPts val="0"/>
              </a:spcBef>
              <a:spcAft>
                <a:spcPts val="0"/>
              </a:spcAft>
              <a:buSzPts val="2500"/>
              <a:buNone/>
              <a:defRPr/>
            </a:lvl5pPr>
            <a:lvl6pPr lvl="5">
              <a:spcBef>
                <a:spcPts val="0"/>
              </a:spcBef>
              <a:spcAft>
                <a:spcPts val="0"/>
              </a:spcAft>
              <a:buSzPts val="2500"/>
              <a:buNone/>
              <a:defRPr/>
            </a:lvl6pPr>
            <a:lvl7pPr lvl="6">
              <a:spcBef>
                <a:spcPts val="0"/>
              </a:spcBef>
              <a:spcAft>
                <a:spcPts val="0"/>
              </a:spcAft>
              <a:buSzPts val="2500"/>
              <a:buNone/>
              <a:defRPr/>
            </a:lvl7pPr>
            <a:lvl8pPr lvl="7">
              <a:spcBef>
                <a:spcPts val="0"/>
              </a:spcBef>
              <a:spcAft>
                <a:spcPts val="0"/>
              </a:spcAft>
              <a:buSzPts val="2500"/>
              <a:buNone/>
              <a:defRPr/>
            </a:lvl8pPr>
            <a:lvl9pPr lvl="8">
              <a:spcBef>
                <a:spcPts val="0"/>
              </a:spcBef>
              <a:spcAft>
                <a:spcPts val="0"/>
              </a:spcAft>
              <a:buSzPts val="2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7" name="Google Shape;27;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
        <p:cNvGrpSpPr/>
        <p:nvPr/>
      </p:nvGrpSpPr>
      <p:grpSpPr>
        <a:xfrm>
          <a:off x="0" y="0"/>
          <a:ext cx="0" cy="0"/>
          <a:chOff x="0" y="0"/>
          <a:chExt cx="0" cy="0"/>
        </a:xfrm>
      </p:grpSpPr>
      <p:sp>
        <p:nvSpPr>
          <p:cNvPr id="33" name="Google Shape;33;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5" name="Google Shape;35;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6" name="Google Shape;36;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
        <p:cNvGrpSpPr/>
        <p:nvPr/>
      </p:nvGrpSpPr>
      <p:grpSpPr>
        <a:xfrm>
          <a:off x="0" y="0"/>
          <a:ext cx="0" cy="0"/>
          <a:chOff x="0" y="0"/>
          <a:chExt cx="0" cy="0"/>
        </a:xfrm>
      </p:grpSpPr>
      <p:sp>
        <p:nvSpPr>
          <p:cNvPr id="39" name="Google Shape;39;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 name="Google Shape;43;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4" name="Google Shape;44;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bg>
      <p:bgPr>
        <a:gradFill>
          <a:gsLst>
            <a:gs pos="0">
              <a:schemeClr val="dk2"/>
            </a:gs>
            <a:gs pos="100000">
              <a:schemeClr val="lt2"/>
            </a:gs>
          </a:gsLst>
          <a:lin ang="10800025" scaled="0"/>
        </a:gradFill>
        <a:effectLst/>
      </p:bgPr>
    </p:bg>
    <p:spTree>
      <p:nvGrpSpPr>
        <p:cNvPr id="1" name="Shape 38"/>
        <p:cNvGrpSpPr/>
        <p:nvPr/>
      </p:nvGrpSpPr>
      <p:grpSpPr>
        <a:xfrm>
          <a:off x="0" y="0"/>
          <a:ext cx="0" cy="0"/>
          <a:chOff x="0" y="0"/>
          <a:chExt cx="0" cy="0"/>
        </a:xfrm>
      </p:grpSpPr>
      <p:sp>
        <p:nvSpPr>
          <p:cNvPr id="39" name="Google Shape;39;p3"/>
          <p:cNvSpPr txBox="1">
            <a:spLocks noGrp="1"/>
          </p:cNvSpPr>
          <p:nvPr>
            <p:ph type="title"/>
          </p:nvPr>
        </p:nvSpPr>
        <p:spPr>
          <a:xfrm>
            <a:off x="4147675" y="2529125"/>
            <a:ext cx="4731300" cy="5307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3600"/>
              <a:buNone/>
              <a:defRPr sz="3500">
                <a:solidFill>
                  <a:schemeClr val="dk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0" name="Google Shape;40;p3"/>
          <p:cNvSpPr txBox="1">
            <a:spLocks noGrp="1"/>
          </p:cNvSpPr>
          <p:nvPr>
            <p:ph type="subTitle" idx="1"/>
          </p:nvPr>
        </p:nvSpPr>
        <p:spPr>
          <a:xfrm>
            <a:off x="5010175" y="3116825"/>
            <a:ext cx="2975100" cy="695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1" name="Google Shape;41;p3"/>
          <p:cNvSpPr txBox="1">
            <a:spLocks noGrp="1"/>
          </p:cNvSpPr>
          <p:nvPr>
            <p:ph type="title" idx="2" hasCustomPrompt="1"/>
          </p:nvPr>
        </p:nvSpPr>
        <p:spPr>
          <a:xfrm>
            <a:off x="5577925" y="1331263"/>
            <a:ext cx="1839600" cy="1153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2"/>
              </a:buClr>
              <a:buSzPts val="12000"/>
              <a:buNone/>
              <a:defRPr sz="6500"/>
            </a:lvl1pPr>
            <a:lvl2pPr lvl="1" algn="ctr" rtl="0">
              <a:spcBef>
                <a:spcPts val="0"/>
              </a:spcBef>
              <a:spcAft>
                <a:spcPts val="0"/>
              </a:spcAft>
              <a:buClr>
                <a:schemeClr val="accent5"/>
              </a:buClr>
              <a:buSzPts val="12000"/>
              <a:buNone/>
              <a:defRPr sz="12000">
                <a:solidFill>
                  <a:schemeClr val="accent5"/>
                </a:solidFill>
              </a:defRPr>
            </a:lvl2pPr>
            <a:lvl3pPr lvl="2" algn="ctr" rtl="0">
              <a:spcBef>
                <a:spcPts val="0"/>
              </a:spcBef>
              <a:spcAft>
                <a:spcPts val="0"/>
              </a:spcAft>
              <a:buClr>
                <a:schemeClr val="accent5"/>
              </a:buClr>
              <a:buSzPts val="12000"/>
              <a:buNone/>
              <a:defRPr sz="12000">
                <a:solidFill>
                  <a:schemeClr val="accent5"/>
                </a:solidFill>
              </a:defRPr>
            </a:lvl3pPr>
            <a:lvl4pPr lvl="3" algn="ctr" rtl="0">
              <a:spcBef>
                <a:spcPts val="0"/>
              </a:spcBef>
              <a:spcAft>
                <a:spcPts val="0"/>
              </a:spcAft>
              <a:buClr>
                <a:schemeClr val="accent5"/>
              </a:buClr>
              <a:buSzPts val="12000"/>
              <a:buNone/>
              <a:defRPr sz="12000">
                <a:solidFill>
                  <a:schemeClr val="accent5"/>
                </a:solidFill>
              </a:defRPr>
            </a:lvl4pPr>
            <a:lvl5pPr lvl="4" algn="ctr" rtl="0">
              <a:spcBef>
                <a:spcPts val="0"/>
              </a:spcBef>
              <a:spcAft>
                <a:spcPts val="0"/>
              </a:spcAft>
              <a:buClr>
                <a:schemeClr val="accent5"/>
              </a:buClr>
              <a:buSzPts val="12000"/>
              <a:buNone/>
              <a:defRPr sz="12000">
                <a:solidFill>
                  <a:schemeClr val="accent5"/>
                </a:solidFill>
              </a:defRPr>
            </a:lvl5pPr>
            <a:lvl6pPr lvl="5" algn="ctr" rtl="0">
              <a:spcBef>
                <a:spcPts val="0"/>
              </a:spcBef>
              <a:spcAft>
                <a:spcPts val="0"/>
              </a:spcAft>
              <a:buClr>
                <a:schemeClr val="accent5"/>
              </a:buClr>
              <a:buSzPts val="12000"/>
              <a:buNone/>
              <a:defRPr sz="12000">
                <a:solidFill>
                  <a:schemeClr val="accent5"/>
                </a:solidFill>
              </a:defRPr>
            </a:lvl6pPr>
            <a:lvl7pPr lvl="6" algn="ctr" rtl="0">
              <a:spcBef>
                <a:spcPts val="0"/>
              </a:spcBef>
              <a:spcAft>
                <a:spcPts val="0"/>
              </a:spcAft>
              <a:buClr>
                <a:schemeClr val="accent5"/>
              </a:buClr>
              <a:buSzPts val="12000"/>
              <a:buNone/>
              <a:defRPr sz="12000">
                <a:solidFill>
                  <a:schemeClr val="accent5"/>
                </a:solidFill>
              </a:defRPr>
            </a:lvl7pPr>
            <a:lvl8pPr lvl="7" algn="ctr" rtl="0">
              <a:spcBef>
                <a:spcPts val="0"/>
              </a:spcBef>
              <a:spcAft>
                <a:spcPts val="0"/>
              </a:spcAft>
              <a:buClr>
                <a:schemeClr val="accent5"/>
              </a:buClr>
              <a:buSzPts val="12000"/>
              <a:buNone/>
              <a:defRPr sz="12000">
                <a:solidFill>
                  <a:schemeClr val="accent5"/>
                </a:solidFill>
              </a:defRPr>
            </a:lvl8pPr>
            <a:lvl9pPr lvl="8" algn="ctr" rtl="0">
              <a:spcBef>
                <a:spcPts val="0"/>
              </a:spcBef>
              <a:spcAft>
                <a:spcPts val="0"/>
              </a:spcAft>
              <a:buClr>
                <a:schemeClr val="accent5"/>
              </a:buClr>
              <a:buSzPts val="12000"/>
              <a:buNone/>
              <a:defRPr sz="12000">
                <a:solidFill>
                  <a:schemeClr val="accent5"/>
                </a:solidFill>
              </a:defRPr>
            </a:lvl9pPr>
          </a:lstStyle>
          <a:p>
            <a:r>
              <a:t>xx%</a:t>
            </a:r>
          </a:p>
        </p:txBody>
      </p:sp>
      <p:sp>
        <p:nvSpPr>
          <p:cNvPr id="42" name="Google Shape;42;p3"/>
          <p:cNvSpPr/>
          <p:nvPr/>
        </p:nvSpPr>
        <p:spPr>
          <a:xfrm rot="538783">
            <a:off x="7590835" y="4435473"/>
            <a:ext cx="834279" cy="99245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rot="194745">
            <a:off x="7674223" y="-78173"/>
            <a:ext cx="787928" cy="1269373"/>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rot="10800000">
            <a:off x="8426497" y="4087887"/>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rot="10800000">
            <a:off x="8624255" y="854907"/>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rot="10800000">
            <a:off x="8455564" y="-29735"/>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rot="10800000">
            <a:off x="8084408" y="655276"/>
            <a:ext cx="1066167" cy="4517949"/>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rot="10800000">
            <a:off x="8651098" y="2788161"/>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rot="10800000">
            <a:off x="8262404" y="365517"/>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rot="10800000">
            <a:off x="8624259" y="248198"/>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rot="10800000">
            <a:off x="8781809" y="4804911"/>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rot="10800000">
            <a:off x="6453744" y="1764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8262394" y="48649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rot="10800000">
            <a:off x="2317745" y="587629"/>
            <a:ext cx="201031" cy="26632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rot="10800000">
            <a:off x="782770" y="3408479"/>
            <a:ext cx="201031" cy="26632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441769" y="109632"/>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2640869" y="4755282"/>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rot="10800000">
            <a:off x="251959" y="1674036"/>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rot="10800000">
            <a:off x="4541996" y="268861"/>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598759" y="4755286"/>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7672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dpi="0" rotWithShape="1">
          <a:blip r:embed="rId14">
            <a:alphaModFix amt="50000"/>
            <a:lum/>
          </a:blip>
          <a:srcRect/>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7800" y="537175"/>
            <a:ext cx="7708500" cy="4812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1pPr>
            <a:lvl2pPr lvl="1">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9pPr>
          </a:lstStyle>
          <a:p>
            <a:endParaRPr/>
          </a:p>
        </p:txBody>
      </p:sp>
      <p:sp>
        <p:nvSpPr>
          <p:cNvPr id="7" name="Google Shape;7;p1"/>
          <p:cNvSpPr txBox="1">
            <a:spLocks noGrp="1"/>
          </p:cNvSpPr>
          <p:nvPr>
            <p:ph type="body" idx="1"/>
          </p:nvPr>
        </p:nvSpPr>
        <p:spPr>
          <a:xfrm>
            <a:off x="717800" y="1153000"/>
            <a:ext cx="7708500" cy="34533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SzPts val="1800"/>
              <a:buFont typeface="Roboto"/>
              <a:buChar char="●"/>
              <a:defRPr sz="1800">
                <a:latin typeface="Roboto"/>
                <a:ea typeface="Roboto"/>
                <a:cs typeface="Roboto"/>
                <a:sym typeface="Roboto"/>
              </a:defRPr>
            </a:lvl1pPr>
            <a:lvl2pPr marL="914400" lvl="1" indent="-317500">
              <a:lnSpc>
                <a:spcPct val="115000"/>
              </a:lnSpc>
              <a:spcBef>
                <a:spcPts val="1600"/>
              </a:spcBef>
              <a:spcAft>
                <a:spcPts val="0"/>
              </a:spcAft>
              <a:buSzPts val="1400"/>
              <a:buFont typeface="Roboto"/>
              <a:buChar char="○"/>
              <a:defRPr>
                <a:latin typeface="Roboto"/>
                <a:ea typeface="Roboto"/>
                <a:cs typeface="Roboto"/>
                <a:sym typeface="Roboto"/>
              </a:defRPr>
            </a:lvl2pPr>
            <a:lvl3pPr marL="1371600" lvl="2" indent="-317500">
              <a:lnSpc>
                <a:spcPct val="115000"/>
              </a:lnSpc>
              <a:spcBef>
                <a:spcPts val="1600"/>
              </a:spcBef>
              <a:spcAft>
                <a:spcPts val="0"/>
              </a:spcAft>
              <a:buSzPts val="1400"/>
              <a:buFont typeface="Roboto"/>
              <a:buChar char="■"/>
              <a:defRPr>
                <a:latin typeface="Roboto"/>
                <a:ea typeface="Roboto"/>
                <a:cs typeface="Roboto"/>
                <a:sym typeface="Roboto"/>
              </a:defRPr>
            </a:lvl3pPr>
            <a:lvl4pPr marL="1828800" lvl="3" indent="-317500">
              <a:lnSpc>
                <a:spcPct val="115000"/>
              </a:lnSpc>
              <a:spcBef>
                <a:spcPts val="1600"/>
              </a:spcBef>
              <a:spcAft>
                <a:spcPts val="0"/>
              </a:spcAft>
              <a:buSzPts val="1400"/>
              <a:buFont typeface="Roboto"/>
              <a:buChar char="●"/>
              <a:defRPr>
                <a:latin typeface="Roboto"/>
                <a:ea typeface="Roboto"/>
                <a:cs typeface="Roboto"/>
                <a:sym typeface="Roboto"/>
              </a:defRPr>
            </a:lvl4pPr>
            <a:lvl5pPr marL="2286000" lvl="4" indent="-317500">
              <a:lnSpc>
                <a:spcPct val="115000"/>
              </a:lnSpc>
              <a:spcBef>
                <a:spcPts val="1600"/>
              </a:spcBef>
              <a:spcAft>
                <a:spcPts val="0"/>
              </a:spcAft>
              <a:buSzPts val="1400"/>
              <a:buFont typeface="Roboto"/>
              <a:buChar char="○"/>
              <a:defRPr>
                <a:latin typeface="Roboto"/>
                <a:ea typeface="Roboto"/>
                <a:cs typeface="Roboto"/>
                <a:sym typeface="Roboto"/>
              </a:defRPr>
            </a:lvl5pPr>
            <a:lvl6pPr marL="2743200" lvl="5" indent="-317500">
              <a:lnSpc>
                <a:spcPct val="115000"/>
              </a:lnSpc>
              <a:spcBef>
                <a:spcPts val="1600"/>
              </a:spcBef>
              <a:spcAft>
                <a:spcPts val="0"/>
              </a:spcAft>
              <a:buSzPts val="1400"/>
              <a:buFont typeface="Roboto"/>
              <a:buChar char="■"/>
              <a:defRPr>
                <a:latin typeface="Roboto"/>
                <a:ea typeface="Roboto"/>
                <a:cs typeface="Roboto"/>
                <a:sym typeface="Roboto"/>
              </a:defRPr>
            </a:lvl6pPr>
            <a:lvl7pPr marL="3200400" lvl="6" indent="-317500">
              <a:lnSpc>
                <a:spcPct val="115000"/>
              </a:lnSpc>
              <a:spcBef>
                <a:spcPts val="1600"/>
              </a:spcBef>
              <a:spcAft>
                <a:spcPts val="0"/>
              </a:spcAft>
              <a:buSzPts val="1400"/>
              <a:buFont typeface="Roboto"/>
              <a:buChar char="●"/>
              <a:defRPr>
                <a:latin typeface="Roboto"/>
                <a:ea typeface="Roboto"/>
                <a:cs typeface="Roboto"/>
                <a:sym typeface="Roboto"/>
              </a:defRPr>
            </a:lvl7pPr>
            <a:lvl8pPr marL="3657600" lvl="7" indent="-317500">
              <a:lnSpc>
                <a:spcPct val="115000"/>
              </a:lnSpc>
              <a:spcBef>
                <a:spcPts val="1600"/>
              </a:spcBef>
              <a:spcAft>
                <a:spcPts val="0"/>
              </a:spcAft>
              <a:buSzPts val="1400"/>
              <a:buFont typeface="Roboto"/>
              <a:buChar char="○"/>
              <a:defRPr>
                <a:latin typeface="Roboto"/>
                <a:ea typeface="Roboto"/>
                <a:cs typeface="Roboto"/>
                <a:sym typeface="Roboto"/>
              </a:defRPr>
            </a:lvl8pPr>
            <a:lvl9pPr marL="4114800" lvl="8" indent="-317500">
              <a:lnSpc>
                <a:spcPct val="115000"/>
              </a:lnSpc>
              <a:spcBef>
                <a:spcPts val="1600"/>
              </a:spcBef>
              <a:spcAft>
                <a:spcPts val="1600"/>
              </a:spcAft>
              <a:buSzPts val="1400"/>
              <a:buFont typeface="Roboto"/>
              <a:buChar char="■"/>
              <a:defRPr>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EA4335"/>
          </p15:clr>
        </p15:guide>
        <p15:guide id="2" pos="2880">
          <p15:clr>
            <a:srgbClr val="EA4335"/>
          </p15:clr>
        </p15:guide>
        <p15:guide id="3" pos="452">
          <p15:clr>
            <a:srgbClr val="EA4335"/>
          </p15:clr>
        </p15:guide>
        <p15:guide id="4" pos="5308">
          <p15:clr>
            <a:srgbClr val="EA4335"/>
          </p15:clr>
        </p15:guide>
        <p15:guide id="5" orient="horz" pos="338">
          <p15:clr>
            <a:srgbClr val="EA4335"/>
          </p15:clr>
        </p15:guide>
        <p15:guide id="6" orient="horz" pos="2902">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5"/>
          <p:cNvSpPr txBox="1">
            <a:spLocks noGrp="1"/>
          </p:cNvSpPr>
          <p:nvPr>
            <p:ph type="ctrTitle"/>
          </p:nvPr>
        </p:nvSpPr>
        <p:spPr>
          <a:xfrm>
            <a:off x="68378" y="547618"/>
            <a:ext cx="9007244" cy="164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b="1" u="sng" dirty="0">
                <a:solidFill>
                  <a:schemeClr val="accent6"/>
                </a:solidFill>
              </a:rPr>
              <a:t>The James Webb Space Telescope (JWST)</a:t>
            </a:r>
            <a:endParaRPr b="1" u="sng" dirty="0">
              <a:solidFill>
                <a:schemeClr val="accent6"/>
              </a:solidFill>
            </a:endParaRPr>
          </a:p>
        </p:txBody>
      </p:sp>
      <p:sp>
        <p:nvSpPr>
          <p:cNvPr id="56" name="Google Shape;56;p15"/>
          <p:cNvSpPr txBox="1">
            <a:spLocks noGrp="1"/>
          </p:cNvSpPr>
          <p:nvPr>
            <p:ph type="subTitle" idx="1"/>
          </p:nvPr>
        </p:nvSpPr>
        <p:spPr>
          <a:xfrm>
            <a:off x="6351804" y="3642648"/>
            <a:ext cx="3861600" cy="46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500" b="1" dirty="0">
                <a:solidFill>
                  <a:schemeClr val="accent6"/>
                </a:solidFill>
              </a:rPr>
              <a:t>Presented By:</a:t>
            </a:r>
            <a:br>
              <a:rPr lang="en" sz="1500" dirty="0">
                <a:solidFill>
                  <a:schemeClr val="accent6"/>
                </a:solidFill>
              </a:rPr>
            </a:br>
            <a:br>
              <a:rPr lang="en" sz="1500" dirty="0">
                <a:solidFill>
                  <a:schemeClr val="accent6"/>
                </a:solidFill>
              </a:rPr>
            </a:br>
            <a:endParaRPr sz="1500" dirty="0">
              <a:solidFill>
                <a:schemeClr val="accent6"/>
              </a:solidFill>
            </a:endParaRPr>
          </a:p>
        </p:txBody>
      </p:sp>
      <p:grpSp>
        <p:nvGrpSpPr>
          <p:cNvPr id="57" name="Google Shape;57;p15"/>
          <p:cNvGrpSpPr/>
          <p:nvPr/>
        </p:nvGrpSpPr>
        <p:grpSpPr>
          <a:xfrm rot="18970975">
            <a:off x="-5231" y="396825"/>
            <a:ext cx="1062373" cy="510906"/>
            <a:chOff x="2520320" y="2141863"/>
            <a:chExt cx="3853264" cy="1682071"/>
          </a:xfrm>
        </p:grpSpPr>
        <p:sp>
          <p:nvSpPr>
            <p:cNvPr id="58" name="Google Shape;58;p15"/>
            <p:cNvSpPr/>
            <p:nvPr/>
          </p:nvSpPr>
          <p:spPr>
            <a:xfrm>
              <a:off x="3190380" y="2732119"/>
              <a:ext cx="93023" cy="502014"/>
            </a:xfrm>
            <a:custGeom>
              <a:avLst/>
              <a:gdLst/>
              <a:ahLst/>
              <a:cxnLst/>
              <a:rect l="l" t="t" r="r" b="b"/>
              <a:pathLst>
                <a:path w="4525" h="24420" extrusionOk="0">
                  <a:moveTo>
                    <a:pt x="3334" y="0"/>
                  </a:moveTo>
                  <a:cubicBezTo>
                    <a:pt x="1500" y="0"/>
                    <a:pt x="0" y="1500"/>
                    <a:pt x="0" y="3334"/>
                  </a:cubicBezTo>
                  <a:lnTo>
                    <a:pt x="0" y="21086"/>
                  </a:lnTo>
                  <a:cubicBezTo>
                    <a:pt x="0" y="21455"/>
                    <a:pt x="72" y="21812"/>
                    <a:pt x="179" y="22146"/>
                  </a:cubicBezTo>
                  <a:cubicBezTo>
                    <a:pt x="643" y="23503"/>
                    <a:pt x="1905" y="24420"/>
                    <a:pt x="3334" y="24420"/>
                  </a:cubicBezTo>
                  <a:lnTo>
                    <a:pt x="4524" y="24420"/>
                  </a:lnTo>
                  <a:lnTo>
                    <a:pt x="4524"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5"/>
            <p:cNvSpPr/>
            <p:nvPr/>
          </p:nvSpPr>
          <p:spPr>
            <a:xfrm>
              <a:off x="3283385" y="2633474"/>
              <a:ext cx="93023" cy="699304"/>
            </a:xfrm>
            <a:custGeom>
              <a:avLst/>
              <a:gdLst/>
              <a:ahLst/>
              <a:cxnLst/>
              <a:rect l="l" t="t" r="r" b="b"/>
              <a:pathLst>
                <a:path w="4525" h="34017" extrusionOk="0">
                  <a:moveTo>
                    <a:pt x="1655" y="0"/>
                  </a:moveTo>
                  <a:cubicBezTo>
                    <a:pt x="739" y="0"/>
                    <a:pt x="0" y="738"/>
                    <a:pt x="0" y="1655"/>
                  </a:cubicBezTo>
                  <a:lnTo>
                    <a:pt x="0" y="32361"/>
                  </a:lnTo>
                  <a:cubicBezTo>
                    <a:pt x="0" y="33278"/>
                    <a:pt x="739" y="34016"/>
                    <a:pt x="1655" y="34016"/>
                  </a:cubicBezTo>
                  <a:lnTo>
                    <a:pt x="4525" y="34016"/>
                  </a:lnTo>
                  <a:lnTo>
                    <a:pt x="452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5"/>
            <p:cNvSpPr/>
            <p:nvPr/>
          </p:nvSpPr>
          <p:spPr>
            <a:xfrm>
              <a:off x="2892988" y="2141863"/>
              <a:ext cx="1156750" cy="513280"/>
            </a:xfrm>
            <a:custGeom>
              <a:avLst/>
              <a:gdLst/>
              <a:ahLst/>
              <a:cxnLst/>
              <a:rect l="l" t="t" r="r" b="b"/>
              <a:pathLst>
                <a:path w="56269" h="24968" extrusionOk="0">
                  <a:moveTo>
                    <a:pt x="0" y="0"/>
                  </a:moveTo>
                  <a:lnTo>
                    <a:pt x="25241" y="24968"/>
                  </a:lnTo>
                  <a:lnTo>
                    <a:pt x="25253" y="24968"/>
                  </a:lnTo>
                  <a:cubicBezTo>
                    <a:pt x="32504" y="22646"/>
                    <a:pt x="39886" y="20741"/>
                    <a:pt x="47196" y="19324"/>
                  </a:cubicBezTo>
                  <a:lnTo>
                    <a:pt x="47411" y="19277"/>
                  </a:lnTo>
                  <a:lnTo>
                    <a:pt x="47685" y="19229"/>
                  </a:lnTo>
                  <a:lnTo>
                    <a:pt x="48387" y="19098"/>
                  </a:lnTo>
                  <a:cubicBezTo>
                    <a:pt x="48470" y="19086"/>
                    <a:pt x="48542" y="19062"/>
                    <a:pt x="48625" y="19050"/>
                  </a:cubicBezTo>
                  <a:cubicBezTo>
                    <a:pt x="51149" y="18574"/>
                    <a:pt x="53673" y="18157"/>
                    <a:pt x="56269" y="17788"/>
                  </a:cubicBezTo>
                  <a:lnTo>
                    <a:pt x="42029" y="4608"/>
                  </a:lnTo>
                  <a:cubicBezTo>
                    <a:pt x="38826" y="1632"/>
                    <a:pt x="34635" y="0"/>
                    <a:pt x="302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5"/>
            <p:cNvSpPr/>
            <p:nvPr/>
          </p:nvSpPr>
          <p:spPr>
            <a:xfrm>
              <a:off x="2892988" y="3310633"/>
              <a:ext cx="1156750" cy="513300"/>
            </a:xfrm>
            <a:custGeom>
              <a:avLst/>
              <a:gdLst/>
              <a:ahLst/>
              <a:cxnLst/>
              <a:rect l="l" t="t" r="r" b="b"/>
              <a:pathLst>
                <a:path w="56269" h="24969" extrusionOk="0">
                  <a:moveTo>
                    <a:pt x="25241" y="1"/>
                  </a:moveTo>
                  <a:lnTo>
                    <a:pt x="0" y="24968"/>
                  </a:lnTo>
                  <a:lnTo>
                    <a:pt x="30266" y="24968"/>
                  </a:lnTo>
                  <a:cubicBezTo>
                    <a:pt x="34635" y="24968"/>
                    <a:pt x="38826" y="23337"/>
                    <a:pt x="42029" y="20360"/>
                  </a:cubicBezTo>
                  <a:lnTo>
                    <a:pt x="56269" y="7180"/>
                  </a:lnTo>
                  <a:cubicBezTo>
                    <a:pt x="53673" y="6811"/>
                    <a:pt x="51149" y="6394"/>
                    <a:pt x="48625" y="5918"/>
                  </a:cubicBezTo>
                  <a:cubicBezTo>
                    <a:pt x="48542" y="5906"/>
                    <a:pt x="48470" y="5882"/>
                    <a:pt x="48387" y="5870"/>
                  </a:cubicBezTo>
                  <a:lnTo>
                    <a:pt x="47685" y="5739"/>
                  </a:lnTo>
                  <a:lnTo>
                    <a:pt x="47411" y="5692"/>
                  </a:lnTo>
                  <a:lnTo>
                    <a:pt x="47196" y="5644"/>
                  </a:lnTo>
                  <a:cubicBezTo>
                    <a:pt x="39886" y="4227"/>
                    <a:pt x="32504" y="2310"/>
                    <a:pt x="2525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5"/>
            <p:cNvSpPr/>
            <p:nvPr/>
          </p:nvSpPr>
          <p:spPr>
            <a:xfrm>
              <a:off x="5829447" y="2691241"/>
              <a:ext cx="544136" cy="583771"/>
            </a:xfrm>
            <a:custGeom>
              <a:avLst/>
              <a:gdLst/>
              <a:ahLst/>
              <a:cxnLst/>
              <a:rect l="l" t="t" r="r" b="b"/>
              <a:pathLst>
                <a:path w="26469" h="28397" extrusionOk="0">
                  <a:moveTo>
                    <a:pt x="1" y="0"/>
                  </a:moveTo>
                  <a:lnTo>
                    <a:pt x="1" y="28396"/>
                  </a:lnTo>
                  <a:cubicBezTo>
                    <a:pt x="7597" y="25717"/>
                    <a:pt x="15217" y="22539"/>
                    <a:pt x="22670" y="18812"/>
                  </a:cubicBezTo>
                  <a:cubicBezTo>
                    <a:pt x="26468" y="16907"/>
                    <a:pt x="26468" y="11501"/>
                    <a:pt x="22670" y="9596"/>
                  </a:cubicBezTo>
                  <a:cubicBezTo>
                    <a:pt x="15217" y="5858"/>
                    <a:pt x="7597" y="2679"/>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 name="Google Shape;63;p15"/>
            <p:cNvSpPr/>
            <p:nvPr/>
          </p:nvSpPr>
          <p:spPr>
            <a:xfrm>
              <a:off x="3364898" y="2531406"/>
              <a:ext cx="455513" cy="903440"/>
            </a:xfrm>
            <a:custGeom>
              <a:avLst/>
              <a:gdLst/>
              <a:ahLst/>
              <a:cxnLst/>
              <a:rect l="l" t="t" r="r" b="b"/>
              <a:pathLst>
                <a:path w="22158" h="43947" extrusionOk="0">
                  <a:moveTo>
                    <a:pt x="22158" y="0"/>
                  </a:moveTo>
                  <a:cubicBezTo>
                    <a:pt x="14443" y="1405"/>
                    <a:pt x="6763" y="3001"/>
                    <a:pt x="0" y="4489"/>
                  </a:cubicBezTo>
                  <a:lnTo>
                    <a:pt x="0" y="39469"/>
                  </a:lnTo>
                  <a:cubicBezTo>
                    <a:pt x="6763" y="40958"/>
                    <a:pt x="14443" y="42553"/>
                    <a:pt x="22158" y="43946"/>
                  </a:cubicBezTo>
                  <a:lnTo>
                    <a:pt x="22158" y="43910"/>
                  </a:lnTo>
                  <a:lnTo>
                    <a:pt x="22158" y="0"/>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 name="Google Shape;64;p15"/>
            <p:cNvSpPr/>
            <p:nvPr/>
          </p:nvSpPr>
          <p:spPr>
            <a:xfrm>
              <a:off x="3820403" y="2458715"/>
              <a:ext cx="505221" cy="1048823"/>
            </a:xfrm>
            <a:custGeom>
              <a:avLst/>
              <a:gdLst/>
              <a:ahLst/>
              <a:cxnLst/>
              <a:rect l="l" t="t" r="r" b="b"/>
              <a:pathLst>
                <a:path w="24576" h="51019" extrusionOk="0">
                  <a:moveTo>
                    <a:pt x="24575" y="0"/>
                  </a:moveTo>
                  <a:cubicBezTo>
                    <a:pt x="17170" y="667"/>
                    <a:pt x="8561" y="1988"/>
                    <a:pt x="1" y="3536"/>
                  </a:cubicBezTo>
                  <a:lnTo>
                    <a:pt x="1" y="47446"/>
                  </a:lnTo>
                  <a:lnTo>
                    <a:pt x="1" y="47482"/>
                  </a:lnTo>
                  <a:cubicBezTo>
                    <a:pt x="8561" y="49042"/>
                    <a:pt x="17170" y="50352"/>
                    <a:pt x="24575" y="51018"/>
                  </a:cubicBezTo>
                  <a:lnTo>
                    <a:pt x="24575" y="0"/>
                  </a:ln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 name="Google Shape;65;p15"/>
            <p:cNvSpPr/>
            <p:nvPr/>
          </p:nvSpPr>
          <p:spPr>
            <a:xfrm>
              <a:off x="4325617" y="2449042"/>
              <a:ext cx="504954" cy="1068168"/>
            </a:xfrm>
            <a:custGeom>
              <a:avLst/>
              <a:gdLst/>
              <a:ahLst/>
              <a:cxnLst/>
              <a:rect l="l" t="t" r="r" b="b"/>
              <a:pathLst>
                <a:path w="24563" h="51960" extrusionOk="0">
                  <a:moveTo>
                    <a:pt x="9156" y="1"/>
                  </a:moveTo>
                  <a:cubicBezTo>
                    <a:pt x="6418" y="1"/>
                    <a:pt x="3322" y="167"/>
                    <a:pt x="0" y="465"/>
                  </a:cubicBezTo>
                  <a:lnTo>
                    <a:pt x="0" y="51483"/>
                  </a:lnTo>
                  <a:cubicBezTo>
                    <a:pt x="3322" y="51781"/>
                    <a:pt x="6418" y="51960"/>
                    <a:pt x="9156" y="51960"/>
                  </a:cubicBezTo>
                  <a:cubicBezTo>
                    <a:pt x="13859" y="51960"/>
                    <a:pt x="19038" y="51698"/>
                    <a:pt x="24563" y="51150"/>
                  </a:cubicBezTo>
                  <a:lnTo>
                    <a:pt x="24563" y="798"/>
                  </a:lnTo>
                  <a:cubicBezTo>
                    <a:pt x="19038" y="263"/>
                    <a:pt x="13859" y="1"/>
                    <a:pt x="9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 name="Google Shape;66;p15"/>
            <p:cNvSpPr/>
            <p:nvPr/>
          </p:nvSpPr>
          <p:spPr>
            <a:xfrm>
              <a:off x="4828604" y="2465694"/>
              <a:ext cx="504974" cy="1034865"/>
            </a:xfrm>
            <a:custGeom>
              <a:avLst/>
              <a:gdLst/>
              <a:ahLst/>
              <a:cxnLst/>
              <a:rect l="l" t="t" r="r" b="b"/>
              <a:pathLst>
                <a:path w="24564" h="50340" extrusionOk="0">
                  <a:moveTo>
                    <a:pt x="1" y="0"/>
                  </a:moveTo>
                  <a:lnTo>
                    <a:pt x="1" y="50340"/>
                  </a:lnTo>
                  <a:cubicBezTo>
                    <a:pt x="7633" y="49578"/>
                    <a:pt x="15931" y="48268"/>
                    <a:pt x="24563" y="46339"/>
                  </a:cubicBezTo>
                  <a:lnTo>
                    <a:pt x="24563" y="4001"/>
                  </a:lnTo>
                  <a:cubicBezTo>
                    <a:pt x="15931" y="2060"/>
                    <a:pt x="7633" y="750"/>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 name="Google Shape;67;p15"/>
            <p:cNvSpPr/>
            <p:nvPr/>
          </p:nvSpPr>
          <p:spPr>
            <a:xfrm>
              <a:off x="5330609" y="2547924"/>
              <a:ext cx="501767" cy="870405"/>
            </a:xfrm>
            <a:custGeom>
              <a:avLst/>
              <a:gdLst/>
              <a:ahLst/>
              <a:cxnLst/>
              <a:rect l="l" t="t" r="r" b="b"/>
              <a:pathLst>
                <a:path w="24408" h="42340" extrusionOk="0">
                  <a:moveTo>
                    <a:pt x="0" y="1"/>
                  </a:moveTo>
                  <a:lnTo>
                    <a:pt x="0" y="42339"/>
                  </a:lnTo>
                  <a:cubicBezTo>
                    <a:pt x="7894" y="40577"/>
                    <a:pt x="16050" y="38291"/>
                    <a:pt x="24229" y="35410"/>
                  </a:cubicBezTo>
                  <a:cubicBezTo>
                    <a:pt x="24277" y="35398"/>
                    <a:pt x="24265" y="35374"/>
                    <a:pt x="24408" y="35362"/>
                  </a:cubicBezTo>
                  <a:lnTo>
                    <a:pt x="24408" y="6966"/>
                  </a:lnTo>
                  <a:cubicBezTo>
                    <a:pt x="24265" y="6954"/>
                    <a:pt x="24277" y="6942"/>
                    <a:pt x="24229" y="6918"/>
                  </a:cubicBezTo>
                  <a:cubicBezTo>
                    <a:pt x="16050" y="4049"/>
                    <a:pt x="7894" y="1763"/>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8" name="Google Shape;68;p15"/>
            <p:cNvSpPr/>
            <p:nvPr/>
          </p:nvSpPr>
          <p:spPr>
            <a:xfrm rot="5400000">
              <a:off x="2594207" y="2667746"/>
              <a:ext cx="482987" cy="630761"/>
            </a:xfrm>
            <a:custGeom>
              <a:avLst/>
              <a:gdLst/>
              <a:ahLst/>
              <a:cxnLst/>
              <a:rect l="l" t="t" r="r" b="b"/>
              <a:pathLst>
                <a:path w="19823" h="25888" extrusionOk="0">
                  <a:moveTo>
                    <a:pt x="9356" y="1"/>
                  </a:moveTo>
                  <a:cubicBezTo>
                    <a:pt x="9349" y="1"/>
                    <a:pt x="9342" y="1"/>
                    <a:pt x="9335" y="1"/>
                  </a:cubicBezTo>
                  <a:cubicBezTo>
                    <a:pt x="2823" y="1"/>
                    <a:pt x="1" y="4108"/>
                    <a:pt x="13" y="8204"/>
                  </a:cubicBezTo>
                  <a:cubicBezTo>
                    <a:pt x="25" y="13872"/>
                    <a:pt x="2977" y="14562"/>
                    <a:pt x="4359" y="21492"/>
                  </a:cubicBezTo>
                  <a:cubicBezTo>
                    <a:pt x="4436" y="21901"/>
                    <a:pt x="4646" y="22097"/>
                    <a:pt x="4844" y="22097"/>
                  </a:cubicBezTo>
                  <a:cubicBezTo>
                    <a:pt x="5045" y="22097"/>
                    <a:pt x="5234" y="21898"/>
                    <a:pt x="5263" y="21515"/>
                  </a:cubicBezTo>
                  <a:cubicBezTo>
                    <a:pt x="5507" y="18402"/>
                    <a:pt x="6880" y="17284"/>
                    <a:pt x="8156" y="17284"/>
                  </a:cubicBezTo>
                  <a:cubicBezTo>
                    <a:pt x="8875" y="17284"/>
                    <a:pt x="9564" y="17640"/>
                    <a:pt x="10002" y="18194"/>
                  </a:cubicBezTo>
                  <a:cubicBezTo>
                    <a:pt x="11502" y="20075"/>
                    <a:pt x="10788" y="23004"/>
                    <a:pt x="9609" y="25337"/>
                  </a:cubicBezTo>
                  <a:cubicBezTo>
                    <a:pt x="9506" y="25563"/>
                    <a:pt x="9661" y="25887"/>
                    <a:pt x="9851" y="25887"/>
                  </a:cubicBezTo>
                  <a:cubicBezTo>
                    <a:pt x="9881" y="25887"/>
                    <a:pt x="9912" y="25879"/>
                    <a:pt x="9943" y="25861"/>
                  </a:cubicBezTo>
                  <a:cubicBezTo>
                    <a:pt x="12455" y="24409"/>
                    <a:pt x="17336" y="19610"/>
                    <a:pt x="18336" y="13633"/>
                  </a:cubicBezTo>
                  <a:cubicBezTo>
                    <a:pt x="19823" y="4739"/>
                    <a:pt x="14955" y="1"/>
                    <a:pt x="9356" y="1"/>
                  </a:cubicBezTo>
                  <a:close/>
                </a:path>
              </a:pathLst>
            </a:custGeom>
            <a:gradFill>
              <a:gsLst>
                <a:gs pos="0">
                  <a:srgbClr val="FCBD24"/>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7B0B08D9-AD3D-BBFB-E8D4-AEC5E7C5489D}"/>
              </a:ext>
            </a:extLst>
          </p:cNvPr>
          <p:cNvPicPr>
            <a:picLocks noChangeAspect="1"/>
          </p:cNvPicPr>
          <p:nvPr/>
        </p:nvPicPr>
        <p:blipFill>
          <a:blip r:embed="rId3"/>
          <a:stretch>
            <a:fillRect/>
          </a:stretch>
        </p:blipFill>
        <p:spPr>
          <a:xfrm rot="319139">
            <a:off x="2442055" y="1912274"/>
            <a:ext cx="3953406" cy="3176051"/>
          </a:xfrm>
          <a:prstGeom prst="rect">
            <a:avLst/>
          </a:prstGeom>
        </p:spPr>
      </p:pic>
      <p:sp>
        <p:nvSpPr>
          <p:cNvPr id="5" name="TextBox 4">
            <a:extLst>
              <a:ext uri="{FF2B5EF4-FFF2-40B4-BE49-F238E27FC236}">
                <a16:creationId xmlns:a16="http://schemas.microsoft.com/office/drawing/2014/main" id="{0E0A3F05-6124-8278-22ED-C825EBE44EA1}"/>
              </a:ext>
            </a:extLst>
          </p:cNvPr>
          <p:cNvSpPr txBox="1"/>
          <p:nvPr/>
        </p:nvSpPr>
        <p:spPr>
          <a:xfrm>
            <a:off x="6725093" y="3770712"/>
            <a:ext cx="5156790" cy="1169551"/>
          </a:xfrm>
          <a:prstGeom prst="rect">
            <a:avLst/>
          </a:prstGeom>
          <a:noFill/>
        </p:spPr>
        <p:txBody>
          <a:bodyPr wrap="square">
            <a:spAutoFit/>
          </a:bodyPr>
          <a:lstStyle/>
          <a:p>
            <a:pPr marL="285750" lvl="0" indent="-285750" algn="l" rtl="0">
              <a:spcBef>
                <a:spcPts val="0"/>
              </a:spcBef>
              <a:spcAft>
                <a:spcPts val="0"/>
              </a:spcAft>
              <a:buFont typeface="Arial" panose="020B0604020202020204" pitchFamily="34" charset="0"/>
              <a:buChar char="•"/>
            </a:pPr>
            <a:r>
              <a:rPr lang="en-US" sz="1400" dirty="0">
                <a:solidFill>
                  <a:schemeClr val="accent6"/>
                </a:solidFill>
              </a:rPr>
              <a:t>Muhammad Kashif</a:t>
            </a:r>
          </a:p>
          <a:p>
            <a:pPr marL="285750" lvl="0" indent="-285750" algn="l" rtl="0">
              <a:spcBef>
                <a:spcPts val="0"/>
              </a:spcBef>
              <a:spcAft>
                <a:spcPts val="0"/>
              </a:spcAft>
              <a:buFont typeface="Arial" panose="020B0604020202020204" pitchFamily="34" charset="0"/>
              <a:buChar char="•"/>
            </a:pPr>
            <a:r>
              <a:rPr lang="en-US" sz="1400" dirty="0">
                <a:solidFill>
                  <a:schemeClr val="accent6"/>
                </a:solidFill>
              </a:rPr>
              <a:t>Muhammad Mujeeb</a:t>
            </a:r>
          </a:p>
          <a:p>
            <a:pPr marL="285750" lvl="0" indent="-285750" algn="l" rtl="0">
              <a:spcBef>
                <a:spcPts val="0"/>
              </a:spcBef>
              <a:spcAft>
                <a:spcPts val="0"/>
              </a:spcAft>
              <a:buFont typeface="Arial" panose="020B0604020202020204" pitchFamily="34" charset="0"/>
              <a:buChar char="•"/>
            </a:pPr>
            <a:r>
              <a:rPr lang="en-US" sz="1400" dirty="0">
                <a:solidFill>
                  <a:schemeClr val="accent6"/>
                </a:solidFill>
              </a:rPr>
              <a:t>Hassan Yousaf</a:t>
            </a:r>
          </a:p>
          <a:p>
            <a:pPr marL="285750" lvl="0" indent="-285750" algn="l" rtl="0">
              <a:spcBef>
                <a:spcPts val="0"/>
              </a:spcBef>
              <a:spcAft>
                <a:spcPts val="0"/>
              </a:spcAft>
              <a:buFont typeface="Arial" panose="020B0604020202020204" pitchFamily="34" charset="0"/>
              <a:buChar char="•"/>
            </a:pPr>
            <a:r>
              <a:rPr lang="en-US" sz="1400" dirty="0">
                <a:solidFill>
                  <a:schemeClr val="accent6"/>
                </a:solidFill>
              </a:rPr>
              <a:t>Ahmed Rao</a:t>
            </a:r>
          </a:p>
          <a:p>
            <a:pPr marL="285750" lvl="0" indent="-285750" algn="l" rtl="0">
              <a:spcBef>
                <a:spcPts val="0"/>
              </a:spcBef>
              <a:spcAft>
                <a:spcPts val="0"/>
              </a:spcAft>
              <a:buFont typeface="Arial" panose="020B0604020202020204" pitchFamily="34" charset="0"/>
              <a:buChar char="•"/>
            </a:pPr>
            <a:r>
              <a:rPr lang="en-US" sz="1400" dirty="0">
                <a:solidFill>
                  <a:schemeClr val="accent6"/>
                </a:solidFill>
              </a:rPr>
              <a:t>Rizwan Javaid</a:t>
            </a:r>
          </a:p>
        </p:txBody>
      </p:sp>
      <p:grpSp>
        <p:nvGrpSpPr>
          <p:cNvPr id="6" name="Google Shape;57;p15">
            <a:extLst>
              <a:ext uri="{FF2B5EF4-FFF2-40B4-BE49-F238E27FC236}">
                <a16:creationId xmlns:a16="http://schemas.microsoft.com/office/drawing/2014/main" id="{39DDC884-6BC8-3B72-2A31-A212F46C6B1F}"/>
              </a:ext>
            </a:extLst>
          </p:cNvPr>
          <p:cNvGrpSpPr/>
          <p:nvPr/>
        </p:nvGrpSpPr>
        <p:grpSpPr>
          <a:xfrm rot="7881519">
            <a:off x="8067264" y="303182"/>
            <a:ext cx="1062373" cy="510906"/>
            <a:chOff x="2520320" y="2141863"/>
            <a:chExt cx="3853264" cy="1682071"/>
          </a:xfrm>
        </p:grpSpPr>
        <p:sp>
          <p:nvSpPr>
            <p:cNvPr id="7" name="Google Shape;58;p15">
              <a:extLst>
                <a:ext uri="{FF2B5EF4-FFF2-40B4-BE49-F238E27FC236}">
                  <a16:creationId xmlns:a16="http://schemas.microsoft.com/office/drawing/2014/main" id="{5346D45B-3852-60BC-20F2-4DEC0D7EA37E}"/>
                </a:ext>
              </a:extLst>
            </p:cNvPr>
            <p:cNvSpPr/>
            <p:nvPr/>
          </p:nvSpPr>
          <p:spPr>
            <a:xfrm>
              <a:off x="3190380" y="2732119"/>
              <a:ext cx="93023" cy="502014"/>
            </a:xfrm>
            <a:custGeom>
              <a:avLst/>
              <a:gdLst/>
              <a:ahLst/>
              <a:cxnLst/>
              <a:rect l="l" t="t" r="r" b="b"/>
              <a:pathLst>
                <a:path w="4525" h="24420" extrusionOk="0">
                  <a:moveTo>
                    <a:pt x="3334" y="0"/>
                  </a:moveTo>
                  <a:cubicBezTo>
                    <a:pt x="1500" y="0"/>
                    <a:pt x="0" y="1500"/>
                    <a:pt x="0" y="3334"/>
                  </a:cubicBezTo>
                  <a:lnTo>
                    <a:pt x="0" y="21086"/>
                  </a:lnTo>
                  <a:cubicBezTo>
                    <a:pt x="0" y="21455"/>
                    <a:pt x="72" y="21812"/>
                    <a:pt x="179" y="22146"/>
                  </a:cubicBezTo>
                  <a:cubicBezTo>
                    <a:pt x="643" y="23503"/>
                    <a:pt x="1905" y="24420"/>
                    <a:pt x="3334" y="24420"/>
                  </a:cubicBezTo>
                  <a:lnTo>
                    <a:pt x="4524" y="24420"/>
                  </a:lnTo>
                  <a:lnTo>
                    <a:pt x="4524"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9;p15">
              <a:extLst>
                <a:ext uri="{FF2B5EF4-FFF2-40B4-BE49-F238E27FC236}">
                  <a16:creationId xmlns:a16="http://schemas.microsoft.com/office/drawing/2014/main" id="{3C48D225-2860-6139-D407-C8F3893464A0}"/>
                </a:ext>
              </a:extLst>
            </p:cNvPr>
            <p:cNvSpPr/>
            <p:nvPr/>
          </p:nvSpPr>
          <p:spPr>
            <a:xfrm>
              <a:off x="3283385" y="2633474"/>
              <a:ext cx="93023" cy="699304"/>
            </a:xfrm>
            <a:custGeom>
              <a:avLst/>
              <a:gdLst/>
              <a:ahLst/>
              <a:cxnLst/>
              <a:rect l="l" t="t" r="r" b="b"/>
              <a:pathLst>
                <a:path w="4525" h="34017" extrusionOk="0">
                  <a:moveTo>
                    <a:pt x="1655" y="0"/>
                  </a:moveTo>
                  <a:cubicBezTo>
                    <a:pt x="739" y="0"/>
                    <a:pt x="0" y="738"/>
                    <a:pt x="0" y="1655"/>
                  </a:cubicBezTo>
                  <a:lnTo>
                    <a:pt x="0" y="32361"/>
                  </a:lnTo>
                  <a:cubicBezTo>
                    <a:pt x="0" y="33278"/>
                    <a:pt x="739" y="34016"/>
                    <a:pt x="1655" y="34016"/>
                  </a:cubicBezTo>
                  <a:lnTo>
                    <a:pt x="4525" y="34016"/>
                  </a:lnTo>
                  <a:lnTo>
                    <a:pt x="452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0;p15">
              <a:extLst>
                <a:ext uri="{FF2B5EF4-FFF2-40B4-BE49-F238E27FC236}">
                  <a16:creationId xmlns:a16="http://schemas.microsoft.com/office/drawing/2014/main" id="{FE6B5051-DC83-DF71-0C61-2902CB123D69}"/>
                </a:ext>
              </a:extLst>
            </p:cNvPr>
            <p:cNvSpPr/>
            <p:nvPr/>
          </p:nvSpPr>
          <p:spPr>
            <a:xfrm>
              <a:off x="2892988" y="2141863"/>
              <a:ext cx="1156750" cy="513280"/>
            </a:xfrm>
            <a:custGeom>
              <a:avLst/>
              <a:gdLst/>
              <a:ahLst/>
              <a:cxnLst/>
              <a:rect l="l" t="t" r="r" b="b"/>
              <a:pathLst>
                <a:path w="56269" h="24968" extrusionOk="0">
                  <a:moveTo>
                    <a:pt x="0" y="0"/>
                  </a:moveTo>
                  <a:lnTo>
                    <a:pt x="25241" y="24968"/>
                  </a:lnTo>
                  <a:lnTo>
                    <a:pt x="25253" y="24968"/>
                  </a:lnTo>
                  <a:cubicBezTo>
                    <a:pt x="32504" y="22646"/>
                    <a:pt x="39886" y="20741"/>
                    <a:pt x="47196" y="19324"/>
                  </a:cubicBezTo>
                  <a:lnTo>
                    <a:pt x="47411" y="19277"/>
                  </a:lnTo>
                  <a:lnTo>
                    <a:pt x="47685" y="19229"/>
                  </a:lnTo>
                  <a:lnTo>
                    <a:pt x="48387" y="19098"/>
                  </a:lnTo>
                  <a:cubicBezTo>
                    <a:pt x="48470" y="19086"/>
                    <a:pt x="48542" y="19062"/>
                    <a:pt x="48625" y="19050"/>
                  </a:cubicBezTo>
                  <a:cubicBezTo>
                    <a:pt x="51149" y="18574"/>
                    <a:pt x="53673" y="18157"/>
                    <a:pt x="56269" y="17788"/>
                  </a:cubicBezTo>
                  <a:lnTo>
                    <a:pt x="42029" y="4608"/>
                  </a:lnTo>
                  <a:cubicBezTo>
                    <a:pt x="38826" y="1632"/>
                    <a:pt x="34635" y="0"/>
                    <a:pt x="302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1;p15">
              <a:extLst>
                <a:ext uri="{FF2B5EF4-FFF2-40B4-BE49-F238E27FC236}">
                  <a16:creationId xmlns:a16="http://schemas.microsoft.com/office/drawing/2014/main" id="{8E3DE884-2586-811F-9FD7-B98CDB603106}"/>
                </a:ext>
              </a:extLst>
            </p:cNvPr>
            <p:cNvSpPr/>
            <p:nvPr/>
          </p:nvSpPr>
          <p:spPr>
            <a:xfrm>
              <a:off x="2892988" y="3310633"/>
              <a:ext cx="1156750" cy="513300"/>
            </a:xfrm>
            <a:custGeom>
              <a:avLst/>
              <a:gdLst/>
              <a:ahLst/>
              <a:cxnLst/>
              <a:rect l="l" t="t" r="r" b="b"/>
              <a:pathLst>
                <a:path w="56269" h="24969" extrusionOk="0">
                  <a:moveTo>
                    <a:pt x="25241" y="1"/>
                  </a:moveTo>
                  <a:lnTo>
                    <a:pt x="0" y="24968"/>
                  </a:lnTo>
                  <a:lnTo>
                    <a:pt x="30266" y="24968"/>
                  </a:lnTo>
                  <a:cubicBezTo>
                    <a:pt x="34635" y="24968"/>
                    <a:pt x="38826" y="23337"/>
                    <a:pt x="42029" y="20360"/>
                  </a:cubicBezTo>
                  <a:lnTo>
                    <a:pt x="56269" y="7180"/>
                  </a:lnTo>
                  <a:cubicBezTo>
                    <a:pt x="53673" y="6811"/>
                    <a:pt x="51149" y="6394"/>
                    <a:pt x="48625" y="5918"/>
                  </a:cubicBezTo>
                  <a:cubicBezTo>
                    <a:pt x="48542" y="5906"/>
                    <a:pt x="48470" y="5882"/>
                    <a:pt x="48387" y="5870"/>
                  </a:cubicBezTo>
                  <a:lnTo>
                    <a:pt x="47685" y="5739"/>
                  </a:lnTo>
                  <a:lnTo>
                    <a:pt x="47411" y="5692"/>
                  </a:lnTo>
                  <a:lnTo>
                    <a:pt x="47196" y="5644"/>
                  </a:lnTo>
                  <a:cubicBezTo>
                    <a:pt x="39886" y="4227"/>
                    <a:pt x="32504" y="2310"/>
                    <a:pt x="2525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2;p15">
              <a:extLst>
                <a:ext uri="{FF2B5EF4-FFF2-40B4-BE49-F238E27FC236}">
                  <a16:creationId xmlns:a16="http://schemas.microsoft.com/office/drawing/2014/main" id="{CFA52211-4E28-A453-A32F-57DA0D927341}"/>
                </a:ext>
              </a:extLst>
            </p:cNvPr>
            <p:cNvSpPr/>
            <p:nvPr/>
          </p:nvSpPr>
          <p:spPr>
            <a:xfrm>
              <a:off x="5829447" y="2691241"/>
              <a:ext cx="544136" cy="583771"/>
            </a:xfrm>
            <a:custGeom>
              <a:avLst/>
              <a:gdLst/>
              <a:ahLst/>
              <a:cxnLst/>
              <a:rect l="l" t="t" r="r" b="b"/>
              <a:pathLst>
                <a:path w="26469" h="28397" extrusionOk="0">
                  <a:moveTo>
                    <a:pt x="1" y="0"/>
                  </a:moveTo>
                  <a:lnTo>
                    <a:pt x="1" y="28396"/>
                  </a:lnTo>
                  <a:cubicBezTo>
                    <a:pt x="7597" y="25717"/>
                    <a:pt x="15217" y="22539"/>
                    <a:pt x="22670" y="18812"/>
                  </a:cubicBezTo>
                  <a:cubicBezTo>
                    <a:pt x="26468" y="16907"/>
                    <a:pt x="26468" y="11501"/>
                    <a:pt x="22670" y="9596"/>
                  </a:cubicBezTo>
                  <a:cubicBezTo>
                    <a:pt x="15217" y="5858"/>
                    <a:pt x="7597" y="2679"/>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 name="Google Shape;63;p15">
              <a:extLst>
                <a:ext uri="{FF2B5EF4-FFF2-40B4-BE49-F238E27FC236}">
                  <a16:creationId xmlns:a16="http://schemas.microsoft.com/office/drawing/2014/main" id="{D770E8FF-ECB7-06B9-F866-6CC690DD65ED}"/>
                </a:ext>
              </a:extLst>
            </p:cNvPr>
            <p:cNvSpPr/>
            <p:nvPr/>
          </p:nvSpPr>
          <p:spPr>
            <a:xfrm>
              <a:off x="3364898" y="2531406"/>
              <a:ext cx="455513" cy="903440"/>
            </a:xfrm>
            <a:custGeom>
              <a:avLst/>
              <a:gdLst/>
              <a:ahLst/>
              <a:cxnLst/>
              <a:rect l="l" t="t" r="r" b="b"/>
              <a:pathLst>
                <a:path w="22158" h="43947" extrusionOk="0">
                  <a:moveTo>
                    <a:pt x="22158" y="0"/>
                  </a:moveTo>
                  <a:cubicBezTo>
                    <a:pt x="14443" y="1405"/>
                    <a:pt x="6763" y="3001"/>
                    <a:pt x="0" y="4489"/>
                  </a:cubicBezTo>
                  <a:lnTo>
                    <a:pt x="0" y="39469"/>
                  </a:lnTo>
                  <a:cubicBezTo>
                    <a:pt x="6763" y="40958"/>
                    <a:pt x="14443" y="42553"/>
                    <a:pt x="22158" y="43946"/>
                  </a:cubicBezTo>
                  <a:lnTo>
                    <a:pt x="22158" y="43910"/>
                  </a:lnTo>
                  <a:lnTo>
                    <a:pt x="22158" y="0"/>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 name="Google Shape;64;p15">
              <a:extLst>
                <a:ext uri="{FF2B5EF4-FFF2-40B4-BE49-F238E27FC236}">
                  <a16:creationId xmlns:a16="http://schemas.microsoft.com/office/drawing/2014/main" id="{2F5A98C0-987A-08AE-FF30-9AAB2A86E1A8}"/>
                </a:ext>
              </a:extLst>
            </p:cNvPr>
            <p:cNvSpPr/>
            <p:nvPr/>
          </p:nvSpPr>
          <p:spPr>
            <a:xfrm>
              <a:off x="3820403" y="2458715"/>
              <a:ext cx="505221" cy="1048823"/>
            </a:xfrm>
            <a:custGeom>
              <a:avLst/>
              <a:gdLst/>
              <a:ahLst/>
              <a:cxnLst/>
              <a:rect l="l" t="t" r="r" b="b"/>
              <a:pathLst>
                <a:path w="24576" h="51019" extrusionOk="0">
                  <a:moveTo>
                    <a:pt x="24575" y="0"/>
                  </a:moveTo>
                  <a:cubicBezTo>
                    <a:pt x="17170" y="667"/>
                    <a:pt x="8561" y="1988"/>
                    <a:pt x="1" y="3536"/>
                  </a:cubicBezTo>
                  <a:lnTo>
                    <a:pt x="1" y="47446"/>
                  </a:lnTo>
                  <a:lnTo>
                    <a:pt x="1" y="47482"/>
                  </a:lnTo>
                  <a:cubicBezTo>
                    <a:pt x="8561" y="49042"/>
                    <a:pt x="17170" y="50352"/>
                    <a:pt x="24575" y="51018"/>
                  </a:cubicBezTo>
                  <a:lnTo>
                    <a:pt x="24575" y="0"/>
                  </a:ln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 name="Google Shape;65;p15">
              <a:extLst>
                <a:ext uri="{FF2B5EF4-FFF2-40B4-BE49-F238E27FC236}">
                  <a16:creationId xmlns:a16="http://schemas.microsoft.com/office/drawing/2014/main" id="{B18B2CB2-3867-27CE-2D1D-15B4716D1C1C}"/>
                </a:ext>
              </a:extLst>
            </p:cNvPr>
            <p:cNvSpPr/>
            <p:nvPr/>
          </p:nvSpPr>
          <p:spPr>
            <a:xfrm>
              <a:off x="4325617" y="2449042"/>
              <a:ext cx="504954" cy="1068168"/>
            </a:xfrm>
            <a:custGeom>
              <a:avLst/>
              <a:gdLst/>
              <a:ahLst/>
              <a:cxnLst/>
              <a:rect l="l" t="t" r="r" b="b"/>
              <a:pathLst>
                <a:path w="24563" h="51960" extrusionOk="0">
                  <a:moveTo>
                    <a:pt x="9156" y="1"/>
                  </a:moveTo>
                  <a:cubicBezTo>
                    <a:pt x="6418" y="1"/>
                    <a:pt x="3322" y="167"/>
                    <a:pt x="0" y="465"/>
                  </a:cubicBezTo>
                  <a:lnTo>
                    <a:pt x="0" y="51483"/>
                  </a:lnTo>
                  <a:cubicBezTo>
                    <a:pt x="3322" y="51781"/>
                    <a:pt x="6418" y="51960"/>
                    <a:pt x="9156" y="51960"/>
                  </a:cubicBezTo>
                  <a:cubicBezTo>
                    <a:pt x="13859" y="51960"/>
                    <a:pt x="19038" y="51698"/>
                    <a:pt x="24563" y="51150"/>
                  </a:cubicBezTo>
                  <a:lnTo>
                    <a:pt x="24563" y="798"/>
                  </a:lnTo>
                  <a:cubicBezTo>
                    <a:pt x="19038" y="263"/>
                    <a:pt x="13859" y="1"/>
                    <a:pt x="9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 name="Google Shape;66;p15">
              <a:extLst>
                <a:ext uri="{FF2B5EF4-FFF2-40B4-BE49-F238E27FC236}">
                  <a16:creationId xmlns:a16="http://schemas.microsoft.com/office/drawing/2014/main" id="{DE75A734-2B33-B85E-995D-DB0BE28FEFF9}"/>
                </a:ext>
              </a:extLst>
            </p:cNvPr>
            <p:cNvSpPr/>
            <p:nvPr/>
          </p:nvSpPr>
          <p:spPr>
            <a:xfrm>
              <a:off x="4828604" y="2465694"/>
              <a:ext cx="504974" cy="1034865"/>
            </a:xfrm>
            <a:custGeom>
              <a:avLst/>
              <a:gdLst/>
              <a:ahLst/>
              <a:cxnLst/>
              <a:rect l="l" t="t" r="r" b="b"/>
              <a:pathLst>
                <a:path w="24564" h="50340" extrusionOk="0">
                  <a:moveTo>
                    <a:pt x="1" y="0"/>
                  </a:moveTo>
                  <a:lnTo>
                    <a:pt x="1" y="50340"/>
                  </a:lnTo>
                  <a:cubicBezTo>
                    <a:pt x="7633" y="49578"/>
                    <a:pt x="15931" y="48268"/>
                    <a:pt x="24563" y="46339"/>
                  </a:cubicBezTo>
                  <a:lnTo>
                    <a:pt x="24563" y="4001"/>
                  </a:lnTo>
                  <a:cubicBezTo>
                    <a:pt x="15931" y="2060"/>
                    <a:pt x="7633" y="750"/>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 name="Google Shape;67;p15">
              <a:extLst>
                <a:ext uri="{FF2B5EF4-FFF2-40B4-BE49-F238E27FC236}">
                  <a16:creationId xmlns:a16="http://schemas.microsoft.com/office/drawing/2014/main" id="{160E04E0-ADC3-FF2E-34F1-DF46411B4228}"/>
                </a:ext>
              </a:extLst>
            </p:cNvPr>
            <p:cNvSpPr/>
            <p:nvPr/>
          </p:nvSpPr>
          <p:spPr>
            <a:xfrm>
              <a:off x="5330609" y="2547924"/>
              <a:ext cx="501767" cy="870405"/>
            </a:xfrm>
            <a:custGeom>
              <a:avLst/>
              <a:gdLst/>
              <a:ahLst/>
              <a:cxnLst/>
              <a:rect l="l" t="t" r="r" b="b"/>
              <a:pathLst>
                <a:path w="24408" h="42340" extrusionOk="0">
                  <a:moveTo>
                    <a:pt x="0" y="1"/>
                  </a:moveTo>
                  <a:lnTo>
                    <a:pt x="0" y="42339"/>
                  </a:lnTo>
                  <a:cubicBezTo>
                    <a:pt x="7894" y="40577"/>
                    <a:pt x="16050" y="38291"/>
                    <a:pt x="24229" y="35410"/>
                  </a:cubicBezTo>
                  <a:cubicBezTo>
                    <a:pt x="24277" y="35398"/>
                    <a:pt x="24265" y="35374"/>
                    <a:pt x="24408" y="35362"/>
                  </a:cubicBezTo>
                  <a:lnTo>
                    <a:pt x="24408" y="6966"/>
                  </a:lnTo>
                  <a:cubicBezTo>
                    <a:pt x="24265" y="6954"/>
                    <a:pt x="24277" y="6942"/>
                    <a:pt x="24229" y="6918"/>
                  </a:cubicBezTo>
                  <a:cubicBezTo>
                    <a:pt x="16050" y="4049"/>
                    <a:pt x="7894" y="1763"/>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 name="Google Shape;68;p15">
              <a:extLst>
                <a:ext uri="{FF2B5EF4-FFF2-40B4-BE49-F238E27FC236}">
                  <a16:creationId xmlns:a16="http://schemas.microsoft.com/office/drawing/2014/main" id="{B1C8102D-EBF9-1A86-7FC1-46C16F1CFF4C}"/>
                </a:ext>
              </a:extLst>
            </p:cNvPr>
            <p:cNvSpPr/>
            <p:nvPr/>
          </p:nvSpPr>
          <p:spPr>
            <a:xfrm rot="5400000">
              <a:off x="2594207" y="2667746"/>
              <a:ext cx="482987" cy="630761"/>
            </a:xfrm>
            <a:custGeom>
              <a:avLst/>
              <a:gdLst/>
              <a:ahLst/>
              <a:cxnLst/>
              <a:rect l="l" t="t" r="r" b="b"/>
              <a:pathLst>
                <a:path w="19823" h="25888" extrusionOk="0">
                  <a:moveTo>
                    <a:pt x="9356" y="1"/>
                  </a:moveTo>
                  <a:cubicBezTo>
                    <a:pt x="9349" y="1"/>
                    <a:pt x="9342" y="1"/>
                    <a:pt x="9335" y="1"/>
                  </a:cubicBezTo>
                  <a:cubicBezTo>
                    <a:pt x="2823" y="1"/>
                    <a:pt x="1" y="4108"/>
                    <a:pt x="13" y="8204"/>
                  </a:cubicBezTo>
                  <a:cubicBezTo>
                    <a:pt x="25" y="13872"/>
                    <a:pt x="2977" y="14562"/>
                    <a:pt x="4359" y="21492"/>
                  </a:cubicBezTo>
                  <a:cubicBezTo>
                    <a:pt x="4436" y="21901"/>
                    <a:pt x="4646" y="22097"/>
                    <a:pt x="4844" y="22097"/>
                  </a:cubicBezTo>
                  <a:cubicBezTo>
                    <a:pt x="5045" y="22097"/>
                    <a:pt x="5234" y="21898"/>
                    <a:pt x="5263" y="21515"/>
                  </a:cubicBezTo>
                  <a:cubicBezTo>
                    <a:pt x="5507" y="18402"/>
                    <a:pt x="6880" y="17284"/>
                    <a:pt x="8156" y="17284"/>
                  </a:cubicBezTo>
                  <a:cubicBezTo>
                    <a:pt x="8875" y="17284"/>
                    <a:pt x="9564" y="17640"/>
                    <a:pt x="10002" y="18194"/>
                  </a:cubicBezTo>
                  <a:cubicBezTo>
                    <a:pt x="11502" y="20075"/>
                    <a:pt x="10788" y="23004"/>
                    <a:pt x="9609" y="25337"/>
                  </a:cubicBezTo>
                  <a:cubicBezTo>
                    <a:pt x="9506" y="25563"/>
                    <a:pt x="9661" y="25887"/>
                    <a:pt x="9851" y="25887"/>
                  </a:cubicBezTo>
                  <a:cubicBezTo>
                    <a:pt x="9881" y="25887"/>
                    <a:pt x="9912" y="25879"/>
                    <a:pt x="9943" y="25861"/>
                  </a:cubicBezTo>
                  <a:cubicBezTo>
                    <a:pt x="12455" y="24409"/>
                    <a:pt x="17336" y="19610"/>
                    <a:pt x="18336" y="13633"/>
                  </a:cubicBezTo>
                  <a:cubicBezTo>
                    <a:pt x="19823" y="4739"/>
                    <a:pt x="14955" y="1"/>
                    <a:pt x="9356" y="1"/>
                  </a:cubicBezTo>
                  <a:close/>
                </a:path>
              </a:pathLst>
            </a:custGeom>
            <a:gradFill>
              <a:gsLst>
                <a:gs pos="0">
                  <a:srgbClr val="FCBD24"/>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grpSp>
        <p:nvGrpSpPr>
          <p:cNvPr id="597" name="Google Shape;597;p26"/>
          <p:cNvGrpSpPr/>
          <p:nvPr/>
        </p:nvGrpSpPr>
        <p:grpSpPr>
          <a:xfrm>
            <a:off x="1476311" y="3275414"/>
            <a:ext cx="5714682" cy="637673"/>
            <a:chOff x="1476321" y="3702571"/>
            <a:chExt cx="5714682" cy="637673"/>
          </a:xfrm>
        </p:grpSpPr>
        <p:sp>
          <p:nvSpPr>
            <p:cNvPr id="598" name="Google Shape;598;p26"/>
            <p:cNvSpPr/>
            <p:nvPr/>
          </p:nvSpPr>
          <p:spPr>
            <a:xfrm>
              <a:off x="1687050" y="3702585"/>
              <a:ext cx="5108427" cy="637240"/>
            </a:xfrm>
            <a:custGeom>
              <a:avLst/>
              <a:gdLst/>
              <a:ahLst/>
              <a:cxnLst/>
              <a:rect l="l" t="t" r="r" b="b"/>
              <a:pathLst>
                <a:path w="150281" h="29005" extrusionOk="0">
                  <a:moveTo>
                    <a:pt x="0" y="1"/>
                  </a:moveTo>
                  <a:lnTo>
                    <a:pt x="0" y="29004"/>
                  </a:lnTo>
                  <a:lnTo>
                    <a:pt x="150281" y="29004"/>
                  </a:lnTo>
                  <a:lnTo>
                    <a:pt x="15028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6"/>
            <p:cNvSpPr/>
            <p:nvPr/>
          </p:nvSpPr>
          <p:spPr>
            <a:xfrm>
              <a:off x="1476321" y="3817872"/>
              <a:ext cx="406667" cy="406695"/>
            </a:xfrm>
            <a:custGeom>
              <a:avLst/>
              <a:gdLst/>
              <a:ahLst/>
              <a:cxnLst/>
              <a:rect l="l" t="t" r="r" b="b"/>
              <a:pathLst>
                <a:path w="14264" h="14265" extrusionOk="0">
                  <a:moveTo>
                    <a:pt x="7132" y="1"/>
                  </a:moveTo>
                  <a:cubicBezTo>
                    <a:pt x="3191" y="1"/>
                    <a:pt x="0" y="3192"/>
                    <a:pt x="0" y="7133"/>
                  </a:cubicBezTo>
                  <a:cubicBezTo>
                    <a:pt x="0" y="11074"/>
                    <a:pt x="3191" y="14265"/>
                    <a:pt x="7132" y="14265"/>
                  </a:cubicBezTo>
                  <a:cubicBezTo>
                    <a:pt x="11073" y="14265"/>
                    <a:pt x="14264" y="11074"/>
                    <a:pt x="14264" y="7133"/>
                  </a:cubicBezTo>
                  <a:cubicBezTo>
                    <a:pt x="14264" y="3192"/>
                    <a:pt x="11073" y="1"/>
                    <a:pt x="71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dirty="0">
                  <a:solidFill>
                    <a:srgbClr val="FFFFFF"/>
                  </a:solidFill>
                  <a:latin typeface="Fira Sans Extra Condensed Medium"/>
                  <a:ea typeface="Fira Sans Extra Condensed Medium"/>
                  <a:cs typeface="Fira Sans Extra Condensed Medium"/>
                  <a:sym typeface="Fira Sans Extra Condensed Medium"/>
                </a:rPr>
                <a:t>06</a:t>
              </a:r>
              <a:endParaRPr dirty="0"/>
            </a:p>
          </p:txBody>
        </p:sp>
        <p:sp>
          <p:nvSpPr>
            <p:cNvPr id="600" name="Google Shape;600;p26"/>
            <p:cNvSpPr/>
            <p:nvPr/>
          </p:nvSpPr>
          <p:spPr>
            <a:xfrm>
              <a:off x="6409992" y="3702571"/>
              <a:ext cx="781011" cy="637673"/>
            </a:xfrm>
            <a:custGeom>
              <a:avLst/>
              <a:gdLst/>
              <a:ahLst/>
              <a:cxnLst/>
              <a:rect l="l" t="t" r="r" b="b"/>
              <a:pathLst>
                <a:path w="35553" h="29028" extrusionOk="0">
                  <a:moveTo>
                    <a:pt x="1" y="1"/>
                  </a:moveTo>
                  <a:cubicBezTo>
                    <a:pt x="262" y="894"/>
                    <a:pt x="703" y="2465"/>
                    <a:pt x="1060" y="3513"/>
                  </a:cubicBezTo>
                  <a:lnTo>
                    <a:pt x="2858" y="3513"/>
                  </a:lnTo>
                  <a:cubicBezTo>
                    <a:pt x="4811" y="13467"/>
                    <a:pt x="8883" y="23408"/>
                    <a:pt x="17086" y="28826"/>
                  </a:cubicBezTo>
                  <a:cubicBezTo>
                    <a:pt x="17288" y="28957"/>
                    <a:pt x="17527" y="29028"/>
                    <a:pt x="17765" y="29028"/>
                  </a:cubicBezTo>
                  <a:cubicBezTo>
                    <a:pt x="17860" y="29028"/>
                    <a:pt x="17943" y="29016"/>
                    <a:pt x="18038" y="28992"/>
                  </a:cubicBezTo>
                  <a:cubicBezTo>
                    <a:pt x="18181" y="28968"/>
                    <a:pt x="18324" y="28909"/>
                    <a:pt x="18443" y="28826"/>
                  </a:cubicBezTo>
                  <a:cubicBezTo>
                    <a:pt x="18467" y="28802"/>
                    <a:pt x="18479" y="28790"/>
                    <a:pt x="18479" y="28790"/>
                  </a:cubicBezTo>
                  <a:cubicBezTo>
                    <a:pt x="26682" y="23373"/>
                    <a:pt x="30754" y="13455"/>
                    <a:pt x="32695" y="3513"/>
                  </a:cubicBezTo>
                  <a:lnTo>
                    <a:pt x="34529" y="3513"/>
                  </a:lnTo>
                  <a:cubicBezTo>
                    <a:pt x="34886" y="2429"/>
                    <a:pt x="35314" y="822"/>
                    <a:pt x="3555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6"/>
            <p:cNvSpPr txBox="1"/>
            <p:nvPr/>
          </p:nvSpPr>
          <p:spPr>
            <a:xfrm>
              <a:off x="2116695" y="3911021"/>
              <a:ext cx="3816601" cy="19384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800" dirty="0">
                  <a:solidFill>
                    <a:schemeClr val="accent5"/>
                  </a:solidFill>
                  <a:latin typeface="Fira Sans Extra Condensed Medium"/>
                  <a:ea typeface="Fira Sans Extra Condensed Medium"/>
                  <a:cs typeface="Fira Sans Extra Condensed Medium"/>
                  <a:sym typeface="Fira Sans Extra Condensed Medium"/>
                </a:rPr>
                <a:t>Global Lesson For PM</a:t>
              </a:r>
              <a:endParaRPr sz="2800" dirty="0">
                <a:solidFill>
                  <a:schemeClr val="accent5"/>
                </a:solidFill>
                <a:latin typeface="Roboto"/>
                <a:ea typeface="Roboto"/>
                <a:cs typeface="Roboto"/>
                <a:sym typeface="Roboto"/>
              </a:endParaRPr>
            </a:p>
          </p:txBody>
        </p:sp>
      </p:grpSp>
      <p:grpSp>
        <p:nvGrpSpPr>
          <p:cNvPr id="604" name="Google Shape;604;p26"/>
          <p:cNvGrpSpPr/>
          <p:nvPr/>
        </p:nvGrpSpPr>
        <p:grpSpPr>
          <a:xfrm>
            <a:off x="1476311" y="2612369"/>
            <a:ext cx="6191378" cy="871495"/>
            <a:chOff x="1476321" y="3039526"/>
            <a:chExt cx="6191378" cy="871495"/>
          </a:xfrm>
        </p:grpSpPr>
        <p:sp>
          <p:nvSpPr>
            <p:cNvPr id="605" name="Google Shape;605;p26"/>
            <p:cNvSpPr/>
            <p:nvPr/>
          </p:nvSpPr>
          <p:spPr>
            <a:xfrm>
              <a:off x="1687050" y="3065418"/>
              <a:ext cx="4955461" cy="638800"/>
            </a:xfrm>
            <a:custGeom>
              <a:avLst/>
              <a:gdLst/>
              <a:ahLst/>
              <a:cxnLst/>
              <a:rect l="l" t="t" r="r" b="b"/>
              <a:pathLst>
                <a:path w="145781" h="29076" extrusionOk="0">
                  <a:moveTo>
                    <a:pt x="0" y="0"/>
                  </a:moveTo>
                  <a:lnTo>
                    <a:pt x="0" y="29075"/>
                  </a:lnTo>
                  <a:lnTo>
                    <a:pt x="145780" y="29075"/>
                  </a:lnTo>
                  <a:lnTo>
                    <a:pt x="145780" y="0"/>
                  </a:lnTo>
                  <a:close/>
                </a:path>
              </a:pathLst>
            </a:custGeom>
            <a:solidFill>
              <a:srgbClr val="EEEEEE">
                <a:alpha val="312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6"/>
            <p:cNvSpPr/>
            <p:nvPr/>
          </p:nvSpPr>
          <p:spPr>
            <a:xfrm>
              <a:off x="1476321" y="3181499"/>
              <a:ext cx="406667" cy="406667"/>
            </a:xfrm>
            <a:custGeom>
              <a:avLst/>
              <a:gdLst/>
              <a:ahLst/>
              <a:cxnLst/>
              <a:rect l="l" t="t" r="r" b="b"/>
              <a:pathLst>
                <a:path w="14264" h="14264" extrusionOk="0">
                  <a:moveTo>
                    <a:pt x="7132" y="0"/>
                  </a:moveTo>
                  <a:cubicBezTo>
                    <a:pt x="3191" y="0"/>
                    <a:pt x="0" y="3191"/>
                    <a:pt x="0" y="7132"/>
                  </a:cubicBezTo>
                  <a:cubicBezTo>
                    <a:pt x="0" y="11073"/>
                    <a:pt x="3191" y="14264"/>
                    <a:pt x="7132" y="14264"/>
                  </a:cubicBezTo>
                  <a:cubicBezTo>
                    <a:pt x="11073" y="14264"/>
                    <a:pt x="14264" y="11073"/>
                    <a:pt x="14264" y="7132"/>
                  </a:cubicBezTo>
                  <a:cubicBezTo>
                    <a:pt x="14264" y="3191"/>
                    <a:pt x="11073" y="0"/>
                    <a:pt x="71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dirty="0">
                  <a:solidFill>
                    <a:srgbClr val="FFFFFF"/>
                  </a:solidFill>
                  <a:latin typeface="Fira Sans Extra Condensed Medium"/>
                  <a:ea typeface="Fira Sans Extra Condensed Medium"/>
                  <a:cs typeface="Fira Sans Extra Condensed Medium"/>
                  <a:sym typeface="Fira Sans Extra Condensed Medium"/>
                </a:rPr>
                <a:t>05</a:t>
              </a:r>
              <a:endParaRPr dirty="0"/>
            </a:p>
          </p:txBody>
        </p:sp>
        <p:sp>
          <p:nvSpPr>
            <p:cNvPr id="609" name="Google Shape;609;p26"/>
            <p:cNvSpPr txBox="1"/>
            <p:nvPr/>
          </p:nvSpPr>
          <p:spPr>
            <a:xfrm>
              <a:off x="2116695" y="3260866"/>
              <a:ext cx="3195600" cy="20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800" dirty="0">
                  <a:solidFill>
                    <a:schemeClr val="accent4"/>
                  </a:solidFill>
                  <a:latin typeface="Fira Sans Extra Condensed Medium"/>
                  <a:ea typeface="Fira Sans Extra Condensed Medium"/>
                  <a:cs typeface="Fira Sans Extra Condensed Medium"/>
                  <a:sym typeface="Fira Sans Extra Condensed Medium"/>
                </a:rPr>
                <a:t>Successes &amp; Failures</a:t>
              </a:r>
              <a:endParaRPr sz="2800" dirty="0">
                <a:solidFill>
                  <a:schemeClr val="accent4"/>
                </a:solidFill>
                <a:latin typeface="Roboto"/>
                <a:ea typeface="Roboto"/>
                <a:cs typeface="Roboto"/>
                <a:sym typeface="Roboto"/>
              </a:endParaRPr>
            </a:p>
          </p:txBody>
        </p:sp>
        <p:sp>
          <p:nvSpPr>
            <p:cNvPr id="610" name="Google Shape;610;p26"/>
            <p:cNvSpPr/>
            <p:nvPr/>
          </p:nvSpPr>
          <p:spPr>
            <a:xfrm>
              <a:off x="5926229" y="3039526"/>
              <a:ext cx="527066" cy="871495"/>
            </a:xfrm>
            <a:custGeom>
              <a:avLst/>
              <a:gdLst/>
              <a:ahLst/>
              <a:cxnLst/>
              <a:rect l="l" t="t" r="r" b="b"/>
              <a:pathLst>
                <a:path w="23993" h="39672" extrusionOk="0">
                  <a:moveTo>
                    <a:pt x="17336" y="0"/>
                  </a:moveTo>
                  <a:cubicBezTo>
                    <a:pt x="8300" y="9728"/>
                    <a:pt x="1" y="23932"/>
                    <a:pt x="6740" y="39672"/>
                  </a:cubicBezTo>
                  <a:lnTo>
                    <a:pt x="23992" y="28409"/>
                  </a:lnTo>
                  <a:cubicBezTo>
                    <a:pt x="19218" y="15264"/>
                    <a:pt x="17336" y="0"/>
                    <a:pt x="1733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6"/>
            <p:cNvSpPr/>
            <p:nvPr/>
          </p:nvSpPr>
          <p:spPr>
            <a:xfrm>
              <a:off x="7140391" y="3039526"/>
              <a:ext cx="527308" cy="871495"/>
            </a:xfrm>
            <a:custGeom>
              <a:avLst/>
              <a:gdLst/>
              <a:ahLst/>
              <a:cxnLst/>
              <a:rect l="l" t="t" r="r" b="b"/>
              <a:pathLst>
                <a:path w="24004" h="39672" extrusionOk="0">
                  <a:moveTo>
                    <a:pt x="6656" y="0"/>
                  </a:moveTo>
                  <a:cubicBezTo>
                    <a:pt x="6656" y="0"/>
                    <a:pt x="4775" y="15264"/>
                    <a:pt x="1" y="28409"/>
                  </a:cubicBezTo>
                  <a:lnTo>
                    <a:pt x="17253" y="39672"/>
                  </a:lnTo>
                  <a:cubicBezTo>
                    <a:pt x="24004" y="23932"/>
                    <a:pt x="15705" y="9728"/>
                    <a:pt x="665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6"/>
            <p:cNvSpPr/>
            <p:nvPr/>
          </p:nvSpPr>
          <p:spPr>
            <a:xfrm>
              <a:off x="6280773" y="3065925"/>
              <a:ext cx="1039436" cy="641276"/>
            </a:xfrm>
            <a:custGeom>
              <a:avLst/>
              <a:gdLst/>
              <a:ahLst/>
              <a:cxnLst/>
              <a:rect l="l" t="t" r="r" b="b"/>
              <a:pathLst>
                <a:path w="47317" h="29017" extrusionOk="0">
                  <a:moveTo>
                    <a:pt x="1" y="1"/>
                  </a:moveTo>
                  <a:cubicBezTo>
                    <a:pt x="965" y="9073"/>
                    <a:pt x="2835" y="18753"/>
                    <a:pt x="5883" y="29016"/>
                  </a:cubicBezTo>
                  <a:lnTo>
                    <a:pt x="41435" y="29016"/>
                  </a:lnTo>
                  <a:cubicBezTo>
                    <a:pt x="44471" y="18753"/>
                    <a:pt x="46352" y="9073"/>
                    <a:pt x="473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3" name="Google Shape;613;p26"/>
          <p:cNvGrpSpPr/>
          <p:nvPr/>
        </p:nvGrpSpPr>
        <p:grpSpPr>
          <a:xfrm>
            <a:off x="1476311" y="729593"/>
            <a:ext cx="5701358" cy="639058"/>
            <a:chOff x="1476321" y="1156750"/>
            <a:chExt cx="5701358" cy="639058"/>
          </a:xfrm>
        </p:grpSpPr>
        <p:sp>
          <p:nvSpPr>
            <p:cNvPr id="614" name="Google Shape;614;p26"/>
            <p:cNvSpPr/>
            <p:nvPr/>
          </p:nvSpPr>
          <p:spPr>
            <a:xfrm>
              <a:off x="1687050" y="1156750"/>
              <a:ext cx="5113696" cy="638800"/>
            </a:xfrm>
            <a:custGeom>
              <a:avLst/>
              <a:gdLst/>
              <a:ahLst/>
              <a:cxnLst/>
              <a:rect l="l" t="t" r="r" b="b"/>
              <a:pathLst>
                <a:path w="150436" h="29076" extrusionOk="0">
                  <a:moveTo>
                    <a:pt x="0" y="1"/>
                  </a:moveTo>
                  <a:lnTo>
                    <a:pt x="0" y="29076"/>
                  </a:lnTo>
                  <a:lnTo>
                    <a:pt x="150436" y="29076"/>
                  </a:lnTo>
                  <a:lnTo>
                    <a:pt x="1504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6"/>
            <p:cNvSpPr/>
            <p:nvPr/>
          </p:nvSpPr>
          <p:spPr>
            <a:xfrm>
              <a:off x="1476321" y="1272832"/>
              <a:ext cx="406667" cy="406667"/>
            </a:xfrm>
            <a:custGeom>
              <a:avLst/>
              <a:gdLst/>
              <a:ahLst/>
              <a:cxnLst/>
              <a:rect l="l" t="t" r="r" b="b"/>
              <a:pathLst>
                <a:path w="14264" h="14264" extrusionOk="0">
                  <a:moveTo>
                    <a:pt x="7132" y="0"/>
                  </a:moveTo>
                  <a:cubicBezTo>
                    <a:pt x="3191" y="0"/>
                    <a:pt x="0" y="3191"/>
                    <a:pt x="0" y="7132"/>
                  </a:cubicBezTo>
                  <a:cubicBezTo>
                    <a:pt x="0" y="11073"/>
                    <a:pt x="3191" y="14264"/>
                    <a:pt x="7132" y="14264"/>
                  </a:cubicBezTo>
                  <a:cubicBezTo>
                    <a:pt x="11073" y="14264"/>
                    <a:pt x="14264" y="11073"/>
                    <a:pt x="14264" y="7132"/>
                  </a:cubicBezTo>
                  <a:cubicBezTo>
                    <a:pt x="14264" y="3191"/>
                    <a:pt x="11073" y="0"/>
                    <a:pt x="7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dirty="0">
                  <a:solidFill>
                    <a:srgbClr val="FFFFFF"/>
                  </a:solidFill>
                  <a:latin typeface="Fira Sans Extra Condensed Medium"/>
                  <a:ea typeface="Fira Sans Extra Condensed Medium"/>
                  <a:cs typeface="Fira Sans Extra Condensed Medium"/>
                  <a:sym typeface="Fira Sans Extra Condensed Medium"/>
                </a:rPr>
                <a:t>02</a:t>
              </a:r>
              <a:endParaRPr dirty="0"/>
            </a:p>
          </p:txBody>
        </p:sp>
        <p:sp>
          <p:nvSpPr>
            <p:cNvPr id="616" name="Google Shape;616;p26"/>
            <p:cNvSpPr/>
            <p:nvPr/>
          </p:nvSpPr>
          <p:spPr>
            <a:xfrm>
              <a:off x="6423337" y="1158125"/>
              <a:ext cx="754342" cy="637683"/>
            </a:xfrm>
            <a:custGeom>
              <a:avLst/>
              <a:gdLst/>
              <a:ahLst/>
              <a:cxnLst/>
              <a:rect l="l" t="t" r="r" b="b"/>
              <a:pathLst>
                <a:path w="34339" h="28933" extrusionOk="0">
                  <a:moveTo>
                    <a:pt x="17170" y="1"/>
                  </a:moveTo>
                  <a:cubicBezTo>
                    <a:pt x="13645" y="2811"/>
                    <a:pt x="5847" y="12836"/>
                    <a:pt x="1" y="28933"/>
                  </a:cubicBezTo>
                  <a:lnTo>
                    <a:pt x="34338" y="28933"/>
                  </a:lnTo>
                  <a:cubicBezTo>
                    <a:pt x="28480" y="12836"/>
                    <a:pt x="20682" y="2811"/>
                    <a:pt x="171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6"/>
            <p:cNvSpPr txBox="1"/>
            <p:nvPr/>
          </p:nvSpPr>
          <p:spPr>
            <a:xfrm>
              <a:off x="2072682" y="1224221"/>
              <a:ext cx="3502716" cy="4790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2800" dirty="0">
                  <a:solidFill>
                    <a:schemeClr val="accent1"/>
                  </a:solidFill>
                  <a:latin typeface="Fira Sans Extra Condensed Medium"/>
                  <a:ea typeface="Fira Sans Extra Condensed Medium"/>
                  <a:cs typeface="Fira Sans Extra Condensed Medium"/>
                  <a:sym typeface="Fira Sans Extra Condensed Medium"/>
                </a:rPr>
                <a:t>Stakeholder Analysis</a:t>
              </a:r>
              <a:endParaRPr sz="2800" dirty="0">
                <a:solidFill>
                  <a:schemeClr val="accent1"/>
                </a:solidFill>
                <a:latin typeface="Roboto"/>
                <a:ea typeface="Roboto"/>
                <a:cs typeface="Roboto"/>
                <a:sym typeface="Roboto"/>
              </a:endParaRPr>
            </a:p>
          </p:txBody>
        </p:sp>
      </p:grpSp>
      <p:grpSp>
        <p:nvGrpSpPr>
          <p:cNvPr id="620" name="Google Shape;620;p26"/>
          <p:cNvGrpSpPr/>
          <p:nvPr/>
        </p:nvGrpSpPr>
        <p:grpSpPr>
          <a:xfrm>
            <a:off x="1476311" y="1366551"/>
            <a:ext cx="5845977" cy="637167"/>
            <a:chOff x="1476321" y="1793708"/>
            <a:chExt cx="5845977" cy="637167"/>
          </a:xfrm>
        </p:grpSpPr>
        <p:sp>
          <p:nvSpPr>
            <p:cNvPr id="621" name="Google Shape;621;p26"/>
            <p:cNvSpPr/>
            <p:nvPr/>
          </p:nvSpPr>
          <p:spPr>
            <a:xfrm>
              <a:off x="1687050" y="1794071"/>
              <a:ext cx="4955461" cy="636427"/>
            </a:xfrm>
            <a:custGeom>
              <a:avLst/>
              <a:gdLst/>
              <a:ahLst/>
              <a:cxnLst/>
              <a:rect l="l" t="t" r="r" b="b"/>
              <a:pathLst>
                <a:path w="145781" h="28968" extrusionOk="0">
                  <a:moveTo>
                    <a:pt x="0" y="0"/>
                  </a:moveTo>
                  <a:lnTo>
                    <a:pt x="0" y="28968"/>
                  </a:lnTo>
                  <a:lnTo>
                    <a:pt x="145780" y="28968"/>
                  </a:lnTo>
                  <a:lnTo>
                    <a:pt x="145780" y="0"/>
                  </a:lnTo>
                  <a:close/>
                </a:path>
              </a:pathLst>
            </a:custGeom>
            <a:solidFill>
              <a:srgbClr val="EEEEEE">
                <a:alpha val="312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6"/>
            <p:cNvSpPr/>
            <p:nvPr/>
          </p:nvSpPr>
          <p:spPr>
            <a:xfrm>
              <a:off x="1476321" y="1908966"/>
              <a:ext cx="406667" cy="406667"/>
            </a:xfrm>
            <a:custGeom>
              <a:avLst/>
              <a:gdLst/>
              <a:ahLst/>
              <a:cxnLst/>
              <a:rect l="l" t="t" r="r" b="b"/>
              <a:pathLst>
                <a:path w="14264" h="14264" extrusionOk="0">
                  <a:moveTo>
                    <a:pt x="7132" y="0"/>
                  </a:moveTo>
                  <a:cubicBezTo>
                    <a:pt x="3191" y="0"/>
                    <a:pt x="0" y="3191"/>
                    <a:pt x="0" y="7132"/>
                  </a:cubicBezTo>
                  <a:cubicBezTo>
                    <a:pt x="0" y="11073"/>
                    <a:pt x="3191" y="14264"/>
                    <a:pt x="7132" y="14264"/>
                  </a:cubicBezTo>
                  <a:cubicBezTo>
                    <a:pt x="11073" y="14264"/>
                    <a:pt x="14264" y="11073"/>
                    <a:pt x="14264" y="7132"/>
                  </a:cubicBezTo>
                  <a:cubicBezTo>
                    <a:pt x="14264" y="3191"/>
                    <a:pt x="11073" y="0"/>
                    <a:pt x="71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dirty="0">
                  <a:solidFill>
                    <a:srgbClr val="FFFFFF"/>
                  </a:solidFill>
                  <a:latin typeface="Fira Sans Extra Condensed Medium"/>
                  <a:ea typeface="Fira Sans Extra Condensed Medium"/>
                  <a:cs typeface="Fira Sans Extra Condensed Medium"/>
                  <a:sym typeface="Fira Sans Extra Condensed Medium"/>
                </a:rPr>
                <a:t>03</a:t>
              </a:r>
              <a:endParaRPr dirty="0"/>
            </a:p>
          </p:txBody>
        </p:sp>
        <p:sp>
          <p:nvSpPr>
            <p:cNvPr id="623" name="Google Shape;623;p26"/>
            <p:cNvSpPr/>
            <p:nvPr/>
          </p:nvSpPr>
          <p:spPr>
            <a:xfrm>
              <a:off x="6278688" y="1793708"/>
              <a:ext cx="1043610" cy="637167"/>
            </a:xfrm>
            <a:custGeom>
              <a:avLst/>
              <a:gdLst/>
              <a:ahLst/>
              <a:cxnLst/>
              <a:rect l="l" t="t" r="r" b="b"/>
              <a:pathLst>
                <a:path w="47507" h="29005" extrusionOk="0">
                  <a:moveTo>
                    <a:pt x="6585" y="1"/>
                  </a:moveTo>
                  <a:cubicBezTo>
                    <a:pt x="3620" y="8157"/>
                    <a:pt x="1155" y="17872"/>
                    <a:pt x="1" y="29005"/>
                  </a:cubicBezTo>
                  <a:lnTo>
                    <a:pt x="47507" y="29005"/>
                  </a:lnTo>
                  <a:cubicBezTo>
                    <a:pt x="46352" y="17872"/>
                    <a:pt x="43887" y="8157"/>
                    <a:pt x="409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6"/>
            <p:cNvSpPr txBox="1"/>
            <p:nvPr/>
          </p:nvSpPr>
          <p:spPr>
            <a:xfrm>
              <a:off x="2116695" y="1971251"/>
              <a:ext cx="3195600" cy="20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800" dirty="0">
                  <a:solidFill>
                    <a:schemeClr val="accent2"/>
                  </a:solidFill>
                  <a:latin typeface="Fira Sans Extra Condensed Medium"/>
                  <a:ea typeface="Fira Sans Extra Condensed Medium"/>
                  <a:cs typeface="Fira Sans Extra Condensed Medium"/>
                  <a:sym typeface="Fira Sans Extra Condensed Medium"/>
                </a:rPr>
                <a:t>Key Challenges</a:t>
              </a:r>
              <a:endParaRPr sz="2800" dirty="0">
                <a:solidFill>
                  <a:schemeClr val="accent2"/>
                </a:solidFill>
                <a:latin typeface="Roboto"/>
                <a:ea typeface="Roboto"/>
                <a:cs typeface="Roboto"/>
                <a:sym typeface="Roboto"/>
              </a:endParaRPr>
            </a:p>
          </p:txBody>
        </p:sp>
      </p:grpSp>
      <p:grpSp>
        <p:nvGrpSpPr>
          <p:cNvPr id="627" name="Google Shape;627;p26"/>
          <p:cNvGrpSpPr/>
          <p:nvPr/>
        </p:nvGrpSpPr>
        <p:grpSpPr>
          <a:xfrm>
            <a:off x="1476311" y="2003718"/>
            <a:ext cx="5868339" cy="635849"/>
            <a:chOff x="1476321" y="2430875"/>
            <a:chExt cx="5868339" cy="635849"/>
          </a:xfrm>
        </p:grpSpPr>
        <p:sp>
          <p:nvSpPr>
            <p:cNvPr id="628" name="Google Shape;628;p26"/>
            <p:cNvSpPr/>
            <p:nvPr/>
          </p:nvSpPr>
          <p:spPr>
            <a:xfrm>
              <a:off x="1687050" y="2431491"/>
              <a:ext cx="4955461" cy="634098"/>
            </a:xfrm>
            <a:custGeom>
              <a:avLst/>
              <a:gdLst/>
              <a:ahLst/>
              <a:cxnLst/>
              <a:rect l="l" t="t" r="r" b="b"/>
              <a:pathLst>
                <a:path w="145781" h="28862" extrusionOk="0">
                  <a:moveTo>
                    <a:pt x="0" y="1"/>
                  </a:moveTo>
                  <a:lnTo>
                    <a:pt x="0" y="28861"/>
                  </a:lnTo>
                  <a:lnTo>
                    <a:pt x="145780" y="28861"/>
                  </a:lnTo>
                  <a:lnTo>
                    <a:pt x="1457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6"/>
            <p:cNvSpPr/>
            <p:nvPr/>
          </p:nvSpPr>
          <p:spPr>
            <a:xfrm>
              <a:off x="1476321" y="2545205"/>
              <a:ext cx="406667" cy="406702"/>
            </a:xfrm>
            <a:custGeom>
              <a:avLst/>
              <a:gdLst/>
              <a:ahLst/>
              <a:cxnLst/>
              <a:rect l="l" t="t" r="r" b="b"/>
              <a:pathLst>
                <a:path w="14264" h="14264" extrusionOk="0">
                  <a:moveTo>
                    <a:pt x="7132" y="0"/>
                  </a:moveTo>
                  <a:cubicBezTo>
                    <a:pt x="3191" y="0"/>
                    <a:pt x="0" y="3191"/>
                    <a:pt x="0" y="7132"/>
                  </a:cubicBezTo>
                  <a:cubicBezTo>
                    <a:pt x="0" y="11073"/>
                    <a:pt x="3191" y="14264"/>
                    <a:pt x="7132" y="14264"/>
                  </a:cubicBezTo>
                  <a:cubicBezTo>
                    <a:pt x="11073" y="14264"/>
                    <a:pt x="14264" y="11073"/>
                    <a:pt x="14264" y="7132"/>
                  </a:cubicBezTo>
                  <a:cubicBezTo>
                    <a:pt x="14264" y="3191"/>
                    <a:pt x="11073" y="0"/>
                    <a:pt x="71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dirty="0">
                  <a:solidFill>
                    <a:srgbClr val="FFFFFF"/>
                  </a:solidFill>
                  <a:latin typeface="Fira Sans Extra Condensed Medium"/>
                  <a:ea typeface="Fira Sans Extra Condensed Medium"/>
                  <a:cs typeface="Fira Sans Extra Condensed Medium"/>
                  <a:sym typeface="Fira Sans Extra Condensed Medium"/>
                </a:rPr>
                <a:t>04</a:t>
              </a:r>
              <a:endParaRPr dirty="0"/>
            </a:p>
          </p:txBody>
        </p:sp>
        <p:sp>
          <p:nvSpPr>
            <p:cNvPr id="630" name="Google Shape;630;p26"/>
            <p:cNvSpPr/>
            <p:nvPr/>
          </p:nvSpPr>
          <p:spPr>
            <a:xfrm>
              <a:off x="6256324" y="2430875"/>
              <a:ext cx="1088336" cy="635849"/>
            </a:xfrm>
            <a:custGeom>
              <a:avLst/>
              <a:gdLst/>
              <a:ahLst/>
              <a:cxnLst/>
              <a:rect l="l" t="t" r="r" b="b"/>
              <a:pathLst>
                <a:path w="49543" h="28945" extrusionOk="0">
                  <a:moveTo>
                    <a:pt x="1025" y="1"/>
                  </a:moveTo>
                  <a:cubicBezTo>
                    <a:pt x="108" y="8787"/>
                    <a:pt x="1" y="18467"/>
                    <a:pt x="1120" y="28945"/>
                  </a:cubicBezTo>
                  <a:lnTo>
                    <a:pt x="48435" y="28945"/>
                  </a:lnTo>
                  <a:cubicBezTo>
                    <a:pt x="49543" y="18467"/>
                    <a:pt x="49447" y="8787"/>
                    <a:pt x="48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6"/>
            <p:cNvSpPr txBox="1"/>
            <p:nvPr/>
          </p:nvSpPr>
          <p:spPr>
            <a:xfrm>
              <a:off x="2116695" y="2592380"/>
              <a:ext cx="3195600" cy="20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800" dirty="0">
                  <a:solidFill>
                    <a:schemeClr val="accent3"/>
                  </a:solidFill>
                  <a:latin typeface="Fira Sans Extra Condensed Medium"/>
                  <a:ea typeface="Fira Sans Extra Condensed Medium"/>
                  <a:cs typeface="Fira Sans Extra Condensed Medium"/>
                  <a:sym typeface="Fira Sans Extra Condensed Medium"/>
                </a:rPr>
                <a:t>PM Methodologies</a:t>
              </a:r>
              <a:endParaRPr sz="2800" dirty="0">
                <a:solidFill>
                  <a:schemeClr val="accent3"/>
                </a:solidFill>
                <a:latin typeface="Roboto"/>
                <a:ea typeface="Roboto"/>
                <a:cs typeface="Roboto"/>
                <a:sym typeface="Roboto"/>
              </a:endParaRPr>
            </a:p>
          </p:txBody>
        </p:sp>
      </p:grpSp>
      <p:sp>
        <p:nvSpPr>
          <p:cNvPr id="635" name="Google Shape;635;p26"/>
          <p:cNvSpPr/>
          <p:nvPr/>
        </p:nvSpPr>
        <p:spPr>
          <a:xfrm>
            <a:off x="6299218" y="1734827"/>
            <a:ext cx="15443" cy="89474"/>
          </a:xfrm>
          <a:custGeom>
            <a:avLst/>
            <a:gdLst/>
            <a:ahLst/>
            <a:cxnLst/>
            <a:rect l="l" t="t" r="r" b="b"/>
            <a:pathLst>
              <a:path w="703" h="4073" extrusionOk="0">
                <a:moveTo>
                  <a:pt x="703" y="1"/>
                </a:moveTo>
                <a:lnTo>
                  <a:pt x="703" y="1"/>
                </a:lnTo>
                <a:cubicBezTo>
                  <a:pt x="441" y="1358"/>
                  <a:pt x="215" y="2716"/>
                  <a:pt x="0" y="4073"/>
                </a:cubicBezTo>
                <a:cubicBezTo>
                  <a:pt x="215" y="2716"/>
                  <a:pt x="453" y="1358"/>
                  <a:pt x="703" y="1"/>
                </a:cubicBezTo>
                <a:close/>
              </a:path>
            </a:pathLst>
          </a:custGeom>
          <a:solidFill>
            <a:srgbClr val="FFB0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6"/>
          <p:cNvSpPr/>
          <p:nvPr/>
        </p:nvSpPr>
        <p:spPr>
          <a:xfrm>
            <a:off x="6299175" y="1734808"/>
            <a:ext cx="15445" cy="89484"/>
          </a:xfrm>
          <a:custGeom>
            <a:avLst/>
            <a:gdLst/>
            <a:ahLst/>
            <a:cxnLst/>
            <a:rect l="l" t="t" r="r" b="b"/>
            <a:pathLst>
              <a:path w="703" h="4073" extrusionOk="0">
                <a:moveTo>
                  <a:pt x="703" y="0"/>
                </a:moveTo>
                <a:cubicBezTo>
                  <a:pt x="453" y="1346"/>
                  <a:pt x="215" y="2715"/>
                  <a:pt x="0" y="4072"/>
                </a:cubicBezTo>
                <a:cubicBezTo>
                  <a:pt x="215" y="2715"/>
                  <a:pt x="453" y="1358"/>
                  <a:pt x="703" y="0"/>
                </a:cubicBezTo>
                <a:close/>
              </a:path>
            </a:pathLst>
          </a:custGeom>
          <a:solidFill>
            <a:srgbClr val="FFB0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620;p26">
            <a:extLst>
              <a:ext uri="{FF2B5EF4-FFF2-40B4-BE49-F238E27FC236}">
                <a16:creationId xmlns:a16="http://schemas.microsoft.com/office/drawing/2014/main" id="{34045C53-2D41-220B-A5FF-F66884A4C07A}"/>
              </a:ext>
            </a:extLst>
          </p:cNvPr>
          <p:cNvGrpSpPr/>
          <p:nvPr/>
        </p:nvGrpSpPr>
        <p:grpSpPr>
          <a:xfrm>
            <a:off x="1465416" y="3854434"/>
            <a:ext cx="5560379" cy="636427"/>
            <a:chOff x="1476321" y="1794071"/>
            <a:chExt cx="5560379" cy="636427"/>
          </a:xfrm>
        </p:grpSpPr>
        <p:sp>
          <p:nvSpPr>
            <p:cNvPr id="18" name="Google Shape;621;p26">
              <a:extLst>
                <a:ext uri="{FF2B5EF4-FFF2-40B4-BE49-F238E27FC236}">
                  <a16:creationId xmlns:a16="http://schemas.microsoft.com/office/drawing/2014/main" id="{D3653049-9CF8-56B1-C451-96E084153F8A}"/>
                </a:ext>
              </a:extLst>
            </p:cNvPr>
            <p:cNvSpPr/>
            <p:nvPr/>
          </p:nvSpPr>
          <p:spPr>
            <a:xfrm>
              <a:off x="1687050" y="1794071"/>
              <a:ext cx="4955461" cy="636427"/>
            </a:xfrm>
            <a:custGeom>
              <a:avLst/>
              <a:gdLst/>
              <a:ahLst/>
              <a:cxnLst/>
              <a:rect l="l" t="t" r="r" b="b"/>
              <a:pathLst>
                <a:path w="145781" h="28968" extrusionOk="0">
                  <a:moveTo>
                    <a:pt x="0" y="0"/>
                  </a:moveTo>
                  <a:lnTo>
                    <a:pt x="0" y="28968"/>
                  </a:lnTo>
                  <a:lnTo>
                    <a:pt x="145780" y="28968"/>
                  </a:lnTo>
                  <a:lnTo>
                    <a:pt x="145780" y="0"/>
                  </a:lnTo>
                  <a:close/>
                </a:path>
              </a:pathLst>
            </a:custGeom>
            <a:solidFill>
              <a:srgbClr val="EEEEEE">
                <a:alpha val="312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622;p26">
              <a:extLst>
                <a:ext uri="{FF2B5EF4-FFF2-40B4-BE49-F238E27FC236}">
                  <a16:creationId xmlns:a16="http://schemas.microsoft.com/office/drawing/2014/main" id="{4D3D8CF0-33EE-7134-A48F-E69C65295562}"/>
                </a:ext>
              </a:extLst>
            </p:cNvPr>
            <p:cNvSpPr/>
            <p:nvPr/>
          </p:nvSpPr>
          <p:spPr>
            <a:xfrm>
              <a:off x="1476321" y="1908966"/>
              <a:ext cx="406667" cy="406667"/>
            </a:xfrm>
            <a:custGeom>
              <a:avLst/>
              <a:gdLst/>
              <a:ahLst/>
              <a:cxnLst/>
              <a:rect l="l" t="t" r="r" b="b"/>
              <a:pathLst>
                <a:path w="14264" h="14264" extrusionOk="0">
                  <a:moveTo>
                    <a:pt x="7132" y="0"/>
                  </a:moveTo>
                  <a:cubicBezTo>
                    <a:pt x="3191" y="0"/>
                    <a:pt x="0" y="3191"/>
                    <a:pt x="0" y="7132"/>
                  </a:cubicBezTo>
                  <a:cubicBezTo>
                    <a:pt x="0" y="11073"/>
                    <a:pt x="3191" y="14264"/>
                    <a:pt x="7132" y="14264"/>
                  </a:cubicBezTo>
                  <a:cubicBezTo>
                    <a:pt x="11073" y="14264"/>
                    <a:pt x="14264" y="11073"/>
                    <a:pt x="14264" y="7132"/>
                  </a:cubicBezTo>
                  <a:cubicBezTo>
                    <a:pt x="14264" y="3191"/>
                    <a:pt x="11073" y="0"/>
                    <a:pt x="71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dirty="0">
                  <a:solidFill>
                    <a:srgbClr val="FFFFFF"/>
                  </a:solidFill>
                  <a:latin typeface="Fira Sans Extra Condensed Medium"/>
                  <a:ea typeface="Fira Sans Extra Condensed Medium"/>
                  <a:cs typeface="Fira Sans Extra Condensed Medium"/>
                  <a:sym typeface="Fira Sans Extra Condensed Medium"/>
                </a:rPr>
                <a:t>07</a:t>
              </a:r>
              <a:endParaRPr dirty="0"/>
            </a:p>
          </p:txBody>
        </p:sp>
        <p:sp>
          <p:nvSpPr>
            <p:cNvPr id="23" name="Google Shape;626;p26">
              <a:extLst>
                <a:ext uri="{FF2B5EF4-FFF2-40B4-BE49-F238E27FC236}">
                  <a16:creationId xmlns:a16="http://schemas.microsoft.com/office/drawing/2014/main" id="{FEEE646C-455E-072C-5280-672902093C29}"/>
                </a:ext>
              </a:extLst>
            </p:cNvPr>
            <p:cNvSpPr txBox="1"/>
            <p:nvPr/>
          </p:nvSpPr>
          <p:spPr>
            <a:xfrm>
              <a:off x="2129109" y="2081898"/>
              <a:ext cx="4907591" cy="7290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800" dirty="0">
                  <a:solidFill>
                    <a:schemeClr val="accent2"/>
                  </a:solidFill>
                  <a:latin typeface="Fira Sans Extra Condensed Medium"/>
                  <a:ea typeface="Fira Sans Extra Condensed Medium"/>
                  <a:cs typeface="Fira Sans Extra Condensed Medium"/>
                  <a:sym typeface="Fira Sans Extra Condensed Medium"/>
                </a:rPr>
                <a:t>Emerging Trends</a:t>
              </a:r>
              <a:endParaRPr sz="2800" dirty="0">
                <a:solidFill>
                  <a:schemeClr val="accent2"/>
                </a:solidFill>
                <a:latin typeface="Roboto"/>
                <a:ea typeface="Roboto"/>
                <a:cs typeface="Roboto"/>
                <a:sym typeface="Roboto"/>
              </a:endParaRPr>
            </a:p>
          </p:txBody>
        </p:sp>
      </p:grpSp>
      <p:grpSp>
        <p:nvGrpSpPr>
          <p:cNvPr id="24" name="Google Shape;627;p26">
            <a:extLst>
              <a:ext uri="{FF2B5EF4-FFF2-40B4-BE49-F238E27FC236}">
                <a16:creationId xmlns:a16="http://schemas.microsoft.com/office/drawing/2014/main" id="{601C72E4-AFE8-DA80-F6ED-88A249BF86DC}"/>
              </a:ext>
            </a:extLst>
          </p:cNvPr>
          <p:cNvGrpSpPr/>
          <p:nvPr/>
        </p:nvGrpSpPr>
        <p:grpSpPr>
          <a:xfrm>
            <a:off x="1476311" y="4495591"/>
            <a:ext cx="5166190" cy="634098"/>
            <a:chOff x="1476321" y="2431491"/>
            <a:chExt cx="5166190" cy="634098"/>
          </a:xfrm>
        </p:grpSpPr>
        <p:sp>
          <p:nvSpPr>
            <p:cNvPr id="25" name="Google Shape;628;p26">
              <a:extLst>
                <a:ext uri="{FF2B5EF4-FFF2-40B4-BE49-F238E27FC236}">
                  <a16:creationId xmlns:a16="http://schemas.microsoft.com/office/drawing/2014/main" id="{38BB6579-87FC-5188-328E-7739CD5E169E}"/>
                </a:ext>
              </a:extLst>
            </p:cNvPr>
            <p:cNvSpPr/>
            <p:nvPr/>
          </p:nvSpPr>
          <p:spPr>
            <a:xfrm>
              <a:off x="1687050" y="2431491"/>
              <a:ext cx="4955461" cy="634098"/>
            </a:xfrm>
            <a:custGeom>
              <a:avLst/>
              <a:gdLst/>
              <a:ahLst/>
              <a:cxnLst/>
              <a:rect l="l" t="t" r="r" b="b"/>
              <a:pathLst>
                <a:path w="145781" h="28862" extrusionOk="0">
                  <a:moveTo>
                    <a:pt x="0" y="1"/>
                  </a:moveTo>
                  <a:lnTo>
                    <a:pt x="0" y="28861"/>
                  </a:lnTo>
                  <a:lnTo>
                    <a:pt x="145780" y="28861"/>
                  </a:lnTo>
                  <a:lnTo>
                    <a:pt x="1457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629;p26">
              <a:extLst>
                <a:ext uri="{FF2B5EF4-FFF2-40B4-BE49-F238E27FC236}">
                  <a16:creationId xmlns:a16="http://schemas.microsoft.com/office/drawing/2014/main" id="{9DCE2EA8-F2F3-28E8-D757-D1C8DAB700EE}"/>
                </a:ext>
              </a:extLst>
            </p:cNvPr>
            <p:cNvSpPr/>
            <p:nvPr/>
          </p:nvSpPr>
          <p:spPr>
            <a:xfrm>
              <a:off x="1476321" y="2545205"/>
              <a:ext cx="406667" cy="406702"/>
            </a:xfrm>
            <a:custGeom>
              <a:avLst/>
              <a:gdLst/>
              <a:ahLst/>
              <a:cxnLst/>
              <a:rect l="l" t="t" r="r" b="b"/>
              <a:pathLst>
                <a:path w="14264" h="14264" extrusionOk="0">
                  <a:moveTo>
                    <a:pt x="7132" y="0"/>
                  </a:moveTo>
                  <a:cubicBezTo>
                    <a:pt x="3191" y="0"/>
                    <a:pt x="0" y="3191"/>
                    <a:pt x="0" y="7132"/>
                  </a:cubicBezTo>
                  <a:cubicBezTo>
                    <a:pt x="0" y="11073"/>
                    <a:pt x="3191" y="14264"/>
                    <a:pt x="7132" y="14264"/>
                  </a:cubicBezTo>
                  <a:cubicBezTo>
                    <a:pt x="11073" y="14264"/>
                    <a:pt x="14264" y="11073"/>
                    <a:pt x="14264" y="7132"/>
                  </a:cubicBezTo>
                  <a:cubicBezTo>
                    <a:pt x="14264" y="3191"/>
                    <a:pt x="11073" y="0"/>
                    <a:pt x="71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dirty="0">
                  <a:solidFill>
                    <a:srgbClr val="FFFFFF"/>
                  </a:solidFill>
                  <a:latin typeface="Fira Sans Extra Condensed Medium"/>
                  <a:ea typeface="Fira Sans Extra Condensed Medium"/>
                  <a:cs typeface="Fira Sans Extra Condensed Medium"/>
                  <a:sym typeface="Fira Sans Extra Condensed Medium"/>
                </a:rPr>
                <a:t>08</a:t>
              </a:r>
              <a:endParaRPr dirty="0"/>
            </a:p>
          </p:txBody>
        </p:sp>
        <p:sp>
          <p:nvSpPr>
            <p:cNvPr id="30" name="Google Shape;633;p26">
              <a:extLst>
                <a:ext uri="{FF2B5EF4-FFF2-40B4-BE49-F238E27FC236}">
                  <a16:creationId xmlns:a16="http://schemas.microsoft.com/office/drawing/2014/main" id="{1BA1912E-B644-7F0C-B8D2-A3B867BD5B40}"/>
                </a:ext>
              </a:extLst>
            </p:cNvPr>
            <p:cNvSpPr txBox="1"/>
            <p:nvPr/>
          </p:nvSpPr>
          <p:spPr>
            <a:xfrm>
              <a:off x="2226240" y="2661084"/>
              <a:ext cx="3195600" cy="20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800" dirty="0">
                  <a:solidFill>
                    <a:schemeClr val="accent3"/>
                  </a:solidFill>
                  <a:latin typeface="Fira Sans Extra Condensed Medium"/>
                  <a:ea typeface="Fira Sans Extra Condensed Medium"/>
                  <a:cs typeface="Fira Sans Extra Condensed Medium"/>
                  <a:sym typeface="Fira Sans Extra Condensed Medium"/>
                </a:rPr>
                <a:t>Conclusion</a:t>
              </a:r>
              <a:endParaRPr sz="2800" dirty="0">
                <a:solidFill>
                  <a:schemeClr val="accent3"/>
                </a:solidFill>
                <a:latin typeface="Roboto"/>
                <a:ea typeface="Roboto"/>
                <a:cs typeface="Roboto"/>
                <a:sym typeface="Roboto"/>
              </a:endParaRPr>
            </a:p>
          </p:txBody>
        </p:sp>
      </p:grpSp>
      <p:grpSp>
        <p:nvGrpSpPr>
          <p:cNvPr id="36" name="Google Shape;620;p26">
            <a:extLst>
              <a:ext uri="{FF2B5EF4-FFF2-40B4-BE49-F238E27FC236}">
                <a16:creationId xmlns:a16="http://schemas.microsoft.com/office/drawing/2014/main" id="{24C0D09C-4A03-004C-451B-6BC0EC463DE0}"/>
              </a:ext>
            </a:extLst>
          </p:cNvPr>
          <p:cNvGrpSpPr/>
          <p:nvPr/>
        </p:nvGrpSpPr>
        <p:grpSpPr>
          <a:xfrm>
            <a:off x="1476311" y="251015"/>
            <a:ext cx="3752703" cy="406667"/>
            <a:chOff x="1476321" y="1908966"/>
            <a:chExt cx="3752703" cy="406667"/>
          </a:xfrm>
        </p:grpSpPr>
        <p:sp>
          <p:nvSpPr>
            <p:cNvPr id="38" name="Google Shape;622;p26">
              <a:extLst>
                <a:ext uri="{FF2B5EF4-FFF2-40B4-BE49-F238E27FC236}">
                  <a16:creationId xmlns:a16="http://schemas.microsoft.com/office/drawing/2014/main" id="{074D8161-5D42-1CD5-8413-FC4FAEF2EAA0}"/>
                </a:ext>
              </a:extLst>
            </p:cNvPr>
            <p:cNvSpPr/>
            <p:nvPr/>
          </p:nvSpPr>
          <p:spPr>
            <a:xfrm>
              <a:off x="1476321" y="1908966"/>
              <a:ext cx="406667" cy="406667"/>
            </a:xfrm>
            <a:custGeom>
              <a:avLst/>
              <a:gdLst/>
              <a:ahLst/>
              <a:cxnLst/>
              <a:rect l="l" t="t" r="r" b="b"/>
              <a:pathLst>
                <a:path w="14264" h="14264" extrusionOk="0">
                  <a:moveTo>
                    <a:pt x="7132" y="0"/>
                  </a:moveTo>
                  <a:cubicBezTo>
                    <a:pt x="3191" y="0"/>
                    <a:pt x="0" y="3191"/>
                    <a:pt x="0" y="7132"/>
                  </a:cubicBezTo>
                  <a:cubicBezTo>
                    <a:pt x="0" y="11073"/>
                    <a:pt x="3191" y="14264"/>
                    <a:pt x="7132" y="14264"/>
                  </a:cubicBezTo>
                  <a:cubicBezTo>
                    <a:pt x="11073" y="14264"/>
                    <a:pt x="14264" y="11073"/>
                    <a:pt x="14264" y="7132"/>
                  </a:cubicBezTo>
                  <a:cubicBezTo>
                    <a:pt x="14264" y="3191"/>
                    <a:pt x="11073" y="0"/>
                    <a:pt x="71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dirty="0">
                  <a:solidFill>
                    <a:srgbClr val="FFFFFF"/>
                  </a:solidFill>
                  <a:latin typeface="Fira Sans Extra Condensed Medium"/>
                  <a:ea typeface="Fira Sans Extra Condensed Medium"/>
                  <a:cs typeface="Fira Sans Extra Condensed Medium"/>
                  <a:sym typeface="Fira Sans Extra Condensed Medium"/>
                </a:rPr>
                <a:t>01</a:t>
              </a:r>
              <a:endParaRPr dirty="0"/>
            </a:p>
          </p:txBody>
        </p:sp>
        <p:sp>
          <p:nvSpPr>
            <p:cNvPr id="42" name="Google Shape;626;p26">
              <a:extLst>
                <a:ext uri="{FF2B5EF4-FFF2-40B4-BE49-F238E27FC236}">
                  <a16:creationId xmlns:a16="http://schemas.microsoft.com/office/drawing/2014/main" id="{F4788A5B-96A4-A88B-8726-62809A1001B4}"/>
                </a:ext>
              </a:extLst>
            </p:cNvPr>
            <p:cNvSpPr txBox="1"/>
            <p:nvPr/>
          </p:nvSpPr>
          <p:spPr>
            <a:xfrm>
              <a:off x="2033424" y="1943265"/>
              <a:ext cx="3195600" cy="20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800" dirty="0">
                  <a:solidFill>
                    <a:schemeClr val="accent2"/>
                  </a:solidFill>
                  <a:latin typeface="Fira Sans Extra Condensed Medium"/>
                  <a:ea typeface="Fira Sans Extra Condensed Medium"/>
                  <a:cs typeface="Fira Sans Extra Condensed Medium"/>
                  <a:sym typeface="Fira Sans Extra Condensed Medium"/>
                </a:rPr>
                <a:t>Introduction</a:t>
              </a:r>
              <a:endParaRPr sz="2000" dirty="0">
                <a:solidFill>
                  <a:schemeClr val="accent2"/>
                </a:solidFill>
                <a:latin typeface="Roboto"/>
                <a:ea typeface="Roboto"/>
                <a:cs typeface="Roboto"/>
                <a:sym typeface="Roboto"/>
              </a:endParaRPr>
            </a:p>
          </p:txBody>
        </p:sp>
      </p:grpSp>
      <p:sp>
        <p:nvSpPr>
          <p:cNvPr id="44" name="Google Shape;73;p16">
            <a:extLst>
              <a:ext uri="{FF2B5EF4-FFF2-40B4-BE49-F238E27FC236}">
                <a16:creationId xmlns:a16="http://schemas.microsoft.com/office/drawing/2014/main" id="{EF856C6A-6F7F-265E-2D36-C652CADBC6B6}"/>
              </a:ext>
            </a:extLst>
          </p:cNvPr>
          <p:cNvSpPr txBox="1">
            <a:spLocks/>
          </p:cNvSpPr>
          <p:nvPr/>
        </p:nvSpPr>
        <p:spPr>
          <a:xfrm rot="16200000">
            <a:off x="-1612171" y="1840387"/>
            <a:ext cx="4421342" cy="48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1pPr>
            <a:lvl2pPr marR="0" lvl="1"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r>
              <a:rPr lang="en-US" sz="3000" b="1" u="sng" dirty="0"/>
              <a:t>Table Of Content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45"/>
          <p:cNvSpPr txBox="1">
            <a:spLocks noGrp="1"/>
          </p:cNvSpPr>
          <p:nvPr>
            <p:ph type="title"/>
          </p:nvPr>
        </p:nvSpPr>
        <p:spPr>
          <a:xfrm>
            <a:off x="-466745" y="1446123"/>
            <a:ext cx="4731300" cy="53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
        <p:nvSpPr>
          <p:cNvPr id="1216" name="Google Shape;1216;p45"/>
          <p:cNvSpPr txBox="1">
            <a:spLocks noGrp="1"/>
          </p:cNvSpPr>
          <p:nvPr>
            <p:ph type="title" idx="2"/>
          </p:nvPr>
        </p:nvSpPr>
        <p:spPr>
          <a:xfrm>
            <a:off x="744134" y="440225"/>
            <a:ext cx="1839600" cy="115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01</a:t>
            </a:r>
            <a:endParaRPr dirty="0"/>
          </a:p>
        </p:txBody>
      </p:sp>
      <p:grpSp>
        <p:nvGrpSpPr>
          <p:cNvPr id="1217" name="Google Shape;1217;p45"/>
          <p:cNvGrpSpPr/>
          <p:nvPr/>
        </p:nvGrpSpPr>
        <p:grpSpPr>
          <a:xfrm>
            <a:off x="2229327" y="0"/>
            <a:ext cx="7831882" cy="5214329"/>
            <a:chOff x="-2287178" y="355461"/>
            <a:chExt cx="7831882" cy="5214329"/>
          </a:xfrm>
        </p:grpSpPr>
        <p:grpSp>
          <p:nvGrpSpPr>
            <p:cNvPr id="1218" name="Google Shape;1218;p45"/>
            <p:cNvGrpSpPr/>
            <p:nvPr/>
          </p:nvGrpSpPr>
          <p:grpSpPr>
            <a:xfrm rot="-1389532">
              <a:off x="766951" y="2008871"/>
              <a:ext cx="1659012" cy="1653911"/>
              <a:chOff x="991825" y="1680713"/>
              <a:chExt cx="1787560" cy="1782064"/>
            </a:xfrm>
          </p:grpSpPr>
          <p:sp>
            <p:nvSpPr>
              <p:cNvPr id="1219" name="Google Shape;1219;p45"/>
              <p:cNvSpPr/>
              <p:nvPr/>
            </p:nvSpPr>
            <p:spPr>
              <a:xfrm>
                <a:off x="997314" y="1680713"/>
                <a:ext cx="1782071" cy="1778380"/>
              </a:xfrm>
              <a:custGeom>
                <a:avLst/>
                <a:gdLst/>
                <a:ahLst/>
                <a:cxnLst/>
                <a:rect l="l" t="t" r="r" b="b"/>
                <a:pathLst>
                  <a:path w="18830" h="18791" extrusionOk="0">
                    <a:moveTo>
                      <a:pt x="9438" y="0"/>
                    </a:moveTo>
                    <a:cubicBezTo>
                      <a:pt x="9414" y="0"/>
                      <a:pt x="9390" y="0"/>
                      <a:pt x="9366" y="0"/>
                    </a:cubicBezTo>
                    <a:cubicBezTo>
                      <a:pt x="4176" y="20"/>
                      <a:pt x="1" y="4254"/>
                      <a:pt x="1" y="9425"/>
                    </a:cubicBezTo>
                    <a:cubicBezTo>
                      <a:pt x="20" y="14610"/>
                      <a:pt x="4196" y="18790"/>
                      <a:pt x="9372" y="18790"/>
                    </a:cubicBezTo>
                    <a:cubicBezTo>
                      <a:pt x="9396" y="18790"/>
                      <a:pt x="9420" y="18790"/>
                      <a:pt x="9445" y="18790"/>
                    </a:cubicBezTo>
                    <a:cubicBezTo>
                      <a:pt x="14635" y="18771"/>
                      <a:pt x="18830" y="14556"/>
                      <a:pt x="18810" y="9366"/>
                    </a:cubicBezTo>
                    <a:cubicBezTo>
                      <a:pt x="18771" y="4180"/>
                      <a:pt x="14595" y="0"/>
                      <a:pt x="94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5"/>
              <p:cNvSpPr/>
              <p:nvPr/>
            </p:nvSpPr>
            <p:spPr>
              <a:xfrm>
                <a:off x="1036115" y="1682511"/>
                <a:ext cx="1743269" cy="927093"/>
              </a:xfrm>
              <a:custGeom>
                <a:avLst/>
                <a:gdLst/>
                <a:ahLst/>
                <a:cxnLst/>
                <a:rect l="l" t="t" r="r" b="b"/>
                <a:pathLst>
                  <a:path w="18420" h="9796" extrusionOk="0">
                    <a:moveTo>
                      <a:pt x="9012" y="1"/>
                    </a:moveTo>
                    <a:cubicBezTo>
                      <a:pt x="9000" y="1"/>
                      <a:pt x="8988" y="1"/>
                      <a:pt x="8976" y="1"/>
                    </a:cubicBezTo>
                    <a:cubicBezTo>
                      <a:pt x="4722" y="20"/>
                      <a:pt x="1152" y="2850"/>
                      <a:pt x="1" y="6732"/>
                    </a:cubicBezTo>
                    <a:lnTo>
                      <a:pt x="1" y="6732"/>
                    </a:lnTo>
                    <a:cubicBezTo>
                      <a:pt x="1425" y="3318"/>
                      <a:pt x="4839" y="898"/>
                      <a:pt x="8800" y="879"/>
                    </a:cubicBezTo>
                    <a:cubicBezTo>
                      <a:pt x="8813" y="879"/>
                      <a:pt x="8826" y="879"/>
                      <a:pt x="8838" y="879"/>
                    </a:cubicBezTo>
                    <a:cubicBezTo>
                      <a:pt x="13953" y="879"/>
                      <a:pt x="18128" y="4813"/>
                      <a:pt x="18420" y="9796"/>
                    </a:cubicBezTo>
                    <a:lnTo>
                      <a:pt x="18420" y="9367"/>
                    </a:lnTo>
                    <a:cubicBezTo>
                      <a:pt x="18400" y="4188"/>
                      <a:pt x="14186" y="1"/>
                      <a:pt x="9012" y="1"/>
                    </a:cubicBez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5"/>
              <p:cNvSpPr/>
              <p:nvPr/>
            </p:nvSpPr>
            <p:spPr>
              <a:xfrm>
                <a:off x="997314" y="1926296"/>
                <a:ext cx="1673141" cy="1536480"/>
              </a:xfrm>
              <a:custGeom>
                <a:avLst/>
                <a:gdLst/>
                <a:ahLst/>
                <a:cxnLst/>
                <a:rect l="l" t="t" r="r" b="b"/>
                <a:pathLst>
                  <a:path w="17679" h="16235" extrusionOk="0">
                    <a:moveTo>
                      <a:pt x="2928" y="0"/>
                    </a:moveTo>
                    <a:lnTo>
                      <a:pt x="2928" y="0"/>
                    </a:lnTo>
                    <a:cubicBezTo>
                      <a:pt x="1113" y="1737"/>
                      <a:pt x="1" y="4156"/>
                      <a:pt x="1" y="6869"/>
                    </a:cubicBezTo>
                    <a:cubicBezTo>
                      <a:pt x="20" y="12047"/>
                      <a:pt x="4215" y="16234"/>
                      <a:pt x="9408" y="16234"/>
                    </a:cubicBezTo>
                    <a:cubicBezTo>
                      <a:pt x="9420" y="16234"/>
                      <a:pt x="9432" y="16234"/>
                      <a:pt x="9445" y="16234"/>
                    </a:cubicBezTo>
                    <a:cubicBezTo>
                      <a:pt x="12996" y="16234"/>
                      <a:pt x="16098" y="14224"/>
                      <a:pt x="17678" y="11278"/>
                    </a:cubicBezTo>
                    <a:lnTo>
                      <a:pt x="17678" y="11278"/>
                    </a:lnTo>
                    <a:cubicBezTo>
                      <a:pt x="16020" y="12859"/>
                      <a:pt x="13757" y="13854"/>
                      <a:pt x="11240" y="13854"/>
                    </a:cubicBezTo>
                    <a:cubicBezTo>
                      <a:pt x="11216" y="13854"/>
                      <a:pt x="11192" y="13854"/>
                      <a:pt x="11168" y="13854"/>
                    </a:cubicBezTo>
                    <a:cubicBezTo>
                      <a:pt x="6011" y="13854"/>
                      <a:pt x="1835" y="9674"/>
                      <a:pt x="1796" y="4488"/>
                    </a:cubicBezTo>
                    <a:cubicBezTo>
                      <a:pt x="1796" y="2869"/>
                      <a:pt x="2225" y="1347"/>
                      <a:pt x="2928" y="0"/>
                    </a:cubicBezTo>
                    <a:close/>
                  </a:path>
                </a:pathLst>
              </a:custGeom>
              <a:solidFill>
                <a:srgbClr val="052E3A">
                  <a:alpha val="21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5"/>
              <p:cNvSpPr/>
              <p:nvPr/>
            </p:nvSpPr>
            <p:spPr>
              <a:xfrm>
                <a:off x="997314" y="1841312"/>
                <a:ext cx="871729" cy="1412786"/>
              </a:xfrm>
              <a:custGeom>
                <a:avLst/>
                <a:gdLst/>
                <a:ahLst/>
                <a:cxnLst/>
                <a:rect l="l" t="t" r="r" b="b"/>
                <a:pathLst>
                  <a:path w="9211" h="14928" extrusionOk="0">
                    <a:moveTo>
                      <a:pt x="4098" y="1"/>
                    </a:moveTo>
                    <a:lnTo>
                      <a:pt x="3884" y="137"/>
                    </a:lnTo>
                    <a:lnTo>
                      <a:pt x="3825" y="196"/>
                    </a:lnTo>
                    <a:cubicBezTo>
                      <a:pt x="3747" y="235"/>
                      <a:pt x="3708" y="274"/>
                      <a:pt x="3650" y="313"/>
                    </a:cubicBezTo>
                    <a:cubicBezTo>
                      <a:pt x="3650" y="333"/>
                      <a:pt x="3630" y="333"/>
                      <a:pt x="3610" y="372"/>
                    </a:cubicBezTo>
                    <a:cubicBezTo>
                      <a:pt x="3552" y="391"/>
                      <a:pt x="3493" y="430"/>
                      <a:pt x="3435" y="489"/>
                    </a:cubicBezTo>
                    <a:cubicBezTo>
                      <a:pt x="3415" y="489"/>
                      <a:pt x="3415" y="508"/>
                      <a:pt x="3396" y="508"/>
                    </a:cubicBezTo>
                    <a:cubicBezTo>
                      <a:pt x="3259" y="606"/>
                      <a:pt x="3123" y="723"/>
                      <a:pt x="3006" y="859"/>
                    </a:cubicBezTo>
                    <a:lnTo>
                      <a:pt x="2947" y="898"/>
                    </a:lnTo>
                    <a:lnTo>
                      <a:pt x="2811" y="1055"/>
                    </a:lnTo>
                    <a:lnTo>
                      <a:pt x="2752" y="1094"/>
                    </a:lnTo>
                    <a:lnTo>
                      <a:pt x="2615" y="1250"/>
                    </a:lnTo>
                    <a:cubicBezTo>
                      <a:pt x="2576" y="1269"/>
                      <a:pt x="2557" y="1269"/>
                      <a:pt x="2557" y="1289"/>
                    </a:cubicBezTo>
                    <a:cubicBezTo>
                      <a:pt x="2440" y="1406"/>
                      <a:pt x="2323" y="1562"/>
                      <a:pt x="2186" y="1679"/>
                    </a:cubicBezTo>
                    <a:lnTo>
                      <a:pt x="2147" y="1737"/>
                    </a:lnTo>
                    <a:cubicBezTo>
                      <a:pt x="2089" y="1776"/>
                      <a:pt x="2069" y="1835"/>
                      <a:pt x="2030" y="1874"/>
                    </a:cubicBezTo>
                    <a:cubicBezTo>
                      <a:pt x="1991" y="1874"/>
                      <a:pt x="1991" y="1894"/>
                      <a:pt x="1971" y="1933"/>
                    </a:cubicBezTo>
                    <a:cubicBezTo>
                      <a:pt x="1932" y="1991"/>
                      <a:pt x="1893" y="2050"/>
                      <a:pt x="1854" y="2089"/>
                    </a:cubicBezTo>
                    <a:cubicBezTo>
                      <a:pt x="1854" y="2128"/>
                      <a:pt x="1835" y="2128"/>
                      <a:pt x="1835" y="2147"/>
                    </a:cubicBezTo>
                    <a:lnTo>
                      <a:pt x="1542" y="2576"/>
                    </a:lnTo>
                    <a:cubicBezTo>
                      <a:pt x="1503" y="2576"/>
                      <a:pt x="1503" y="2615"/>
                      <a:pt x="1484" y="2635"/>
                    </a:cubicBezTo>
                    <a:cubicBezTo>
                      <a:pt x="1464" y="2713"/>
                      <a:pt x="1406" y="2752"/>
                      <a:pt x="1386" y="2811"/>
                    </a:cubicBezTo>
                    <a:cubicBezTo>
                      <a:pt x="1367" y="2830"/>
                      <a:pt x="1367" y="2850"/>
                      <a:pt x="1347" y="2869"/>
                    </a:cubicBezTo>
                    <a:cubicBezTo>
                      <a:pt x="1308" y="2928"/>
                      <a:pt x="1269" y="3006"/>
                      <a:pt x="1250" y="3045"/>
                    </a:cubicBezTo>
                    <a:cubicBezTo>
                      <a:pt x="1250" y="3045"/>
                      <a:pt x="1211" y="3064"/>
                      <a:pt x="1211" y="3103"/>
                    </a:cubicBezTo>
                    <a:cubicBezTo>
                      <a:pt x="1172" y="3162"/>
                      <a:pt x="1152" y="3240"/>
                      <a:pt x="1093" y="3318"/>
                    </a:cubicBezTo>
                    <a:cubicBezTo>
                      <a:pt x="1054" y="3396"/>
                      <a:pt x="1015" y="3454"/>
                      <a:pt x="976" y="3533"/>
                    </a:cubicBezTo>
                    <a:cubicBezTo>
                      <a:pt x="976" y="3552"/>
                      <a:pt x="957" y="3591"/>
                      <a:pt x="957" y="3611"/>
                    </a:cubicBezTo>
                    <a:cubicBezTo>
                      <a:pt x="918" y="3650"/>
                      <a:pt x="898" y="3728"/>
                      <a:pt x="879" y="3786"/>
                    </a:cubicBezTo>
                    <a:cubicBezTo>
                      <a:pt x="879" y="3806"/>
                      <a:pt x="859" y="3825"/>
                      <a:pt x="859" y="3845"/>
                    </a:cubicBezTo>
                    <a:cubicBezTo>
                      <a:pt x="820" y="3903"/>
                      <a:pt x="801" y="3981"/>
                      <a:pt x="781" y="4020"/>
                    </a:cubicBezTo>
                    <a:cubicBezTo>
                      <a:pt x="781" y="4040"/>
                      <a:pt x="762" y="4079"/>
                      <a:pt x="762" y="4098"/>
                    </a:cubicBezTo>
                    <a:cubicBezTo>
                      <a:pt x="723" y="4176"/>
                      <a:pt x="684" y="4274"/>
                      <a:pt x="664" y="4333"/>
                    </a:cubicBezTo>
                    <a:cubicBezTo>
                      <a:pt x="606" y="4411"/>
                      <a:pt x="586" y="4508"/>
                      <a:pt x="567" y="4586"/>
                    </a:cubicBezTo>
                    <a:cubicBezTo>
                      <a:pt x="567" y="4606"/>
                      <a:pt x="528" y="4625"/>
                      <a:pt x="528" y="4664"/>
                    </a:cubicBezTo>
                    <a:cubicBezTo>
                      <a:pt x="528" y="4703"/>
                      <a:pt x="508" y="4781"/>
                      <a:pt x="489" y="4820"/>
                    </a:cubicBezTo>
                    <a:cubicBezTo>
                      <a:pt x="489" y="4859"/>
                      <a:pt x="469" y="4879"/>
                      <a:pt x="469" y="4898"/>
                    </a:cubicBezTo>
                    <a:cubicBezTo>
                      <a:pt x="430" y="4957"/>
                      <a:pt x="430" y="5015"/>
                      <a:pt x="411" y="5074"/>
                    </a:cubicBezTo>
                    <a:cubicBezTo>
                      <a:pt x="411" y="5093"/>
                      <a:pt x="391" y="5113"/>
                      <a:pt x="391" y="5152"/>
                    </a:cubicBezTo>
                    <a:cubicBezTo>
                      <a:pt x="372" y="5250"/>
                      <a:pt x="333" y="5308"/>
                      <a:pt x="313" y="5406"/>
                    </a:cubicBezTo>
                    <a:cubicBezTo>
                      <a:pt x="313" y="5484"/>
                      <a:pt x="293" y="5581"/>
                      <a:pt x="274" y="5659"/>
                    </a:cubicBezTo>
                    <a:cubicBezTo>
                      <a:pt x="235" y="5679"/>
                      <a:pt x="235" y="5698"/>
                      <a:pt x="235" y="5737"/>
                    </a:cubicBezTo>
                    <a:cubicBezTo>
                      <a:pt x="215" y="5796"/>
                      <a:pt x="215" y="5854"/>
                      <a:pt x="196" y="5932"/>
                    </a:cubicBezTo>
                    <a:cubicBezTo>
                      <a:pt x="176" y="5952"/>
                      <a:pt x="176" y="5991"/>
                      <a:pt x="176" y="6030"/>
                    </a:cubicBezTo>
                    <a:cubicBezTo>
                      <a:pt x="176" y="6089"/>
                      <a:pt x="137" y="6147"/>
                      <a:pt x="137" y="6225"/>
                    </a:cubicBezTo>
                    <a:cubicBezTo>
                      <a:pt x="118" y="6245"/>
                      <a:pt x="118" y="6264"/>
                      <a:pt x="118" y="6284"/>
                    </a:cubicBezTo>
                    <a:cubicBezTo>
                      <a:pt x="98" y="6381"/>
                      <a:pt x="79" y="6459"/>
                      <a:pt x="79" y="6557"/>
                    </a:cubicBezTo>
                    <a:cubicBezTo>
                      <a:pt x="79" y="6654"/>
                      <a:pt x="40" y="6732"/>
                      <a:pt x="40" y="6830"/>
                    </a:cubicBezTo>
                    <a:lnTo>
                      <a:pt x="40" y="6908"/>
                    </a:lnTo>
                    <a:cubicBezTo>
                      <a:pt x="20" y="6986"/>
                      <a:pt x="20" y="7025"/>
                      <a:pt x="20" y="7103"/>
                    </a:cubicBezTo>
                    <a:lnTo>
                      <a:pt x="20" y="7201"/>
                    </a:lnTo>
                    <a:lnTo>
                      <a:pt x="20" y="7396"/>
                    </a:lnTo>
                    <a:cubicBezTo>
                      <a:pt x="20" y="7415"/>
                      <a:pt x="1" y="7435"/>
                      <a:pt x="40" y="7630"/>
                    </a:cubicBezTo>
                    <a:lnTo>
                      <a:pt x="40" y="7903"/>
                    </a:lnTo>
                    <a:lnTo>
                      <a:pt x="40" y="8137"/>
                    </a:lnTo>
                    <a:lnTo>
                      <a:pt x="40" y="8215"/>
                    </a:lnTo>
                    <a:lnTo>
                      <a:pt x="40" y="8391"/>
                    </a:lnTo>
                    <a:lnTo>
                      <a:pt x="40" y="8489"/>
                    </a:lnTo>
                    <a:lnTo>
                      <a:pt x="40" y="8625"/>
                    </a:lnTo>
                    <a:lnTo>
                      <a:pt x="40" y="8723"/>
                    </a:lnTo>
                    <a:cubicBezTo>
                      <a:pt x="59" y="8781"/>
                      <a:pt x="59" y="8820"/>
                      <a:pt x="59" y="8879"/>
                    </a:cubicBezTo>
                    <a:lnTo>
                      <a:pt x="59" y="8976"/>
                    </a:lnTo>
                    <a:cubicBezTo>
                      <a:pt x="59" y="9015"/>
                      <a:pt x="98" y="9074"/>
                      <a:pt x="98" y="9113"/>
                    </a:cubicBezTo>
                    <a:cubicBezTo>
                      <a:pt x="118" y="9152"/>
                      <a:pt x="118" y="9191"/>
                      <a:pt x="118" y="9210"/>
                    </a:cubicBezTo>
                    <a:cubicBezTo>
                      <a:pt x="118" y="9269"/>
                      <a:pt x="137" y="9308"/>
                      <a:pt x="137" y="9367"/>
                    </a:cubicBezTo>
                    <a:cubicBezTo>
                      <a:pt x="157" y="9386"/>
                      <a:pt x="157" y="9445"/>
                      <a:pt x="157" y="9464"/>
                    </a:cubicBezTo>
                    <a:cubicBezTo>
                      <a:pt x="157" y="9503"/>
                      <a:pt x="196" y="9562"/>
                      <a:pt x="196" y="9601"/>
                    </a:cubicBezTo>
                    <a:cubicBezTo>
                      <a:pt x="196" y="9640"/>
                      <a:pt x="215" y="9679"/>
                      <a:pt x="215" y="9698"/>
                    </a:cubicBezTo>
                    <a:cubicBezTo>
                      <a:pt x="215" y="9757"/>
                      <a:pt x="235" y="9796"/>
                      <a:pt x="235" y="9854"/>
                    </a:cubicBezTo>
                    <a:cubicBezTo>
                      <a:pt x="254" y="9874"/>
                      <a:pt x="254" y="9893"/>
                      <a:pt x="254" y="9932"/>
                    </a:cubicBezTo>
                    <a:cubicBezTo>
                      <a:pt x="293" y="9971"/>
                      <a:pt x="293" y="10049"/>
                      <a:pt x="313" y="10088"/>
                    </a:cubicBezTo>
                    <a:cubicBezTo>
                      <a:pt x="333" y="10088"/>
                      <a:pt x="333" y="10127"/>
                      <a:pt x="333" y="10147"/>
                    </a:cubicBezTo>
                    <a:cubicBezTo>
                      <a:pt x="391" y="10323"/>
                      <a:pt x="430" y="10479"/>
                      <a:pt x="489" y="10635"/>
                    </a:cubicBezTo>
                    <a:cubicBezTo>
                      <a:pt x="508" y="10654"/>
                      <a:pt x="508" y="10654"/>
                      <a:pt x="508" y="10674"/>
                    </a:cubicBezTo>
                    <a:cubicBezTo>
                      <a:pt x="528" y="10752"/>
                      <a:pt x="547" y="10810"/>
                      <a:pt x="586" y="10869"/>
                    </a:cubicBezTo>
                    <a:cubicBezTo>
                      <a:pt x="586" y="10908"/>
                      <a:pt x="606" y="10927"/>
                      <a:pt x="606" y="10947"/>
                    </a:cubicBezTo>
                    <a:cubicBezTo>
                      <a:pt x="606" y="11025"/>
                      <a:pt x="625" y="11064"/>
                      <a:pt x="645" y="11123"/>
                    </a:cubicBezTo>
                    <a:cubicBezTo>
                      <a:pt x="645" y="11142"/>
                      <a:pt x="684" y="11162"/>
                      <a:pt x="684" y="11201"/>
                    </a:cubicBezTo>
                    <a:cubicBezTo>
                      <a:pt x="684" y="11240"/>
                      <a:pt x="703" y="11298"/>
                      <a:pt x="723" y="11337"/>
                    </a:cubicBezTo>
                    <a:cubicBezTo>
                      <a:pt x="723" y="11357"/>
                      <a:pt x="742" y="11396"/>
                      <a:pt x="742" y="11415"/>
                    </a:cubicBezTo>
                    <a:lnTo>
                      <a:pt x="820" y="11552"/>
                    </a:lnTo>
                    <a:cubicBezTo>
                      <a:pt x="820" y="11591"/>
                      <a:pt x="840" y="11610"/>
                      <a:pt x="840" y="11630"/>
                    </a:cubicBezTo>
                    <a:lnTo>
                      <a:pt x="918" y="11786"/>
                    </a:lnTo>
                    <a:cubicBezTo>
                      <a:pt x="918" y="11805"/>
                      <a:pt x="937" y="11825"/>
                      <a:pt x="937" y="11845"/>
                    </a:cubicBezTo>
                    <a:cubicBezTo>
                      <a:pt x="976" y="11923"/>
                      <a:pt x="996" y="11981"/>
                      <a:pt x="1015" y="12020"/>
                    </a:cubicBezTo>
                    <a:cubicBezTo>
                      <a:pt x="1015" y="12020"/>
                      <a:pt x="1054" y="12040"/>
                      <a:pt x="1054" y="12079"/>
                    </a:cubicBezTo>
                    <a:cubicBezTo>
                      <a:pt x="1074" y="12118"/>
                      <a:pt x="1113" y="12196"/>
                      <a:pt x="1152" y="12235"/>
                    </a:cubicBezTo>
                    <a:cubicBezTo>
                      <a:pt x="1152" y="12274"/>
                      <a:pt x="1172" y="12274"/>
                      <a:pt x="1172" y="12293"/>
                    </a:cubicBezTo>
                    <a:cubicBezTo>
                      <a:pt x="1308" y="12566"/>
                      <a:pt x="1484" y="12859"/>
                      <a:pt x="1679" y="13113"/>
                    </a:cubicBezTo>
                    <a:lnTo>
                      <a:pt x="1698" y="13152"/>
                    </a:lnTo>
                    <a:cubicBezTo>
                      <a:pt x="1757" y="13191"/>
                      <a:pt x="1776" y="13269"/>
                      <a:pt x="1835" y="13308"/>
                    </a:cubicBezTo>
                    <a:lnTo>
                      <a:pt x="1854" y="13347"/>
                    </a:lnTo>
                    <a:cubicBezTo>
                      <a:pt x="1893" y="13405"/>
                      <a:pt x="1932" y="13464"/>
                      <a:pt x="1971" y="13503"/>
                    </a:cubicBezTo>
                    <a:lnTo>
                      <a:pt x="1991" y="13542"/>
                    </a:lnTo>
                    <a:cubicBezTo>
                      <a:pt x="2050" y="13581"/>
                      <a:pt x="2069" y="13640"/>
                      <a:pt x="2128" y="13679"/>
                    </a:cubicBezTo>
                    <a:lnTo>
                      <a:pt x="2147" y="13698"/>
                    </a:lnTo>
                    <a:cubicBezTo>
                      <a:pt x="2167" y="13757"/>
                      <a:pt x="2225" y="13796"/>
                      <a:pt x="2264" y="13854"/>
                    </a:cubicBezTo>
                    <a:lnTo>
                      <a:pt x="2284" y="13874"/>
                    </a:lnTo>
                    <a:cubicBezTo>
                      <a:pt x="2342" y="13952"/>
                      <a:pt x="2381" y="13991"/>
                      <a:pt x="2440" y="14049"/>
                    </a:cubicBezTo>
                    <a:lnTo>
                      <a:pt x="2459" y="14069"/>
                    </a:lnTo>
                    <a:cubicBezTo>
                      <a:pt x="2537" y="14127"/>
                      <a:pt x="2576" y="14186"/>
                      <a:pt x="2635" y="14244"/>
                    </a:cubicBezTo>
                    <a:cubicBezTo>
                      <a:pt x="2850" y="14479"/>
                      <a:pt x="3103" y="14713"/>
                      <a:pt x="3337" y="14927"/>
                    </a:cubicBezTo>
                    <a:cubicBezTo>
                      <a:pt x="3259" y="14420"/>
                      <a:pt x="3025" y="13854"/>
                      <a:pt x="2752" y="13171"/>
                    </a:cubicBezTo>
                    <a:cubicBezTo>
                      <a:pt x="2342" y="12118"/>
                      <a:pt x="2811" y="12079"/>
                      <a:pt x="3240" y="11240"/>
                    </a:cubicBezTo>
                    <a:cubicBezTo>
                      <a:pt x="3689" y="10420"/>
                      <a:pt x="4469" y="10908"/>
                      <a:pt x="5308" y="9893"/>
                    </a:cubicBezTo>
                    <a:cubicBezTo>
                      <a:pt x="6167" y="8879"/>
                      <a:pt x="5464" y="7942"/>
                      <a:pt x="5796" y="7513"/>
                    </a:cubicBezTo>
                    <a:cubicBezTo>
                      <a:pt x="5863" y="7424"/>
                      <a:pt x="5946" y="7393"/>
                      <a:pt x="6045" y="7393"/>
                    </a:cubicBezTo>
                    <a:cubicBezTo>
                      <a:pt x="6255" y="7393"/>
                      <a:pt x="6536" y="7530"/>
                      <a:pt x="6881" y="7530"/>
                    </a:cubicBezTo>
                    <a:cubicBezTo>
                      <a:pt x="7225" y="7530"/>
                      <a:pt x="7633" y="7394"/>
                      <a:pt x="8098" y="6850"/>
                    </a:cubicBezTo>
                    <a:cubicBezTo>
                      <a:pt x="9210" y="5503"/>
                      <a:pt x="8313" y="4801"/>
                      <a:pt x="7786" y="4176"/>
                    </a:cubicBezTo>
                    <a:cubicBezTo>
                      <a:pt x="7220" y="3533"/>
                      <a:pt x="6674" y="4020"/>
                      <a:pt x="6362" y="2947"/>
                    </a:cubicBezTo>
                    <a:cubicBezTo>
                      <a:pt x="6049" y="1874"/>
                      <a:pt x="4996" y="2089"/>
                      <a:pt x="4508" y="1991"/>
                    </a:cubicBezTo>
                    <a:cubicBezTo>
                      <a:pt x="4020" y="1894"/>
                      <a:pt x="4098" y="1"/>
                      <a:pt x="40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5"/>
              <p:cNvSpPr/>
              <p:nvPr/>
            </p:nvSpPr>
            <p:spPr>
              <a:xfrm>
                <a:off x="991825" y="1931785"/>
                <a:ext cx="330578" cy="1320417"/>
              </a:xfrm>
              <a:custGeom>
                <a:avLst/>
                <a:gdLst/>
                <a:ahLst/>
                <a:cxnLst/>
                <a:rect l="l" t="t" r="r" b="b"/>
                <a:pathLst>
                  <a:path w="3493" h="13952" extrusionOk="0">
                    <a:moveTo>
                      <a:pt x="2869" y="1"/>
                    </a:moveTo>
                    <a:cubicBezTo>
                      <a:pt x="2866" y="5"/>
                      <a:pt x="2864" y="9"/>
                      <a:pt x="2862" y="12"/>
                    </a:cubicBezTo>
                    <a:lnTo>
                      <a:pt x="2862" y="12"/>
                    </a:lnTo>
                    <a:cubicBezTo>
                      <a:pt x="2866" y="9"/>
                      <a:pt x="2869" y="6"/>
                      <a:pt x="2869" y="1"/>
                    </a:cubicBezTo>
                    <a:close/>
                    <a:moveTo>
                      <a:pt x="2862" y="12"/>
                    </a:moveTo>
                    <a:cubicBezTo>
                      <a:pt x="2851" y="22"/>
                      <a:pt x="2825" y="25"/>
                      <a:pt x="2810" y="40"/>
                    </a:cubicBezTo>
                    <a:lnTo>
                      <a:pt x="2712" y="138"/>
                    </a:lnTo>
                    <a:lnTo>
                      <a:pt x="2615" y="235"/>
                    </a:lnTo>
                    <a:lnTo>
                      <a:pt x="2537" y="313"/>
                    </a:lnTo>
                    <a:cubicBezTo>
                      <a:pt x="2498" y="372"/>
                      <a:pt x="2420" y="411"/>
                      <a:pt x="2381" y="489"/>
                    </a:cubicBezTo>
                    <a:cubicBezTo>
                      <a:pt x="2381" y="508"/>
                      <a:pt x="2342" y="508"/>
                      <a:pt x="2342" y="528"/>
                    </a:cubicBezTo>
                    <a:cubicBezTo>
                      <a:pt x="2322" y="586"/>
                      <a:pt x="2283" y="625"/>
                      <a:pt x="2225" y="684"/>
                    </a:cubicBezTo>
                    <a:cubicBezTo>
                      <a:pt x="2205" y="703"/>
                      <a:pt x="2186" y="762"/>
                      <a:pt x="2147" y="781"/>
                    </a:cubicBezTo>
                    <a:cubicBezTo>
                      <a:pt x="2108" y="801"/>
                      <a:pt x="2088" y="859"/>
                      <a:pt x="2049" y="879"/>
                    </a:cubicBezTo>
                    <a:cubicBezTo>
                      <a:pt x="2029" y="899"/>
                      <a:pt x="2010" y="957"/>
                      <a:pt x="1990" y="977"/>
                    </a:cubicBezTo>
                    <a:cubicBezTo>
                      <a:pt x="1951" y="996"/>
                      <a:pt x="1932" y="1055"/>
                      <a:pt x="1912" y="1074"/>
                    </a:cubicBezTo>
                    <a:cubicBezTo>
                      <a:pt x="1893" y="1094"/>
                      <a:pt x="1854" y="1152"/>
                      <a:pt x="1834" y="1172"/>
                    </a:cubicBezTo>
                    <a:cubicBezTo>
                      <a:pt x="1815" y="1211"/>
                      <a:pt x="1756" y="1269"/>
                      <a:pt x="1737" y="1308"/>
                    </a:cubicBezTo>
                    <a:cubicBezTo>
                      <a:pt x="1717" y="1347"/>
                      <a:pt x="1698" y="1347"/>
                      <a:pt x="1698" y="1367"/>
                    </a:cubicBezTo>
                    <a:lnTo>
                      <a:pt x="1542" y="1581"/>
                    </a:lnTo>
                    <a:cubicBezTo>
                      <a:pt x="1542" y="1601"/>
                      <a:pt x="1522" y="1640"/>
                      <a:pt x="1503" y="1659"/>
                    </a:cubicBezTo>
                    <a:cubicBezTo>
                      <a:pt x="1464" y="1698"/>
                      <a:pt x="1444" y="1738"/>
                      <a:pt x="1425" y="1777"/>
                    </a:cubicBezTo>
                    <a:cubicBezTo>
                      <a:pt x="1405" y="1796"/>
                      <a:pt x="1366" y="1855"/>
                      <a:pt x="1347" y="1874"/>
                    </a:cubicBezTo>
                    <a:cubicBezTo>
                      <a:pt x="1327" y="1933"/>
                      <a:pt x="1308" y="1952"/>
                      <a:pt x="1269" y="1991"/>
                    </a:cubicBezTo>
                    <a:cubicBezTo>
                      <a:pt x="1269" y="2030"/>
                      <a:pt x="1249" y="2069"/>
                      <a:pt x="1230" y="2089"/>
                    </a:cubicBezTo>
                    <a:cubicBezTo>
                      <a:pt x="1210" y="2147"/>
                      <a:pt x="1171" y="2167"/>
                      <a:pt x="1151" y="2225"/>
                    </a:cubicBezTo>
                    <a:cubicBezTo>
                      <a:pt x="1151" y="2245"/>
                      <a:pt x="1132" y="2284"/>
                      <a:pt x="1112" y="2323"/>
                    </a:cubicBezTo>
                    <a:lnTo>
                      <a:pt x="1034" y="2459"/>
                    </a:lnTo>
                    <a:cubicBezTo>
                      <a:pt x="1034" y="2479"/>
                      <a:pt x="1015" y="2518"/>
                      <a:pt x="1015" y="2537"/>
                    </a:cubicBezTo>
                    <a:cubicBezTo>
                      <a:pt x="1015" y="2557"/>
                      <a:pt x="976" y="2557"/>
                      <a:pt x="976" y="2577"/>
                    </a:cubicBezTo>
                    <a:cubicBezTo>
                      <a:pt x="956" y="2635"/>
                      <a:pt x="937" y="2713"/>
                      <a:pt x="917" y="2752"/>
                    </a:cubicBezTo>
                    <a:cubicBezTo>
                      <a:pt x="917" y="2752"/>
                      <a:pt x="878" y="2772"/>
                      <a:pt x="878" y="2811"/>
                    </a:cubicBezTo>
                    <a:cubicBezTo>
                      <a:pt x="878" y="2830"/>
                      <a:pt x="859" y="2830"/>
                      <a:pt x="859" y="2850"/>
                    </a:cubicBezTo>
                    <a:lnTo>
                      <a:pt x="781" y="3006"/>
                    </a:lnTo>
                    <a:lnTo>
                      <a:pt x="781" y="3025"/>
                    </a:lnTo>
                    <a:cubicBezTo>
                      <a:pt x="761" y="3045"/>
                      <a:pt x="761" y="3103"/>
                      <a:pt x="742" y="3123"/>
                    </a:cubicBezTo>
                    <a:cubicBezTo>
                      <a:pt x="742" y="3162"/>
                      <a:pt x="722" y="3220"/>
                      <a:pt x="683" y="3259"/>
                    </a:cubicBezTo>
                    <a:cubicBezTo>
                      <a:pt x="664" y="3298"/>
                      <a:pt x="664" y="3337"/>
                      <a:pt x="644" y="3357"/>
                    </a:cubicBezTo>
                    <a:cubicBezTo>
                      <a:pt x="644" y="3416"/>
                      <a:pt x="625" y="3455"/>
                      <a:pt x="586" y="3513"/>
                    </a:cubicBezTo>
                    <a:cubicBezTo>
                      <a:pt x="586" y="3533"/>
                      <a:pt x="566" y="3552"/>
                      <a:pt x="566" y="3591"/>
                    </a:cubicBezTo>
                    <a:cubicBezTo>
                      <a:pt x="547" y="3611"/>
                      <a:pt x="547" y="3611"/>
                      <a:pt x="547" y="3630"/>
                    </a:cubicBezTo>
                    <a:cubicBezTo>
                      <a:pt x="547" y="3689"/>
                      <a:pt x="527" y="3747"/>
                      <a:pt x="488" y="3806"/>
                    </a:cubicBezTo>
                    <a:lnTo>
                      <a:pt x="488" y="3825"/>
                    </a:lnTo>
                    <a:cubicBezTo>
                      <a:pt x="488" y="3845"/>
                      <a:pt x="469" y="3884"/>
                      <a:pt x="469" y="3903"/>
                    </a:cubicBezTo>
                    <a:cubicBezTo>
                      <a:pt x="449" y="3942"/>
                      <a:pt x="449" y="4020"/>
                      <a:pt x="430" y="4079"/>
                    </a:cubicBezTo>
                    <a:cubicBezTo>
                      <a:pt x="391" y="4098"/>
                      <a:pt x="391" y="4098"/>
                      <a:pt x="391" y="4118"/>
                    </a:cubicBezTo>
                    <a:cubicBezTo>
                      <a:pt x="391" y="4137"/>
                      <a:pt x="371" y="4176"/>
                      <a:pt x="371" y="4196"/>
                    </a:cubicBezTo>
                    <a:cubicBezTo>
                      <a:pt x="351" y="4235"/>
                      <a:pt x="351" y="4313"/>
                      <a:pt x="332" y="4372"/>
                    </a:cubicBezTo>
                    <a:cubicBezTo>
                      <a:pt x="332" y="4391"/>
                      <a:pt x="293" y="4430"/>
                      <a:pt x="293" y="4469"/>
                    </a:cubicBezTo>
                    <a:cubicBezTo>
                      <a:pt x="273" y="4508"/>
                      <a:pt x="273" y="4586"/>
                      <a:pt x="254" y="4625"/>
                    </a:cubicBezTo>
                    <a:cubicBezTo>
                      <a:pt x="254" y="4684"/>
                      <a:pt x="234" y="4703"/>
                      <a:pt x="234" y="4723"/>
                    </a:cubicBezTo>
                    <a:lnTo>
                      <a:pt x="234" y="4762"/>
                    </a:lnTo>
                    <a:cubicBezTo>
                      <a:pt x="234" y="4820"/>
                      <a:pt x="195" y="4879"/>
                      <a:pt x="195" y="4918"/>
                    </a:cubicBezTo>
                    <a:lnTo>
                      <a:pt x="195" y="4976"/>
                    </a:lnTo>
                    <a:lnTo>
                      <a:pt x="195" y="5055"/>
                    </a:lnTo>
                    <a:cubicBezTo>
                      <a:pt x="195" y="5113"/>
                      <a:pt x="176" y="5172"/>
                      <a:pt x="176" y="5250"/>
                    </a:cubicBezTo>
                    <a:cubicBezTo>
                      <a:pt x="156" y="5269"/>
                      <a:pt x="156" y="5289"/>
                      <a:pt x="156" y="5308"/>
                    </a:cubicBezTo>
                    <a:cubicBezTo>
                      <a:pt x="156" y="5386"/>
                      <a:pt x="137" y="5484"/>
                      <a:pt x="137" y="5562"/>
                    </a:cubicBezTo>
                    <a:lnTo>
                      <a:pt x="137" y="5659"/>
                    </a:lnTo>
                    <a:cubicBezTo>
                      <a:pt x="137" y="5737"/>
                      <a:pt x="98" y="5776"/>
                      <a:pt x="98" y="5854"/>
                    </a:cubicBezTo>
                    <a:lnTo>
                      <a:pt x="98" y="5952"/>
                    </a:lnTo>
                    <a:cubicBezTo>
                      <a:pt x="78" y="5991"/>
                      <a:pt x="78" y="6069"/>
                      <a:pt x="78" y="6108"/>
                    </a:cubicBezTo>
                    <a:lnTo>
                      <a:pt x="78" y="6186"/>
                    </a:lnTo>
                    <a:lnTo>
                      <a:pt x="78" y="6225"/>
                    </a:lnTo>
                    <a:lnTo>
                      <a:pt x="78" y="6420"/>
                    </a:lnTo>
                    <a:lnTo>
                      <a:pt x="78" y="6459"/>
                    </a:lnTo>
                    <a:cubicBezTo>
                      <a:pt x="78" y="6479"/>
                      <a:pt x="59" y="6479"/>
                      <a:pt x="0" y="6596"/>
                    </a:cubicBezTo>
                    <a:lnTo>
                      <a:pt x="0" y="6869"/>
                    </a:lnTo>
                    <a:lnTo>
                      <a:pt x="0" y="7123"/>
                    </a:lnTo>
                    <a:lnTo>
                      <a:pt x="0" y="7201"/>
                    </a:lnTo>
                    <a:lnTo>
                      <a:pt x="0" y="7357"/>
                    </a:lnTo>
                    <a:lnTo>
                      <a:pt x="0" y="7415"/>
                    </a:lnTo>
                    <a:lnTo>
                      <a:pt x="0" y="7454"/>
                    </a:lnTo>
                    <a:lnTo>
                      <a:pt x="0" y="7611"/>
                    </a:lnTo>
                    <a:lnTo>
                      <a:pt x="0" y="7708"/>
                    </a:lnTo>
                    <a:cubicBezTo>
                      <a:pt x="20" y="7747"/>
                      <a:pt x="20" y="7806"/>
                      <a:pt x="20" y="7845"/>
                    </a:cubicBezTo>
                    <a:lnTo>
                      <a:pt x="20" y="7942"/>
                    </a:lnTo>
                    <a:cubicBezTo>
                      <a:pt x="20" y="8001"/>
                      <a:pt x="59" y="8040"/>
                      <a:pt x="59" y="8098"/>
                    </a:cubicBezTo>
                    <a:cubicBezTo>
                      <a:pt x="78" y="8118"/>
                      <a:pt x="78" y="8157"/>
                      <a:pt x="78" y="8196"/>
                    </a:cubicBezTo>
                    <a:cubicBezTo>
                      <a:pt x="78" y="8235"/>
                      <a:pt x="98" y="8293"/>
                      <a:pt x="98" y="8332"/>
                    </a:cubicBezTo>
                    <a:cubicBezTo>
                      <a:pt x="117" y="8352"/>
                      <a:pt x="117" y="8411"/>
                      <a:pt x="117" y="8430"/>
                    </a:cubicBezTo>
                    <a:cubicBezTo>
                      <a:pt x="117" y="8489"/>
                      <a:pt x="156" y="8528"/>
                      <a:pt x="156" y="8586"/>
                    </a:cubicBezTo>
                    <a:cubicBezTo>
                      <a:pt x="156" y="8606"/>
                      <a:pt x="176" y="8645"/>
                      <a:pt x="176" y="8684"/>
                    </a:cubicBezTo>
                    <a:cubicBezTo>
                      <a:pt x="176" y="8723"/>
                      <a:pt x="195" y="8781"/>
                      <a:pt x="195" y="8820"/>
                    </a:cubicBezTo>
                    <a:lnTo>
                      <a:pt x="195" y="8879"/>
                    </a:lnTo>
                    <a:lnTo>
                      <a:pt x="195" y="8918"/>
                    </a:lnTo>
                    <a:cubicBezTo>
                      <a:pt x="215" y="8976"/>
                      <a:pt x="215" y="9035"/>
                      <a:pt x="254" y="9093"/>
                    </a:cubicBezTo>
                    <a:cubicBezTo>
                      <a:pt x="273" y="9093"/>
                      <a:pt x="273" y="9113"/>
                      <a:pt x="273" y="9132"/>
                    </a:cubicBezTo>
                    <a:cubicBezTo>
                      <a:pt x="312" y="9308"/>
                      <a:pt x="371" y="9484"/>
                      <a:pt x="410" y="9620"/>
                    </a:cubicBezTo>
                    <a:cubicBezTo>
                      <a:pt x="449" y="9659"/>
                      <a:pt x="449" y="9659"/>
                      <a:pt x="449" y="9679"/>
                    </a:cubicBezTo>
                    <a:cubicBezTo>
                      <a:pt x="469" y="9757"/>
                      <a:pt x="488" y="9796"/>
                      <a:pt x="508" y="9874"/>
                    </a:cubicBezTo>
                    <a:cubicBezTo>
                      <a:pt x="508" y="9893"/>
                      <a:pt x="547" y="9913"/>
                      <a:pt x="547" y="9952"/>
                    </a:cubicBezTo>
                    <a:cubicBezTo>
                      <a:pt x="547" y="10010"/>
                      <a:pt x="566" y="10069"/>
                      <a:pt x="586" y="10108"/>
                    </a:cubicBezTo>
                    <a:lnTo>
                      <a:pt x="586" y="10147"/>
                    </a:lnTo>
                    <a:cubicBezTo>
                      <a:pt x="586" y="10167"/>
                      <a:pt x="625" y="10167"/>
                      <a:pt x="625" y="10186"/>
                    </a:cubicBezTo>
                    <a:cubicBezTo>
                      <a:pt x="625" y="10245"/>
                      <a:pt x="644" y="10284"/>
                      <a:pt x="664" y="10342"/>
                    </a:cubicBezTo>
                    <a:cubicBezTo>
                      <a:pt x="664" y="10362"/>
                      <a:pt x="683" y="10381"/>
                      <a:pt x="683" y="10420"/>
                    </a:cubicBezTo>
                    <a:lnTo>
                      <a:pt x="761" y="10557"/>
                    </a:lnTo>
                    <a:cubicBezTo>
                      <a:pt x="761" y="10576"/>
                      <a:pt x="781" y="10615"/>
                      <a:pt x="781" y="10635"/>
                    </a:cubicBezTo>
                    <a:lnTo>
                      <a:pt x="859" y="10771"/>
                    </a:lnTo>
                    <a:cubicBezTo>
                      <a:pt x="859" y="10810"/>
                      <a:pt x="878" y="10810"/>
                      <a:pt x="878" y="10830"/>
                    </a:cubicBezTo>
                    <a:lnTo>
                      <a:pt x="878" y="10849"/>
                    </a:lnTo>
                    <a:cubicBezTo>
                      <a:pt x="917" y="10928"/>
                      <a:pt x="937" y="10967"/>
                      <a:pt x="956" y="11025"/>
                    </a:cubicBezTo>
                    <a:cubicBezTo>
                      <a:pt x="956" y="11025"/>
                      <a:pt x="976" y="11045"/>
                      <a:pt x="976" y="11064"/>
                    </a:cubicBezTo>
                    <a:cubicBezTo>
                      <a:pt x="1034" y="11123"/>
                      <a:pt x="1054" y="11201"/>
                      <a:pt x="1073" y="11240"/>
                    </a:cubicBezTo>
                    <a:lnTo>
                      <a:pt x="1073" y="11259"/>
                    </a:lnTo>
                    <a:lnTo>
                      <a:pt x="1073" y="11298"/>
                    </a:lnTo>
                    <a:cubicBezTo>
                      <a:pt x="1230" y="11552"/>
                      <a:pt x="1405" y="11845"/>
                      <a:pt x="1600" y="12118"/>
                    </a:cubicBezTo>
                    <a:lnTo>
                      <a:pt x="1620" y="12137"/>
                    </a:lnTo>
                    <a:cubicBezTo>
                      <a:pt x="1659" y="12196"/>
                      <a:pt x="1698" y="12274"/>
                      <a:pt x="1737" y="12313"/>
                    </a:cubicBezTo>
                    <a:lnTo>
                      <a:pt x="1756" y="12332"/>
                    </a:lnTo>
                    <a:cubicBezTo>
                      <a:pt x="1815" y="12410"/>
                      <a:pt x="1834" y="12469"/>
                      <a:pt x="1893" y="12508"/>
                    </a:cubicBezTo>
                    <a:cubicBezTo>
                      <a:pt x="1912" y="12508"/>
                      <a:pt x="1912" y="12528"/>
                      <a:pt x="1912" y="12528"/>
                    </a:cubicBezTo>
                    <a:lnTo>
                      <a:pt x="1912" y="12567"/>
                    </a:lnTo>
                    <a:cubicBezTo>
                      <a:pt x="1951" y="12606"/>
                      <a:pt x="1990" y="12664"/>
                      <a:pt x="2029" y="12703"/>
                    </a:cubicBezTo>
                    <a:lnTo>
                      <a:pt x="2049" y="12723"/>
                    </a:lnTo>
                    <a:cubicBezTo>
                      <a:pt x="2088" y="12781"/>
                      <a:pt x="2127" y="12820"/>
                      <a:pt x="2186" y="12879"/>
                    </a:cubicBezTo>
                    <a:lnTo>
                      <a:pt x="2205" y="12898"/>
                    </a:lnTo>
                    <a:cubicBezTo>
                      <a:pt x="2244" y="12976"/>
                      <a:pt x="2303" y="13015"/>
                      <a:pt x="2342" y="13074"/>
                    </a:cubicBezTo>
                    <a:lnTo>
                      <a:pt x="2381" y="13093"/>
                    </a:lnTo>
                    <a:cubicBezTo>
                      <a:pt x="2439" y="13152"/>
                      <a:pt x="2498" y="13210"/>
                      <a:pt x="2537" y="13269"/>
                    </a:cubicBezTo>
                    <a:cubicBezTo>
                      <a:pt x="2790" y="13503"/>
                      <a:pt x="3025" y="13737"/>
                      <a:pt x="3278" y="13952"/>
                    </a:cubicBezTo>
                    <a:cubicBezTo>
                      <a:pt x="3200" y="13445"/>
                      <a:pt x="2966" y="12879"/>
                      <a:pt x="2693" y="12196"/>
                    </a:cubicBezTo>
                    <a:cubicBezTo>
                      <a:pt x="2283" y="11142"/>
                      <a:pt x="2732" y="11103"/>
                      <a:pt x="3181" y="10264"/>
                    </a:cubicBezTo>
                    <a:cubicBezTo>
                      <a:pt x="3278" y="10089"/>
                      <a:pt x="3376" y="9971"/>
                      <a:pt x="3493" y="9893"/>
                    </a:cubicBezTo>
                    <a:cubicBezTo>
                      <a:pt x="2400" y="8372"/>
                      <a:pt x="1737" y="6479"/>
                      <a:pt x="1737" y="4469"/>
                    </a:cubicBezTo>
                    <a:cubicBezTo>
                      <a:pt x="1737" y="2854"/>
                      <a:pt x="2144" y="1356"/>
                      <a:pt x="2862" y="12"/>
                    </a:cubicBezTo>
                    <a:close/>
                  </a:path>
                </a:pathLst>
              </a:custGeom>
              <a:solidFill>
                <a:srgbClr val="052E3A">
                  <a:alpha val="21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5"/>
              <p:cNvSpPr/>
              <p:nvPr/>
            </p:nvSpPr>
            <p:spPr>
              <a:xfrm>
                <a:off x="2044289" y="1917021"/>
                <a:ext cx="733271" cy="1108045"/>
              </a:xfrm>
              <a:custGeom>
                <a:avLst/>
                <a:gdLst/>
                <a:ahLst/>
                <a:cxnLst/>
                <a:rect l="l" t="t" r="r" b="b"/>
                <a:pathLst>
                  <a:path w="7748" h="11708" extrusionOk="0">
                    <a:moveTo>
                      <a:pt x="4781" y="1"/>
                    </a:moveTo>
                    <a:cubicBezTo>
                      <a:pt x="4567" y="625"/>
                      <a:pt x="4157" y="1328"/>
                      <a:pt x="3338" y="1542"/>
                    </a:cubicBezTo>
                    <a:cubicBezTo>
                      <a:pt x="1855" y="1933"/>
                      <a:pt x="1" y="2889"/>
                      <a:pt x="703" y="4040"/>
                    </a:cubicBezTo>
                    <a:cubicBezTo>
                      <a:pt x="946" y="4431"/>
                      <a:pt x="1189" y="4521"/>
                      <a:pt x="1459" y="4521"/>
                    </a:cubicBezTo>
                    <a:cubicBezTo>
                      <a:pt x="1690" y="4521"/>
                      <a:pt x="1941" y="4455"/>
                      <a:pt x="2229" y="4455"/>
                    </a:cubicBezTo>
                    <a:cubicBezTo>
                      <a:pt x="2575" y="4455"/>
                      <a:pt x="2974" y="4551"/>
                      <a:pt x="3455" y="4976"/>
                    </a:cubicBezTo>
                    <a:cubicBezTo>
                      <a:pt x="4781" y="6167"/>
                      <a:pt x="2967" y="6713"/>
                      <a:pt x="4059" y="7767"/>
                    </a:cubicBezTo>
                    <a:cubicBezTo>
                      <a:pt x="4294" y="7989"/>
                      <a:pt x="4501" y="8072"/>
                      <a:pt x="4687" y="8072"/>
                    </a:cubicBezTo>
                    <a:cubicBezTo>
                      <a:pt x="5253" y="8072"/>
                      <a:pt x="5634" y="7304"/>
                      <a:pt x="6044" y="7304"/>
                    </a:cubicBezTo>
                    <a:cubicBezTo>
                      <a:pt x="6129" y="7304"/>
                      <a:pt x="6214" y="7337"/>
                      <a:pt x="6303" y="7415"/>
                    </a:cubicBezTo>
                    <a:cubicBezTo>
                      <a:pt x="6928" y="8020"/>
                      <a:pt x="7084" y="9464"/>
                      <a:pt x="6420" y="11708"/>
                    </a:cubicBezTo>
                    <a:cubicBezTo>
                      <a:pt x="7279" y="10303"/>
                      <a:pt x="7747" y="8645"/>
                      <a:pt x="7747" y="6889"/>
                    </a:cubicBezTo>
                    <a:cubicBezTo>
                      <a:pt x="7747" y="4176"/>
                      <a:pt x="6596" y="1757"/>
                      <a:pt x="47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5"/>
              <p:cNvSpPr/>
              <p:nvPr/>
            </p:nvSpPr>
            <p:spPr>
              <a:xfrm>
                <a:off x="1663941" y="2486358"/>
                <a:ext cx="688885" cy="731094"/>
              </a:xfrm>
              <a:custGeom>
                <a:avLst/>
                <a:gdLst/>
                <a:ahLst/>
                <a:cxnLst/>
                <a:rect l="l" t="t" r="r" b="b"/>
                <a:pathLst>
                  <a:path w="7279" h="7725" extrusionOk="0">
                    <a:moveTo>
                      <a:pt x="4341" y="1"/>
                    </a:moveTo>
                    <a:cubicBezTo>
                      <a:pt x="4027" y="1"/>
                      <a:pt x="3675" y="188"/>
                      <a:pt x="3298" y="580"/>
                    </a:cubicBezTo>
                    <a:cubicBezTo>
                      <a:pt x="2303" y="1594"/>
                      <a:pt x="1913" y="599"/>
                      <a:pt x="1054" y="1887"/>
                    </a:cubicBezTo>
                    <a:cubicBezTo>
                      <a:pt x="215" y="3175"/>
                      <a:pt x="1" y="3546"/>
                      <a:pt x="1054" y="4033"/>
                    </a:cubicBezTo>
                    <a:cubicBezTo>
                      <a:pt x="2108" y="4521"/>
                      <a:pt x="3493" y="4424"/>
                      <a:pt x="3142" y="5711"/>
                    </a:cubicBezTo>
                    <a:cubicBezTo>
                      <a:pt x="2899" y="6671"/>
                      <a:pt x="2781" y="7724"/>
                      <a:pt x="3306" y="7724"/>
                    </a:cubicBezTo>
                    <a:cubicBezTo>
                      <a:pt x="3497" y="7724"/>
                      <a:pt x="3772" y="7585"/>
                      <a:pt x="4157" y="7253"/>
                    </a:cubicBezTo>
                    <a:cubicBezTo>
                      <a:pt x="5581" y="6004"/>
                      <a:pt x="7278" y="5672"/>
                      <a:pt x="6635" y="3838"/>
                    </a:cubicBezTo>
                    <a:cubicBezTo>
                      <a:pt x="5971" y="2024"/>
                      <a:pt x="5542" y="1438"/>
                      <a:pt x="5542" y="1438"/>
                    </a:cubicBezTo>
                    <a:cubicBezTo>
                      <a:pt x="5275" y="505"/>
                      <a:pt x="4858" y="1"/>
                      <a:pt x="43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5"/>
              <p:cNvSpPr/>
              <p:nvPr/>
            </p:nvSpPr>
            <p:spPr>
              <a:xfrm>
                <a:off x="2209810" y="3011310"/>
                <a:ext cx="259219" cy="258556"/>
              </a:xfrm>
              <a:custGeom>
                <a:avLst/>
                <a:gdLst/>
                <a:ahLst/>
                <a:cxnLst/>
                <a:rect l="l" t="t" r="r" b="b"/>
                <a:pathLst>
                  <a:path w="2739" h="2732" extrusionOk="0">
                    <a:moveTo>
                      <a:pt x="2476" y="0"/>
                    </a:moveTo>
                    <a:cubicBezTo>
                      <a:pt x="2278" y="0"/>
                      <a:pt x="1972" y="237"/>
                      <a:pt x="1784" y="613"/>
                    </a:cubicBezTo>
                    <a:cubicBezTo>
                      <a:pt x="1452" y="1316"/>
                      <a:pt x="964" y="1706"/>
                      <a:pt x="964" y="1706"/>
                    </a:cubicBezTo>
                    <a:cubicBezTo>
                      <a:pt x="332" y="2193"/>
                      <a:pt x="1" y="2731"/>
                      <a:pt x="512" y="2731"/>
                    </a:cubicBezTo>
                    <a:cubicBezTo>
                      <a:pt x="553" y="2731"/>
                      <a:pt x="600" y="2728"/>
                      <a:pt x="652" y="2720"/>
                    </a:cubicBezTo>
                    <a:cubicBezTo>
                      <a:pt x="1374" y="2584"/>
                      <a:pt x="2310" y="1491"/>
                      <a:pt x="2603" y="594"/>
                    </a:cubicBezTo>
                    <a:cubicBezTo>
                      <a:pt x="2739" y="177"/>
                      <a:pt x="2648" y="0"/>
                      <a:pt x="2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5"/>
              <p:cNvSpPr/>
              <p:nvPr/>
            </p:nvSpPr>
            <p:spPr>
              <a:xfrm>
                <a:off x="1628830" y="1682511"/>
                <a:ext cx="543044" cy="191362"/>
              </a:xfrm>
              <a:custGeom>
                <a:avLst/>
                <a:gdLst/>
                <a:ahLst/>
                <a:cxnLst/>
                <a:rect l="l" t="t" r="r" b="b"/>
                <a:pathLst>
                  <a:path w="5738" h="2022" extrusionOk="0">
                    <a:moveTo>
                      <a:pt x="2693" y="1"/>
                    </a:moveTo>
                    <a:cubicBezTo>
                      <a:pt x="1757" y="1"/>
                      <a:pt x="859" y="137"/>
                      <a:pt x="1" y="391"/>
                    </a:cubicBezTo>
                    <a:cubicBezTo>
                      <a:pt x="196" y="567"/>
                      <a:pt x="450" y="703"/>
                      <a:pt x="664" y="820"/>
                    </a:cubicBezTo>
                    <a:cubicBezTo>
                      <a:pt x="1351" y="1190"/>
                      <a:pt x="1020" y="2022"/>
                      <a:pt x="1682" y="2022"/>
                    </a:cubicBezTo>
                    <a:cubicBezTo>
                      <a:pt x="1753" y="2022"/>
                      <a:pt x="1836" y="2012"/>
                      <a:pt x="1933" y="1991"/>
                    </a:cubicBezTo>
                    <a:cubicBezTo>
                      <a:pt x="2624" y="1842"/>
                      <a:pt x="2816" y="1711"/>
                      <a:pt x="3204" y="1711"/>
                    </a:cubicBezTo>
                    <a:cubicBezTo>
                      <a:pt x="3373" y="1711"/>
                      <a:pt x="3580" y="1737"/>
                      <a:pt x="3884" y="1796"/>
                    </a:cubicBezTo>
                    <a:cubicBezTo>
                      <a:pt x="3993" y="1817"/>
                      <a:pt x="4094" y="1826"/>
                      <a:pt x="4188" y="1826"/>
                    </a:cubicBezTo>
                    <a:cubicBezTo>
                      <a:pt x="4979" y="1826"/>
                      <a:pt x="5249" y="1134"/>
                      <a:pt x="5737" y="489"/>
                    </a:cubicBezTo>
                    <a:cubicBezTo>
                      <a:pt x="4781" y="176"/>
                      <a:pt x="3767" y="1"/>
                      <a:pt x="26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5"/>
              <p:cNvSpPr/>
              <p:nvPr/>
            </p:nvSpPr>
            <p:spPr>
              <a:xfrm>
                <a:off x="1571575" y="3269859"/>
                <a:ext cx="358402" cy="189185"/>
              </a:xfrm>
              <a:custGeom>
                <a:avLst/>
                <a:gdLst/>
                <a:ahLst/>
                <a:cxnLst/>
                <a:rect l="l" t="t" r="r" b="b"/>
                <a:pathLst>
                  <a:path w="3787" h="1999" extrusionOk="0">
                    <a:moveTo>
                      <a:pt x="2394" y="0"/>
                    </a:moveTo>
                    <a:cubicBezTo>
                      <a:pt x="2150" y="0"/>
                      <a:pt x="1928" y="202"/>
                      <a:pt x="1757" y="535"/>
                    </a:cubicBezTo>
                    <a:cubicBezTo>
                      <a:pt x="1573" y="884"/>
                      <a:pt x="1415" y="982"/>
                      <a:pt x="1249" y="982"/>
                    </a:cubicBezTo>
                    <a:cubicBezTo>
                      <a:pt x="1062" y="982"/>
                      <a:pt x="864" y="858"/>
                      <a:pt x="606" y="827"/>
                    </a:cubicBezTo>
                    <a:cubicBezTo>
                      <a:pt x="598" y="827"/>
                      <a:pt x="590" y="827"/>
                      <a:pt x="582" y="827"/>
                    </a:cubicBezTo>
                    <a:cubicBezTo>
                      <a:pt x="341" y="827"/>
                      <a:pt x="171" y="1110"/>
                      <a:pt x="1" y="1393"/>
                    </a:cubicBezTo>
                    <a:cubicBezTo>
                      <a:pt x="1055" y="1784"/>
                      <a:pt x="2167" y="1998"/>
                      <a:pt x="3377" y="1998"/>
                    </a:cubicBezTo>
                    <a:lnTo>
                      <a:pt x="3786" y="1998"/>
                    </a:lnTo>
                    <a:cubicBezTo>
                      <a:pt x="3669" y="1842"/>
                      <a:pt x="3533" y="1569"/>
                      <a:pt x="3377" y="1159"/>
                    </a:cubicBezTo>
                    <a:cubicBezTo>
                      <a:pt x="3058" y="335"/>
                      <a:pt x="2709" y="0"/>
                      <a:pt x="23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9" name="Google Shape;1229;p45"/>
            <p:cNvSpPr/>
            <p:nvPr/>
          </p:nvSpPr>
          <p:spPr>
            <a:xfrm rot="-1389276">
              <a:off x="-1299612" y="1933746"/>
              <a:ext cx="5856910" cy="1804153"/>
            </a:xfrm>
            <a:custGeom>
              <a:avLst/>
              <a:gdLst/>
              <a:ahLst/>
              <a:cxnLst/>
              <a:rect l="l" t="t" r="r" b="b"/>
              <a:pathLst>
                <a:path w="57561" h="17731" extrusionOk="0">
                  <a:moveTo>
                    <a:pt x="31512" y="92"/>
                  </a:moveTo>
                  <a:cubicBezTo>
                    <a:pt x="38049" y="92"/>
                    <a:pt x="44097" y="775"/>
                    <a:pt x="48839" y="2062"/>
                  </a:cubicBezTo>
                  <a:cubicBezTo>
                    <a:pt x="54263" y="3565"/>
                    <a:pt x="57326" y="5653"/>
                    <a:pt x="57385" y="7975"/>
                  </a:cubicBezTo>
                  <a:cubicBezTo>
                    <a:pt x="57560" y="12774"/>
                    <a:pt x="44839" y="17087"/>
                    <a:pt x="29054" y="17613"/>
                  </a:cubicBezTo>
                  <a:cubicBezTo>
                    <a:pt x="28067" y="17643"/>
                    <a:pt x="27087" y="17658"/>
                    <a:pt x="26118" y="17658"/>
                  </a:cubicBezTo>
                  <a:cubicBezTo>
                    <a:pt x="19556" y="17658"/>
                    <a:pt x="13463" y="16974"/>
                    <a:pt x="8703" y="15682"/>
                  </a:cubicBezTo>
                  <a:cubicBezTo>
                    <a:pt x="3279" y="14199"/>
                    <a:pt x="215" y="12092"/>
                    <a:pt x="157" y="9770"/>
                  </a:cubicBezTo>
                  <a:cubicBezTo>
                    <a:pt x="1" y="4950"/>
                    <a:pt x="12703" y="638"/>
                    <a:pt x="28488" y="150"/>
                  </a:cubicBezTo>
                  <a:cubicBezTo>
                    <a:pt x="29522" y="111"/>
                    <a:pt x="30517" y="92"/>
                    <a:pt x="31512" y="92"/>
                  </a:cubicBezTo>
                  <a:close/>
                  <a:moveTo>
                    <a:pt x="31601" y="1"/>
                  </a:moveTo>
                  <a:cubicBezTo>
                    <a:pt x="30573" y="1"/>
                    <a:pt x="29534" y="18"/>
                    <a:pt x="28488" y="53"/>
                  </a:cubicBezTo>
                  <a:cubicBezTo>
                    <a:pt x="20839" y="287"/>
                    <a:pt x="13659" y="1438"/>
                    <a:pt x="8293" y="3272"/>
                  </a:cubicBezTo>
                  <a:cubicBezTo>
                    <a:pt x="2908" y="5087"/>
                    <a:pt x="1" y="7409"/>
                    <a:pt x="59" y="9770"/>
                  </a:cubicBezTo>
                  <a:cubicBezTo>
                    <a:pt x="118" y="12150"/>
                    <a:pt x="3201" y="14257"/>
                    <a:pt x="8683" y="15760"/>
                  </a:cubicBezTo>
                  <a:cubicBezTo>
                    <a:pt x="13425" y="17047"/>
                    <a:pt x="19493" y="17730"/>
                    <a:pt x="26029" y="17730"/>
                  </a:cubicBezTo>
                  <a:cubicBezTo>
                    <a:pt x="27024" y="17730"/>
                    <a:pt x="28059" y="17691"/>
                    <a:pt x="29073" y="17672"/>
                  </a:cubicBezTo>
                  <a:cubicBezTo>
                    <a:pt x="36722" y="17438"/>
                    <a:pt x="43902" y="16287"/>
                    <a:pt x="49268" y="14452"/>
                  </a:cubicBezTo>
                  <a:cubicBezTo>
                    <a:pt x="54634" y="12638"/>
                    <a:pt x="57560" y="10316"/>
                    <a:pt x="57482" y="7955"/>
                  </a:cubicBezTo>
                  <a:cubicBezTo>
                    <a:pt x="57424" y="5575"/>
                    <a:pt x="54341" y="3467"/>
                    <a:pt x="48858" y="1965"/>
                  </a:cubicBezTo>
                  <a:cubicBezTo>
                    <a:pt x="44142" y="685"/>
                    <a:pt x="38088" y="1"/>
                    <a:pt x="3160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5"/>
            <p:cNvSpPr/>
            <p:nvPr/>
          </p:nvSpPr>
          <p:spPr>
            <a:xfrm rot="-1366029">
              <a:off x="-2085668" y="1694056"/>
              <a:ext cx="7428861" cy="2537137"/>
            </a:xfrm>
            <a:custGeom>
              <a:avLst/>
              <a:gdLst/>
              <a:ahLst/>
              <a:cxnLst/>
              <a:rect l="l" t="t" r="r" b="b"/>
              <a:pathLst>
                <a:path w="75570" h="25809" extrusionOk="0">
                  <a:moveTo>
                    <a:pt x="53443" y="92"/>
                  </a:moveTo>
                  <a:cubicBezTo>
                    <a:pt x="65619" y="92"/>
                    <a:pt x="74321" y="2570"/>
                    <a:pt x="75004" y="6940"/>
                  </a:cubicBezTo>
                  <a:cubicBezTo>
                    <a:pt x="75492" y="9965"/>
                    <a:pt x="72097" y="13418"/>
                    <a:pt x="65424" y="16696"/>
                  </a:cubicBezTo>
                  <a:cubicBezTo>
                    <a:pt x="58712" y="19994"/>
                    <a:pt x="49580" y="22667"/>
                    <a:pt x="39629" y="24247"/>
                  </a:cubicBezTo>
                  <a:cubicBezTo>
                    <a:pt x="33405" y="25262"/>
                    <a:pt x="27454" y="25711"/>
                    <a:pt x="22147" y="25711"/>
                  </a:cubicBezTo>
                  <a:cubicBezTo>
                    <a:pt x="10010" y="25711"/>
                    <a:pt x="1308" y="23233"/>
                    <a:pt x="606" y="18862"/>
                  </a:cubicBezTo>
                  <a:cubicBezTo>
                    <a:pt x="118" y="15838"/>
                    <a:pt x="3493" y="12384"/>
                    <a:pt x="10186" y="9106"/>
                  </a:cubicBezTo>
                  <a:cubicBezTo>
                    <a:pt x="16898" y="5809"/>
                    <a:pt x="26029" y="3136"/>
                    <a:pt x="35980" y="1555"/>
                  </a:cubicBezTo>
                  <a:cubicBezTo>
                    <a:pt x="42205" y="541"/>
                    <a:pt x="48156" y="92"/>
                    <a:pt x="53443" y="92"/>
                  </a:cubicBezTo>
                  <a:close/>
                  <a:moveTo>
                    <a:pt x="53399" y="0"/>
                  </a:moveTo>
                  <a:cubicBezTo>
                    <a:pt x="48008" y="0"/>
                    <a:pt x="42058" y="497"/>
                    <a:pt x="35961" y="1477"/>
                  </a:cubicBezTo>
                  <a:cubicBezTo>
                    <a:pt x="25990" y="3058"/>
                    <a:pt x="16820" y="5731"/>
                    <a:pt x="10127" y="9028"/>
                  </a:cubicBezTo>
                  <a:cubicBezTo>
                    <a:pt x="3415" y="12326"/>
                    <a:pt x="1" y="15818"/>
                    <a:pt x="488" y="18882"/>
                  </a:cubicBezTo>
                  <a:cubicBezTo>
                    <a:pt x="976" y="21965"/>
                    <a:pt x="5347" y="24208"/>
                    <a:pt x="12742" y="25223"/>
                  </a:cubicBezTo>
                  <a:cubicBezTo>
                    <a:pt x="15591" y="25613"/>
                    <a:pt x="18771" y="25808"/>
                    <a:pt x="22147" y="25808"/>
                  </a:cubicBezTo>
                  <a:cubicBezTo>
                    <a:pt x="27571" y="25808"/>
                    <a:pt x="33522" y="25301"/>
                    <a:pt x="39629" y="24345"/>
                  </a:cubicBezTo>
                  <a:cubicBezTo>
                    <a:pt x="49600" y="22765"/>
                    <a:pt x="58770" y="20091"/>
                    <a:pt x="65443" y="16794"/>
                  </a:cubicBezTo>
                  <a:cubicBezTo>
                    <a:pt x="72155" y="13496"/>
                    <a:pt x="75570" y="10004"/>
                    <a:pt x="75082" y="6940"/>
                  </a:cubicBezTo>
                  <a:cubicBezTo>
                    <a:pt x="74594" y="3858"/>
                    <a:pt x="70224" y="1614"/>
                    <a:pt x="62848" y="599"/>
                  </a:cubicBezTo>
                  <a:cubicBezTo>
                    <a:pt x="59991" y="199"/>
                    <a:pt x="56807" y="0"/>
                    <a:pt x="5339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5"/>
            <p:cNvSpPr/>
            <p:nvPr/>
          </p:nvSpPr>
          <p:spPr>
            <a:xfrm rot="-1389221">
              <a:off x="339877" y="2551855"/>
              <a:ext cx="2685617" cy="849810"/>
            </a:xfrm>
            <a:custGeom>
              <a:avLst/>
              <a:gdLst/>
              <a:ahLst/>
              <a:cxnLst/>
              <a:rect l="l" t="t" r="r" b="b"/>
              <a:pathLst>
                <a:path w="22264" h="7045" extrusionOk="0">
                  <a:moveTo>
                    <a:pt x="4390" y="1"/>
                  </a:moveTo>
                  <a:cubicBezTo>
                    <a:pt x="4137" y="20"/>
                    <a:pt x="3883" y="79"/>
                    <a:pt x="3649" y="118"/>
                  </a:cubicBezTo>
                  <a:cubicBezTo>
                    <a:pt x="1483" y="547"/>
                    <a:pt x="234" y="1249"/>
                    <a:pt x="137" y="2166"/>
                  </a:cubicBezTo>
                  <a:cubicBezTo>
                    <a:pt x="39" y="3103"/>
                    <a:pt x="1093" y="4078"/>
                    <a:pt x="3122" y="4957"/>
                  </a:cubicBezTo>
                  <a:cubicBezTo>
                    <a:pt x="5112" y="5835"/>
                    <a:pt x="7844" y="6498"/>
                    <a:pt x="10771" y="6830"/>
                  </a:cubicBezTo>
                  <a:cubicBezTo>
                    <a:pt x="12098" y="6986"/>
                    <a:pt x="13405" y="7044"/>
                    <a:pt x="14634" y="7044"/>
                  </a:cubicBezTo>
                  <a:cubicBezTo>
                    <a:pt x="16117" y="7044"/>
                    <a:pt x="17483" y="6927"/>
                    <a:pt x="18673" y="6713"/>
                  </a:cubicBezTo>
                  <a:cubicBezTo>
                    <a:pt x="20858" y="6303"/>
                    <a:pt x="22088" y="5581"/>
                    <a:pt x="22185" y="4664"/>
                  </a:cubicBezTo>
                  <a:cubicBezTo>
                    <a:pt x="22263" y="3727"/>
                    <a:pt x="21210" y="2732"/>
                    <a:pt x="19200" y="1854"/>
                  </a:cubicBezTo>
                  <a:cubicBezTo>
                    <a:pt x="18751" y="1659"/>
                    <a:pt x="18263" y="1483"/>
                    <a:pt x="17756" y="1327"/>
                  </a:cubicBezTo>
                  <a:lnTo>
                    <a:pt x="17756" y="1327"/>
                  </a:lnTo>
                  <a:cubicBezTo>
                    <a:pt x="17756" y="1347"/>
                    <a:pt x="17756" y="1386"/>
                    <a:pt x="17776" y="1425"/>
                  </a:cubicBezTo>
                  <a:cubicBezTo>
                    <a:pt x="18263" y="1581"/>
                    <a:pt x="18732" y="1757"/>
                    <a:pt x="19161" y="1952"/>
                  </a:cubicBezTo>
                  <a:cubicBezTo>
                    <a:pt x="21151" y="2810"/>
                    <a:pt x="22185" y="3786"/>
                    <a:pt x="22088" y="4664"/>
                  </a:cubicBezTo>
                  <a:cubicBezTo>
                    <a:pt x="21990" y="5542"/>
                    <a:pt x="20780" y="6244"/>
                    <a:pt x="18634" y="6635"/>
                  </a:cubicBezTo>
                  <a:cubicBezTo>
                    <a:pt x="17459" y="6848"/>
                    <a:pt x="16092" y="6956"/>
                    <a:pt x="14615" y="6956"/>
                  </a:cubicBezTo>
                  <a:cubicBezTo>
                    <a:pt x="13393" y="6956"/>
                    <a:pt x="12096" y="6882"/>
                    <a:pt x="10771" y="6732"/>
                  </a:cubicBezTo>
                  <a:cubicBezTo>
                    <a:pt x="4742" y="6049"/>
                    <a:pt x="0" y="4000"/>
                    <a:pt x="215" y="2166"/>
                  </a:cubicBezTo>
                  <a:cubicBezTo>
                    <a:pt x="332" y="1152"/>
                    <a:pt x="1951" y="410"/>
                    <a:pt x="4410" y="79"/>
                  </a:cubicBezTo>
                  <a:cubicBezTo>
                    <a:pt x="4410" y="59"/>
                    <a:pt x="4390" y="20"/>
                    <a:pt x="439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2" name="Google Shape;1232;p45"/>
          <p:cNvGrpSpPr/>
          <p:nvPr/>
        </p:nvGrpSpPr>
        <p:grpSpPr>
          <a:xfrm>
            <a:off x="5426692" y="1933292"/>
            <a:ext cx="3825381" cy="2920203"/>
            <a:chOff x="1880577" y="-4241474"/>
            <a:chExt cx="13181878" cy="10062727"/>
          </a:xfrm>
        </p:grpSpPr>
        <p:sp>
          <p:nvSpPr>
            <p:cNvPr id="1233" name="Google Shape;1233;p45"/>
            <p:cNvSpPr/>
            <p:nvPr/>
          </p:nvSpPr>
          <p:spPr>
            <a:xfrm>
              <a:off x="9866545" y="3988184"/>
              <a:ext cx="3442573" cy="1796562"/>
            </a:xfrm>
            <a:custGeom>
              <a:avLst/>
              <a:gdLst/>
              <a:ahLst/>
              <a:cxnLst/>
              <a:rect l="l" t="t" r="r" b="b"/>
              <a:pathLst>
                <a:path w="63071" h="33931" extrusionOk="0">
                  <a:moveTo>
                    <a:pt x="2222" y="26391"/>
                  </a:moveTo>
                  <a:lnTo>
                    <a:pt x="9425" y="30127"/>
                  </a:lnTo>
                  <a:lnTo>
                    <a:pt x="20163" y="31507"/>
                  </a:lnTo>
                  <a:lnTo>
                    <a:pt x="28377" y="29622"/>
                  </a:lnTo>
                  <a:lnTo>
                    <a:pt x="33931" y="26088"/>
                  </a:lnTo>
                  <a:lnTo>
                    <a:pt x="42750" y="21431"/>
                  </a:lnTo>
                  <a:lnTo>
                    <a:pt x="48877" y="16113"/>
                  </a:lnTo>
                  <a:lnTo>
                    <a:pt x="52781" y="12073"/>
                  </a:lnTo>
                  <a:lnTo>
                    <a:pt x="55676" y="9178"/>
                  </a:lnTo>
                  <a:lnTo>
                    <a:pt x="59065" y="4275"/>
                  </a:lnTo>
                  <a:lnTo>
                    <a:pt x="61455" y="1178"/>
                  </a:lnTo>
                  <a:lnTo>
                    <a:pt x="62498" y="0"/>
                  </a:lnTo>
                  <a:lnTo>
                    <a:pt x="63071" y="471"/>
                  </a:lnTo>
                  <a:lnTo>
                    <a:pt x="57314" y="8819"/>
                  </a:lnTo>
                  <a:lnTo>
                    <a:pt x="52030" y="15047"/>
                  </a:lnTo>
                  <a:lnTo>
                    <a:pt x="47351" y="19456"/>
                  </a:lnTo>
                  <a:lnTo>
                    <a:pt x="38397" y="26413"/>
                  </a:lnTo>
                  <a:lnTo>
                    <a:pt x="31799" y="30385"/>
                  </a:lnTo>
                  <a:lnTo>
                    <a:pt x="23754" y="32943"/>
                  </a:lnTo>
                  <a:lnTo>
                    <a:pt x="18918" y="33931"/>
                  </a:lnTo>
                  <a:lnTo>
                    <a:pt x="11445" y="33325"/>
                  </a:lnTo>
                  <a:lnTo>
                    <a:pt x="6934" y="31911"/>
                  </a:lnTo>
                  <a:lnTo>
                    <a:pt x="2895" y="29723"/>
                  </a:lnTo>
                  <a:lnTo>
                    <a:pt x="404" y="26626"/>
                  </a:lnTo>
                  <a:lnTo>
                    <a:pt x="0" y="25583"/>
                  </a:lnTo>
                  <a:close/>
                </a:path>
              </a:pathLst>
            </a:custGeom>
            <a:solidFill>
              <a:schemeClr val="dk1"/>
            </a:solidFill>
            <a:ln>
              <a:noFill/>
            </a:ln>
          </p:spPr>
          <p:txBody>
            <a:bodyPr/>
            <a:lstStyle/>
            <a:p>
              <a:endParaRPr lang="en-PK"/>
            </a:p>
          </p:txBody>
        </p:sp>
        <p:sp>
          <p:nvSpPr>
            <p:cNvPr id="1234" name="Google Shape;1234;p45"/>
            <p:cNvSpPr/>
            <p:nvPr/>
          </p:nvSpPr>
          <p:spPr>
            <a:xfrm>
              <a:off x="5644068" y="-1391976"/>
              <a:ext cx="3720990" cy="3550419"/>
            </a:xfrm>
            <a:custGeom>
              <a:avLst/>
              <a:gdLst/>
              <a:ahLst/>
              <a:cxnLst/>
              <a:rect l="l" t="t" r="r" b="b"/>
              <a:pathLst>
                <a:path w="17149" h="16868" extrusionOk="0">
                  <a:moveTo>
                    <a:pt x="14002" y="4300"/>
                  </a:moveTo>
                  <a:cubicBezTo>
                    <a:pt x="13993" y="4302"/>
                    <a:pt x="13984" y="4304"/>
                    <a:pt x="13976" y="4305"/>
                  </a:cubicBezTo>
                  <a:lnTo>
                    <a:pt x="13976" y="4305"/>
                  </a:lnTo>
                  <a:cubicBezTo>
                    <a:pt x="13983" y="4302"/>
                    <a:pt x="13992" y="4300"/>
                    <a:pt x="14002" y="4300"/>
                  </a:cubicBezTo>
                  <a:close/>
                  <a:moveTo>
                    <a:pt x="14798" y="4294"/>
                  </a:moveTo>
                  <a:cubicBezTo>
                    <a:pt x="14809" y="4294"/>
                    <a:pt x="14815" y="4294"/>
                    <a:pt x="14827" y="4306"/>
                  </a:cubicBezTo>
                  <a:cubicBezTo>
                    <a:pt x="14815" y="4306"/>
                    <a:pt x="14809" y="4294"/>
                    <a:pt x="14798" y="4294"/>
                  </a:cubicBezTo>
                  <a:close/>
                  <a:moveTo>
                    <a:pt x="14899" y="4312"/>
                  </a:moveTo>
                  <a:cubicBezTo>
                    <a:pt x="14915" y="4312"/>
                    <a:pt x="14921" y="4317"/>
                    <a:pt x="14932" y="4318"/>
                  </a:cubicBezTo>
                  <a:lnTo>
                    <a:pt x="14932" y="4318"/>
                  </a:lnTo>
                  <a:cubicBezTo>
                    <a:pt x="14923" y="4317"/>
                    <a:pt x="14912" y="4316"/>
                    <a:pt x="14899" y="4312"/>
                  </a:cubicBezTo>
                  <a:close/>
                  <a:moveTo>
                    <a:pt x="13889" y="4318"/>
                  </a:moveTo>
                  <a:cubicBezTo>
                    <a:pt x="13878" y="4320"/>
                    <a:pt x="13867" y="4322"/>
                    <a:pt x="13857" y="4323"/>
                  </a:cubicBezTo>
                  <a:lnTo>
                    <a:pt x="13857" y="4323"/>
                  </a:lnTo>
                  <a:cubicBezTo>
                    <a:pt x="13868" y="4321"/>
                    <a:pt x="13880" y="4318"/>
                    <a:pt x="13889" y="4318"/>
                  </a:cubicBezTo>
                  <a:close/>
                  <a:moveTo>
                    <a:pt x="13764" y="4341"/>
                  </a:moveTo>
                  <a:cubicBezTo>
                    <a:pt x="13747" y="4341"/>
                    <a:pt x="13735" y="4347"/>
                    <a:pt x="13711" y="4347"/>
                  </a:cubicBezTo>
                  <a:cubicBezTo>
                    <a:pt x="13735" y="4341"/>
                    <a:pt x="13747" y="4341"/>
                    <a:pt x="13764" y="4341"/>
                  </a:cubicBezTo>
                  <a:close/>
                  <a:moveTo>
                    <a:pt x="15112" y="4353"/>
                  </a:moveTo>
                  <a:cubicBezTo>
                    <a:pt x="15130" y="4365"/>
                    <a:pt x="15136" y="4365"/>
                    <a:pt x="15142" y="4365"/>
                  </a:cubicBezTo>
                  <a:cubicBezTo>
                    <a:pt x="15130" y="4365"/>
                    <a:pt x="15124" y="4365"/>
                    <a:pt x="15112" y="4353"/>
                  </a:cubicBezTo>
                  <a:close/>
                  <a:moveTo>
                    <a:pt x="15213" y="4383"/>
                  </a:moveTo>
                  <a:cubicBezTo>
                    <a:pt x="15225" y="4383"/>
                    <a:pt x="15225" y="4395"/>
                    <a:pt x="15231" y="4395"/>
                  </a:cubicBezTo>
                  <a:cubicBezTo>
                    <a:pt x="15225" y="4395"/>
                    <a:pt x="15219" y="4395"/>
                    <a:pt x="15213" y="4383"/>
                  </a:cubicBezTo>
                  <a:close/>
                  <a:moveTo>
                    <a:pt x="13414" y="4425"/>
                  </a:moveTo>
                  <a:cubicBezTo>
                    <a:pt x="13398" y="4430"/>
                    <a:pt x="13383" y="4435"/>
                    <a:pt x="13367" y="4436"/>
                  </a:cubicBezTo>
                  <a:lnTo>
                    <a:pt x="13367" y="4436"/>
                  </a:lnTo>
                  <a:cubicBezTo>
                    <a:pt x="13385" y="4431"/>
                    <a:pt x="13397" y="4430"/>
                    <a:pt x="13414" y="4425"/>
                  </a:cubicBezTo>
                  <a:close/>
                  <a:moveTo>
                    <a:pt x="13276" y="4466"/>
                  </a:moveTo>
                  <a:cubicBezTo>
                    <a:pt x="13263" y="4469"/>
                    <a:pt x="13254" y="4472"/>
                    <a:pt x="13242" y="4472"/>
                  </a:cubicBezTo>
                  <a:cubicBezTo>
                    <a:pt x="13255" y="4469"/>
                    <a:pt x="13266" y="4467"/>
                    <a:pt x="13276" y="4466"/>
                  </a:cubicBezTo>
                  <a:close/>
                  <a:moveTo>
                    <a:pt x="13046" y="4549"/>
                  </a:moveTo>
                  <a:cubicBezTo>
                    <a:pt x="13034" y="4555"/>
                    <a:pt x="13022" y="4555"/>
                    <a:pt x="12998" y="4561"/>
                  </a:cubicBezTo>
                  <a:cubicBezTo>
                    <a:pt x="13016" y="4555"/>
                    <a:pt x="13028" y="4549"/>
                    <a:pt x="13046" y="4549"/>
                  </a:cubicBezTo>
                  <a:close/>
                  <a:moveTo>
                    <a:pt x="15724" y="4609"/>
                  </a:moveTo>
                  <a:lnTo>
                    <a:pt x="15724" y="4609"/>
                  </a:lnTo>
                  <a:cubicBezTo>
                    <a:pt x="15726" y="4610"/>
                    <a:pt x="15727" y="4611"/>
                    <a:pt x="15729" y="4612"/>
                  </a:cubicBezTo>
                  <a:lnTo>
                    <a:pt x="15729" y="4612"/>
                  </a:lnTo>
                  <a:cubicBezTo>
                    <a:pt x="15728" y="4609"/>
                    <a:pt x="15724" y="4609"/>
                    <a:pt x="15724" y="4609"/>
                  </a:cubicBezTo>
                  <a:close/>
                  <a:moveTo>
                    <a:pt x="7351" y="14228"/>
                  </a:moveTo>
                  <a:cubicBezTo>
                    <a:pt x="7357" y="14252"/>
                    <a:pt x="7357" y="14264"/>
                    <a:pt x="7357" y="14270"/>
                  </a:cubicBezTo>
                  <a:cubicBezTo>
                    <a:pt x="7357" y="14258"/>
                    <a:pt x="7351" y="14240"/>
                    <a:pt x="7351" y="14228"/>
                  </a:cubicBezTo>
                  <a:close/>
                  <a:moveTo>
                    <a:pt x="7393" y="14478"/>
                  </a:moveTo>
                  <a:lnTo>
                    <a:pt x="7393" y="14478"/>
                  </a:lnTo>
                  <a:cubicBezTo>
                    <a:pt x="7405" y="14501"/>
                    <a:pt x="7411" y="14525"/>
                    <a:pt x="7411" y="14537"/>
                  </a:cubicBezTo>
                  <a:cubicBezTo>
                    <a:pt x="7405" y="14519"/>
                    <a:pt x="7405" y="14501"/>
                    <a:pt x="7393" y="14478"/>
                  </a:cubicBezTo>
                  <a:close/>
                  <a:moveTo>
                    <a:pt x="7452" y="14715"/>
                  </a:moveTo>
                  <a:cubicBezTo>
                    <a:pt x="7458" y="14739"/>
                    <a:pt x="7458" y="14745"/>
                    <a:pt x="7458" y="14757"/>
                  </a:cubicBezTo>
                  <a:cubicBezTo>
                    <a:pt x="7458" y="14739"/>
                    <a:pt x="7452" y="14733"/>
                    <a:pt x="7452" y="14715"/>
                  </a:cubicBezTo>
                  <a:close/>
                  <a:moveTo>
                    <a:pt x="7494" y="14834"/>
                  </a:moveTo>
                  <a:lnTo>
                    <a:pt x="7494" y="14834"/>
                  </a:lnTo>
                  <a:cubicBezTo>
                    <a:pt x="7500" y="14852"/>
                    <a:pt x="7500" y="14864"/>
                    <a:pt x="7506" y="14881"/>
                  </a:cubicBezTo>
                  <a:cubicBezTo>
                    <a:pt x="7500" y="14881"/>
                    <a:pt x="7500" y="14875"/>
                    <a:pt x="7500" y="14864"/>
                  </a:cubicBezTo>
                  <a:cubicBezTo>
                    <a:pt x="7500" y="14858"/>
                    <a:pt x="7494" y="14846"/>
                    <a:pt x="7494" y="14834"/>
                  </a:cubicBezTo>
                  <a:close/>
                  <a:moveTo>
                    <a:pt x="7518" y="14947"/>
                  </a:moveTo>
                  <a:lnTo>
                    <a:pt x="7518" y="14947"/>
                  </a:lnTo>
                  <a:cubicBezTo>
                    <a:pt x="7530" y="14970"/>
                    <a:pt x="7536" y="14982"/>
                    <a:pt x="7536" y="15000"/>
                  </a:cubicBezTo>
                  <a:cubicBezTo>
                    <a:pt x="7530" y="14982"/>
                    <a:pt x="7530" y="14970"/>
                    <a:pt x="7518" y="14947"/>
                  </a:cubicBezTo>
                  <a:close/>
                  <a:moveTo>
                    <a:pt x="7559" y="15060"/>
                  </a:moveTo>
                  <a:lnTo>
                    <a:pt x="7559" y="15060"/>
                  </a:lnTo>
                  <a:cubicBezTo>
                    <a:pt x="7565" y="15071"/>
                    <a:pt x="7571" y="15089"/>
                    <a:pt x="7571" y="15095"/>
                  </a:cubicBezTo>
                  <a:cubicBezTo>
                    <a:pt x="7565" y="15083"/>
                    <a:pt x="7565" y="15071"/>
                    <a:pt x="7559" y="15060"/>
                  </a:cubicBezTo>
                  <a:close/>
                  <a:moveTo>
                    <a:pt x="7660" y="15301"/>
                  </a:moveTo>
                  <a:cubicBezTo>
                    <a:pt x="7664" y="15308"/>
                    <a:pt x="7667" y="15314"/>
                    <a:pt x="7672" y="15321"/>
                  </a:cubicBezTo>
                  <a:cubicBezTo>
                    <a:pt x="7663" y="15312"/>
                    <a:pt x="7661" y="15306"/>
                    <a:pt x="7660" y="15301"/>
                  </a:cubicBezTo>
                  <a:close/>
                  <a:moveTo>
                    <a:pt x="7684" y="15362"/>
                  </a:moveTo>
                  <a:cubicBezTo>
                    <a:pt x="7702" y="15386"/>
                    <a:pt x="7708" y="15398"/>
                    <a:pt x="7708" y="15410"/>
                  </a:cubicBezTo>
                  <a:lnTo>
                    <a:pt x="7684" y="15362"/>
                  </a:lnTo>
                  <a:close/>
                  <a:moveTo>
                    <a:pt x="7744" y="15484"/>
                  </a:moveTo>
                  <a:lnTo>
                    <a:pt x="7744" y="15484"/>
                  </a:lnTo>
                  <a:cubicBezTo>
                    <a:pt x="7746" y="15489"/>
                    <a:pt x="7749" y="15495"/>
                    <a:pt x="7751" y="15499"/>
                  </a:cubicBezTo>
                  <a:lnTo>
                    <a:pt x="7751" y="15499"/>
                  </a:lnTo>
                  <a:cubicBezTo>
                    <a:pt x="7751" y="15499"/>
                    <a:pt x="7750" y="15499"/>
                    <a:pt x="7749" y="15499"/>
                  </a:cubicBezTo>
                  <a:cubicBezTo>
                    <a:pt x="7747" y="15494"/>
                    <a:pt x="7745" y="15488"/>
                    <a:pt x="7744" y="15484"/>
                  </a:cubicBezTo>
                  <a:close/>
                  <a:moveTo>
                    <a:pt x="7803" y="15588"/>
                  </a:moveTo>
                  <a:cubicBezTo>
                    <a:pt x="7805" y="15592"/>
                    <a:pt x="7807" y="15596"/>
                    <a:pt x="7809" y="15600"/>
                  </a:cubicBezTo>
                  <a:cubicBezTo>
                    <a:pt x="7803" y="15594"/>
                    <a:pt x="7803" y="15588"/>
                    <a:pt x="7803" y="15588"/>
                  </a:cubicBezTo>
                  <a:close/>
                  <a:moveTo>
                    <a:pt x="7863" y="15682"/>
                  </a:moveTo>
                  <a:cubicBezTo>
                    <a:pt x="7865" y="15685"/>
                    <a:pt x="7866" y="15687"/>
                    <a:pt x="7868" y="15689"/>
                  </a:cubicBezTo>
                  <a:cubicBezTo>
                    <a:pt x="7865" y="15686"/>
                    <a:pt x="7864" y="15684"/>
                    <a:pt x="7863" y="15682"/>
                  </a:cubicBezTo>
                  <a:close/>
                  <a:moveTo>
                    <a:pt x="7957" y="15825"/>
                  </a:moveTo>
                  <a:cubicBezTo>
                    <a:pt x="7958" y="15828"/>
                    <a:pt x="7960" y="15831"/>
                    <a:pt x="7962" y="15833"/>
                  </a:cubicBezTo>
                  <a:lnTo>
                    <a:pt x="7962" y="15833"/>
                  </a:lnTo>
                  <a:cubicBezTo>
                    <a:pt x="7959" y="15830"/>
                    <a:pt x="7957" y="15828"/>
                    <a:pt x="7957" y="15825"/>
                  </a:cubicBezTo>
                  <a:close/>
                  <a:moveTo>
                    <a:pt x="8034" y="15922"/>
                  </a:moveTo>
                  <a:lnTo>
                    <a:pt x="8034" y="15922"/>
                  </a:lnTo>
                  <a:cubicBezTo>
                    <a:pt x="8038" y="15925"/>
                    <a:pt x="8042" y="15928"/>
                    <a:pt x="8046" y="15932"/>
                  </a:cubicBezTo>
                  <a:cubicBezTo>
                    <a:pt x="8041" y="15927"/>
                    <a:pt x="8035" y="15926"/>
                    <a:pt x="8034" y="15922"/>
                  </a:cubicBezTo>
                  <a:close/>
                  <a:moveTo>
                    <a:pt x="8076" y="15980"/>
                  </a:moveTo>
                  <a:cubicBezTo>
                    <a:pt x="8084" y="15985"/>
                    <a:pt x="8089" y="15992"/>
                    <a:pt x="8094" y="15998"/>
                  </a:cubicBezTo>
                  <a:lnTo>
                    <a:pt x="8094" y="15998"/>
                  </a:lnTo>
                  <a:lnTo>
                    <a:pt x="8076" y="15980"/>
                  </a:lnTo>
                  <a:close/>
                  <a:moveTo>
                    <a:pt x="8102" y="16010"/>
                  </a:moveTo>
                  <a:cubicBezTo>
                    <a:pt x="8103" y="16012"/>
                    <a:pt x="8104" y="16013"/>
                    <a:pt x="8105" y="16014"/>
                  </a:cubicBezTo>
                  <a:lnTo>
                    <a:pt x="8105" y="16014"/>
                  </a:lnTo>
                  <a:cubicBezTo>
                    <a:pt x="8104" y="16014"/>
                    <a:pt x="8103" y="16012"/>
                    <a:pt x="8102" y="16010"/>
                  </a:cubicBezTo>
                  <a:close/>
                  <a:moveTo>
                    <a:pt x="8147" y="16051"/>
                  </a:moveTo>
                  <a:cubicBezTo>
                    <a:pt x="8159" y="16069"/>
                    <a:pt x="8165" y="16075"/>
                    <a:pt x="8165" y="16081"/>
                  </a:cubicBezTo>
                  <a:cubicBezTo>
                    <a:pt x="8159" y="16075"/>
                    <a:pt x="8153" y="16069"/>
                    <a:pt x="8147" y="16051"/>
                  </a:cubicBezTo>
                  <a:close/>
                  <a:moveTo>
                    <a:pt x="8284" y="16194"/>
                  </a:moveTo>
                  <a:lnTo>
                    <a:pt x="8325" y="16229"/>
                  </a:lnTo>
                  <a:lnTo>
                    <a:pt x="8302" y="16211"/>
                  </a:lnTo>
                  <a:cubicBezTo>
                    <a:pt x="8296" y="16200"/>
                    <a:pt x="8284" y="16200"/>
                    <a:pt x="8284" y="16194"/>
                  </a:cubicBezTo>
                  <a:close/>
                  <a:moveTo>
                    <a:pt x="8503" y="16378"/>
                  </a:moveTo>
                  <a:cubicBezTo>
                    <a:pt x="8512" y="16386"/>
                    <a:pt x="8517" y="16391"/>
                    <a:pt x="8525" y="16396"/>
                  </a:cubicBezTo>
                  <a:lnTo>
                    <a:pt x="8525" y="16396"/>
                  </a:lnTo>
                  <a:cubicBezTo>
                    <a:pt x="8524" y="16396"/>
                    <a:pt x="8523" y="16396"/>
                    <a:pt x="8521" y="16396"/>
                  </a:cubicBezTo>
                  <a:cubicBezTo>
                    <a:pt x="8515" y="16390"/>
                    <a:pt x="8509" y="16390"/>
                    <a:pt x="8503" y="16378"/>
                  </a:cubicBezTo>
                  <a:close/>
                  <a:moveTo>
                    <a:pt x="8592" y="16431"/>
                  </a:moveTo>
                  <a:cubicBezTo>
                    <a:pt x="8593" y="16433"/>
                    <a:pt x="8594" y="16434"/>
                    <a:pt x="8594" y="16436"/>
                  </a:cubicBezTo>
                  <a:lnTo>
                    <a:pt x="8594" y="16436"/>
                  </a:lnTo>
                  <a:cubicBezTo>
                    <a:pt x="8593" y="16434"/>
                    <a:pt x="8592" y="16433"/>
                    <a:pt x="8592" y="16431"/>
                  </a:cubicBezTo>
                  <a:close/>
                  <a:moveTo>
                    <a:pt x="6930" y="1"/>
                  </a:moveTo>
                  <a:cubicBezTo>
                    <a:pt x="6906" y="1"/>
                    <a:pt x="6882" y="7"/>
                    <a:pt x="6853" y="7"/>
                  </a:cubicBezTo>
                  <a:cubicBezTo>
                    <a:pt x="6841" y="7"/>
                    <a:pt x="6823" y="7"/>
                    <a:pt x="6811" y="13"/>
                  </a:cubicBezTo>
                  <a:cubicBezTo>
                    <a:pt x="6787" y="13"/>
                    <a:pt x="6758" y="19"/>
                    <a:pt x="6728" y="19"/>
                  </a:cubicBezTo>
                  <a:cubicBezTo>
                    <a:pt x="6710" y="19"/>
                    <a:pt x="6704" y="19"/>
                    <a:pt x="6692" y="31"/>
                  </a:cubicBezTo>
                  <a:lnTo>
                    <a:pt x="6669" y="31"/>
                  </a:lnTo>
                  <a:cubicBezTo>
                    <a:pt x="6639" y="36"/>
                    <a:pt x="6609" y="36"/>
                    <a:pt x="6580" y="42"/>
                  </a:cubicBezTo>
                  <a:lnTo>
                    <a:pt x="6556" y="42"/>
                  </a:lnTo>
                  <a:cubicBezTo>
                    <a:pt x="6520" y="48"/>
                    <a:pt x="6490" y="60"/>
                    <a:pt x="6455" y="66"/>
                  </a:cubicBezTo>
                  <a:lnTo>
                    <a:pt x="6437" y="66"/>
                  </a:lnTo>
                  <a:cubicBezTo>
                    <a:pt x="6407" y="72"/>
                    <a:pt x="6372" y="78"/>
                    <a:pt x="6342" y="90"/>
                  </a:cubicBezTo>
                  <a:cubicBezTo>
                    <a:pt x="6336" y="90"/>
                    <a:pt x="6336" y="90"/>
                    <a:pt x="6324" y="96"/>
                  </a:cubicBezTo>
                  <a:cubicBezTo>
                    <a:pt x="6289" y="102"/>
                    <a:pt x="6253" y="108"/>
                    <a:pt x="6223" y="126"/>
                  </a:cubicBezTo>
                  <a:cubicBezTo>
                    <a:pt x="6217" y="126"/>
                    <a:pt x="6205" y="126"/>
                    <a:pt x="6205" y="131"/>
                  </a:cubicBezTo>
                  <a:cubicBezTo>
                    <a:pt x="6176" y="137"/>
                    <a:pt x="6140" y="149"/>
                    <a:pt x="6110" y="161"/>
                  </a:cubicBezTo>
                  <a:cubicBezTo>
                    <a:pt x="6104" y="161"/>
                    <a:pt x="6104" y="161"/>
                    <a:pt x="6099" y="167"/>
                  </a:cubicBezTo>
                  <a:cubicBezTo>
                    <a:pt x="6057" y="179"/>
                    <a:pt x="6021" y="191"/>
                    <a:pt x="5986" y="209"/>
                  </a:cubicBezTo>
                  <a:cubicBezTo>
                    <a:pt x="5980" y="209"/>
                    <a:pt x="5968" y="215"/>
                    <a:pt x="5962" y="215"/>
                  </a:cubicBezTo>
                  <a:cubicBezTo>
                    <a:pt x="5932" y="221"/>
                    <a:pt x="5897" y="238"/>
                    <a:pt x="5867" y="250"/>
                  </a:cubicBezTo>
                  <a:cubicBezTo>
                    <a:pt x="5861" y="250"/>
                    <a:pt x="5861" y="250"/>
                    <a:pt x="5849" y="256"/>
                  </a:cubicBezTo>
                  <a:lnTo>
                    <a:pt x="5742" y="304"/>
                  </a:lnTo>
                  <a:cubicBezTo>
                    <a:pt x="5730" y="304"/>
                    <a:pt x="5724" y="310"/>
                    <a:pt x="5719" y="310"/>
                  </a:cubicBezTo>
                  <a:cubicBezTo>
                    <a:pt x="5683" y="327"/>
                    <a:pt x="5653" y="339"/>
                    <a:pt x="5612" y="357"/>
                  </a:cubicBezTo>
                  <a:cubicBezTo>
                    <a:pt x="5606" y="357"/>
                    <a:pt x="5606" y="357"/>
                    <a:pt x="5600" y="363"/>
                  </a:cubicBezTo>
                  <a:lnTo>
                    <a:pt x="5487" y="405"/>
                  </a:lnTo>
                  <a:cubicBezTo>
                    <a:pt x="5481" y="417"/>
                    <a:pt x="5475" y="417"/>
                    <a:pt x="5463" y="422"/>
                  </a:cubicBezTo>
                  <a:cubicBezTo>
                    <a:pt x="5451" y="428"/>
                    <a:pt x="5445" y="428"/>
                    <a:pt x="5428" y="434"/>
                  </a:cubicBezTo>
                  <a:lnTo>
                    <a:pt x="5386" y="458"/>
                  </a:lnTo>
                  <a:lnTo>
                    <a:pt x="5338" y="482"/>
                  </a:lnTo>
                  <a:cubicBezTo>
                    <a:pt x="5309" y="494"/>
                    <a:pt x="5285" y="512"/>
                    <a:pt x="5255" y="517"/>
                  </a:cubicBezTo>
                  <a:lnTo>
                    <a:pt x="5214" y="541"/>
                  </a:lnTo>
                  <a:lnTo>
                    <a:pt x="5125" y="583"/>
                  </a:lnTo>
                  <a:cubicBezTo>
                    <a:pt x="5107" y="595"/>
                    <a:pt x="5101" y="601"/>
                    <a:pt x="5089" y="601"/>
                  </a:cubicBezTo>
                  <a:cubicBezTo>
                    <a:pt x="5048" y="624"/>
                    <a:pt x="5006" y="642"/>
                    <a:pt x="4958" y="666"/>
                  </a:cubicBezTo>
                  <a:cubicBezTo>
                    <a:pt x="4923" y="690"/>
                    <a:pt x="4881" y="713"/>
                    <a:pt x="4840" y="731"/>
                  </a:cubicBezTo>
                  <a:cubicBezTo>
                    <a:pt x="4834" y="743"/>
                    <a:pt x="4822" y="749"/>
                    <a:pt x="4810" y="755"/>
                  </a:cubicBezTo>
                  <a:cubicBezTo>
                    <a:pt x="4780" y="773"/>
                    <a:pt x="4751" y="791"/>
                    <a:pt x="4721" y="808"/>
                  </a:cubicBezTo>
                  <a:cubicBezTo>
                    <a:pt x="4709" y="814"/>
                    <a:pt x="4703" y="820"/>
                    <a:pt x="4685" y="832"/>
                  </a:cubicBezTo>
                  <a:cubicBezTo>
                    <a:pt x="4656" y="844"/>
                    <a:pt x="4632" y="868"/>
                    <a:pt x="4602" y="880"/>
                  </a:cubicBezTo>
                  <a:cubicBezTo>
                    <a:pt x="4590" y="892"/>
                    <a:pt x="4572" y="897"/>
                    <a:pt x="4567" y="903"/>
                  </a:cubicBezTo>
                  <a:cubicBezTo>
                    <a:pt x="4537" y="921"/>
                    <a:pt x="4513" y="939"/>
                    <a:pt x="4483" y="957"/>
                  </a:cubicBezTo>
                  <a:cubicBezTo>
                    <a:pt x="4472" y="963"/>
                    <a:pt x="4466" y="969"/>
                    <a:pt x="4448" y="981"/>
                  </a:cubicBezTo>
                  <a:lnTo>
                    <a:pt x="4359" y="1046"/>
                  </a:lnTo>
                  <a:cubicBezTo>
                    <a:pt x="4353" y="1052"/>
                    <a:pt x="4347" y="1058"/>
                    <a:pt x="4335" y="1058"/>
                  </a:cubicBezTo>
                  <a:cubicBezTo>
                    <a:pt x="4264" y="1111"/>
                    <a:pt x="4187" y="1165"/>
                    <a:pt x="4115" y="1224"/>
                  </a:cubicBezTo>
                  <a:lnTo>
                    <a:pt x="4109" y="1230"/>
                  </a:lnTo>
                  <a:cubicBezTo>
                    <a:pt x="4062" y="1266"/>
                    <a:pt x="4008" y="1307"/>
                    <a:pt x="3967" y="1343"/>
                  </a:cubicBezTo>
                  <a:cubicBezTo>
                    <a:pt x="3949" y="1349"/>
                    <a:pt x="3937" y="1367"/>
                    <a:pt x="3919" y="1378"/>
                  </a:cubicBezTo>
                  <a:cubicBezTo>
                    <a:pt x="3884" y="1408"/>
                    <a:pt x="3854" y="1438"/>
                    <a:pt x="3818" y="1468"/>
                  </a:cubicBezTo>
                  <a:cubicBezTo>
                    <a:pt x="3801" y="1485"/>
                    <a:pt x="3789" y="1497"/>
                    <a:pt x="3765" y="1515"/>
                  </a:cubicBezTo>
                  <a:cubicBezTo>
                    <a:pt x="3729" y="1545"/>
                    <a:pt x="3700" y="1574"/>
                    <a:pt x="3664" y="1604"/>
                  </a:cubicBezTo>
                  <a:lnTo>
                    <a:pt x="3622" y="1640"/>
                  </a:lnTo>
                  <a:cubicBezTo>
                    <a:pt x="3581" y="1675"/>
                    <a:pt x="3533" y="1723"/>
                    <a:pt x="3492" y="1764"/>
                  </a:cubicBezTo>
                  <a:lnTo>
                    <a:pt x="3456" y="1800"/>
                  </a:lnTo>
                  <a:cubicBezTo>
                    <a:pt x="3415" y="1830"/>
                    <a:pt x="3385" y="1871"/>
                    <a:pt x="3349" y="1901"/>
                  </a:cubicBezTo>
                  <a:lnTo>
                    <a:pt x="3308" y="1943"/>
                  </a:lnTo>
                  <a:cubicBezTo>
                    <a:pt x="3266" y="1972"/>
                    <a:pt x="3236" y="2008"/>
                    <a:pt x="3201" y="2038"/>
                  </a:cubicBezTo>
                  <a:lnTo>
                    <a:pt x="3165" y="2079"/>
                  </a:lnTo>
                  <a:lnTo>
                    <a:pt x="3029" y="2210"/>
                  </a:lnTo>
                  <a:lnTo>
                    <a:pt x="2993" y="2245"/>
                  </a:lnTo>
                  <a:cubicBezTo>
                    <a:pt x="2963" y="2287"/>
                    <a:pt x="2928" y="2317"/>
                    <a:pt x="2898" y="2352"/>
                  </a:cubicBezTo>
                  <a:lnTo>
                    <a:pt x="2850" y="2394"/>
                  </a:lnTo>
                  <a:cubicBezTo>
                    <a:pt x="2821" y="2435"/>
                    <a:pt x="2785" y="2471"/>
                    <a:pt x="2755" y="2507"/>
                  </a:cubicBezTo>
                  <a:lnTo>
                    <a:pt x="2720" y="2542"/>
                  </a:lnTo>
                  <a:cubicBezTo>
                    <a:pt x="2672" y="2590"/>
                    <a:pt x="2637" y="2643"/>
                    <a:pt x="2595" y="2691"/>
                  </a:cubicBezTo>
                  <a:cubicBezTo>
                    <a:pt x="2583" y="2709"/>
                    <a:pt x="2571" y="2714"/>
                    <a:pt x="2565" y="2732"/>
                  </a:cubicBezTo>
                  <a:cubicBezTo>
                    <a:pt x="2536" y="2768"/>
                    <a:pt x="2506" y="2804"/>
                    <a:pt x="2465" y="2839"/>
                  </a:cubicBezTo>
                  <a:cubicBezTo>
                    <a:pt x="2453" y="2857"/>
                    <a:pt x="2435" y="2869"/>
                    <a:pt x="2429" y="2893"/>
                  </a:cubicBezTo>
                  <a:cubicBezTo>
                    <a:pt x="2399" y="2928"/>
                    <a:pt x="2370" y="2970"/>
                    <a:pt x="2340" y="3011"/>
                  </a:cubicBezTo>
                  <a:cubicBezTo>
                    <a:pt x="2334" y="3029"/>
                    <a:pt x="2316" y="3035"/>
                    <a:pt x="2310" y="3047"/>
                  </a:cubicBezTo>
                  <a:cubicBezTo>
                    <a:pt x="2275" y="3100"/>
                    <a:pt x="2227" y="3154"/>
                    <a:pt x="2191" y="3207"/>
                  </a:cubicBezTo>
                  <a:cubicBezTo>
                    <a:pt x="2185" y="3219"/>
                    <a:pt x="2168" y="3225"/>
                    <a:pt x="2162" y="3243"/>
                  </a:cubicBezTo>
                  <a:cubicBezTo>
                    <a:pt x="2132" y="3285"/>
                    <a:pt x="2102" y="3326"/>
                    <a:pt x="2073" y="3368"/>
                  </a:cubicBezTo>
                  <a:cubicBezTo>
                    <a:pt x="2061" y="3385"/>
                    <a:pt x="2049" y="3403"/>
                    <a:pt x="2037" y="3421"/>
                  </a:cubicBezTo>
                  <a:cubicBezTo>
                    <a:pt x="2007" y="3463"/>
                    <a:pt x="1978" y="3504"/>
                    <a:pt x="1948" y="3546"/>
                  </a:cubicBezTo>
                  <a:cubicBezTo>
                    <a:pt x="1942" y="3564"/>
                    <a:pt x="1930" y="3576"/>
                    <a:pt x="1918" y="3581"/>
                  </a:cubicBezTo>
                  <a:cubicBezTo>
                    <a:pt x="1883" y="3635"/>
                    <a:pt x="1841" y="3694"/>
                    <a:pt x="1805" y="3748"/>
                  </a:cubicBezTo>
                  <a:cubicBezTo>
                    <a:pt x="1799" y="3760"/>
                    <a:pt x="1794" y="3771"/>
                    <a:pt x="1782" y="3783"/>
                  </a:cubicBezTo>
                  <a:cubicBezTo>
                    <a:pt x="1752" y="3831"/>
                    <a:pt x="1722" y="3872"/>
                    <a:pt x="1704" y="3920"/>
                  </a:cubicBezTo>
                  <a:cubicBezTo>
                    <a:pt x="1693" y="3932"/>
                    <a:pt x="1681" y="3956"/>
                    <a:pt x="1675" y="3967"/>
                  </a:cubicBezTo>
                  <a:cubicBezTo>
                    <a:pt x="1645" y="4015"/>
                    <a:pt x="1621" y="4056"/>
                    <a:pt x="1592" y="4104"/>
                  </a:cubicBezTo>
                  <a:cubicBezTo>
                    <a:pt x="1586" y="4116"/>
                    <a:pt x="1574" y="4134"/>
                    <a:pt x="1568" y="4140"/>
                  </a:cubicBezTo>
                  <a:cubicBezTo>
                    <a:pt x="1532" y="4199"/>
                    <a:pt x="1503" y="4252"/>
                    <a:pt x="1467" y="4312"/>
                  </a:cubicBezTo>
                  <a:cubicBezTo>
                    <a:pt x="1455" y="4324"/>
                    <a:pt x="1449" y="4336"/>
                    <a:pt x="1443" y="4347"/>
                  </a:cubicBezTo>
                  <a:cubicBezTo>
                    <a:pt x="1414" y="4395"/>
                    <a:pt x="1390" y="4437"/>
                    <a:pt x="1360" y="4490"/>
                  </a:cubicBezTo>
                  <a:cubicBezTo>
                    <a:pt x="1354" y="4502"/>
                    <a:pt x="1336" y="4526"/>
                    <a:pt x="1330" y="4543"/>
                  </a:cubicBezTo>
                  <a:cubicBezTo>
                    <a:pt x="1307" y="4585"/>
                    <a:pt x="1277" y="4632"/>
                    <a:pt x="1259" y="4674"/>
                  </a:cubicBezTo>
                  <a:cubicBezTo>
                    <a:pt x="1247" y="4692"/>
                    <a:pt x="1241" y="4704"/>
                    <a:pt x="1235" y="4710"/>
                  </a:cubicBezTo>
                  <a:lnTo>
                    <a:pt x="1146" y="4888"/>
                  </a:lnTo>
                  <a:cubicBezTo>
                    <a:pt x="1140" y="4906"/>
                    <a:pt x="1128" y="4912"/>
                    <a:pt x="1128" y="4929"/>
                  </a:cubicBezTo>
                  <a:cubicBezTo>
                    <a:pt x="1111" y="4971"/>
                    <a:pt x="1081" y="5024"/>
                    <a:pt x="1057" y="5066"/>
                  </a:cubicBezTo>
                  <a:cubicBezTo>
                    <a:pt x="1051" y="5084"/>
                    <a:pt x="1039" y="5107"/>
                    <a:pt x="1028" y="5119"/>
                  </a:cubicBezTo>
                  <a:cubicBezTo>
                    <a:pt x="1004" y="5167"/>
                    <a:pt x="980" y="5214"/>
                    <a:pt x="962" y="5262"/>
                  </a:cubicBezTo>
                  <a:lnTo>
                    <a:pt x="938" y="5303"/>
                  </a:lnTo>
                  <a:cubicBezTo>
                    <a:pt x="909" y="5363"/>
                    <a:pt x="885" y="5422"/>
                    <a:pt x="855" y="5482"/>
                  </a:cubicBezTo>
                  <a:cubicBezTo>
                    <a:pt x="849" y="5499"/>
                    <a:pt x="849" y="5505"/>
                    <a:pt x="843" y="5523"/>
                  </a:cubicBezTo>
                  <a:cubicBezTo>
                    <a:pt x="820" y="5571"/>
                    <a:pt x="796" y="5618"/>
                    <a:pt x="772" y="5672"/>
                  </a:cubicBezTo>
                  <a:cubicBezTo>
                    <a:pt x="766" y="5683"/>
                    <a:pt x="760" y="5707"/>
                    <a:pt x="754" y="5719"/>
                  </a:cubicBezTo>
                  <a:cubicBezTo>
                    <a:pt x="731" y="5767"/>
                    <a:pt x="713" y="5820"/>
                    <a:pt x="695" y="5862"/>
                  </a:cubicBezTo>
                  <a:cubicBezTo>
                    <a:pt x="683" y="5879"/>
                    <a:pt x="677" y="5891"/>
                    <a:pt x="677" y="5909"/>
                  </a:cubicBezTo>
                  <a:cubicBezTo>
                    <a:pt x="653" y="5968"/>
                    <a:pt x="636" y="6028"/>
                    <a:pt x="606" y="6093"/>
                  </a:cubicBezTo>
                  <a:cubicBezTo>
                    <a:pt x="594" y="6099"/>
                    <a:pt x="594" y="6117"/>
                    <a:pt x="588" y="6123"/>
                  </a:cubicBezTo>
                  <a:cubicBezTo>
                    <a:pt x="564" y="6176"/>
                    <a:pt x="553" y="6224"/>
                    <a:pt x="535" y="6271"/>
                  </a:cubicBezTo>
                  <a:cubicBezTo>
                    <a:pt x="529" y="6283"/>
                    <a:pt x="523" y="6307"/>
                    <a:pt x="517" y="6325"/>
                  </a:cubicBezTo>
                  <a:cubicBezTo>
                    <a:pt x="499" y="6366"/>
                    <a:pt x="481" y="6420"/>
                    <a:pt x="463" y="6461"/>
                  </a:cubicBezTo>
                  <a:cubicBezTo>
                    <a:pt x="458" y="6479"/>
                    <a:pt x="458" y="6491"/>
                    <a:pt x="446" y="6509"/>
                  </a:cubicBezTo>
                  <a:cubicBezTo>
                    <a:pt x="428" y="6568"/>
                    <a:pt x="410" y="6634"/>
                    <a:pt x="386" y="6693"/>
                  </a:cubicBezTo>
                  <a:cubicBezTo>
                    <a:pt x="386" y="6699"/>
                    <a:pt x="380" y="6717"/>
                    <a:pt x="380" y="6723"/>
                  </a:cubicBezTo>
                  <a:lnTo>
                    <a:pt x="339" y="6877"/>
                  </a:lnTo>
                  <a:cubicBezTo>
                    <a:pt x="339" y="6889"/>
                    <a:pt x="327" y="6895"/>
                    <a:pt x="327" y="6901"/>
                  </a:cubicBezTo>
                  <a:cubicBezTo>
                    <a:pt x="327" y="6907"/>
                    <a:pt x="321" y="6925"/>
                    <a:pt x="321" y="6930"/>
                  </a:cubicBezTo>
                  <a:cubicBezTo>
                    <a:pt x="309" y="6978"/>
                    <a:pt x="291" y="7025"/>
                    <a:pt x="285" y="7073"/>
                  </a:cubicBezTo>
                  <a:cubicBezTo>
                    <a:pt x="279" y="7085"/>
                    <a:pt x="279" y="7103"/>
                    <a:pt x="267" y="7115"/>
                  </a:cubicBezTo>
                  <a:cubicBezTo>
                    <a:pt x="256" y="7174"/>
                    <a:pt x="238" y="7233"/>
                    <a:pt x="226" y="7305"/>
                  </a:cubicBezTo>
                  <a:cubicBezTo>
                    <a:pt x="226" y="7310"/>
                    <a:pt x="220" y="7322"/>
                    <a:pt x="220" y="7334"/>
                  </a:cubicBezTo>
                  <a:cubicBezTo>
                    <a:pt x="202" y="7382"/>
                    <a:pt x="196" y="7435"/>
                    <a:pt x="178" y="7483"/>
                  </a:cubicBezTo>
                  <a:cubicBezTo>
                    <a:pt x="172" y="7500"/>
                    <a:pt x="172" y="7518"/>
                    <a:pt x="167" y="7542"/>
                  </a:cubicBezTo>
                  <a:cubicBezTo>
                    <a:pt x="161" y="7584"/>
                    <a:pt x="143" y="7631"/>
                    <a:pt x="137" y="7679"/>
                  </a:cubicBezTo>
                  <a:cubicBezTo>
                    <a:pt x="137" y="7696"/>
                    <a:pt x="131" y="7708"/>
                    <a:pt x="131" y="7726"/>
                  </a:cubicBezTo>
                  <a:cubicBezTo>
                    <a:pt x="113" y="7786"/>
                    <a:pt x="107" y="7845"/>
                    <a:pt x="101" y="7904"/>
                  </a:cubicBezTo>
                  <a:cubicBezTo>
                    <a:pt x="101" y="7910"/>
                    <a:pt x="101" y="7928"/>
                    <a:pt x="89" y="7934"/>
                  </a:cubicBezTo>
                  <a:cubicBezTo>
                    <a:pt x="83" y="7987"/>
                    <a:pt x="77" y="8029"/>
                    <a:pt x="72" y="8082"/>
                  </a:cubicBezTo>
                  <a:cubicBezTo>
                    <a:pt x="72" y="8106"/>
                    <a:pt x="60" y="8118"/>
                    <a:pt x="60" y="8136"/>
                  </a:cubicBezTo>
                  <a:cubicBezTo>
                    <a:pt x="54" y="8177"/>
                    <a:pt x="48" y="8225"/>
                    <a:pt x="48" y="8266"/>
                  </a:cubicBezTo>
                  <a:cubicBezTo>
                    <a:pt x="48" y="8284"/>
                    <a:pt x="42" y="8296"/>
                    <a:pt x="42" y="8314"/>
                  </a:cubicBezTo>
                  <a:cubicBezTo>
                    <a:pt x="30" y="8373"/>
                    <a:pt x="24" y="8433"/>
                    <a:pt x="24" y="8492"/>
                  </a:cubicBezTo>
                  <a:lnTo>
                    <a:pt x="24" y="8498"/>
                  </a:lnTo>
                  <a:cubicBezTo>
                    <a:pt x="24" y="8522"/>
                    <a:pt x="18" y="8551"/>
                    <a:pt x="18" y="8569"/>
                  </a:cubicBezTo>
                  <a:cubicBezTo>
                    <a:pt x="18" y="8593"/>
                    <a:pt x="18" y="8617"/>
                    <a:pt x="12" y="8641"/>
                  </a:cubicBezTo>
                  <a:cubicBezTo>
                    <a:pt x="12" y="8670"/>
                    <a:pt x="12" y="8700"/>
                    <a:pt x="0" y="8730"/>
                  </a:cubicBezTo>
                  <a:lnTo>
                    <a:pt x="0" y="8789"/>
                  </a:lnTo>
                  <a:lnTo>
                    <a:pt x="0" y="8884"/>
                  </a:lnTo>
                  <a:lnTo>
                    <a:pt x="0" y="8926"/>
                  </a:lnTo>
                  <a:lnTo>
                    <a:pt x="0" y="9068"/>
                  </a:lnTo>
                  <a:lnTo>
                    <a:pt x="0" y="9205"/>
                  </a:lnTo>
                  <a:lnTo>
                    <a:pt x="0" y="9246"/>
                  </a:lnTo>
                  <a:lnTo>
                    <a:pt x="0" y="9335"/>
                  </a:lnTo>
                  <a:lnTo>
                    <a:pt x="0" y="9383"/>
                  </a:lnTo>
                  <a:cubicBezTo>
                    <a:pt x="0" y="9412"/>
                    <a:pt x="0" y="9442"/>
                    <a:pt x="12" y="9460"/>
                  </a:cubicBezTo>
                  <a:lnTo>
                    <a:pt x="12" y="9508"/>
                  </a:lnTo>
                  <a:cubicBezTo>
                    <a:pt x="12" y="9537"/>
                    <a:pt x="18" y="9567"/>
                    <a:pt x="18" y="9603"/>
                  </a:cubicBezTo>
                  <a:lnTo>
                    <a:pt x="18" y="9632"/>
                  </a:lnTo>
                  <a:cubicBezTo>
                    <a:pt x="18" y="9680"/>
                    <a:pt x="24" y="9715"/>
                    <a:pt x="30" y="9757"/>
                  </a:cubicBezTo>
                  <a:lnTo>
                    <a:pt x="30" y="9781"/>
                  </a:lnTo>
                  <a:cubicBezTo>
                    <a:pt x="42" y="9810"/>
                    <a:pt x="42" y="9846"/>
                    <a:pt x="48" y="9876"/>
                  </a:cubicBezTo>
                  <a:cubicBezTo>
                    <a:pt x="48" y="9893"/>
                    <a:pt x="48" y="9899"/>
                    <a:pt x="54" y="9917"/>
                  </a:cubicBezTo>
                  <a:cubicBezTo>
                    <a:pt x="54" y="9929"/>
                    <a:pt x="60" y="9947"/>
                    <a:pt x="60" y="9959"/>
                  </a:cubicBezTo>
                  <a:cubicBezTo>
                    <a:pt x="60" y="9977"/>
                    <a:pt x="72" y="9983"/>
                    <a:pt x="72" y="9994"/>
                  </a:cubicBezTo>
                  <a:cubicBezTo>
                    <a:pt x="72" y="10012"/>
                    <a:pt x="77" y="10018"/>
                    <a:pt x="77" y="10036"/>
                  </a:cubicBezTo>
                  <a:cubicBezTo>
                    <a:pt x="83" y="10066"/>
                    <a:pt x="83" y="10095"/>
                    <a:pt x="89" y="10125"/>
                  </a:cubicBezTo>
                  <a:cubicBezTo>
                    <a:pt x="89" y="10131"/>
                    <a:pt x="89" y="10137"/>
                    <a:pt x="101" y="10155"/>
                  </a:cubicBezTo>
                  <a:lnTo>
                    <a:pt x="119" y="10262"/>
                  </a:lnTo>
                  <a:lnTo>
                    <a:pt x="119" y="10279"/>
                  </a:lnTo>
                  <a:cubicBezTo>
                    <a:pt x="131" y="10309"/>
                    <a:pt x="137" y="10345"/>
                    <a:pt x="143" y="10374"/>
                  </a:cubicBezTo>
                  <a:cubicBezTo>
                    <a:pt x="143" y="10380"/>
                    <a:pt x="149" y="10398"/>
                    <a:pt x="149" y="10404"/>
                  </a:cubicBezTo>
                  <a:cubicBezTo>
                    <a:pt x="161" y="10428"/>
                    <a:pt x="167" y="10458"/>
                    <a:pt x="172" y="10481"/>
                  </a:cubicBezTo>
                  <a:cubicBezTo>
                    <a:pt x="172" y="10493"/>
                    <a:pt x="178" y="10499"/>
                    <a:pt x="178" y="10517"/>
                  </a:cubicBezTo>
                  <a:cubicBezTo>
                    <a:pt x="184" y="10547"/>
                    <a:pt x="196" y="10570"/>
                    <a:pt x="202" y="10600"/>
                  </a:cubicBezTo>
                  <a:cubicBezTo>
                    <a:pt x="202" y="10606"/>
                    <a:pt x="208" y="10612"/>
                    <a:pt x="208" y="10618"/>
                  </a:cubicBezTo>
                  <a:cubicBezTo>
                    <a:pt x="214" y="10659"/>
                    <a:pt x="232" y="10689"/>
                    <a:pt x="238" y="10725"/>
                  </a:cubicBezTo>
                  <a:cubicBezTo>
                    <a:pt x="238" y="10731"/>
                    <a:pt x="244" y="10737"/>
                    <a:pt x="244" y="10737"/>
                  </a:cubicBezTo>
                  <a:cubicBezTo>
                    <a:pt x="256" y="10766"/>
                    <a:pt x="267" y="10790"/>
                    <a:pt x="279" y="10820"/>
                  </a:cubicBezTo>
                  <a:cubicBezTo>
                    <a:pt x="285" y="10826"/>
                    <a:pt x="285" y="10844"/>
                    <a:pt x="291" y="10849"/>
                  </a:cubicBezTo>
                  <a:cubicBezTo>
                    <a:pt x="297" y="10873"/>
                    <a:pt x="309" y="10897"/>
                    <a:pt x="321" y="10915"/>
                  </a:cubicBezTo>
                  <a:cubicBezTo>
                    <a:pt x="327" y="10927"/>
                    <a:pt x="327" y="10939"/>
                    <a:pt x="339" y="10944"/>
                  </a:cubicBezTo>
                  <a:cubicBezTo>
                    <a:pt x="345" y="10968"/>
                    <a:pt x="357" y="10998"/>
                    <a:pt x="368" y="11022"/>
                  </a:cubicBezTo>
                  <a:cubicBezTo>
                    <a:pt x="368" y="11028"/>
                    <a:pt x="374" y="11034"/>
                    <a:pt x="374" y="11045"/>
                  </a:cubicBezTo>
                  <a:lnTo>
                    <a:pt x="416" y="11135"/>
                  </a:lnTo>
                  <a:cubicBezTo>
                    <a:pt x="416" y="11140"/>
                    <a:pt x="428" y="11146"/>
                    <a:pt x="428" y="11152"/>
                  </a:cubicBezTo>
                  <a:cubicBezTo>
                    <a:pt x="440" y="11176"/>
                    <a:pt x="446" y="11200"/>
                    <a:pt x="463" y="11224"/>
                  </a:cubicBezTo>
                  <a:cubicBezTo>
                    <a:pt x="469" y="11230"/>
                    <a:pt x="469" y="11235"/>
                    <a:pt x="475" y="11253"/>
                  </a:cubicBezTo>
                  <a:cubicBezTo>
                    <a:pt x="481" y="11271"/>
                    <a:pt x="499" y="11289"/>
                    <a:pt x="517" y="11313"/>
                  </a:cubicBezTo>
                  <a:cubicBezTo>
                    <a:pt x="523" y="11319"/>
                    <a:pt x="523" y="11325"/>
                    <a:pt x="529" y="11342"/>
                  </a:cubicBezTo>
                  <a:lnTo>
                    <a:pt x="576" y="11408"/>
                  </a:lnTo>
                  <a:cubicBezTo>
                    <a:pt x="576" y="11414"/>
                    <a:pt x="582" y="11414"/>
                    <a:pt x="582" y="11420"/>
                  </a:cubicBezTo>
                  <a:cubicBezTo>
                    <a:pt x="594" y="11449"/>
                    <a:pt x="618" y="11473"/>
                    <a:pt x="630" y="11503"/>
                  </a:cubicBezTo>
                  <a:cubicBezTo>
                    <a:pt x="642" y="11509"/>
                    <a:pt x="642" y="11520"/>
                    <a:pt x="648" y="11526"/>
                  </a:cubicBezTo>
                  <a:cubicBezTo>
                    <a:pt x="665" y="11550"/>
                    <a:pt x="677" y="11562"/>
                    <a:pt x="689" y="11586"/>
                  </a:cubicBezTo>
                  <a:cubicBezTo>
                    <a:pt x="701" y="11592"/>
                    <a:pt x="707" y="11598"/>
                    <a:pt x="707" y="11610"/>
                  </a:cubicBezTo>
                  <a:cubicBezTo>
                    <a:pt x="725" y="11621"/>
                    <a:pt x="737" y="11645"/>
                    <a:pt x="743" y="11657"/>
                  </a:cubicBezTo>
                  <a:cubicBezTo>
                    <a:pt x="748" y="11669"/>
                    <a:pt x="760" y="11675"/>
                    <a:pt x="760" y="11681"/>
                  </a:cubicBezTo>
                  <a:cubicBezTo>
                    <a:pt x="772" y="11705"/>
                    <a:pt x="796" y="11716"/>
                    <a:pt x="814" y="11740"/>
                  </a:cubicBezTo>
                  <a:lnTo>
                    <a:pt x="820" y="11746"/>
                  </a:lnTo>
                  <a:cubicBezTo>
                    <a:pt x="838" y="11770"/>
                    <a:pt x="855" y="11794"/>
                    <a:pt x="879" y="11817"/>
                  </a:cubicBezTo>
                  <a:lnTo>
                    <a:pt x="891" y="11829"/>
                  </a:lnTo>
                  <a:lnTo>
                    <a:pt x="938" y="11877"/>
                  </a:lnTo>
                  <a:lnTo>
                    <a:pt x="956" y="11895"/>
                  </a:lnTo>
                  <a:lnTo>
                    <a:pt x="1004" y="11942"/>
                  </a:lnTo>
                  <a:lnTo>
                    <a:pt x="1028" y="11966"/>
                  </a:lnTo>
                  <a:cubicBezTo>
                    <a:pt x="1045" y="11978"/>
                    <a:pt x="1063" y="12001"/>
                    <a:pt x="1087" y="12013"/>
                  </a:cubicBezTo>
                  <a:lnTo>
                    <a:pt x="1093" y="12025"/>
                  </a:lnTo>
                  <a:cubicBezTo>
                    <a:pt x="1117" y="12043"/>
                    <a:pt x="1134" y="12061"/>
                    <a:pt x="1158" y="12073"/>
                  </a:cubicBezTo>
                  <a:cubicBezTo>
                    <a:pt x="1164" y="12085"/>
                    <a:pt x="1176" y="12085"/>
                    <a:pt x="1182" y="12091"/>
                  </a:cubicBezTo>
                  <a:cubicBezTo>
                    <a:pt x="1194" y="12102"/>
                    <a:pt x="1218" y="12114"/>
                    <a:pt x="1235" y="12126"/>
                  </a:cubicBezTo>
                  <a:cubicBezTo>
                    <a:pt x="1241" y="12132"/>
                    <a:pt x="1247" y="12144"/>
                    <a:pt x="1253" y="12144"/>
                  </a:cubicBezTo>
                  <a:cubicBezTo>
                    <a:pt x="1271" y="12156"/>
                    <a:pt x="1295" y="12162"/>
                    <a:pt x="1307" y="12180"/>
                  </a:cubicBezTo>
                  <a:cubicBezTo>
                    <a:pt x="1313" y="12186"/>
                    <a:pt x="1324" y="12186"/>
                    <a:pt x="1330" y="12191"/>
                  </a:cubicBezTo>
                  <a:cubicBezTo>
                    <a:pt x="1354" y="12209"/>
                    <a:pt x="1384" y="12221"/>
                    <a:pt x="1402" y="12239"/>
                  </a:cubicBezTo>
                  <a:lnTo>
                    <a:pt x="8676" y="16526"/>
                  </a:lnTo>
                  <a:cubicBezTo>
                    <a:pt x="8664" y="16520"/>
                    <a:pt x="8658" y="16514"/>
                    <a:pt x="8640" y="16508"/>
                  </a:cubicBezTo>
                  <a:lnTo>
                    <a:pt x="8640" y="16508"/>
                  </a:lnTo>
                  <a:cubicBezTo>
                    <a:pt x="9025" y="16745"/>
                    <a:pt x="9477" y="16868"/>
                    <a:pt x="9979" y="16868"/>
                  </a:cubicBezTo>
                  <a:cubicBezTo>
                    <a:pt x="10636" y="16868"/>
                    <a:pt x="11379" y="16656"/>
                    <a:pt x="12167" y="16211"/>
                  </a:cubicBezTo>
                  <a:cubicBezTo>
                    <a:pt x="14881" y="14668"/>
                    <a:pt x="17102" y="10897"/>
                    <a:pt x="17119" y="7786"/>
                  </a:cubicBezTo>
                  <a:cubicBezTo>
                    <a:pt x="17149" y="6221"/>
                    <a:pt x="16611" y="5130"/>
                    <a:pt x="15729" y="4612"/>
                  </a:cubicBezTo>
                  <a:lnTo>
                    <a:pt x="15729" y="4612"/>
                  </a:lnTo>
                  <a:cubicBezTo>
                    <a:pt x="15730" y="4613"/>
                    <a:pt x="15730" y="4614"/>
                    <a:pt x="15730" y="4615"/>
                  </a:cubicBezTo>
                  <a:lnTo>
                    <a:pt x="15659" y="4573"/>
                  </a:lnTo>
                  <a:lnTo>
                    <a:pt x="15659" y="4573"/>
                  </a:lnTo>
                  <a:cubicBezTo>
                    <a:pt x="15661" y="4573"/>
                    <a:pt x="15663" y="4573"/>
                    <a:pt x="15665" y="4573"/>
                  </a:cubicBezTo>
                  <a:cubicBezTo>
                    <a:pt x="15662" y="4573"/>
                    <a:pt x="15660" y="4573"/>
                    <a:pt x="15658" y="4573"/>
                  </a:cubicBezTo>
                  <a:lnTo>
                    <a:pt x="15658" y="4573"/>
                  </a:lnTo>
                  <a:lnTo>
                    <a:pt x="15647" y="4566"/>
                  </a:lnTo>
                  <a:lnTo>
                    <a:pt x="15647" y="4566"/>
                  </a:lnTo>
                  <a:cubicBezTo>
                    <a:pt x="15645" y="4563"/>
                    <a:pt x="15643" y="4561"/>
                    <a:pt x="15641" y="4561"/>
                  </a:cubicBezTo>
                  <a:lnTo>
                    <a:pt x="15641" y="4561"/>
                  </a:lnTo>
                  <a:cubicBezTo>
                    <a:pt x="15641" y="4562"/>
                    <a:pt x="15641" y="4562"/>
                    <a:pt x="15642" y="4563"/>
                  </a:cubicBezTo>
                  <a:lnTo>
                    <a:pt x="15642" y="4563"/>
                  </a:lnTo>
                  <a:lnTo>
                    <a:pt x="8456" y="327"/>
                  </a:lnTo>
                  <a:cubicBezTo>
                    <a:pt x="8426" y="310"/>
                    <a:pt x="8397" y="286"/>
                    <a:pt x="8367" y="274"/>
                  </a:cubicBezTo>
                  <a:cubicBezTo>
                    <a:pt x="8361" y="262"/>
                    <a:pt x="8343" y="262"/>
                    <a:pt x="8337" y="256"/>
                  </a:cubicBezTo>
                  <a:cubicBezTo>
                    <a:pt x="8313" y="250"/>
                    <a:pt x="8296" y="238"/>
                    <a:pt x="8278" y="227"/>
                  </a:cubicBezTo>
                  <a:cubicBezTo>
                    <a:pt x="8260" y="221"/>
                    <a:pt x="8254" y="221"/>
                    <a:pt x="8242" y="215"/>
                  </a:cubicBezTo>
                  <a:cubicBezTo>
                    <a:pt x="8218" y="209"/>
                    <a:pt x="8201" y="197"/>
                    <a:pt x="8183" y="185"/>
                  </a:cubicBezTo>
                  <a:cubicBezTo>
                    <a:pt x="8165" y="179"/>
                    <a:pt x="8159" y="179"/>
                    <a:pt x="8147" y="167"/>
                  </a:cubicBezTo>
                  <a:cubicBezTo>
                    <a:pt x="8123" y="161"/>
                    <a:pt x="8106" y="155"/>
                    <a:pt x="8088" y="149"/>
                  </a:cubicBezTo>
                  <a:cubicBezTo>
                    <a:pt x="8070" y="137"/>
                    <a:pt x="8052" y="137"/>
                    <a:pt x="8046" y="131"/>
                  </a:cubicBezTo>
                  <a:cubicBezTo>
                    <a:pt x="8028" y="126"/>
                    <a:pt x="8011" y="120"/>
                    <a:pt x="7987" y="108"/>
                  </a:cubicBezTo>
                  <a:cubicBezTo>
                    <a:pt x="7975" y="102"/>
                    <a:pt x="7957" y="102"/>
                    <a:pt x="7945" y="96"/>
                  </a:cubicBezTo>
                  <a:cubicBezTo>
                    <a:pt x="7921" y="90"/>
                    <a:pt x="7910" y="78"/>
                    <a:pt x="7886" y="78"/>
                  </a:cubicBezTo>
                  <a:cubicBezTo>
                    <a:pt x="7868" y="72"/>
                    <a:pt x="7856" y="72"/>
                    <a:pt x="7850" y="72"/>
                  </a:cubicBezTo>
                  <a:cubicBezTo>
                    <a:pt x="7826" y="66"/>
                    <a:pt x="7803" y="66"/>
                    <a:pt x="7779" y="60"/>
                  </a:cubicBezTo>
                  <a:cubicBezTo>
                    <a:pt x="7767" y="60"/>
                    <a:pt x="7761" y="48"/>
                    <a:pt x="7743" y="48"/>
                  </a:cubicBezTo>
                  <a:cubicBezTo>
                    <a:pt x="7714" y="42"/>
                    <a:pt x="7690" y="42"/>
                    <a:pt x="7660" y="36"/>
                  </a:cubicBezTo>
                  <a:cubicBezTo>
                    <a:pt x="7654" y="36"/>
                    <a:pt x="7648" y="36"/>
                    <a:pt x="7642" y="31"/>
                  </a:cubicBezTo>
                  <a:cubicBezTo>
                    <a:pt x="7601" y="19"/>
                    <a:pt x="7565" y="13"/>
                    <a:pt x="7536" y="13"/>
                  </a:cubicBezTo>
                  <a:lnTo>
                    <a:pt x="7512" y="13"/>
                  </a:lnTo>
                  <a:cubicBezTo>
                    <a:pt x="7482" y="13"/>
                    <a:pt x="7464" y="7"/>
                    <a:pt x="7435" y="7"/>
                  </a:cubicBezTo>
                  <a:lnTo>
                    <a:pt x="7393" y="7"/>
                  </a:lnTo>
                  <a:cubicBezTo>
                    <a:pt x="7375" y="7"/>
                    <a:pt x="7351" y="7"/>
                    <a:pt x="7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5"/>
            <p:cNvSpPr/>
            <p:nvPr/>
          </p:nvSpPr>
          <p:spPr>
            <a:xfrm>
              <a:off x="5644057" y="-1244429"/>
              <a:ext cx="2654533" cy="3338463"/>
            </a:xfrm>
            <a:custGeom>
              <a:avLst/>
              <a:gdLst/>
              <a:ahLst/>
              <a:cxnLst/>
              <a:rect l="l" t="t" r="r" b="b"/>
              <a:pathLst>
                <a:path w="12234" h="15861" extrusionOk="0">
                  <a:moveTo>
                    <a:pt x="4959" y="1"/>
                  </a:moveTo>
                  <a:cubicBezTo>
                    <a:pt x="4924" y="24"/>
                    <a:pt x="4876" y="48"/>
                    <a:pt x="4840" y="66"/>
                  </a:cubicBezTo>
                  <a:cubicBezTo>
                    <a:pt x="4834" y="78"/>
                    <a:pt x="4817" y="84"/>
                    <a:pt x="4811" y="90"/>
                  </a:cubicBezTo>
                  <a:cubicBezTo>
                    <a:pt x="4781" y="107"/>
                    <a:pt x="4751" y="125"/>
                    <a:pt x="4722" y="143"/>
                  </a:cubicBezTo>
                  <a:cubicBezTo>
                    <a:pt x="4710" y="149"/>
                    <a:pt x="4698" y="155"/>
                    <a:pt x="4686" y="167"/>
                  </a:cubicBezTo>
                  <a:cubicBezTo>
                    <a:pt x="4656" y="179"/>
                    <a:pt x="4633" y="202"/>
                    <a:pt x="4603" y="214"/>
                  </a:cubicBezTo>
                  <a:cubicBezTo>
                    <a:pt x="4591" y="226"/>
                    <a:pt x="4573" y="232"/>
                    <a:pt x="4567" y="238"/>
                  </a:cubicBezTo>
                  <a:cubicBezTo>
                    <a:pt x="4538" y="256"/>
                    <a:pt x="4514" y="274"/>
                    <a:pt x="4484" y="291"/>
                  </a:cubicBezTo>
                  <a:cubicBezTo>
                    <a:pt x="4472" y="297"/>
                    <a:pt x="4460" y="303"/>
                    <a:pt x="4448" y="315"/>
                  </a:cubicBezTo>
                  <a:lnTo>
                    <a:pt x="4359" y="381"/>
                  </a:lnTo>
                  <a:cubicBezTo>
                    <a:pt x="4353" y="387"/>
                    <a:pt x="4342" y="392"/>
                    <a:pt x="4336" y="392"/>
                  </a:cubicBezTo>
                  <a:cubicBezTo>
                    <a:pt x="4264" y="446"/>
                    <a:pt x="4187" y="499"/>
                    <a:pt x="4116" y="559"/>
                  </a:cubicBezTo>
                  <a:lnTo>
                    <a:pt x="4104" y="565"/>
                  </a:lnTo>
                  <a:cubicBezTo>
                    <a:pt x="4063" y="600"/>
                    <a:pt x="4009" y="642"/>
                    <a:pt x="3968" y="677"/>
                  </a:cubicBezTo>
                  <a:cubicBezTo>
                    <a:pt x="3950" y="683"/>
                    <a:pt x="3938" y="701"/>
                    <a:pt x="3920" y="713"/>
                  </a:cubicBezTo>
                  <a:cubicBezTo>
                    <a:pt x="3884" y="743"/>
                    <a:pt x="3855" y="772"/>
                    <a:pt x="3819" y="802"/>
                  </a:cubicBezTo>
                  <a:cubicBezTo>
                    <a:pt x="3801" y="820"/>
                    <a:pt x="3789" y="832"/>
                    <a:pt x="3766" y="850"/>
                  </a:cubicBezTo>
                  <a:cubicBezTo>
                    <a:pt x="3730" y="879"/>
                    <a:pt x="3700" y="909"/>
                    <a:pt x="3659" y="939"/>
                  </a:cubicBezTo>
                  <a:lnTo>
                    <a:pt x="3623" y="974"/>
                  </a:lnTo>
                  <a:cubicBezTo>
                    <a:pt x="3582" y="1010"/>
                    <a:pt x="3534" y="1057"/>
                    <a:pt x="3492" y="1099"/>
                  </a:cubicBezTo>
                  <a:lnTo>
                    <a:pt x="3451" y="1135"/>
                  </a:lnTo>
                  <a:cubicBezTo>
                    <a:pt x="3415" y="1164"/>
                    <a:pt x="3386" y="1206"/>
                    <a:pt x="3350" y="1236"/>
                  </a:cubicBezTo>
                  <a:lnTo>
                    <a:pt x="3302" y="1277"/>
                  </a:lnTo>
                  <a:cubicBezTo>
                    <a:pt x="3267" y="1307"/>
                    <a:pt x="3237" y="1343"/>
                    <a:pt x="3202" y="1372"/>
                  </a:cubicBezTo>
                  <a:lnTo>
                    <a:pt x="3166" y="1414"/>
                  </a:lnTo>
                  <a:lnTo>
                    <a:pt x="3029" y="1544"/>
                  </a:lnTo>
                  <a:lnTo>
                    <a:pt x="2994" y="1580"/>
                  </a:lnTo>
                  <a:cubicBezTo>
                    <a:pt x="2964" y="1622"/>
                    <a:pt x="2928" y="1651"/>
                    <a:pt x="2899" y="1687"/>
                  </a:cubicBezTo>
                  <a:lnTo>
                    <a:pt x="2851" y="1728"/>
                  </a:lnTo>
                  <a:cubicBezTo>
                    <a:pt x="2821" y="1770"/>
                    <a:pt x="2786" y="1806"/>
                    <a:pt x="2756" y="1841"/>
                  </a:cubicBezTo>
                  <a:lnTo>
                    <a:pt x="2721" y="1877"/>
                  </a:lnTo>
                  <a:cubicBezTo>
                    <a:pt x="2673" y="1924"/>
                    <a:pt x="2637" y="1978"/>
                    <a:pt x="2590" y="2025"/>
                  </a:cubicBezTo>
                  <a:cubicBezTo>
                    <a:pt x="2584" y="2043"/>
                    <a:pt x="2572" y="2049"/>
                    <a:pt x="2560" y="2067"/>
                  </a:cubicBezTo>
                  <a:cubicBezTo>
                    <a:pt x="2531" y="2103"/>
                    <a:pt x="2501" y="2138"/>
                    <a:pt x="2465" y="2174"/>
                  </a:cubicBezTo>
                  <a:cubicBezTo>
                    <a:pt x="2453" y="2192"/>
                    <a:pt x="2436" y="2204"/>
                    <a:pt x="2430" y="2227"/>
                  </a:cubicBezTo>
                  <a:cubicBezTo>
                    <a:pt x="2400" y="2263"/>
                    <a:pt x="2370" y="2304"/>
                    <a:pt x="2341" y="2346"/>
                  </a:cubicBezTo>
                  <a:cubicBezTo>
                    <a:pt x="2335" y="2364"/>
                    <a:pt x="2317" y="2370"/>
                    <a:pt x="2311" y="2382"/>
                  </a:cubicBezTo>
                  <a:cubicBezTo>
                    <a:pt x="2275" y="2435"/>
                    <a:pt x="2228" y="2489"/>
                    <a:pt x="2192" y="2542"/>
                  </a:cubicBezTo>
                  <a:cubicBezTo>
                    <a:pt x="2186" y="2554"/>
                    <a:pt x="2168" y="2560"/>
                    <a:pt x="2162" y="2578"/>
                  </a:cubicBezTo>
                  <a:cubicBezTo>
                    <a:pt x="2133" y="2625"/>
                    <a:pt x="2103" y="2661"/>
                    <a:pt x="2073" y="2702"/>
                  </a:cubicBezTo>
                  <a:cubicBezTo>
                    <a:pt x="2055" y="2720"/>
                    <a:pt x="2050" y="2738"/>
                    <a:pt x="2038" y="2756"/>
                  </a:cubicBezTo>
                  <a:cubicBezTo>
                    <a:pt x="2008" y="2797"/>
                    <a:pt x="1978" y="2839"/>
                    <a:pt x="1949" y="2880"/>
                  </a:cubicBezTo>
                  <a:cubicBezTo>
                    <a:pt x="1937" y="2898"/>
                    <a:pt x="1931" y="2910"/>
                    <a:pt x="1919" y="2916"/>
                  </a:cubicBezTo>
                  <a:cubicBezTo>
                    <a:pt x="1877" y="2970"/>
                    <a:pt x="1842" y="3029"/>
                    <a:pt x="1806" y="3082"/>
                  </a:cubicBezTo>
                  <a:cubicBezTo>
                    <a:pt x="1800" y="3094"/>
                    <a:pt x="1788" y="3106"/>
                    <a:pt x="1782" y="3118"/>
                  </a:cubicBezTo>
                  <a:cubicBezTo>
                    <a:pt x="1753" y="3165"/>
                    <a:pt x="1723" y="3207"/>
                    <a:pt x="1699" y="3255"/>
                  </a:cubicBezTo>
                  <a:cubicBezTo>
                    <a:pt x="1693" y="3266"/>
                    <a:pt x="1681" y="3290"/>
                    <a:pt x="1670" y="3302"/>
                  </a:cubicBezTo>
                  <a:cubicBezTo>
                    <a:pt x="1640" y="3350"/>
                    <a:pt x="1622" y="3391"/>
                    <a:pt x="1592" y="3439"/>
                  </a:cubicBezTo>
                  <a:cubicBezTo>
                    <a:pt x="1580" y="3450"/>
                    <a:pt x="1575" y="3468"/>
                    <a:pt x="1569" y="3474"/>
                  </a:cubicBezTo>
                  <a:cubicBezTo>
                    <a:pt x="1533" y="3534"/>
                    <a:pt x="1503" y="3587"/>
                    <a:pt x="1462" y="3646"/>
                  </a:cubicBezTo>
                  <a:cubicBezTo>
                    <a:pt x="1456" y="3658"/>
                    <a:pt x="1450" y="3670"/>
                    <a:pt x="1444" y="3682"/>
                  </a:cubicBezTo>
                  <a:cubicBezTo>
                    <a:pt x="1414" y="3730"/>
                    <a:pt x="1390" y="3771"/>
                    <a:pt x="1361" y="3825"/>
                  </a:cubicBezTo>
                  <a:cubicBezTo>
                    <a:pt x="1355" y="3836"/>
                    <a:pt x="1337" y="3860"/>
                    <a:pt x="1331" y="3878"/>
                  </a:cubicBezTo>
                  <a:cubicBezTo>
                    <a:pt x="1307" y="3920"/>
                    <a:pt x="1278" y="3967"/>
                    <a:pt x="1254" y="4009"/>
                  </a:cubicBezTo>
                  <a:cubicBezTo>
                    <a:pt x="1248" y="4026"/>
                    <a:pt x="1242" y="4038"/>
                    <a:pt x="1236" y="4044"/>
                  </a:cubicBezTo>
                  <a:lnTo>
                    <a:pt x="1147" y="4222"/>
                  </a:lnTo>
                  <a:cubicBezTo>
                    <a:pt x="1135" y="4240"/>
                    <a:pt x="1129" y="4246"/>
                    <a:pt x="1129" y="4264"/>
                  </a:cubicBezTo>
                  <a:cubicBezTo>
                    <a:pt x="1105" y="4306"/>
                    <a:pt x="1076" y="4359"/>
                    <a:pt x="1058" y="4401"/>
                  </a:cubicBezTo>
                  <a:cubicBezTo>
                    <a:pt x="1046" y="4418"/>
                    <a:pt x="1040" y="4442"/>
                    <a:pt x="1028" y="4454"/>
                  </a:cubicBezTo>
                  <a:cubicBezTo>
                    <a:pt x="1004" y="4501"/>
                    <a:pt x="981" y="4549"/>
                    <a:pt x="957" y="4597"/>
                  </a:cubicBezTo>
                  <a:lnTo>
                    <a:pt x="939" y="4638"/>
                  </a:lnTo>
                  <a:cubicBezTo>
                    <a:pt x="909" y="4697"/>
                    <a:pt x="886" y="4757"/>
                    <a:pt x="856" y="4816"/>
                  </a:cubicBezTo>
                  <a:cubicBezTo>
                    <a:pt x="850" y="4834"/>
                    <a:pt x="850" y="4840"/>
                    <a:pt x="838" y="4858"/>
                  </a:cubicBezTo>
                  <a:cubicBezTo>
                    <a:pt x="820" y="4905"/>
                    <a:pt x="797" y="4953"/>
                    <a:pt x="773" y="5006"/>
                  </a:cubicBezTo>
                  <a:cubicBezTo>
                    <a:pt x="767" y="5018"/>
                    <a:pt x="761" y="5042"/>
                    <a:pt x="749" y="5054"/>
                  </a:cubicBezTo>
                  <a:cubicBezTo>
                    <a:pt x="731" y="5101"/>
                    <a:pt x="714" y="5155"/>
                    <a:pt x="690" y="5196"/>
                  </a:cubicBezTo>
                  <a:cubicBezTo>
                    <a:pt x="684" y="5214"/>
                    <a:pt x="678" y="5226"/>
                    <a:pt x="678" y="5244"/>
                  </a:cubicBezTo>
                  <a:cubicBezTo>
                    <a:pt x="654" y="5303"/>
                    <a:pt x="630" y="5362"/>
                    <a:pt x="601" y="5428"/>
                  </a:cubicBezTo>
                  <a:cubicBezTo>
                    <a:pt x="595" y="5434"/>
                    <a:pt x="595" y="5452"/>
                    <a:pt x="589" y="5458"/>
                  </a:cubicBezTo>
                  <a:cubicBezTo>
                    <a:pt x="565" y="5511"/>
                    <a:pt x="553" y="5558"/>
                    <a:pt x="535" y="5606"/>
                  </a:cubicBezTo>
                  <a:cubicBezTo>
                    <a:pt x="529" y="5618"/>
                    <a:pt x="524" y="5642"/>
                    <a:pt x="512" y="5659"/>
                  </a:cubicBezTo>
                  <a:cubicBezTo>
                    <a:pt x="500" y="5701"/>
                    <a:pt x="482" y="5754"/>
                    <a:pt x="464" y="5796"/>
                  </a:cubicBezTo>
                  <a:cubicBezTo>
                    <a:pt x="452" y="5814"/>
                    <a:pt x="452" y="5826"/>
                    <a:pt x="446" y="5843"/>
                  </a:cubicBezTo>
                  <a:cubicBezTo>
                    <a:pt x="423" y="5903"/>
                    <a:pt x="411" y="5968"/>
                    <a:pt x="387" y="6028"/>
                  </a:cubicBezTo>
                  <a:cubicBezTo>
                    <a:pt x="387" y="6033"/>
                    <a:pt x="381" y="6051"/>
                    <a:pt x="381" y="6057"/>
                  </a:cubicBezTo>
                  <a:lnTo>
                    <a:pt x="333" y="6212"/>
                  </a:lnTo>
                  <a:cubicBezTo>
                    <a:pt x="333" y="6224"/>
                    <a:pt x="328" y="6229"/>
                    <a:pt x="328" y="6235"/>
                  </a:cubicBezTo>
                  <a:cubicBezTo>
                    <a:pt x="328" y="6241"/>
                    <a:pt x="322" y="6259"/>
                    <a:pt x="322" y="6265"/>
                  </a:cubicBezTo>
                  <a:cubicBezTo>
                    <a:pt x="304" y="6313"/>
                    <a:pt x="292" y="6360"/>
                    <a:pt x="286" y="6408"/>
                  </a:cubicBezTo>
                  <a:cubicBezTo>
                    <a:pt x="274" y="6419"/>
                    <a:pt x="274" y="6437"/>
                    <a:pt x="268" y="6449"/>
                  </a:cubicBezTo>
                  <a:cubicBezTo>
                    <a:pt x="256" y="6509"/>
                    <a:pt x="238" y="6568"/>
                    <a:pt x="227" y="6639"/>
                  </a:cubicBezTo>
                  <a:cubicBezTo>
                    <a:pt x="227" y="6645"/>
                    <a:pt x="215" y="6657"/>
                    <a:pt x="215" y="6669"/>
                  </a:cubicBezTo>
                  <a:cubicBezTo>
                    <a:pt x="203" y="6716"/>
                    <a:pt x="197" y="6770"/>
                    <a:pt x="179" y="6817"/>
                  </a:cubicBezTo>
                  <a:cubicBezTo>
                    <a:pt x="173" y="6835"/>
                    <a:pt x="173" y="6853"/>
                    <a:pt x="167" y="6877"/>
                  </a:cubicBezTo>
                  <a:cubicBezTo>
                    <a:pt x="155" y="6918"/>
                    <a:pt x="143" y="6966"/>
                    <a:pt x="138" y="7013"/>
                  </a:cubicBezTo>
                  <a:cubicBezTo>
                    <a:pt x="138" y="7031"/>
                    <a:pt x="126" y="7043"/>
                    <a:pt x="126" y="7061"/>
                  </a:cubicBezTo>
                  <a:cubicBezTo>
                    <a:pt x="114" y="7120"/>
                    <a:pt x="108" y="7180"/>
                    <a:pt x="96" y="7239"/>
                  </a:cubicBezTo>
                  <a:cubicBezTo>
                    <a:pt x="96" y="7245"/>
                    <a:pt x="96" y="7263"/>
                    <a:pt x="90" y="7269"/>
                  </a:cubicBezTo>
                  <a:cubicBezTo>
                    <a:pt x="84" y="7322"/>
                    <a:pt x="78" y="7364"/>
                    <a:pt x="66" y="7417"/>
                  </a:cubicBezTo>
                  <a:cubicBezTo>
                    <a:pt x="66" y="7441"/>
                    <a:pt x="60" y="7453"/>
                    <a:pt x="60" y="7470"/>
                  </a:cubicBezTo>
                  <a:cubicBezTo>
                    <a:pt x="54" y="7512"/>
                    <a:pt x="48" y="7560"/>
                    <a:pt x="48" y="7601"/>
                  </a:cubicBezTo>
                  <a:cubicBezTo>
                    <a:pt x="48" y="7619"/>
                    <a:pt x="37" y="7631"/>
                    <a:pt x="37" y="7649"/>
                  </a:cubicBezTo>
                  <a:cubicBezTo>
                    <a:pt x="31" y="7708"/>
                    <a:pt x="25" y="7767"/>
                    <a:pt x="25" y="7827"/>
                  </a:cubicBezTo>
                  <a:lnTo>
                    <a:pt x="25" y="7833"/>
                  </a:lnTo>
                  <a:cubicBezTo>
                    <a:pt x="25" y="7856"/>
                    <a:pt x="19" y="7886"/>
                    <a:pt x="19" y="7904"/>
                  </a:cubicBezTo>
                  <a:cubicBezTo>
                    <a:pt x="19" y="7928"/>
                    <a:pt x="19" y="7951"/>
                    <a:pt x="7" y="7975"/>
                  </a:cubicBezTo>
                  <a:cubicBezTo>
                    <a:pt x="7" y="8005"/>
                    <a:pt x="7" y="8035"/>
                    <a:pt x="1" y="8064"/>
                  </a:cubicBezTo>
                  <a:lnTo>
                    <a:pt x="1" y="8124"/>
                  </a:lnTo>
                  <a:lnTo>
                    <a:pt x="1" y="8219"/>
                  </a:lnTo>
                  <a:lnTo>
                    <a:pt x="1" y="8260"/>
                  </a:lnTo>
                  <a:lnTo>
                    <a:pt x="1" y="8403"/>
                  </a:lnTo>
                  <a:lnTo>
                    <a:pt x="1" y="8539"/>
                  </a:lnTo>
                  <a:lnTo>
                    <a:pt x="1" y="8581"/>
                  </a:lnTo>
                  <a:lnTo>
                    <a:pt x="1" y="8670"/>
                  </a:lnTo>
                  <a:lnTo>
                    <a:pt x="1" y="8717"/>
                  </a:lnTo>
                  <a:cubicBezTo>
                    <a:pt x="1" y="8747"/>
                    <a:pt x="1" y="8777"/>
                    <a:pt x="7" y="8795"/>
                  </a:cubicBezTo>
                  <a:lnTo>
                    <a:pt x="7" y="8842"/>
                  </a:lnTo>
                  <a:cubicBezTo>
                    <a:pt x="7" y="8872"/>
                    <a:pt x="19" y="8902"/>
                    <a:pt x="19" y="8937"/>
                  </a:cubicBezTo>
                  <a:lnTo>
                    <a:pt x="19" y="8967"/>
                  </a:lnTo>
                  <a:cubicBezTo>
                    <a:pt x="19" y="9014"/>
                    <a:pt x="25" y="9050"/>
                    <a:pt x="31" y="9092"/>
                  </a:cubicBezTo>
                  <a:lnTo>
                    <a:pt x="31" y="9115"/>
                  </a:lnTo>
                  <a:cubicBezTo>
                    <a:pt x="37" y="9145"/>
                    <a:pt x="37" y="9181"/>
                    <a:pt x="48" y="9210"/>
                  </a:cubicBezTo>
                  <a:cubicBezTo>
                    <a:pt x="48" y="9228"/>
                    <a:pt x="48" y="9234"/>
                    <a:pt x="54" y="9252"/>
                  </a:cubicBezTo>
                  <a:cubicBezTo>
                    <a:pt x="54" y="9264"/>
                    <a:pt x="60" y="9282"/>
                    <a:pt x="60" y="9293"/>
                  </a:cubicBezTo>
                  <a:cubicBezTo>
                    <a:pt x="60" y="9311"/>
                    <a:pt x="66" y="9317"/>
                    <a:pt x="66" y="9329"/>
                  </a:cubicBezTo>
                  <a:cubicBezTo>
                    <a:pt x="66" y="9347"/>
                    <a:pt x="78" y="9353"/>
                    <a:pt x="78" y="9371"/>
                  </a:cubicBezTo>
                  <a:cubicBezTo>
                    <a:pt x="84" y="9400"/>
                    <a:pt x="84" y="9430"/>
                    <a:pt x="90" y="9460"/>
                  </a:cubicBezTo>
                  <a:cubicBezTo>
                    <a:pt x="90" y="9466"/>
                    <a:pt x="90" y="9472"/>
                    <a:pt x="96" y="9489"/>
                  </a:cubicBezTo>
                  <a:lnTo>
                    <a:pt x="120" y="9596"/>
                  </a:lnTo>
                  <a:lnTo>
                    <a:pt x="120" y="9614"/>
                  </a:lnTo>
                  <a:cubicBezTo>
                    <a:pt x="126" y="9644"/>
                    <a:pt x="138" y="9679"/>
                    <a:pt x="143" y="9709"/>
                  </a:cubicBezTo>
                  <a:cubicBezTo>
                    <a:pt x="143" y="9715"/>
                    <a:pt x="149" y="9733"/>
                    <a:pt x="149" y="9739"/>
                  </a:cubicBezTo>
                  <a:cubicBezTo>
                    <a:pt x="155" y="9763"/>
                    <a:pt x="167" y="9792"/>
                    <a:pt x="173" y="9816"/>
                  </a:cubicBezTo>
                  <a:cubicBezTo>
                    <a:pt x="173" y="9828"/>
                    <a:pt x="179" y="9834"/>
                    <a:pt x="179" y="9852"/>
                  </a:cubicBezTo>
                  <a:cubicBezTo>
                    <a:pt x="185" y="9881"/>
                    <a:pt x="197" y="9905"/>
                    <a:pt x="203" y="9935"/>
                  </a:cubicBezTo>
                  <a:cubicBezTo>
                    <a:pt x="203" y="9941"/>
                    <a:pt x="209" y="9947"/>
                    <a:pt x="209" y="9953"/>
                  </a:cubicBezTo>
                  <a:cubicBezTo>
                    <a:pt x="215" y="9994"/>
                    <a:pt x="233" y="10024"/>
                    <a:pt x="238" y="10059"/>
                  </a:cubicBezTo>
                  <a:cubicBezTo>
                    <a:pt x="238" y="10065"/>
                    <a:pt x="244" y="10071"/>
                    <a:pt x="244" y="10071"/>
                  </a:cubicBezTo>
                  <a:cubicBezTo>
                    <a:pt x="256" y="10101"/>
                    <a:pt x="268" y="10125"/>
                    <a:pt x="274" y="10154"/>
                  </a:cubicBezTo>
                  <a:cubicBezTo>
                    <a:pt x="286" y="10160"/>
                    <a:pt x="286" y="10178"/>
                    <a:pt x="292" y="10184"/>
                  </a:cubicBezTo>
                  <a:cubicBezTo>
                    <a:pt x="298" y="10208"/>
                    <a:pt x="304" y="10232"/>
                    <a:pt x="322" y="10249"/>
                  </a:cubicBezTo>
                  <a:cubicBezTo>
                    <a:pt x="328" y="10261"/>
                    <a:pt x="328" y="10273"/>
                    <a:pt x="333" y="10279"/>
                  </a:cubicBezTo>
                  <a:cubicBezTo>
                    <a:pt x="345" y="10303"/>
                    <a:pt x="357" y="10333"/>
                    <a:pt x="363" y="10356"/>
                  </a:cubicBezTo>
                  <a:cubicBezTo>
                    <a:pt x="363" y="10362"/>
                    <a:pt x="375" y="10368"/>
                    <a:pt x="375" y="10380"/>
                  </a:cubicBezTo>
                  <a:lnTo>
                    <a:pt x="417" y="10469"/>
                  </a:lnTo>
                  <a:cubicBezTo>
                    <a:pt x="417" y="10475"/>
                    <a:pt x="423" y="10481"/>
                    <a:pt x="423" y="10487"/>
                  </a:cubicBezTo>
                  <a:cubicBezTo>
                    <a:pt x="440" y="10511"/>
                    <a:pt x="446" y="10534"/>
                    <a:pt x="464" y="10558"/>
                  </a:cubicBezTo>
                  <a:cubicBezTo>
                    <a:pt x="470" y="10564"/>
                    <a:pt x="470" y="10570"/>
                    <a:pt x="476" y="10588"/>
                  </a:cubicBezTo>
                  <a:cubicBezTo>
                    <a:pt x="482" y="10606"/>
                    <a:pt x="500" y="10624"/>
                    <a:pt x="512" y="10647"/>
                  </a:cubicBezTo>
                  <a:cubicBezTo>
                    <a:pt x="524" y="10653"/>
                    <a:pt x="524" y="10659"/>
                    <a:pt x="529" y="10677"/>
                  </a:cubicBezTo>
                  <a:lnTo>
                    <a:pt x="571" y="10742"/>
                  </a:lnTo>
                  <a:cubicBezTo>
                    <a:pt x="571" y="10748"/>
                    <a:pt x="583" y="10748"/>
                    <a:pt x="583" y="10754"/>
                  </a:cubicBezTo>
                  <a:cubicBezTo>
                    <a:pt x="595" y="10784"/>
                    <a:pt x="619" y="10808"/>
                    <a:pt x="630" y="10837"/>
                  </a:cubicBezTo>
                  <a:cubicBezTo>
                    <a:pt x="642" y="10843"/>
                    <a:pt x="642" y="10855"/>
                    <a:pt x="648" y="10861"/>
                  </a:cubicBezTo>
                  <a:cubicBezTo>
                    <a:pt x="660" y="10885"/>
                    <a:pt x="678" y="10897"/>
                    <a:pt x="690" y="10920"/>
                  </a:cubicBezTo>
                  <a:cubicBezTo>
                    <a:pt x="702" y="10926"/>
                    <a:pt x="708" y="10932"/>
                    <a:pt x="708" y="10944"/>
                  </a:cubicBezTo>
                  <a:cubicBezTo>
                    <a:pt x="719" y="10956"/>
                    <a:pt x="737" y="10980"/>
                    <a:pt x="743" y="10992"/>
                  </a:cubicBezTo>
                  <a:cubicBezTo>
                    <a:pt x="749" y="11004"/>
                    <a:pt x="761" y="11009"/>
                    <a:pt x="761" y="11015"/>
                  </a:cubicBezTo>
                  <a:cubicBezTo>
                    <a:pt x="773" y="11039"/>
                    <a:pt x="797" y="11051"/>
                    <a:pt x="809" y="11075"/>
                  </a:cubicBezTo>
                  <a:lnTo>
                    <a:pt x="820" y="11081"/>
                  </a:lnTo>
                  <a:cubicBezTo>
                    <a:pt x="838" y="11104"/>
                    <a:pt x="856" y="11128"/>
                    <a:pt x="880" y="11152"/>
                  </a:cubicBezTo>
                  <a:lnTo>
                    <a:pt x="892" y="11164"/>
                  </a:lnTo>
                  <a:lnTo>
                    <a:pt x="939" y="11211"/>
                  </a:lnTo>
                  <a:lnTo>
                    <a:pt x="957" y="11229"/>
                  </a:lnTo>
                  <a:lnTo>
                    <a:pt x="1004" y="11277"/>
                  </a:lnTo>
                  <a:lnTo>
                    <a:pt x="1028" y="11300"/>
                  </a:lnTo>
                  <a:cubicBezTo>
                    <a:pt x="1046" y="11312"/>
                    <a:pt x="1064" y="11336"/>
                    <a:pt x="1088" y="11348"/>
                  </a:cubicBezTo>
                  <a:lnTo>
                    <a:pt x="1094" y="11360"/>
                  </a:lnTo>
                  <a:cubicBezTo>
                    <a:pt x="1117" y="11378"/>
                    <a:pt x="1135" y="11395"/>
                    <a:pt x="1159" y="11407"/>
                  </a:cubicBezTo>
                  <a:cubicBezTo>
                    <a:pt x="1165" y="11419"/>
                    <a:pt x="1177" y="11419"/>
                    <a:pt x="1183" y="11425"/>
                  </a:cubicBezTo>
                  <a:cubicBezTo>
                    <a:pt x="1194" y="11437"/>
                    <a:pt x="1218" y="11449"/>
                    <a:pt x="1236" y="11461"/>
                  </a:cubicBezTo>
                  <a:cubicBezTo>
                    <a:pt x="1242" y="11467"/>
                    <a:pt x="1248" y="11479"/>
                    <a:pt x="1254" y="11479"/>
                  </a:cubicBezTo>
                  <a:cubicBezTo>
                    <a:pt x="1272" y="11490"/>
                    <a:pt x="1295" y="11496"/>
                    <a:pt x="1307" y="11514"/>
                  </a:cubicBezTo>
                  <a:cubicBezTo>
                    <a:pt x="1313" y="11520"/>
                    <a:pt x="1325" y="11520"/>
                    <a:pt x="1331" y="11526"/>
                  </a:cubicBezTo>
                  <a:cubicBezTo>
                    <a:pt x="1355" y="11544"/>
                    <a:pt x="1385" y="11556"/>
                    <a:pt x="1402" y="11574"/>
                  </a:cubicBezTo>
                  <a:lnTo>
                    <a:pt x="8605" y="15819"/>
                  </a:lnTo>
                  <a:lnTo>
                    <a:pt x="8605" y="15819"/>
                  </a:lnTo>
                  <a:cubicBezTo>
                    <a:pt x="8605" y="15807"/>
                    <a:pt x="8599" y="15807"/>
                    <a:pt x="8587" y="15795"/>
                  </a:cubicBezTo>
                  <a:cubicBezTo>
                    <a:pt x="8575" y="15784"/>
                    <a:pt x="8552" y="15778"/>
                    <a:pt x="8540" y="15760"/>
                  </a:cubicBezTo>
                  <a:cubicBezTo>
                    <a:pt x="8528" y="15754"/>
                    <a:pt x="8522" y="15748"/>
                    <a:pt x="8516" y="15748"/>
                  </a:cubicBezTo>
                  <a:cubicBezTo>
                    <a:pt x="8498" y="15730"/>
                    <a:pt x="8480" y="15724"/>
                    <a:pt x="8463" y="15706"/>
                  </a:cubicBezTo>
                  <a:cubicBezTo>
                    <a:pt x="8457" y="15700"/>
                    <a:pt x="8451" y="15700"/>
                    <a:pt x="8439" y="15695"/>
                  </a:cubicBezTo>
                  <a:cubicBezTo>
                    <a:pt x="8421" y="15677"/>
                    <a:pt x="8397" y="15653"/>
                    <a:pt x="8373" y="15641"/>
                  </a:cubicBezTo>
                  <a:cubicBezTo>
                    <a:pt x="8373" y="15641"/>
                    <a:pt x="8368" y="15641"/>
                    <a:pt x="8368" y="15635"/>
                  </a:cubicBezTo>
                  <a:cubicBezTo>
                    <a:pt x="8344" y="15617"/>
                    <a:pt x="8332" y="15594"/>
                    <a:pt x="8308" y="15582"/>
                  </a:cubicBezTo>
                  <a:lnTo>
                    <a:pt x="8284" y="15558"/>
                  </a:lnTo>
                  <a:lnTo>
                    <a:pt x="8243" y="15516"/>
                  </a:lnTo>
                  <a:lnTo>
                    <a:pt x="8219" y="15493"/>
                  </a:lnTo>
                  <a:lnTo>
                    <a:pt x="8172" y="15445"/>
                  </a:lnTo>
                  <a:lnTo>
                    <a:pt x="8160" y="15433"/>
                  </a:lnTo>
                  <a:cubicBezTo>
                    <a:pt x="8136" y="15409"/>
                    <a:pt x="8124" y="15386"/>
                    <a:pt x="8100" y="15368"/>
                  </a:cubicBezTo>
                  <a:cubicBezTo>
                    <a:pt x="8100" y="15368"/>
                    <a:pt x="8094" y="15356"/>
                    <a:pt x="8094" y="15350"/>
                  </a:cubicBezTo>
                  <a:cubicBezTo>
                    <a:pt x="8077" y="15326"/>
                    <a:pt x="8065" y="15314"/>
                    <a:pt x="8041" y="15291"/>
                  </a:cubicBezTo>
                  <a:lnTo>
                    <a:pt x="8017" y="15267"/>
                  </a:lnTo>
                  <a:cubicBezTo>
                    <a:pt x="8005" y="15255"/>
                    <a:pt x="7993" y="15237"/>
                    <a:pt x="7982" y="15219"/>
                  </a:cubicBezTo>
                  <a:lnTo>
                    <a:pt x="7958" y="15196"/>
                  </a:lnTo>
                  <a:cubicBezTo>
                    <a:pt x="7946" y="15178"/>
                    <a:pt x="7928" y="15160"/>
                    <a:pt x="7922" y="15142"/>
                  </a:cubicBezTo>
                  <a:cubicBezTo>
                    <a:pt x="7916" y="15136"/>
                    <a:pt x="7916" y="15130"/>
                    <a:pt x="7904" y="15119"/>
                  </a:cubicBezTo>
                  <a:cubicBezTo>
                    <a:pt x="7892" y="15101"/>
                    <a:pt x="7869" y="15071"/>
                    <a:pt x="7857" y="15047"/>
                  </a:cubicBezTo>
                  <a:cubicBezTo>
                    <a:pt x="7845" y="15041"/>
                    <a:pt x="7845" y="15029"/>
                    <a:pt x="7845" y="15029"/>
                  </a:cubicBezTo>
                  <a:cubicBezTo>
                    <a:pt x="7833" y="15012"/>
                    <a:pt x="7815" y="14988"/>
                    <a:pt x="7809" y="14964"/>
                  </a:cubicBezTo>
                  <a:cubicBezTo>
                    <a:pt x="7803" y="14958"/>
                    <a:pt x="7797" y="14940"/>
                    <a:pt x="7797" y="14934"/>
                  </a:cubicBezTo>
                  <a:cubicBezTo>
                    <a:pt x="7786" y="14923"/>
                    <a:pt x="7774" y="14899"/>
                    <a:pt x="7768" y="14875"/>
                  </a:cubicBezTo>
                  <a:cubicBezTo>
                    <a:pt x="7756" y="14869"/>
                    <a:pt x="7750" y="14851"/>
                    <a:pt x="7750" y="14845"/>
                  </a:cubicBezTo>
                  <a:cubicBezTo>
                    <a:pt x="7738" y="14822"/>
                    <a:pt x="7726" y="14804"/>
                    <a:pt x="7720" y="14780"/>
                  </a:cubicBezTo>
                  <a:cubicBezTo>
                    <a:pt x="7714" y="14774"/>
                    <a:pt x="7714" y="14762"/>
                    <a:pt x="7708" y="14756"/>
                  </a:cubicBezTo>
                  <a:lnTo>
                    <a:pt x="7661" y="14667"/>
                  </a:lnTo>
                  <a:cubicBezTo>
                    <a:pt x="7655" y="14661"/>
                    <a:pt x="7655" y="14655"/>
                    <a:pt x="7655" y="14644"/>
                  </a:cubicBezTo>
                  <a:cubicBezTo>
                    <a:pt x="7649" y="14626"/>
                    <a:pt x="7631" y="14602"/>
                    <a:pt x="7625" y="14578"/>
                  </a:cubicBezTo>
                  <a:cubicBezTo>
                    <a:pt x="7619" y="14566"/>
                    <a:pt x="7619" y="14554"/>
                    <a:pt x="7607" y="14543"/>
                  </a:cubicBezTo>
                  <a:cubicBezTo>
                    <a:pt x="7602" y="14519"/>
                    <a:pt x="7596" y="14495"/>
                    <a:pt x="7590" y="14483"/>
                  </a:cubicBezTo>
                  <a:cubicBezTo>
                    <a:pt x="7578" y="14465"/>
                    <a:pt x="7578" y="14459"/>
                    <a:pt x="7572" y="14448"/>
                  </a:cubicBezTo>
                  <a:cubicBezTo>
                    <a:pt x="7566" y="14424"/>
                    <a:pt x="7560" y="14400"/>
                    <a:pt x="7542" y="14370"/>
                  </a:cubicBezTo>
                  <a:cubicBezTo>
                    <a:pt x="7542" y="14364"/>
                    <a:pt x="7536" y="14358"/>
                    <a:pt x="7536" y="14341"/>
                  </a:cubicBezTo>
                  <a:cubicBezTo>
                    <a:pt x="7518" y="14311"/>
                    <a:pt x="7512" y="14275"/>
                    <a:pt x="7507" y="14246"/>
                  </a:cubicBezTo>
                  <a:cubicBezTo>
                    <a:pt x="7507" y="14240"/>
                    <a:pt x="7501" y="14222"/>
                    <a:pt x="7501" y="14216"/>
                  </a:cubicBezTo>
                  <a:cubicBezTo>
                    <a:pt x="7489" y="14192"/>
                    <a:pt x="7483" y="14168"/>
                    <a:pt x="7477" y="14139"/>
                  </a:cubicBezTo>
                  <a:cubicBezTo>
                    <a:pt x="7471" y="14127"/>
                    <a:pt x="7471" y="14115"/>
                    <a:pt x="7459" y="14103"/>
                  </a:cubicBezTo>
                  <a:cubicBezTo>
                    <a:pt x="7453" y="14079"/>
                    <a:pt x="7447" y="14062"/>
                    <a:pt x="7447" y="14038"/>
                  </a:cubicBezTo>
                  <a:cubicBezTo>
                    <a:pt x="7447" y="14026"/>
                    <a:pt x="7441" y="14008"/>
                    <a:pt x="7441" y="14002"/>
                  </a:cubicBezTo>
                  <a:cubicBezTo>
                    <a:pt x="7429" y="13973"/>
                    <a:pt x="7423" y="13949"/>
                    <a:pt x="7417" y="13919"/>
                  </a:cubicBezTo>
                  <a:cubicBezTo>
                    <a:pt x="7417" y="13913"/>
                    <a:pt x="7411" y="13895"/>
                    <a:pt x="7411" y="13889"/>
                  </a:cubicBezTo>
                  <a:cubicBezTo>
                    <a:pt x="7400" y="13854"/>
                    <a:pt x="7394" y="13818"/>
                    <a:pt x="7388" y="13788"/>
                  </a:cubicBezTo>
                  <a:cubicBezTo>
                    <a:pt x="7388" y="13771"/>
                    <a:pt x="7382" y="13759"/>
                    <a:pt x="7382" y="13747"/>
                  </a:cubicBezTo>
                  <a:cubicBezTo>
                    <a:pt x="7370" y="13729"/>
                    <a:pt x="7370" y="13699"/>
                    <a:pt x="7364" y="13676"/>
                  </a:cubicBezTo>
                  <a:cubicBezTo>
                    <a:pt x="7364" y="13658"/>
                    <a:pt x="7358" y="13646"/>
                    <a:pt x="7358" y="13628"/>
                  </a:cubicBezTo>
                  <a:cubicBezTo>
                    <a:pt x="7352" y="13610"/>
                    <a:pt x="7352" y="13587"/>
                    <a:pt x="7352" y="13563"/>
                  </a:cubicBezTo>
                  <a:cubicBezTo>
                    <a:pt x="7352" y="13551"/>
                    <a:pt x="7340" y="13533"/>
                    <a:pt x="7340" y="13521"/>
                  </a:cubicBezTo>
                  <a:cubicBezTo>
                    <a:pt x="7340" y="13492"/>
                    <a:pt x="7334" y="13468"/>
                    <a:pt x="7334" y="13438"/>
                  </a:cubicBezTo>
                  <a:cubicBezTo>
                    <a:pt x="7334" y="13420"/>
                    <a:pt x="7334" y="13414"/>
                    <a:pt x="7328" y="13397"/>
                  </a:cubicBezTo>
                  <a:cubicBezTo>
                    <a:pt x="7322" y="13361"/>
                    <a:pt x="7322" y="13319"/>
                    <a:pt x="7311" y="13278"/>
                  </a:cubicBezTo>
                  <a:lnTo>
                    <a:pt x="7311" y="13242"/>
                  </a:lnTo>
                  <a:cubicBezTo>
                    <a:pt x="7311" y="13212"/>
                    <a:pt x="7305" y="13183"/>
                    <a:pt x="7305" y="13153"/>
                  </a:cubicBezTo>
                  <a:lnTo>
                    <a:pt x="7305" y="13112"/>
                  </a:lnTo>
                  <a:cubicBezTo>
                    <a:pt x="7305" y="13082"/>
                    <a:pt x="7305" y="13058"/>
                    <a:pt x="7299" y="13028"/>
                  </a:cubicBezTo>
                  <a:lnTo>
                    <a:pt x="7299" y="12981"/>
                  </a:lnTo>
                  <a:lnTo>
                    <a:pt x="7299" y="12892"/>
                  </a:lnTo>
                  <a:lnTo>
                    <a:pt x="7299" y="12850"/>
                  </a:lnTo>
                  <a:lnTo>
                    <a:pt x="7299" y="12714"/>
                  </a:lnTo>
                  <a:lnTo>
                    <a:pt x="7299" y="12565"/>
                  </a:lnTo>
                  <a:lnTo>
                    <a:pt x="7299" y="12524"/>
                  </a:lnTo>
                  <a:cubicBezTo>
                    <a:pt x="7299" y="12488"/>
                    <a:pt x="7299" y="12458"/>
                    <a:pt x="7305" y="12417"/>
                  </a:cubicBezTo>
                  <a:lnTo>
                    <a:pt x="7305" y="12369"/>
                  </a:lnTo>
                  <a:cubicBezTo>
                    <a:pt x="7305" y="12340"/>
                    <a:pt x="7305" y="12298"/>
                    <a:pt x="7311" y="12268"/>
                  </a:cubicBezTo>
                  <a:cubicBezTo>
                    <a:pt x="7311" y="12256"/>
                    <a:pt x="7311" y="12233"/>
                    <a:pt x="7322" y="12221"/>
                  </a:cubicBezTo>
                  <a:cubicBezTo>
                    <a:pt x="7322" y="12191"/>
                    <a:pt x="7328" y="12161"/>
                    <a:pt x="7328" y="12132"/>
                  </a:cubicBezTo>
                  <a:cubicBezTo>
                    <a:pt x="7334" y="12072"/>
                    <a:pt x="7340" y="12013"/>
                    <a:pt x="7340" y="11954"/>
                  </a:cubicBezTo>
                  <a:cubicBezTo>
                    <a:pt x="7340" y="11936"/>
                    <a:pt x="7352" y="11912"/>
                    <a:pt x="7352" y="11900"/>
                  </a:cubicBezTo>
                  <a:cubicBezTo>
                    <a:pt x="7358" y="11853"/>
                    <a:pt x="7358" y="11811"/>
                    <a:pt x="7364" y="11764"/>
                  </a:cubicBezTo>
                  <a:cubicBezTo>
                    <a:pt x="7364" y="11746"/>
                    <a:pt x="7370" y="11728"/>
                    <a:pt x="7370" y="11704"/>
                  </a:cubicBezTo>
                  <a:cubicBezTo>
                    <a:pt x="7382" y="11663"/>
                    <a:pt x="7388" y="11609"/>
                    <a:pt x="7394" y="11568"/>
                  </a:cubicBezTo>
                  <a:cubicBezTo>
                    <a:pt x="7394" y="11550"/>
                    <a:pt x="7400" y="11538"/>
                    <a:pt x="7400" y="11526"/>
                  </a:cubicBezTo>
                  <a:cubicBezTo>
                    <a:pt x="7411" y="11467"/>
                    <a:pt x="7423" y="11407"/>
                    <a:pt x="7429" y="11348"/>
                  </a:cubicBezTo>
                  <a:cubicBezTo>
                    <a:pt x="7429" y="11336"/>
                    <a:pt x="7441" y="11312"/>
                    <a:pt x="7441" y="11300"/>
                  </a:cubicBezTo>
                  <a:cubicBezTo>
                    <a:pt x="7447" y="11253"/>
                    <a:pt x="7453" y="11211"/>
                    <a:pt x="7471" y="11164"/>
                  </a:cubicBezTo>
                  <a:cubicBezTo>
                    <a:pt x="7477" y="11140"/>
                    <a:pt x="7477" y="11128"/>
                    <a:pt x="7483" y="11104"/>
                  </a:cubicBezTo>
                  <a:cubicBezTo>
                    <a:pt x="7489" y="11063"/>
                    <a:pt x="7507" y="11009"/>
                    <a:pt x="7512" y="10962"/>
                  </a:cubicBezTo>
                  <a:cubicBezTo>
                    <a:pt x="7512" y="10950"/>
                    <a:pt x="7518" y="10938"/>
                    <a:pt x="7518" y="10920"/>
                  </a:cubicBezTo>
                  <a:lnTo>
                    <a:pt x="7566" y="10742"/>
                  </a:lnTo>
                  <a:cubicBezTo>
                    <a:pt x="7572" y="10724"/>
                    <a:pt x="7572" y="10707"/>
                    <a:pt x="7578" y="10689"/>
                  </a:cubicBezTo>
                  <a:cubicBezTo>
                    <a:pt x="7596" y="10647"/>
                    <a:pt x="7602" y="10600"/>
                    <a:pt x="7619" y="10558"/>
                  </a:cubicBezTo>
                  <a:cubicBezTo>
                    <a:pt x="7625" y="10534"/>
                    <a:pt x="7631" y="10517"/>
                    <a:pt x="7631" y="10499"/>
                  </a:cubicBezTo>
                  <a:cubicBezTo>
                    <a:pt x="7649" y="10451"/>
                    <a:pt x="7661" y="10398"/>
                    <a:pt x="7679" y="10356"/>
                  </a:cubicBezTo>
                  <a:cubicBezTo>
                    <a:pt x="7685" y="10344"/>
                    <a:pt x="7685" y="10327"/>
                    <a:pt x="7691" y="10309"/>
                  </a:cubicBezTo>
                  <a:cubicBezTo>
                    <a:pt x="7714" y="10249"/>
                    <a:pt x="7726" y="10190"/>
                    <a:pt x="7750" y="10131"/>
                  </a:cubicBezTo>
                  <a:cubicBezTo>
                    <a:pt x="7756" y="10119"/>
                    <a:pt x="7768" y="10095"/>
                    <a:pt x="7768" y="10083"/>
                  </a:cubicBezTo>
                  <a:lnTo>
                    <a:pt x="7809" y="9947"/>
                  </a:lnTo>
                  <a:cubicBezTo>
                    <a:pt x="7815" y="9923"/>
                    <a:pt x="7827" y="9911"/>
                    <a:pt x="7833" y="9887"/>
                  </a:cubicBezTo>
                  <a:cubicBezTo>
                    <a:pt x="7845" y="9846"/>
                    <a:pt x="7869" y="9792"/>
                    <a:pt x="7887" y="9751"/>
                  </a:cubicBezTo>
                  <a:cubicBezTo>
                    <a:pt x="7892" y="9733"/>
                    <a:pt x="7892" y="9721"/>
                    <a:pt x="7898" y="9703"/>
                  </a:cubicBezTo>
                  <a:lnTo>
                    <a:pt x="7964" y="9525"/>
                  </a:lnTo>
                  <a:cubicBezTo>
                    <a:pt x="7976" y="9513"/>
                    <a:pt x="7982" y="9489"/>
                    <a:pt x="7987" y="9472"/>
                  </a:cubicBezTo>
                  <a:cubicBezTo>
                    <a:pt x="8005" y="9430"/>
                    <a:pt x="8023" y="9382"/>
                    <a:pt x="8041" y="9341"/>
                  </a:cubicBezTo>
                  <a:cubicBezTo>
                    <a:pt x="8047" y="9317"/>
                    <a:pt x="8053" y="9305"/>
                    <a:pt x="8065" y="9282"/>
                  </a:cubicBezTo>
                  <a:cubicBezTo>
                    <a:pt x="8082" y="9234"/>
                    <a:pt x="8100" y="9192"/>
                    <a:pt x="8124" y="9145"/>
                  </a:cubicBezTo>
                  <a:lnTo>
                    <a:pt x="8142" y="9103"/>
                  </a:lnTo>
                  <a:cubicBezTo>
                    <a:pt x="8172" y="9044"/>
                    <a:pt x="8195" y="8985"/>
                    <a:pt x="8225" y="8925"/>
                  </a:cubicBezTo>
                  <a:cubicBezTo>
                    <a:pt x="8231" y="8907"/>
                    <a:pt x="8243" y="8884"/>
                    <a:pt x="8249" y="8872"/>
                  </a:cubicBezTo>
                  <a:cubicBezTo>
                    <a:pt x="8272" y="8824"/>
                    <a:pt x="8290" y="8783"/>
                    <a:pt x="8308" y="8747"/>
                  </a:cubicBezTo>
                  <a:cubicBezTo>
                    <a:pt x="8314" y="8723"/>
                    <a:pt x="8332" y="8711"/>
                    <a:pt x="8338" y="8688"/>
                  </a:cubicBezTo>
                  <a:lnTo>
                    <a:pt x="8403" y="8551"/>
                  </a:lnTo>
                  <a:lnTo>
                    <a:pt x="8427" y="8510"/>
                  </a:lnTo>
                  <a:cubicBezTo>
                    <a:pt x="8457" y="8450"/>
                    <a:pt x="8486" y="8397"/>
                    <a:pt x="8516" y="8337"/>
                  </a:cubicBezTo>
                  <a:cubicBezTo>
                    <a:pt x="8522" y="8320"/>
                    <a:pt x="8528" y="8308"/>
                    <a:pt x="8546" y="8284"/>
                  </a:cubicBezTo>
                  <a:cubicBezTo>
                    <a:pt x="8569" y="8242"/>
                    <a:pt x="8587" y="8201"/>
                    <a:pt x="8611" y="8159"/>
                  </a:cubicBezTo>
                  <a:cubicBezTo>
                    <a:pt x="8617" y="8136"/>
                    <a:pt x="8635" y="8124"/>
                    <a:pt x="8641" y="8100"/>
                  </a:cubicBezTo>
                  <a:cubicBezTo>
                    <a:pt x="8664" y="8052"/>
                    <a:pt x="8694" y="8011"/>
                    <a:pt x="8718" y="7975"/>
                  </a:cubicBezTo>
                  <a:lnTo>
                    <a:pt x="8736" y="7928"/>
                  </a:lnTo>
                  <a:cubicBezTo>
                    <a:pt x="8765" y="7868"/>
                    <a:pt x="8807" y="7815"/>
                    <a:pt x="8837" y="7767"/>
                  </a:cubicBezTo>
                  <a:cubicBezTo>
                    <a:pt x="8843" y="7750"/>
                    <a:pt x="8854" y="7738"/>
                    <a:pt x="8866" y="7720"/>
                  </a:cubicBezTo>
                  <a:cubicBezTo>
                    <a:pt x="8884" y="7678"/>
                    <a:pt x="8914" y="7637"/>
                    <a:pt x="8938" y="7595"/>
                  </a:cubicBezTo>
                  <a:cubicBezTo>
                    <a:pt x="8955" y="7571"/>
                    <a:pt x="8961" y="7560"/>
                    <a:pt x="8973" y="7536"/>
                  </a:cubicBezTo>
                  <a:cubicBezTo>
                    <a:pt x="9003" y="7488"/>
                    <a:pt x="9027" y="7453"/>
                    <a:pt x="9056" y="7411"/>
                  </a:cubicBezTo>
                  <a:cubicBezTo>
                    <a:pt x="9062" y="7393"/>
                    <a:pt x="9080" y="7381"/>
                    <a:pt x="9086" y="7364"/>
                  </a:cubicBezTo>
                  <a:cubicBezTo>
                    <a:pt x="9122" y="7310"/>
                    <a:pt x="9163" y="7263"/>
                    <a:pt x="9199" y="7203"/>
                  </a:cubicBezTo>
                  <a:cubicBezTo>
                    <a:pt x="9205" y="7185"/>
                    <a:pt x="9223" y="7174"/>
                    <a:pt x="9229" y="7156"/>
                  </a:cubicBezTo>
                  <a:cubicBezTo>
                    <a:pt x="9258" y="7120"/>
                    <a:pt x="9288" y="7073"/>
                    <a:pt x="9312" y="7037"/>
                  </a:cubicBezTo>
                  <a:cubicBezTo>
                    <a:pt x="9324" y="7025"/>
                    <a:pt x="9329" y="7001"/>
                    <a:pt x="9347" y="6984"/>
                  </a:cubicBezTo>
                  <a:cubicBezTo>
                    <a:pt x="9377" y="6948"/>
                    <a:pt x="9407" y="6906"/>
                    <a:pt x="9436" y="6865"/>
                  </a:cubicBezTo>
                  <a:cubicBezTo>
                    <a:pt x="9442" y="6853"/>
                    <a:pt x="9460" y="6835"/>
                    <a:pt x="9466" y="6829"/>
                  </a:cubicBezTo>
                  <a:cubicBezTo>
                    <a:pt x="9502" y="6776"/>
                    <a:pt x="9549" y="6728"/>
                    <a:pt x="9585" y="6675"/>
                  </a:cubicBezTo>
                  <a:cubicBezTo>
                    <a:pt x="9591" y="6657"/>
                    <a:pt x="9609" y="6651"/>
                    <a:pt x="9614" y="6639"/>
                  </a:cubicBezTo>
                  <a:cubicBezTo>
                    <a:pt x="9644" y="6598"/>
                    <a:pt x="9674" y="6556"/>
                    <a:pt x="9704" y="6520"/>
                  </a:cubicBezTo>
                  <a:cubicBezTo>
                    <a:pt x="9715" y="6503"/>
                    <a:pt x="9733" y="6491"/>
                    <a:pt x="9739" y="6467"/>
                  </a:cubicBezTo>
                  <a:cubicBezTo>
                    <a:pt x="9769" y="6431"/>
                    <a:pt x="9804" y="6384"/>
                    <a:pt x="9834" y="6348"/>
                  </a:cubicBezTo>
                  <a:cubicBezTo>
                    <a:pt x="9846" y="6330"/>
                    <a:pt x="9858" y="6324"/>
                    <a:pt x="9864" y="6313"/>
                  </a:cubicBezTo>
                  <a:cubicBezTo>
                    <a:pt x="9911" y="6259"/>
                    <a:pt x="9947" y="6212"/>
                    <a:pt x="9994" y="6164"/>
                  </a:cubicBezTo>
                  <a:cubicBezTo>
                    <a:pt x="10000" y="6146"/>
                    <a:pt x="10012" y="6140"/>
                    <a:pt x="10024" y="6123"/>
                  </a:cubicBezTo>
                  <a:cubicBezTo>
                    <a:pt x="10054" y="6087"/>
                    <a:pt x="10090" y="6051"/>
                    <a:pt x="10125" y="6016"/>
                  </a:cubicBezTo>
                  <a:cubicBezTo>
                    <a:pt x="10143" y="5998"/>
                    <a:pt x="10155" y="5986"/>
                    <a:pt x="10161" y="5968"/>
                  </a:cubicBezTo>
                  <a:cubicBezTo>
                    <a:pt x="10202" y="5933"/>
                    <a:pt x="10232" y="5897"/>
                    <a:pt x="10268" y="5855"/>
                  </a:cubicBezTo>
                  <a:lnTo>
                    <a:pt x="10297" y="5826"/>
                  </a:lnTo>
                  <a:cubicBezTo>
                    <a:pt x="10339" y="5784"/>
                    <a:pt x="10386" y="5737"/>
                    <a:pt x="10428" y="5689"/>
                  </a:cubicBezTo>
                  <a:lnTo>
                    <a:pt x="10458" y="5659"/>
                  </a:lnTo>
                  <a:lnTo>
                    <a:pt x="10570" y="5547"/>
                  </a:lnTo>
                  <a:lnTo>
                    <a:pt x="10606" y="5511"/>
                  </a:lnTo>
                  <a:cubicBezTo>
                    <a:pt x="10648" y="5469"/>
                    <a:pt x="10683" y="5434"/>
                    <a:pt x="10719" y="5404"/>
                  </a:cubicBezTo>
                  <a:cubicBezTo>
                    <a:pt x="10725" y="5398"/>
                    <a:pt x="10743" y="5392"/>
                    <a:pt x="10749" y="5374"/>
                  </a:cubicBezTo>
                  <a:cubicBezTo>
                    <a:pt x="10796" y="5333"/>
                    <a:pt x="10844" y="5285"/>
                    <a:pt x="10891" y="5250"/>
                  </a:cubicBezTo>
                  <a:cubicBezTo>
                    <a:pt x="10897" y="5244"/>
                    <a:pt x="10903" y="5232"/>
                    <a:pt x="10921" y="5226"/>
                  </a:cubicBezTo>
                  <a:cubicBezTo>
                    <a:pt x="10956" y="5190"/>
                    <a:pt x="10992" y="5161"/>
                    <a:pt x="11040" y="5125"/>
                  </a:cubicBezTo>
                  <a:cubicBezTo>
                    <a:pt x="11051" y="5107"/>
                    <a:pt x="11069" y="5101"/>
                    <a:pt x="11075" y="5083"/>
                  </a:cubicBezTo>
                  <a:cubicBezTo>
                    <a:pt x="11111" y="5054"/>
                    <a:pt x="11158" y="5018"/>
                    <a:pt x="11194" y="4988"/>
                  </a:cubicBezTo>
                  <a:cubicBezTo>
                    <a:pt x="11200" y="4982"/>
                    <a:pt x="11212" y="4977"/>
                    <a:pt x="11224" y="4965"/>
                  </a:cubicBezTo>
                  <a:cubicBezTo>
                    <a:pt x="11277" y="4929"/>
                    <a:pt x="11319" y="4887"/>
                    <a:pt x="11372" y="4846"/>
                  </a:cubicBezTo>
                  <a:lnTo>
                    <a:pt x="11461" y="4781"/>
                  </a:lnTo>
                  <a:cubicBezTo>
                    <a:pt x="11479" y="4775"/>
                    <a:pt x="11485" y="4769"/>
                    <a:pt x="11497" y="4757"/>
                  </a:cubicBezTo>
                  <a:cubicBezTo>
                    <a:pt x="11538" y="4739"/>
                    <a:pt x="11568" y="4709"/>
                    <a:pt x="11604" y="4686"/>
                  </a:cubicBezTo>
                  <a:cubicBezTo>
                    <a:pt x="11616" y="4680"/>
                    <a:pt x="11633" y="4662"/>
                    <a:pt x="11645" y="4656"/>
                  </a:cubicBezTo>
                  <a:cubicBezTo>
                    <a:pt x="11669" y="4638"/>
                    <a:pt x="11699" y="4620"/>
                    <a:pt x="11722" y="4602"/>
                  </a:cubicBezTo>
                  <a:cubicBezTo>
                    <a:pt x="11734" y="4597"/>
                    <a:pt x="11752" y="4579"/>
                    <a:pt x="11764" y="4573"/>
                  </a:cubicBezTo>
                  <a:lnTo>
                    <a:pt x="11835" y="4531"/>
                  </a:lnTo>
                  <a:cubicBezTo>
                    <a:pt x="11847" y="4519"/>
                    <a:pt x="11865" y="4507"/>
                    <a:pt x="11883" y="4501"/>
                  </a:cubicBezTo>
                  <a:lnTo>
                    <a:pt x="11954" y="4454"/>
                  </a:lnTo>
                  <a:cubicBezTo>
                    <a:pt x="11966" y="4448"/>
                    <a:pt x="11984" y="4430"/>
                    <a:pt x="11996" y="4424"/>
                  </a:cubicBezTo>
                  <a:cubicBezTo>
                    <a:pt x="12019" y="4412"/>
                    <a:pt x="12049" y="4395"/>
                    <a:pt x="12073" y="4383"/>
                  </a:cubicBezTo>
                  <a:lnTo>
                    <a:pt x="12114" y="4359"/>
                  </a:lnTo>
                  <a:cubicBezTo>
                    <a:pt x="12150" y="4335"/>
                    <a:pt x="12197" y="4311"/>
                    <a:pt x="12233" y="4294"/>
                  </a:cubicBezTo>
                  <a:lnTo>
                    <a:pt x="4959" y="1"/>
                  </a:lnTo>
                  <a:close/>
                  <a:moveTo>
                    <a:pt x="8605" y="15819"/>
                  </a:moveTo>
                  <a:cubicBezTo>
                    <a:pt x="8605" y="15819"/>
                    <a:pt x="8605" y="15819"/>
                    <a:pt x="8605" y="15819"/>
                  </a:cubicBezTo>
                  <a:cubicBezTo>
                    <a:pt x="8607" y="15820"/>
                    <a:pt x="8609" y="15821"/>
                    <a:pt x="8610" y="15822"/>
                  </a:cubicBezTo>
                  <a:lnTo>
                    <a:pt x="8610" y="15822"/>
                  </a:lnTo>
                  <a:lnTo>
                    <a:pt x="8605" y="15819"/>
                  </a:lnTo>
                  <a:close/>
                  <a:moveTo>
                    <a:pt x="8610" y="15822"/>
                  </a:moveTo>
                  <a:lnTo>
                    <a:pt x="8676" y="15861"/>
                  </a:lnTo>
                  <a:cubicBezTo>
                    <a:pt x="8660" y="15850"/>
                    <a:pt x="8633" y="15834"/>
                    <a:pt x="8610" y="15822"/>
                  </a:cubicBezTo>
                  <a:close/>
                </a:path>
              </a:pathLst>
            </a:custGeom>
            <a:solidFill>
              <a:srgbClr val="979797">
                <a:alpha val="4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5"/>
            <p:cNvSpPr/>
            <p:nvPr/>
          </p:nvSpPr>
          <p:spPr>
            <a:xfrm>
              <a:off x="9706338" y="-1666865"/>
              <a:ext cx="130405" cy="2622401"/>
            </a:xfrm>
            <a:custGeom>
              <a:avLst/>
              <a:gdLst/>
              <a:ahLst/>
              <a:cxnLst/>
              <a:rect l="l" t="t" r="r" b="b"/>
              <a:pathLst>
                <a:path w="601" h="12459" extrusionOk="0">
                  <a:moveTo>
                    <a:pt x="1" y="1"/>
                  </a:moveTo>
                  <a:lnTo>
                    <a:pt x="30" y="12132"/>
                  </a:lnTo>
                  <a:lnTo>
                    <a:pt x="600" y="12458"/>
                  </a:lnTo>
                  <a:lnTo>
                    <a:pt x="565"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5"/>
            <p:cNvSpPr/>
            <p:nvPr/>
          </p:nvSpPr>
          <p:spPr>
            <a:xfrm>
              <a:off x="9706338" y="-4241474"/>
              <a:ext cx="4718447" cy="2643660"/>
            </a:xfrm>
            <a:custGeom>
              <a:avLst/>
              <a:gdLst/>
              <a:ahLst/>
              <a:cxnLst/>
              <a:rect l="l" t="t" r="r" b="b"/>
              <a:pathLst>
                <a:path w="21746" h="12560" extrusionOk="0">
                  <a:moveTo>
                    <a:pt x="21175" y="0"/>
                  </a:moveTo>
                  <a:lnTo>
                    <a:pt x="1" y="12233"/>
                  </a:lnTo>
                  <a:lnTo>
                    <a:pt x="565" y="12559"/>
                  </a:lnTo>
                  <a:lnTo>
                    <a:pt x="21745" y="333"/>
                  </a:lnTo>
                  <a:lnTo>
                    <a:pt x="211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5"/>
            <p:cNvSpPr/>
            <p:nvPr/>
          </p:nvSpPr>
          <p:spPr>
            <a:xfrm>
              <a:off x="9828714" y="-4171594"/>
              <a:ext cx="4602363" cy="5127143"/>
            </a:xfrm>
            <a:custGeom>
              <a:avLst/>
              <a:gdLst/>
              <a:ahLst/>
              <a:cxnLst/>
              <a:rect l="l" t="t" r="r" b="b"/>
              <a:pathLst>
                <a:path w="21211" h="24359" extrusionOk="0">
                  <a:moveTo>
                    <a:pt x="21181" y="1"/>
                  </a:moveTo>
                  <a:lnTo>
                    <a:pt x="1" y="12227"/>
                  </a:lnTo>
                  <a:lnTo>
                    <a:pt x="36" y="24358"/>
                  </a:lnTo>
                  <a:lnTo>
                    <a:pt x="21211" y="12132"/>
                  </a:lnTo>
                  <a:lnTo>
                    <a:pt x="211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5"/>
            <p:cNvSpPr/>
            <p:nvPr/>
          </p:nvSpPr>
          <p:spPr>
            <a:xfrm>
              <a:off x="9931779" y="-4022784"/>
              <a:ext cx="4396232" cy="4830784"/>
            </a:xfrm>
            <a:custGeom>
              <a:avLst/>
              <a:gdLst/>
              <a:ahLst/>
              <a:cxnLst/>
              <a:rect l="l" t="t" r="r" b="b"/>
              <a:pathLst>
                <a:path w="20261" h="22951" extrusionOk="0">
                  <a:moveTo>
                    <a:pt x="20261" y="0"/>
                  </a:moveTo>
                  <a:lnTo>
                    <a:pt x="1" y="11698"/>
                  </a:lnTo>
                  <a:lnTo>
                    <a:pt x="1" y="22951"/>
                  </a:lnTo>
                  <a:lnTo>
                    <a:pt x="20261" y="11253"/>
                  </a:lnTo>
                  <a:lnTo>
                    <a:pt x="202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5"/>
            <p:cNvSpPr/>
            <p:nvPr/>
          </p:nvSpPr>
          <p:spPr>
            <a:xfrm>
              <a:off x="9875147" y="-3484162"/>
              <a:ext cx="4508410" cy="2543681"/>
            </a:xfrm>
            <a:custGeom>
              <a:avLst/>
              <a:gdLst/>
              <a:ahLst/>
              <a:cxnLst/>
              <a:rect l="l" t="t" r="r" b="b"/>
              <a:pathLst>
                <a:path w="20778" h="12085" extrusionOk="0">
                  <a:moveTo>
                    <a:pt x="20700" y="1"/>
                  </a:moveTo>
                  <a:lnTo>
                    <a:pt x="0" y="11948"/>
                  </a:lnTo>
                  <a:lnTo>
                    <a:pt x="78" y="12084"/>
                  </a:lnTo>
                  <a:lnTo>
                    <a:pt x="20777"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5"/>
            <p:cNvSpPr/>
            <p:nvPr/>
          </p:nvSpPr>
          <p:spPr>
            <a:xfrm>
              <a:off x="9875147" y="-2879238"/>
              <a:ext cx="4508410" cy="2543681"/>
            </a:xfrm>
            <a:custGeom>
              <a:avLst/>
              <a:gdLst/>
              <a:ahLst/>
              <a:cxnLst/>
              <a:rect l="l" t="t" r="r" b="b"/>
              <a:pathLst>
                <a:path w="20778" h="12085" extrusionOk="0">
                  <a:moveTo>
                    <a:pt x="20700" y="1"/>
                  </a:moveTo>
                  <a:lnTo>
                    <a:pt x="0" y="11942"/>
                  </a:lnTo>
                  <a:lnTo>
                    <a:pt x="78" y="12084"/>
                  </a:lnTo>
                  <a:lnTo>
                    <a:pt x="20777"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5"/>
            <p:cNvSpPr/>
            <p:nvPr/>
          </p:nvSpPr>
          <p:spPr>
            <a:xfrm>
              <a:off x="9873845" y="-2275577"/>
              <a:ext cx="4509712" cy="2544944"/>
            </a:xfrm>
            <a:custGeom>
              <a:avLst/>
              <a:gdLst/>
              <a:ahLst/>
              <a:cxnLst/>
              <a:rect l="l" t="t" r="r" b="b"/>
              <a:pathLst>
                <a:path w="20784" h="12091" extrusionOk="0">
                  <a:moveTo>
                    <a:pt x="20700" y="1"/>
                  </a:moveTo>
                  <a:lnTo>
                    <a:pt x="1" y="11948"/>
                  </a:lnTo>
                  <a:lnTo>
                    <a:pt x="84" y="12090"/>
                  </a:lnTo>
                  <a:lnTo>
                    <a:pt x="20783"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5"/>
            <p:cNvSpPr/>
            <p:nvPr/>
          </p:nvSpPr>
          <p:spPr>
            <a:xfrm>
              <a:off x="13607610" y="-3656546"/>
              <a:ext cx="36236" cy="2419917"/>
            </a:xfrm>
            <a:custGeom>
              <a:avLst/>
              <a:gdLst/>
              <a:ahLst/>
              <a:cxnLst/>
              <a:rect l="l" t="t" r="r" b="b"/>
              <a:pathLst>
                <a:path w="167" h="11497" extrusionOk="0">
                  <a:moveTo>
                    <a:pt x="1" y="0"/>
                  </a:moveTo>
                  <a:lnTo>
                    <a:pt x="1" y="11496"/>
                  </a:lnTo>
                  <a:lnTo>
                    <a:pt x="167" y="11496"/>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5"/>
            <p:cNvSpPr/>
            <p:nvPr/>
          </p:nvSpPr>
          <p:spPr>
            <a:xfrm>
              <a:off x="12860336" y="-3237899"/>
              <a:ext cx="36236" cy="2419917"/>
            </a:xfrm>
            <a:custGeom>
              <a:avLst/>
              <a:gdLst/>
              <a:ahLst/>
              <a:cxnLst/>
              <a:rect l="l" t="t" r="r" b="b"/>
              <a:pathLst>
                <a:path w="167" h="11497" extrusionOk="0">
                  <a:moveTo>
                    <a:pt x="1" y="1"/>
                  </a:moveTo>
                  <a:lnTo>
                    <a:pt x="1" y="11496"/>
                  </a:lnTo>
                  <a:lnTo>
                    <a:pt x="167" y="11496"/>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5"/>
            <p:cNvSpPr/>
            <p:nvPr/>
          </p:nvSpPr>
          <p:spPr>
            <a:xfrm>
              <a:off x="12111761" y="-2816725"/>
              <a:ext cx="36236" cy="2419917"/>
            </a:xfrm>
            <a:custGeom>
              <a:avLst/>
              <a:gdLst/>
              <a:ahLst/>
              <a:cxnLst/>
              <a:rect l="l" t="t" r="r" b="b"/>
              <a:pathLst>
                <a:path w="167" h="11497" extrusionOk="0">
                  <a:moveTo>
                    <a:pt x="1" y="1"/>
                  </a:moveTo>
                  <a:lnTo>
                    <a:pt x="1" y="11496"/>
                  </a:lnTo>
                  <a:lnTo>
                    <a:pt x="167" y="11496"/>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5"/>
            <p:cNvSpPr/>
            <p:nvPr/>
          </p:nvSpPr>
          <p:spPr>
            <a:xfrm>
              <a:off x="11363185" y="-2399340"/>
              <a:ext cx="35151" cy="2421180"/>
            </a:xfrm>
            <a:custGeom>
              <a:avLst/>
              <a:gdLst/>
              <a:ahLst/>
              <a:cxnLst/>
              <a:rect l="l" t="t" r="r" b="b"/>
              <a:pathLst>
                <a:path w="162" h="11503" extrusionOk="0">
                  <a:moveTo>
                    <a:pt x="1" y="1"/>
                  </a:moveTo>
                  <a:lnTo>
                    <a:pt x="1" y="11503"/>
                  </a:lnTo>
                  <a:lnTo>
                    <a:pt x="161" y="11503"/>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5"/>
            <p:cNvSpPr/>
            <p:nvPr/>
          </p:nvSpPr>
          <p:spPr>
            <a:xfrm>
              <a:off x="10614610" y="-1979219"/>
              <a:ext cx="35151" cy="2419707"/>
            </a:xfrm>
            <a:custGeom>
              <a:avLst/>
              <a:gdLst/>
              <a:ahLst/>
              <a:cxnLst/>
              <a:rect l="l" t="t" r="r" b="b"/>
              <a:pathLst>
                <a:path w="162" h="11496" extrusionOk="0">
                  <a:moveTo>
                    <a:pt x="1" y="0"/>
                  </a:moveTo>
                  <a:lnTo>
                    <a:pt x="1" y="11496"/>
                  </a:lnTo>
                  <a:lnTo>
                    <a:pt x="161" y="11496"/>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5"/>
            <p:cNvSpPr/>
            <p:nvPr/>
          </p:nvSpPr>
          <p:spPr>
            <a:xfrm>
              <a:off x="9042818" y="-851881"/>
              <a:ext cx="768109" cy="505368"/>
            </a:xfrm>
            <a:custGeom>
              <a:avLst/>
              <a:gdLst/>
              <a:ahLst/>
              <a:cxnLst/>
              <a:rect l="l" t="t" r="r" b="b"/>
              <a:pathLst>
                <a:path w="3540" h="2401" extrusionOk="0">
                  <a:moveTo>
                    <a:pt x="476" y="2292"/>
                  </a:moveTo>
                  <a:cubicBezTo>
                    <a:pt x="482" y="2292"/>
                    <a:pt x="482" y="2292"/>
                    <a:pt x="476" y="2304"/>
                  </a:cubicBezTo>
                  <a:lnTo>
                    <a:pt x="476" y="2292"/>
                  </a:lnTo>
                  <a:close/>
                  <a:moveTo>
                    <a:pt x="470" y="2316"/>
                  </a:moveTo>
                  <a:cubicBezTo>
                    <a:pt x="476" y="2316"/>
                    <a:pt x="470" y="2316"/>
                    <a:pt x="470" y="2322"/>
                  </a:cubicBezTo>
                  <a:lnTo>
                    <a:pt x="470" y="2316"/>
                  </a:lnTo>
                  <a:close/>
                  <a:moveTo>
                    <a:pt x="3154" y="0"/>
                  </a:moveTo>
                  <a:cubicBezTo>
                    <a:pt x="3148" y="0"/>
                    <a:pt x="3142" y="6"/>
                    <a:pt x="3142" y="6"/>
                  </a:cubicBezTo>
                  <a:lnTo>
                    <a:pt x="72" y="1787"/>
                  </a:lnTo>
                  <a:cubicBezTo>
                    <a:pt x="30" y="1811"/>
                    <a:pt x="1" y="1871"/>
                    <a:pt x="1" y="1942"/>
                  </a:cubicBezTo>
                  <a:cubicBezTo>
                    <a:pt x="6" y="2102"/>
                    <a:pt x="107" y="2286"/>
                    <a:pt x="244" y="2369"/>
                  </a:cubicBezTo>
                  <a:cubicBezTo>
                    <a:pt x="281" y="2390"/>
                    <a:pt x="320" y="2400"/>
                    <a:pt x="354" y="2400"/>
                  </a:cubicBezTo>
                  <a:cubicBezTo>
                    <a:pt x="381" y="2400"/>
                    <a:pt x="404" y="2394"/>
                    <a:pt x="422" y="2381"/>
                  </a:cubicBezTo>
                  <a:lnTo>
                    <a:pt x="416" y="2381"/>
                  </a:lnTo>
                  <a:lnTo>
                    <a:pt x="3480" y="600"/>
                  </a:lnTo>
                  <a:cubicBezTo>
                    <a:pt x="3486" y="600"/>
                    <a:pt x="3486" y="594"/>
                    <a:pt x="3498" y="594"/>
                  </a:cubicBezTo>
                  <a:lnTo>
                    <a:pt x="3504" y="588"/>
                  </a:lnTo>
                  <a:lnTo>
                    <a:pt x="3510" y="576"/>
                  </a:lnTo>
                  <a:lnTo>
                    <a:pt x="3516" y="570"/>
                  </a:lnTo>
                  <a:lnTo>
                    <a:pt x="3528" y="564"/>
                  </a:lnTo>
                  <a:lnTo>
                    <a:pt x="3528" y="558"/>
                  </a:lnTo>
                  <a:cubicBezTo>
                    <a:pt x="3528" y="546"/>
                    <a:pt x="3534" y="546"/>
                    <a:pt x="3534" y="540"/>
                  </a:cubicBezTo>
                  <a:lnTo>
                    <a:pt x="3534" y="534"/>
                  </a:lnTo>
                  <a:cubicBezTo>
                    <a:pt x="3534" y="529"/>
                    <a:pt x="3540" y="529"/>
                    <a:pt x="3540" y="517"/>
                  </a:cubicBezTo>
                  <a:lnTo>
                    <a:pt x="3540" y="511"/>
                  </a:lnTo>
                  <a:lnTo>
                    <a:pt x="3540" y="499"/>
                  </a:lnTo>
                  <a:lnTo>
                    <a:pt x="3540" y="487"/>
                  </a:lnTo>
                  <a:lnTo>
                    <a:pt x="3540" y="481"/>
                  </a:lnTo>
                  <a:lnTo>
                    <a:pt x="3540" y="475"/>
                  </a:lnTo>
                  <a:lnTo>
                    <a:pt x="3540" y="469"/>
                  </a:lnTo>
                  <a:lnTo>
                    <a:pt x="3540" y="445"/>
                  </a:lnTo>
                  <a:lnTo>
                    <a:pt x="3540" y="416"/>
                  </a:lnTo>
                  <a:cubicBezTo>
                    <a:pt x="3540" y="410"/>
                    <a:pt x="3540" y="392"/>
                    <a:pt x="3534" y="386"/>
                  </a:cubicBezTo>
                  <a:lnTo>
                    <a:pt x="3534" y="368"/>
                  </a:lnTo>
                  <a:cubicBezTo>
                    <a:pt x="3534" y="362"/>
                    <a:pt x="3534" y="356"/>
                    <a:pt x="3528" y="350"/>
                  </a:cubicBezTo>
                  <a:lnTo>
                    <a:pt x="3528" y="339"/>
                  </a:lnTo>
                  <a:lnTo>
                    <a:pt x="3528" y="333"/>
                  </a:lnTo>
                  <a:cubicBezTo>
                    <a:pt x="3528" y="327"/>
                    <a:pt x="3516" y="309"/>
                    <a:pt x="3516" y="303"/>
                  </a:cubicBezTo>
                  <a:lnTo>
                    <a:pt x="3516" y="297"/>
                  </a:lnTo>
                  <a:cubicBezTo>
                    <a:pt x="3510" y="279"/>
                    <a:pt x="3510" y="273"/>
                    <a:pt x="3504" y="261"/>
                  </a:cubicBezTo>
                  <a:cubicBezTo>
                    <a:pt x="3504" y="249"/>
                    <a:pt x="3504" y="249"/>
                    <a:pt x="3498" y="244"/>
                  </a:cubicBezTo>
                  <a:cubicBezTo>
                    <a:pt x="3486" y="238"/>
                    <a:pt x="3486" y="232"/>
                    <a:pt x="3480" y="220"/>
                  </a:cubicBezTo>
                  <a:cubicBezTo>
                    <a:pt x="3480" y="214"/>
                    <a:pt x="3474" y="214"/>
                    <a:pt x="3474" y="208"/>
                  </a:cubicBezTo>
                  <a:cubicBezTo>
                    <a:pt x="3468" y="202"/>
                    <a:pt x="3456" y="184"/>
                    <a:pt x="3456" y="178"/>
                  </a:cubicBezTo>
                  <a:lnTo>
                    <a:pt x="3456" y="172"/>
                  </a:lnTo>
                  <a:cubicBezTo>
                    <a:pt x="3450" y="160"/>
                    <a:pt x="3445" y="148"/>
                    <a:pt x="3439" y="143"/>
                  </a:cubicBezTo>
                  <a:lnTo>
                    <a:pt x="3427" y="131"/>
                  </a:lnTo>
                  <a:cubicBezTo>
                    <a:pt x="3421" y="125"/>
                    <a:pt x="3415" y="119"/>
                    <a:pt x="3415" y="113"/>
                  </a:cubicBezTo>
                  <a:lnTo>
                    <a:pt x="3409" y="101"/>
                  </a:lnTo>
                  <a:lnTo>
                    <a:pt x="3385" y="83"/>
                  </a:lnTo>
                  <a:cubicBezTo>
                    <a:pt x="3379" y="71"/>
                    <a:pt x="3361" y="65"/>
                    <a:pt x="3355" y="59"/>
                  </a:cubicBezTo>
                  <a:lnTo>
                    <a:pt x="3350" y="53"/>
                  </a:lnTo>
                  <a:lnTo>
                    <a:pt x="3338" y="42"/>
                  </a:lnTo>
                  <a:cubicBezTo>
                    <a:pt x="3332" y="36"/>
                    <a:pt x="3326" y="36"/>
                    <a:pt x="3320" y="30"/>
                  </a:cubicBezTo>
                  <a:cubicBezTo>
                    <a:pt x="3308" y="24"/>
                    <a:pt x="3302" y="24"/>
                    <a:pt x="3296" y="12"/>
                  </a:cubicBezTo>
                  <a:cubicBezTo>
                    <a:pt x="3290" y="6"/>
                    <a:pt x="3272" y="6"/>
                    <a:pt x="3266" y="6"/>
                  </a:cubicBezTo>
                  <a:lnTo>
                    <a:pt x="3260" y="6"/>
                  </a:lnTo>
                  <a:cubicBezTo>
                    <a:pt x="3249" y="6"/>
                    <a:pt x="3243" y="6"/>
                    <a:pt x="32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5"/>
            <p:cNvSpPr/>
            <p:nvPr/>
          </p:nvSpPr>
          <p:spPr>
            <a:xfrm>
              <a:off x="6390040" y="-975644"/>
              <a:ext cx="4133469" cy="3953703"/>
            </a:xfrm>
            <a:custGeom>
              <a:avLst/>
              <a:gdLst/>
              <a:ahLst/>
              <a:cxnLst/>
              <a:rect l="l" t="t" r="r" b="b"/>
              <a:pathLst>
                <a:path w="19050" h="18784" extrusionOk="0">
                  <a:moveTo>
                    <a:pt x="16442" y="4780"/>
                  </a:moveTo>
                  <a:cubicBezTo>
                    <a:pt x="16448" y="4780"/>
                    <a:pt x="16454" y="4780"/>
                    <a:pt x="16472" y="4792"/>
                  </a:cubicBezTo>
                  <a:cubicBezTo>
                    <a:pt x="16454" y="4792"/>
                    <a:pt x="16448" y="4792"/>
                    <a:pt x="16442" y="4780"/>
                  </a:cubicBezTo>
                  <a:close/>
                  <a:moveTo>
                    <a:pt x="15534" y="4792"/>
                  </a:moveTo>
                  <a:cubicBezTo>
                    <a:pt x="15522" y="4798"/>
                    <a:pt x="15504" y="4798"/>
                    <a:pt x="15492" y="4798"/>
                  </a:cubicBezTo>
                  <a:cubicBezTo>
                    <a:pt x="15504" y="4798"/>
                    <a:pt x="15522" y="4792"/>
                    <a:pt x="15534" y="4792"/>
                  </a:cubicBezTo>
                  <a:close/>
                  <a:moveTo>
                    <a:pt x="16561" y="4804"/>
                  </a:moveTo>
                  <a:cubicBezTo>
                    <a:pt x="16566" y="4804"/>
                    <a:pt x="16571" y="4804"/>
                    <a:pt x="16580" y="4808"/>
                  </a:cubicBezTo>
                  <a:lnTo>
                    <a:pt x="16580" y="4808"/>
                  </a:lnTo>
                  <a:cubicBezTo>
                    <a:pt x="16572" y="4806"/>
                    <a:pt x="16562" y="4804"/>
                    <a:pt x="16555" y="4804"/>
                  </a:cubicBezTo>
                  <a:close/>
                  <a:moveTo>
                    <a:pt x="16680" y="4828"/>
                  </a:moveTo>
                  <a:cubicBezTo>
                    <a:pt x="16692" y="4828"/>
                    <a:pt x="16704" y="4834"/>
                    <a:pt x="16716" y="4834"/>
                  </a:cubicBezTo>
                  <a:cubicBezTo>
                    <a:pt x="16704" y="4834"/>
                    <a:pt x="16686" y="4828"/>
                    <a:pt x="16674" y="4828"/>
                  </a:cubicBezTo>
                  <a:close/>
                  <a:moveTo>
                    <a:pt x="16799" y="4857"/>
                  </a:moveTo>
                  <a:cubicBezTo>
                    <a:pt x="16805" y="4857"/>
                    <a:pt x="16822" y="4863"/>
                    <a:pt x="16828" y="4863"/>
                  </a:cubicBezTo>
                  <a:cubicBezTo>
                    <a:pt x="16811" y="4863"/>
                    <a:pt x="16805" y="4857"/>
                    <a:pt x="16793" y="4857"/>
                  </a:cubicBezTo>
                  <a:close/>
                  <a:moveTo>
                    <a:pt x="16912" y="4887"/>
                  </a:moveTo>
                  <a:cubicBezTo>
                    <a:pt x="16918" y="4887"/>
                    <a:pt x="16923" y="4893"/>
                    <a:pt x="16929" y="4893"/>
                  </a:cubicBezTo>
                  <a:cubicBezTo>
                    <a:pt x="16923" y="4893"/>
                    <a:pt x="16912" y="4887"/>
                    <a:pt x="16900" y="4887"/>
                  </a:cubicBezTo>
                  <a:close/>
                  <a:moveTo>
                    <a:pt x="15023" y="4893"/>
                  </a:moveTo>
                  <a:cubicBezTo>
                    <a:pt x="15011" y="4893"/>
                    <a:pt x="14994" y="4899"/>
                    <a:pt x="14982" y="4899"/>
                  </a:cubicBezTo>
                  <a:cubicBezTo>
                    <a:pt x="14994" y="4893"/>
                    <a:pt x="15011" y="4893"/>
                    <a:pt x="15023" y="4893"/>
                  </a:cubicBezTo>
                  <a:close/>
                  <a:moveTo>
                    <a:pt x="17018" y="4923"/>
                  </a:moveTo>
                  <a:cubicBezTo>
                    <a:pt x="17030" y="4923"/>
                    <a:pt x="17030" y="4923"/>
                    <a:pt x="17036" y="4929"/>
                  </a:cubicBezTo>
                  <a:cubicBezTo>
                    <a:pt x="17030" y="4923"/>
                    <a:pt x="17018" y="4923"/>
                    <a:pt x="17018" y="4923"/>
                  </a:cubicBezTo>
                  <a:close/>
                  <a:moveTo>
                    <a:pt x="14893" y="4929"/>
                  </a:moveTo>
                  <a:cubicBezTo>
                    <a:pt x="14875" y="4941"/>
                    <a:pt x="14863" y="4941"/>
                    <a:pt x="14845" y="4947"/>
                  </a:cubicBezTo>
                  <a:cubicBezTo>
                    <a:pt x="14845" y="4941"/>
                    <a:pt x="14851" y="4941"/>
                    <a:pt x="14851" y="4941"/>
                  </a:cubicBezTo>
                  <a:cubicBezTo>
                    <a:pt x="14869" y="4941"/>
                    <a:pt x="14875" y="4929"/>
                    <a:pt x="14893" y="4929"/>
                  </a:cubicBezTo>
                  <a:close/>
                  <a:moveTo>
                    <a:pt x="14750" y="4970"/>
                  </a:moveTo>
                  <a:cubicBezTo>
                    <a:pt x="14744" y="4976"/>
                    <a:pt x="14726" y="4982"/>
                    <a:pt x="14715" y="4982"/>
                  </a:cubicBezTo>
                  <a:cubicBezTo>
                    <a:pt x="14726" y="4976"/>
                    <a:pt x="14732" y="4976"/>
                    <a:pt x="14750" y="4970"/>
                  </a:cubicBezTo>
                  <a:close/>
                  <a:moveTo>
                    <a:pt x="14607" y="5016"/>
                  </a:moveTo>
                  <a:lnTo>
                    <a:pt x="14607" y="5016"/>
                  </a:lnTo>
                  <a:cubicBezTo>
                    <a:pt x="14599" y="5022"/>
                    <a:pt x="14593" y="5030"/>
                    <a:pt x="14584" y="5030"/>
                  </a:cubicBezTo>
                  <a:cubicBezTo>
                    <a:pt x="14592" y="5021"/>
                    <a:pt x="14601" y="5019"/>
                    <a:pt x="14607" y="5016"/>
                  </a:cubicBezTo>
                  <a:close/>
                  <a:moveTo>
                    <a:pt x="14483" y="5065"/>
                  </a:moveTo>
                  <a:cubicBezTo>
                    <a:pt x="14465" y="5071"/>
                    <a:pt x="14459" y="5077"/>
                    <a:pt x="14447" y="5077"/>
                  </a:cubicBezTo>
                  <a:cubicBezTo>
                    <a:pt x="14459" y="5071"/>
                    <a:pt x="14465" y="5071"/>
                    <a:pt x="14483" y="5065"/>
                  </a:cubicBezTo>
                  <a:close/>
                  <a:moveTo>
                    <a:pt x="17466" y="5131"/>
                  </a:moveTo>
                  <a:lnTo>
                    <a:pt x="17476" y="5137"/>
                  </a:lnTo>
                  <a:cubicBezTo>
                    <a:pt x="17476" y="5132"/>
                    <a:pt x="17469" y="5131"/>
                    <a:pt x="17466" y="5131"/>
                  </a:cubicBezTo>
                  <a:close/>
                  <a:moveTo>
                    <a:pt x="14177" y="5192"/>
                  </a:moveTo>
                  <a:lnTo>
                    <a:pt x="14177" y="5192"/>
                  </a:lnTo>
                  <a:cubicBezTo>
                    <a:pt x="14174" y="5193"/>
                    <a:pt x="14171" y="5194"/>
                    <a:pt x="14168" y="5196"/>
                  </a:cubicBezTo>
                  <a:cubicBezTo>
                    <a:pt x="14170" y="5194"/>
                    <a:pt x="14173" y="5193"/>
                    <a:pt x="14177" y="5192"/>
                  </a:cubicBezTo>
                  <a:close/>
                  <a:moveTo>
                    <a:pt x="8123" y="15552"/>
                  </a:moveTo>
                  <a:cubicBezTo>
                    <a:pt x="8129" y="15575"/>
                    <a:pt x="8129" y="15599"/>
                    <a:pt x="8129" y="15617"/>
                  </a:cubicBezTo>
                  <a:cubicBezTo>
                    <a:pt x="8129" y="15599"/>
                    <a:pt x="8123" y="15575"/>
                    <a:pt x="8123" y="15552"/>
                  </a:cubicBezTo>
                  <a:close/>
                  <a:moveTo>
                    <a:pt x="8135" y="15700"/>
                  </a:moveTo>
                  <a:cubicBezTo>
                    <a:pt x="8141" y="15724"/>
                    <a:pt x="8141" y="15736"/>
                    <a:pt x="8141" y="15754"/>
                  </a:cubicBezTo>
                  <a:cubicBezTo>
                    <a:pt x="8141" y="15736"/>
                    <a:pt x="8135" y="15718"/>
                    <a:pt x="8135" y="15700"/>
                  </a:cubicBezTo>
                  <a:close/>
                  <a:moveTo>
                    <a:pt x="8159" y="15849"/>
                  </a:moveTo>
                  <a:cubicBezTo>
                    <a:pt x="8165" y="15855"/>
                    <a:pt x="8165" y="15872"/>
                    <a:pt x="8165" y="15884"/>
                  </a:cubicBezTo>
                  <a:cubicBezTo>
                    <a:pt x="8165" y="15872"/>
                    <a:pt x="8159" y="15855"/>
                    <a:pt x="8159" y="15849"/>
                  </a:cubicBezTo>
                  <a:close/>
                  <a:moveTo>
                    <a:pt x="8242" y="16258"/>
                  </a:moveTo>
                  <a:lnTo>
                    <a:pt x="8242" y="16258"/>
                  </a:lnTo>
                  <a:cubicBezTo>
                    <a:pt x="8242" y="16270"/>
                    <a:pt x="8248" y="16288"/>
                    <a:pt x="8248" y="16300"/>
                  </a:cubicBezTo>
                  <a:cubicBezTo>
                    <a:pt x="8242" y="16288"/>
                    <a:pt x="8242" y="16270"/>
                    <a:pt x="8242" y="16258"/>
                  </a:cubicBezTo>
                  <a:close/>
                  <a:moveTo>
                    <a:pt x="8308" y="16508"/>
                  </a:moveTo>
                  <a:cubicBezTo>
                    <a:pt x="8312" y="16522"/>
                    <a:pt x="8313" y="16539"/>
                    <a:pt x="8316" y="16552"/>
                  </a:cubicBezTo>
                  <a:lnTo>
                    <a:pt x="8316" y="16552"/>
                  </a:lnTo>
                  <a:cubicBezTo>
                    <a:pt x="8316" y="16551"/>
                    <a:pt x="8315" y="16550"/>
                    <a:pt x="8313" y="16549"/>
                  </a:cubicBezTo>
                  <a:cubicBezTo>
                    <a:pt x="8313" y="16531"/>
                    <a:pt x="8308" y="16525"/>
                    <a:pt x="8308" y="16508"/>
                  </a:cubicBezTo>
                  <a:close/>
                  <a:moveTo>
                    <a:pt x="8391" y="16761"/>
                  </a:moveTo>
                  <a:cubicBezTo>
                    <a:pt x="8399" y="16777"/>
                    <a:pt x="8403" y="16794"/>
                    <a:pt x="8403" y="16799"/>
                  </a:cubicBezTo>
                  <a:cubicBezTo>
                    <a:pt x="8398" y="16784"/>
                    <a:pt x="8397" y="16774"/>
                    <a:pt x="8391" y="16761"/>
                  </a:cubicBezTo>
                  <a:close/>
                  <a:moveTo>
                    <a:pt x="8438" y="16887"/>
                  </a:moveTo>
                  <a:lnTo>
                    <a:pt x="8438" y="16887"/>
                  </a:lnTo>
                  <a:cubicBezTo>
                    <a:pt x="8440" y="16891"/>
                    <a:pt x="8443" y="16895"/>
                    <a:pt x="8444" y="16899"/>
                  </a:cubicBezTo>
                  <a:lnTo>
                    <a:pt x="8444" y="16899"/>
                  </a:lnTo>
                  <a:cubicBezTo>
                    <a:pt x="8442" y="16895"/>
                    <a:pt x="8440" y="16891"/>
                    <a:pt x="8438" y="16887"/>
                  </a:cubicBezTo>
                  <a:close/>
                  <a:moveTo>
                    <a:pt x="8485" y="17000"/>
                  </a:moveTo>
                  <a:cubicBezTo>
                    <a:pt x="8487" y="17004"/>
                    <a:pt x="8490" y="17008"/>
                    <a:pt x="8492" y="17012"/>
                  </a:cubicBezTo>
                  <a:lnTo>
                    <a:pt x="8492" y="17012"/>
                  </a:lnTo>
                  <a:cubicBezTo>
                    <a:pt x="8489" y="17009"/>
                    <a:pt x="8487" y="17005"/>
                    <a:pt x="8485" y="17000"/>
                  </a:cubicBezTo>
                  <a:close/>
                  <a:moveTo>
                    <a:pt x="8492" y="17012"/>
                  </a:moveTo>
                  <a:cubicBezTo>
                    <a:pt x="8498" y="17025"/>
                    <a:pt x="8503" y="17035"/>
                    <a:pt x="8509" y="17042"/>
                  </a:cubicBezTo>
                  <a:cubicBezTo>
                    <a:pt x="8498" y="17036"/>
                    <a:pt x="8498" y="17030"/>
                    <a:pt x="8492" y="17012"/>
                  </a:cubicBezTo>
                  <a:close/>
                  <a:moveTo>
                    <a:pt x="8527" y="17096"/>
                  </a:moveTo>
                  <a:cubicBezTo>
                    <a:pt x="8539" y="17119"/>
                    <a:pt x="8551" y="17131"/>
                    <a:pt x="8551" y="17143"/>
                  </a:cubicBezTo>
                  <a:lnTo>
                    <a:pt x="8527" y="17096"/>
                  </a:lnTo>
                  <a:close/>
                  <a:moveTo>
                    <a:pt x="8551" y="17143"/>
                  </a:moveTo>
                  <a:cubicBezTo>
                    <a:pt x="8554" y="17146"/>
                    <a:pt x="8554" y="17147"/>
                    <a:pt x="8553" y="17147"/>
                  </a:cubicBezTo>
                  <a:cubicBezTo>
                    <a:pt x="8552" y="17147"/>
                    <a:pt x="8551" y="17146"/>
                    <a:pt x="8551" y="17143"/>
                  </a:cubicBezTo>
                  <a:close/>
                  <a:moveTo>
                    <a:pt x="8587" y="17202"/>
                  </a:moveTo>
                  <a:lnTo>
                    <a:pt x="8610" y="17244"/>
                  </a:lnTo>
                  <a:cubicBezTo>
                    <a:pt x="8604" y="17244"/>
                    <a:pt x="8604" y="17244"/>
                    <a:pt x="8604" y="17238"/>
                  </a:cubicBezTo>
                  <a:cubicBezTo>
                    <a:pt x="8598" y="17220"/>
                    <a:pt x="8587" y="17214"/>
                    <a:pt x="8587" y="17202"/>
                  </a:cubicBezTo>
                  <a:close/>
                  <a:moveTo>
                    <a:pt x="8644" y="17312"/>
                  </a:moveTo>
                  <a:cubicBezTo>
                    <a:pt x="8650" y="17325"/>
                    <a:pt x="8659" y="17334"/>
                    <a:pt x="8664" y="17339"/>
                  </a:cubicBezTo>
                  <a:cubicBezTo>
                    <a:pt x="8664" y="17343"/>
                    <a:pt x="8664" y="17344"/>
                    <a:pt x="8664" y="17344"/>
                  </a:cubicBezTo>
                  <a:cubicBezTo>
                    <a:pt x="8663" y="17344"/>
                    <a:pt x="8662" y="17337"/>
                    <a:pt x="8658" y="17333"/>
                  </a:cubicBezTo>
                  <a:cubicBezTo>
                    <a:pt x="8649" y="17329"/>
                    <a:pt x="8647" y="17321"/>
                    <a:pt x="8644" y="17312"/>
                  </a:cubicBezTo>
                  <a:close/>
                  <a:moveTo>
                    <a:pt x="8699" y="17410"/>
                  </a:moveTo>
                  <a:lnTo>
                    <a:pt x="8699" y="17410"/>
                  </a:lnTo>
                  <a:cubicBezTo>
                    <a:pt x="8717" y="17428"/>
                    <a:pt x="8723" y="17446"/>
                    <a:pt x="8729" y="17458"/>
                  </a:cubicBezTo>
                  <a:cubicBezTo>
                    <a:pt x="8723" y="17452"/>
                    <a:pt x="8723" y="17446"/>
                    <a:pt x="8717" y="17440"/>
                  </a:cubicBezTo>
                  <a:cubicBezTo>
                    <a:pt x="8705" y="17428"/>
                    <a:pt x="8699" y="17416"/>
                    <a:pt x="8699" y="17410"/>
                  </a:cubicBezTo>
                  <a:close/>
                  <a:moveTo>
                    <a:pt x="8765" y="17511"/>
                  </a:moveTo>
                  <a:cubicBezTo>
                    <a:pt x="8767" y="17519"/>
                    <a:pt x="8772" y="17525"/>
                    <a:pt x="8777" y="17531"/>
                  </a:cubicBezTo>
                  <a:lnTo>
                    <a:pt x="8777" y="17531"/>
                  </a:lnTo>
                  <a:cubicBezTo>
                    <a:pt x="8772" y="17526"/>
                    <a:pt x="8768" y="17520"/>
                    <a:pt x="8765" y="17511"/>
                  </a:cubicBezTo>
                  <a:close/>
                  <a:moveTo>
                    <a:pt x="8788" y="17547"/>
                  </a:moveTo>
                  <a:cubicBezTo>
                    <a:pt x="8791" y="17551"/>
                    <a:pt x="8793" y="17554"/>
                    <a:pt x="8794" y="17559"/>
                  </a:cubicBezTo>
                  <a:lnTo>
                    <a:pt x="8788" y="17547"/>
                  </a:lnTo>
                  <a:close/>
                  <a:moveTo>
                    <a:pt x="8901" y="17689"/>
                  </a:moveTo>
                  <a:lnTo>
                    <a:pt x="8901" y="17689"/>
                  </a:lnTo>
                  <a:cubicBezTo>
                    <a:pt x="8907" y="17707"/>
                    <a:pt x="8919" y="17719"/>
                    <a:pt x="8931" y="17725"/>
                  </a:cubicBezTo>
                  <a:cubicBezTo>
                    <a:pt x="8919" y="17725"/>
                    <a:pt x="8913" y="17719"/>
                    <a:pt x="8913" y="17713"/>
                  </a:cubicBezTo>
                  <a:cubicBezTo>
                    <a:pt x="8907" y="17707"/>
                    <a:pt x="8901" y="17695"/>
                    <a:pt x="8901" y="17689"/>
                  </a:cubicBezTo>
                  <a:close/>
                  <a:moveTo>
                    <a:pt x="8964" y="17779"/>
                  </a:moveTo>
                  <a:cubicBezTo>
                    <a:pt x="8976" y="17798"/>
                    <a:pt x="8991" y="17809"/>
                    <a:pt x="8996" y="17814"/>
                  </a:cubicBezTo>
                  <a:lnTo>
                    <a:pt x="8978" y="17802"/>
                  </a:lnTo>
                  <a:cubicBezTo>
                    <a:pt x="8974" y="17793"/>
                    <a:pt x="8969" y="17787"/>
                    <a:pt x="8964" y="17779"/>
                  </a:cubicBezTo>
                  <a:close/>
                  <a:moveTo>
                    <a:pt x="9032" y="17862"/>
                  </a:moveTo>
                  <a:cubicBezTo>
                    <a:pt x="9041" y="17867"/>
                    <a:pt x="9047" y="17875"/>
                    <a:pt x="9052" y="17882"/>
                  </a:cubicBezTo>
                  <a:lnTo>
                    <a:pt x="9052" y="17882"/>
                  </a:lnTo>
                  <a:lnTo>
                    <a:pt x="9032" y="17862"/>
                  </a:lnTo>
                  <a:close/>
                  <a:moveTo>
                    <a:pt x="9353" y="18158"/>
                  </a:moveTo>
                  <a:lnTo>
                    <a:pt x="9353" y="18158"/>
                  </a:lnTo>
                  <a:cubicBezTo>
                    <a:pt x="9356" y="18160"/>
                    <a:pt x="9360" y="18163"/>
                    <a:pt x="9364" y="18166"/>
                  </a:cubicBezTo>
                  <a:lnTo>
                    <a:pt x="9364" y="18166"/>
                  </a:lnTo>
                  <a:cubicBezTo>
                    <a:pt x="9359" y="18163"/>
                    <a:pt x="9355" y="18161"/>
                    <a:pt x="9353" y="18158"/>
                  </a:cubicBezTo>
                  <a:close/>
                  <a:moveTo>
                    <a:pt x="9463" y="18238"/>
                  </a:moveTo>
                  <a:lnTo>
                    <a:pt x="9463" y="18238"/>
                  </a:lnTo>
                  <a:cubicBezTo>
                    <a:pt x="9468" y="18243"/>
                    <a:pt x="9472" y="18248"/>
                    <a:pt x="9477" y="18253"/>
                  </a:cubicBezTo>
                  <a:cubicBezTo>
                    <a:pt x="9471" y="18247"/>
                    <a:pt x="9465" y="18247"/>
                    <a:pt x="9465" y="18242"/>
                  </a:cubicBezTo>
                  <a:cubicBezTo>
                    <a:pt x="9465" y="18240"/>
                    <a:pt x="9464" y="18239"/>
                    <a:pt x="9463" y="18238"/>
                  </a:cubicBezTo>
                  <a:close/>
                  <a:moveTo>
                    <a:pt x="9596" y="18378"/>
                  </a:moveTo>
                  <a:cubicBezTo>
                    <a:pt x="9612" y="18389"/>
                    <a:pt x="9618" y="18394"/>
                    <a:pt x="9632" y="18400"/>
                  </a:cubicBezTo>
                  <a:lnTo>
                    <a:pt x="9632" y="18400"/>
                  </a:lnTo>
                  <a:cubicBezTo>
                    <a:pt x="9620" y="18393"/>
                    <a:pt x="9608" y="18385"/>
                    <a:pt x="9596" y="18378"/>
                  </a:cubicBezTo>
                  <a:close/>
                  <a:moveTo>
                    <a:pt x="7785" y="0"/>
                  </a:moveTo>
                  <a:cubicBezTo>
                    <a:pt x="7755" y="0"/>
                    <a:pt x="7732" y="0"/>
                    <a:pt x="7708" y="12"/>
                  </a:cubicBezTo>
                  <a:lnTo>
                    <a:pt x="7654" y="12"/>
                  </a:lnTo>
                  <a:cubicBezTo>
                    <a:pt x="7625" y="12"/>
                    <a:pt x="7601" y="18"/>
                    <a:pt x="7571" y="18"/>
                  </a:cubicBezTo>
                  <a:cubicBezTo>
                    <a:pt x="7559" y="18"/>
                    <a:pt x="7542" y="18"/>
                    <a:pt x="7518" y="24"/>
                  </a:cubicBezTo>
                  <a:cubicBezTo>
                    <a:pt x="7488" y="24"/>
                    <a:pt x="7458" y="30"/>
                    <a:pt x="7423" y="42"/>
                  </a:cubicBezTo>
                  <a:cubicBezTo>
                    <a:pt x="7417" y="42"/>
                    <a:pt x="7399" y="42"/>
                    <a:pt x="7393" y="48"/>
                  </a:cubicBezTo>
                  <a:lnTo>
                    <a:pt x="7363" y="48"/>
                  </a:lnTo>
                  <a:cubicBezTo>
                    <a:pt x="7334" y="54"/>
                    <a:pt x="7304" y="54"/>
                    <a:pt x="7268" y="60"/>
                  </a:cubicBezTo>
                  <a:cubicBezTo>
                    <a:pt x="7262" y="60"/>
                    <a:pt x="7251" y="60"/>
                    <a:pt x="7239" y="71"/>
                  </a:cubicBezTo>
                  <a:lnTo>
                    <a:pt x="7126" y="89"/>
                  </a:lnTo>
                  <a:cubicBezTo>
                    <a:pt x="7120" y="89"/>
                    <a:pt x="7114" y="89"/>
                    <a:pt x="7102" y="101"/>
                  </a:cubicBezTo>
                  <a:cubicBezTo>
                    <a:pt x="7072" y="107"/>
                    <a:pt x="7037" y="113"/>
                    <a:pt x="7007" y="119"/>
                  </a:cubicBezTo>
                  <a:cubicBezTo>
                    <a:pt x="7001" y="119"/>
                    <a:pt x="6995" y="131"/>
                    <a:pt x="6983" y="131"/>
                  </a:cubicBezTo>
                  <a:cubicBezTo>
                    <a:pt x="6948" y="137"/>
                    <a:pt x="6912" y="149"/>
                    <a:pt x="6876" y="161"/>
                  </a:cubicBezTo>
                  <a:cubicBezTo>
                    <a:pt x="6865" y="161"/>
                    <a:pt x="6859" y="166"/>
                    <a:pt x="6853" y="166"/>
                  </a:cubicBezTo>
                  <a:cubicBezTo>
                    <a:pt x="6817" y="172"/>
                    <a:pt x="6787" y="190"/>
                    <a:pt x="6746" y="196"/>
                  </a:cubicBezTo>
                  <a:cubicBezTo>
                    <a:pt x="6740" y="196"/>
                    <a:pt x="6734" y="202"/>
                    <a:pt x="6728" y="202"/>
                  </a:cubicBezTo>
                  <a:cubicBezTo>
                    <a:pt x="6686" y="220"/>
                    <a:pt x="6645" y="226"/>
                    <a:pt x="6609" y="238"/>
                  </a:cubicBezTo>
                  <a:cubicBezTo>
                    <a:pt x="6597" y="238"/>
                    <a:pt x="6591" y="250"/>
                    <a:pt x="6580" y="250"/>
                  </a:cubicBezTo>
                  <a:cubicBezTo>
                    <a:pt x="6538" y="261"/>
                    <a:pt x="6508" y="267"/>
                    <a:pt x="6473" y="285"/>
                  </a:cubicBezTo>
                  <a:cubicBezTo>
                    <a:pt x="6467" y="285"/>
                    <a:pt x="6461" y="291"/>
                    <a:pt x="6449" y="291"/>
                  </a:cubicBezTo>
                  <a:cubicBezTo>
                    <a:pt x="6413" y="309"/>
                    <a:pt x="6372" y="321"/>
                    <a:pt x="6330" y="339"/>
                  </a:cubicBezTo>
                  <a:cubicBezTo>
                    <a:pt x="6324" y="339"/>
                    <a:pt x="6312" y="345"/>
                    <a:pt x="6300" y="351"/>
                  </a:cubicBezTo>
                  <a:cubicBezTo>
                    <a:pt x="6265" y="368"/>
                    <a:pt x="6229" y="380"/>
                    <a:pt x="6200" y="398"/>
                  </a:cubicBezTo>
                  <a:cubicBezTo>
                    <a:pt x="6194" y="398"/>
                    <a:pt x="6182" y="404"/>
                    <a:pt x="6182" y="404"/>
                  </a:cubicBezTo>
                  <a:cubicBezTo>
                    <a:pt x="6146" y="416"/>
                    <a:pt x="6105" y="440"/>
                    <a:pt x="6063" y="457"/>
                  </a:cubicBezTo>
                  <a:cubicBezTo>
                    <a:pt x="6057" y="463"/>
                    <a:pt x="6045" y="463"/>
                    <a:pt x="6033" y="469"/>
                  </a:cubicBezTo>
                  <a:cubicBezTo>
                    <a:pt x="6021" y="475"/>
                    <a:pt x="6015" y="475"/>
                    <a:pt x="5998" y="487"/>
                  </a:cubicBezTo>
                  <a:lnTo>
                    <a:pt x="5956" y="505"/>
                  </a:lnTo>
                  <a:cubicBezTo>
                    <a:pt x="5932" y="517"/>
                    <a:pt x="5915" y="523"/>
                    <a:pt x="5897" y="535"/>
                  </a:cubicBezTo>
                  <a:cubicBezTo>
                    <a:pt x="5867" y="552"/>
                    <a:pt x="5843" y="564"/>
                    <a:pt x="5814" y="576"/>
                  </a:cubicBezTo>
                  <a:cubicBezTo>
                    <a:pt x="5796" y="582"/>
                    <a:pt x="5778" y="588"/>
                    <a:pt x="5760" y="606"/>
                  </a:cubicBezTo>
                  <a:lnTo>
                    <a:pt x="5671" y="647"/>
                  </a:lnTo>
                  <a:lnTo>
                    <a:pt x="5629" y="671"/>
                  </a:lnTo>
                  <a:cubicBezTo>
                    <a:pt x="5582" y="695"/>
                    <a:pt x="5540" y="725"/>
                    <a:pt x="5493" y="742"/>
                  </a:cubicBezTo>
                  <a:cubicBezTo>
                    <a:pt x="5451" y="766"/>
                    <a:pt x="5404" y="796"/>
                    <a:pt x="5362" y="820"/>
                  </a:cubicBezTo>
                  <a:lnTo>
                    <a:pt x="5315" y="843"/>
                  </a:lnTo>
                  <a:cubicBezTo>
                    <a:pt x="5285" y="855"/>
                    <a:pt x="5255" y="879"/>
                    <a:pt x="5226" y="891"/>
                  </a:cubicBezTo>
                  <a:cubicBezTo>
                    <a:pt x="5214" y="903"/>
                    <a:pt x="5196" y="915"/>
                    <a:pt x="5172" y="921"/>
                  </a:cubicBezTo>
                  <a:cubicBezTo>
                    <a:pt x="5143" y="938"/>
                    <a:pt x="5113" y="962"/>
                    <a:pt x="5095" y="974"/>
                  </a:cubicBezTo>
                  <a:cubicBezTo>
                    <a:pt x="5077" y="980"/>
                    <a:pt x="5065" y="998"/>
                    <a:pt x="5042" y="1004"/>
                  </a:cubicBezTo>
                  <a:cubicBezTo>
                    <a:pt x="5012" y="1027"/>
                    <a:pt x="4982" y="1039"/>
                    <a:pt x="4959" y="1063"/>
                  </a:cubicBezTo>
                  <a:cubicBezTo>
                    <a:pt x="4947" y="1069"/>
                    <a:pt x="4929" y="1087"/>
                    <a:pt x="4917" y="1093"/>
                  </a:cubicBezTo>
                  <a:cubicBezTo>
                    <a:pt x="4887" y="1117"/>
                    <a:pt x="4858" y="1140"/>
                    <a:pt x="4816" y="1158"/>
                  </a:cubicBezTo>
                  <a:cubicBezTo>
                    <a:pt x="4804" y="1170"/>
                    <a:pt x="4798" y="1176"/>
                    <a:pt x="4780" y="1182"/>
                  </a:cubicBezTo>
                  <a:lnTo>
                    <a:pt x="4537" y="1360"/>
                  </a:lnTo>
                  <a:lnTo>
                    <a:pt x="4531" y="1366"/>
                  </a:lnTo>
                  <a:cubicBezTo>
                    <a:pt x="4478" y="1413"/>
                    <a:pt x="4424" y="1449"/>
                    <a:pt x="4371" y="1497"/>
                  </a:cubicBezTo>
                  <a:cubicBezTo>
                    <a:pt x="4359" y="1502"/>
                    <a:pt x="4341" y="1514"/>
                    <a:pt x="4335" y="1526"/>
                  </a:cubicBezTo>
                  <a:cubicBezTo>
                    <a:pt x="4299" y="1556"/>
                    <a:pt x="4252" y="1592"/>
                    <a:pt x="4216" y="1621"/>
                  </a:cubicBezTo>
                  <a:cubicBezTo>
                    <a:pt x="4204" y="1633"/>
                    <a:pt x="4181" y="1651"/>
                    <a:pt x="4163" y="1663"/>
                  </a:cubicBezTo>
                  <a:cubicBezTo>
                    <a:pt x="4127" y="1704"/>
                    <a:pt x="4086" y="1734"/>
                    <a:pt x="4044" y="1770"/>
                  </a:cubicBezTo>
                  <a:cubicBezTo>
                    <a:pt x="4032" y="1776"/>
                    <a:pt x="4026" y="1793"/>
                    <a:pt x="4008" y="1799"/>
                  </a:cubicBezTo>
                  <a:cubicBezTo>
                    <a:pt x="3955" y="1841"/>
                    <a:pt x="3907" y="1888"/>
                    <a:pt x="3854" y="1942"/>
                  </a:cubicBezTo>
                  <a:lnTo>
                    <a:pt x="3818" y="1978"/>
                  </a:lnTo>
                  <a:cubicBezTo>
                    <a:pt x="3777" y="2013"/>
                    <a:pt x="3735" y="2049"/>
                    <a:pt x="3700" y="2090"/>
                  </a:cubicBezTo>
                  <a:cubicBezTo>
                    <a:pt x="3682" y="2102"/>
                    <a:pt x="3670" y="2120"/>
                    <a:pt x="3646" y="2132"/>
                  </a:cubicBezTo>
                  <a:lnTo>
                    <a:pt x="3527" y="2251"/>
                  </a:lnTo>
                  <a:lnTo>
                    <a:pt x="3492" y="2286"/>
                  </a:lnTo>
                  <a:cubicBezTo>
                    <a:pt x="3438" y="2340"/>
                    <a:pt x="3391" y="2393"/>
                    <a:pt x="3343" y="2435"/>
                  </a:cubicBezTo>
                  <a:lnTo>
                    <a:pt x="3302" y="2476"/>
                  </a:lnTo>
                  <a:cubicBezTo>
                    <a:pt x="3266" y="2512"/>
                    <a:pt x="3231" y="2554"/>
                    <a:pt x="3195" y="2595"/>
                  </a:cubicBezTo>
                  <a:cubicBezTo>
                    <a:pt x="3177" y="2607"/>
                    <a:pt x="3165" y="2631"/>
                    <a:pt x="3147" y="2643"/>
                  </a:cubicBezTo>
                  <a:cubicBezTo>
                    <a:pt x="3112" y="2690"/>
                    <a:pt x="3076" y="2726"/>
                    <a:pt x="3035" y="2773"/>
                  </a:cubicBezTo>
                  <a:lnTo>
                    <a:pt x="2999" y="2809"/>
                  </a:lnTo>
                  <a:cubicBezTo>
                    <a:pt x="2957" y="2862"/>
                    <a:pt x="2904" y="2922"/>
                    <a:pt x="2856" y="2969"/>
                  </a:cubicBezTo>
                  <a:cubicBezTo>
                    <a:pt x="2851" y="2987"/>
                    <a:pt x="2839" y="2993"/>
                    <a:pt x="2827" y="3011"/>
                  </a:cubicBezTo>
                  <a:lnTo>
                    <a:pt x="2720" y="3141"/>
                  </a:lnTo>
                  <a:cubicBezTo>
                    <a:pt x="2702" y="3159"/>
                    <a:pt x="2690" y="3177"/>
                    <a:pt x="2672" y="3195"/>
                  </a:cubicBezTo>
                  <a:cubicBezTo>
                    <a:pt x="2637" y="3236"/>
                    <a:pt x="2601" y="3284"/>
                    <a:pt x="2571" y="3325"/>
                  </a:cubicBezTo>
                  <a:cubicBezTo>
                    <a:pt x="2560" y="3343"/>
                    <a:pt x="2548" y="3355"/>
                    <a:pt x="2542" y="3367"/>
                  </a:cubicBezTo>
                  <a:cubicBezTo>
                    <a:pt x="2494" y="3426"/>
                    <a:pt x="2453" y="3486"/>
                    <a:pt x="2405" y="3533"/>
                  </a:cubicBezTo>
                  <a:cubicBezTo>
                    <a:pt x="2399" y="3551"/>
                    <a:pt x="2381" y="3557"/>
                    <a:pt x="2376" y="3575"/>
                  </a:cubicBezTo>
                  <a:cubicBezTo>
                    <a:pt x="2340" y="3616"/>
                    <a:pt x="2310" y="3670"/>
                    <a:pt x="2275" y="3711"/>
                  </a:cubicBezTo>
                  <a:cubicBezTo>
                    <a:pt x="2257" y="3729"/>
                    <a:pt x="2251" y="3753"/>
                    <a:pt x="2233" y="3765"/>
                  </a:cubicBezTo>
                  <a:cubicBezTo>
                    <a:pt x="2197" y="3812"/>
                    <a:pt x="2168" y="3860"/>
                    <a:pt x="2138" y="3907"/>
                  </a:cubicBezTo>
                  <a:cubicBezTo>
                    <a:pt x="2132" y="3919"/>
                    <a:pt x="2114" y="3937"/>
                    <a:pt x="2108" y="3943"/>
                  </a:cubicBezTo>
                  <a:cubicBezTo>
                    <a:pt x="2067" y="4002"/>
                    <a:pt x="2025" y="4062"/>
                    <a:pt x="1984" y="4127"/>
                  </a:cubicBezTo>
                  <a:cubicBezTo>
                    <a:pt x="1978" y="4145"/>
                    <a:pt x="1966" y="4151"/>
                    <a:pt x="1960" y="4169"/>
                  </a:cubicBezTo>
                  <a:cubicBezTo>
                    <a:pt x="1930" y="4216"/>
                    <a:pt x="1895" y="4264"/>
                    <a:pt x="1865" y="4317"/>
                  </a:cubicBezTo>
                  <a:cubicBezTo>
                    <a:pt x="1847" y="4329"/>
                    <a:pt x="1841" y="4353"/>
                    <a:pt x="1829" y="4365"/>
                  </a:cubicBezTo>
                  <a:cubicBezTo>
                    <a:pt x="1800" y="4418"/>
                    <a:pt x="1770" y="4466"/>
                    <a:pt x="1728" y="4513"/>
                  </a:cubicBezTo>
                  <a:lnTo>
                    <a:pt x="1710" y="4561"/>
                  </a:lnTo>
                  <a:cubicBezTo>
                    <a:pt x="1669" y="4626"/>
                    <a:pt x="1633" y="4685"/>
                    <a:pt x="1598" y="4751"/>
                  </a:cubicBezTo>
                  <a:cubicBezTo>
                    <a:pt x="1592" y="4768"/>
                    <a:pt x="1580" y="4774"/>
                    <a:pt x="1574" y="4792"/>
                  </a:cubicBezTo>
                  <a:lnTo>
                    <a:pt x="1485" y="4947"/>
                  </a:lnTo>
                  <a:cubicBezTo>
                    <a:pt x="1479" y="4970"/>
                    <a:pt x="1461" y="4982"/>
                    <a:pt x="1455" y="5006"/>
                  </a:cubicBezTo>
                  <a:cubicBezTo>
                    <a:pt x="1425" y="5059"/>
                    <a:pt x="1396" y="5107"/>
                    <a:pt x="1372" y="5160"/>
                  </a:cubicBezTo>
                  <a:lnTo>
                    <a:pt x="1354" y="5208"/>
                  </a:lnTo>
                  <a:cubicBezTo>
                    <a:pt x="1313" y="5273"/>
                    <a:pt x="1283" y="5338"/>
                    <a:pt x="1247" y="5404"/>
                  </a:cubicBezTo>
                  <a:cubicBezTo>
                    <a:pt x="1241" y="5422"/>
                    <a:pt x="1235" y="5427"/>
                    <a:pt x="1235" y="5445"/>
                  </a:cubicBezTo>
                  <a:cubicBezTo>
                    <a:pt x="1206" y="5493"/>
                    <a:pt x="1182" y="5552"/>
                    <a:pt x="1152" y="5606"/>
                  </a:cubicBezTo>
                  <a:cubicBezTo>
                    <a:pt x="1146" y="5629"/>
                    <a:pt x="1129" y="5641"/>
                    <a:pt x="1123" y="5665"/>
                  </a:cubicBezTo>
                  <a:cubicBezTo>
                    <a:pt x="1099" y="5718"/>
                    <a:pt x="1069" y="5772"/>
                    <a:pt x="1045" y="5819"/>
                  </a:cubicBezTo>
                  <a:lnTo>
                    <a:pt x="1028" y="5867"/>
                  </a:lnTo>
                  <a:lnTo>
                    <a:pt x="939" y="6069"/>
                  </a:lnTo>
                  <a:cubicBezTo>
                    <a:pt x="927" y="6081"/>
                    <a:pt x="927" y="6087"/>
                    <a:pt x="921" y="6104"/>
                  </a:cubicBezTo>
                  <a:cubicBezTo>
                    <a:pt x="897" y="6164"/>
                    <a:pt x="867" y="6217"/>
                    <a:pt x="849" y="6277"/>
                  </a:cubicBezTo>
                  <a:cubicBezTo>
                    <a:pt x="838" y="6294"/>
                    <a:pt x="832" y="6312"/>
                    <a:pt x="826" y="6336"/>
                  </a:cubicBezTo>
                  <a:cubicBezTo>
                    <a:pt x="802" y="6383"/>
                    <a:pt x="778" y="6437"/>
                    <a:pt x="760" y="6496"/>
                  </a:cubicBezTo>
                  <a:cubicBezTo>
                    <a:pt x="749" y="6514"/>
                    <a:pt x="743" y="6526"/>
                    <a:pt x="743" y="6544"/>
                  </a:cubicBezTo>
                  <a:cubicBezTo>
                    <a:pt x="713" y="6609"/>
                    <a:pt x="689" y="6674"/>
                    <a:pt x="659" y="6752"/>
                  </a:cubicBezTo>
                  <a:cubicBezTo>
                    <a:pt x="654" y="6764"/>
                    <a:pt x="654" y="6769"/>
                    <a:pt x="648" y="6787"/>
                  </a:cubicBezTo>
                  <a:cubicBezTo>
                    <a:pt x="624" y="6847"/>
                    <a:pt x="600" y="6900"/>
                    <a:pt x="588" y="6959"/>
                  </a:cubicBezTo>
                  <a:cubicBezTo>
                    <a:pt x="582" y="6977"/>
                    <a:pt x="570" y="6995"/>
                    <a:pt x="564" y="7019"/>
                  </a:cubicBezTo>
                  <a:cubicBezTo>
                    <a:pt x="541" y="7066"/>
                    <a:pt x="529" y="7126"/>
                    <a:pt x="511" y="7179"/>
                  </a:cubicBezTo>
                  <a:cubicBezTo>
                    <a:pt x="505" y="7197"/>
                    <a:pt x="505" y="7209"/>
                    <a:pt x="499" y="7227"/>
                  </a:cubicBezTo>
                  <a:cubicBezTo>
                    <a:pt x="475" y="7292"/>
                    <a:pt x="452" y="7357"/>
                    <a:pt x="434" y="7434"/>
                  </a:cubicBezTo>
                  <a:cubicBezTo>
                    <a:pt x="434" y="7446"/>
                    <a:pt x="422" y="7452"/>
                    <a:pt x="422" y="7470"/>
                  </a:cubicBezTo>
                  <a:cubicBezTo>
                    <a:pt x="410" y="7530"/>
                    <a:pt x="386" y="7583"/>
                    <a:pt x="374" y="7642"/>
                  </a:cubicBezTo>
                  <a:cubicBezTo>
                    <a:pt x="374" y="7648"/>
                    <a:pt x="363" y="7660"/>
                    <a:pt x="363" y="7672"/>
                  </a:cubicBezTo>
                  <a:lnTo>
                    <a:pt x="345" y="7737"/>
                  </a:lnTo>
                  <a:cubicBezTo>
                    <a:pt x="345" y="7749"/>
                    <a:pt x="333" y="7761"/>
                    <a:pt x="333" y="7773"/>
                  </a:cubicBezTo>
                  <a:cubicBezTo>
                    <a:pt x="321" y="7826"/>
                    <a:pt x="303" y="7868"/>
                    <a:pt x="297" y="7921"/>
                  </a:cubicBezTo>
                  <a:cubicBezTo>
                    <a:pt x="297" y="7939"/>
                    <a:pt x="291" y="7951"/>
                    <a:pt x="291" y="7957"/>
                  </a:cubicBezTo>
                  <a:cubicBezTo>
                    <a:pt x="285" y="8005"/>
                    <a:pt x="268" y="8040"/>
                    <a:pt x="262" y="8088"/>
                  </a:cubicBezTo>
                  <a:cubicBezTo>
                    <a:pt x="262" y="8094"/>
                    <a:pt x="256" y="8105"/>
                    <a:pt x="256" y="8117"/>
                  </a:cubicBezTo>
                  <a:cubicBezTo>
                    <a:pt x="238" y="8165"/>
                    <a:pt x="232" y="8212"/>
                    <a:pt x="214" y="8266"/>
                  </a:cubicBezTo>
                  <a:cubicBezTo>
                    <a:pt x="214" y="8278"/>
                    <a:pt x="208" y="8284"/>
                    <a:pt x="208" y="8301"/>
                  </a:cubicBezTo>
                  <a:cubicBezTo>
                    <a:pt x="202" y="8343"/>
                    <a:pt x="196" y="8385"/>
                    <a:pt x="178" y="8426"/>
                  </a:cubicBezTo>
                  <a:cubicBezTo>
                    <a:pt x="178" y="8432"/>
                    <a:pt x="173" y="8450"/>
                    <a:pt x="173" y="8456"/>
                  </a:cubicBezTo>
                  <a:cubicBezTo>
                    <a:pt x="167" y="8509"/>
                    <a:pt x="149" y="8551"/>
                    <a:pt x="143" y="8604"/>
                  </a:cubicBezTo>
                  <a:cubicBezTo>
                    <a:pt x="143" y="8622"/>
                    <a:pt x="137" y="8628"/>
                    <a:pt x="137" y="8640"/>
                  </a:cubicBezTo>
                  <a:cubicBezTo>
                    <a:pt x="125" y="8687"/>
                    <a:pt x="119" y="8723"/>
                    <a:pt x="113" y="8771"/>
                  </a:cubicBezTo>
                  <a:cubicBezTo>
                    <a:pt x="113" y="8776"/>
                    <a:pt x="113" y="8782"/>
                    <a:pt x="107" y="8788"/>
                  </a:cubicBezTo>
                  <a:cubicBezTo>
                    <a:pt x="95" y="8842"/>
                    <a:pt x="89" y="8889"/>
                    <a:pt x="83" y="8937"/>
                  </a:cubicBezTo>
                  <a:cubicBezTo>
                    <a:pt x="83" y="8955"/>
                    <a:pt x="83" y="8961"/>
                    <a:pt x="78" y="8978"/>
                  </a:cubicBezTo>
                  <a:cubicBezTo>
                    <a:pt x="66" y="9020"/>
                    <a:pt x="60" y="9067"/>
                    <a:pt x="60" y="9109"/>
                  </a:cubicBezTo>
                  <a:lnTo>
                    <a:pt x="60" y="9133"/>
                  </a:lnTo>
                  <a:cubicBezTo>
                    <a:pt x="54" y="9186"/>
                    <a:pt x="48" y="9228"/>
                    <a:pt x="48" y="9281"/>
                  </a:cubicBezTo>
                  <a:lnTo>
                    <a:pt x="48" y="9311"/>
                  </a:lnTo>
                  <a:cubicBezTo>
                    <a:pt x="36" y="9352"/>
                    <a:pt x="36" y="9400"/>
                    <a:pt x="30" y="9442"/>
                  </a:cubicBezTo>
                  <a:lnTo>
                    <a:pt x="30" y="9459"/>
                  </a:lnTo>
                  <a:lnTo>
                    <a:pt x="30" y="9465"/>
                  </a:lnTo>
                  <a:cubicBezTo>
                    <a:pt x="30" y="9495"/>
                    <a:pt x="24" y="9525"/>
                    <a:pt x="24" y="9560"/>
                  </a:cubicBezTo>
                  <a:cubicBezTo>
                    <a:pt x="24" y="9584"/>
                    <a:pt x="24" y="9608"/>
                    <a:pt x="18" y="9620"/>
                  </a:cubicBezTo>
                  <a:cubicBezTo>
                    <a:pt x="18" y="9661"/>
                    <a:pt x="6" y="9691"/>
                    <a:pt x="6" y="9727"/>
                  </a:cubicBezTo>
                  <a:lnTo>
                    <a:pt x="6" y="9786"/>
                  </a:lnTo>
                  <a:cubicBezTo>
                    <a:pt x="6" y="9822"/>
                    <a:pt x="6" y="9869"/>
                    <a:pt x="0" y="9905"/>
                  </a:cubicBezTo>
                  <a:lnTo>
                    <a:pt x="0" y="9940"/>
                  </a:lnTo>
                  <a:lnTo>
                    <a:pt x="0" y="10107"/>
                  </a:lnTo>
                  <a:lnTo>
                    <a:pt x="0" y="10255"/>
                  </a:lnTo>
                  <a:lnTo>
                    <a:pt x="0" y="10297"/>
                  </a:lnTo>
                  <a:lnTo>
                    <a:pt x="0" y="10403"/>
                  </a:lnTo>
                  <a:lnTo>
                    <a:pt x="0" y="10445"/>
                  </a:lnTo>
                  <a:cubicBezTo>
                    <a:pt x="0" y="10481"/>
                    <a:pt x="0" y="10510"/>
                    <a:pt x="6" y="10540"/>
                  </a:cubicBezTo>
                  <a:lnTo>
                    <a:pt x="6" y="10588"/>
                  </a:lnTo>
                  <a:cubicBezTo>
                    <a:pt x="6" y="10623"/>
                    <a:pt x="18" y="10659"/>
                    <a:pt x="18" y="10700"/>
                  </a:cubicBezTo>
                  <a:lnTo>
                    <a:pt x="18" y="10730"/>
                  </a:lnTo>
                  <a:cubicBezTo>
                    <a:pt x="24" y="10772"/>
                    <a:pt x="24" y="10819"/>
                    <a:pt x="30" y="10867"/>
                  </a:cubicBezTo>
                  <a:lnTo>
                    <a:pt x="30" y="10896"/>
                  </a:lnTo>
                  <a:cubicBezTo>
                    <a:pt x="36" y="10938"/>
                    <a:pt x="36" y="10974"/>
                    <a:pt x="48" y="11003"/>
                  </a:cubicBezTo>
                  <a:cubicBezTo>
                    <a:pt x="48" y="11015"/>
                    <a:pt x="54" y="11033"/>
                    <a:pt x="54" y="11045"/>
                  </a:cubicBezTo>
                  <a:cubicBezTo>
                    <a:pt x="54" y="11063"/>
                    <a:pt x="60" y="11086"/>
                    <a:pt x="60" y="11098"/>
                  </a:cubicBezTo>
                  <a:cubicBezTo>
                    <a:pt x="60" y="11116"/>
                    <a:pt x="66" y="11122"/>
                    <a:pt x="66" y="11134"/>
                  </a:cubicBezTo>
                  <a:cubicBezTo>
                    <a:pt x="66" y="11152"/>
                    <a:pt x="78" y="11164"/>
                    <a:pt x="78" y="11181"/>
                  </a:cubicBezTo>
                  <a:cubicBezTo>
                    <a:pt x="83" y="11211"/>
                    <a:pt x="83" y="11241"/>
                    <a:pt x="89" y="11276"/>
                  </a:cubicBezTo>
                  <a:cubicBezTo>
                    <a:pt x="89" y="11294"/>
                    <a:pt x="95" y="11300"/>
                    <a:pt x="95" y="11312"/>
                  </a:cubicBezTo>
                  <a:cubicBezTo>
                    <a:pt x="107" y="11359"/>
                    <a:pt x="113" y="11395"/>
                    <a:pt x="119" y="11443"/>
                  </a:cubicBezTo>
                  <a:cubicBezTo>
                    <a:pt x="119" y="11449"/>
                    <a:pt x="119" y="11454"/>
                    <a:pt x="125" y="11460"/>
                  </a:cubicBezTo>
                  <a:cubicBezTo>
                    <a:pt x="137" y="11502"/>
                    <a:pt x="143" y="11532"/>
                    <a:pt x="149" y="11561"/>
                  </a:cubicBezTo>
                  <a:cubicBezTo>
                    <a:pt x="149" y="11573"/>
                    <a:pt x="155" y="11591"/>
                    <a:pt x="155" y="11597"/>
                  </a:cubicBezTo>
                  <a:cubicBezTo>
                    <a:pt x="167" y="11627"/>
                    <a:pt x="173" y="11650"/>
                    <a:pt x="178" y="11680"/>
                  </a:cubicBezTo>
                  <a:cubicBezTo>
                    <a:pt x="178" y="11692"/>
                    <a:pt x="184" y="11710"/>
                    <a:pt x="184" y="11716"/>
                  </a:cubicBezTo>
                  <a:lnTo>
                    <a:pt x="208" y="11805"/>
                  </a:lnTo>
                  <a:cubicBezTo>
                    <a:pt x="208" y="11811"/>
                    <a:pt x="214" y="11829"/>
                    <a:pt x="214" y="11835"/>
                  </a:cubicBezTo>
                  <a:cubicBezTo>
                    <a:pt x="232" y="11870"/>
                    <a:pt x="238" y="11906"/>
                    <a:pt x="256" y="11947"/>
                  </a:cubicBezTo>
                  <a:cubicBezTo>
                    <a:pt x="256" y="11953"/>
                    <a:pt x="262" y="11959"/>
                    <a:pt x="262" y="11965"/>
                  </a:cubicBezTo>
                  <a:cubicBezTo>
                    <a:pt x="268" y="11995"/>
                    <a:pt x="285" y="12025"/>
                    <a:pt x="291" y="12054"/>
                  </a:cubicBezTo>
                  <a:cubicBezTo>
                    <a:pt x="297" y="12072"/>
                    <a:pt x="297" y="12078"/>
                    <a:pt x="303" y="12096"/>
                  </a:cubicBezTo>
                  <a:cubicBezTo>
                    <a:pt x="315" y="12114"/>
                    <a:pt x="327" y="12143"/>
                    <a:pt x="333" y="12167"/>
                  </a:cubicBezTo>
                  <a:cubicBezTo>
                    <a:pt x="345" y="12185"/>
                    <a:pt x="345" y="12191"/>
                    <a:pt x="351" y="12203"/>
                  </a:cubicBezTo>
                  <a:cubicBezTo>
                    <a:pt x="363" y="12232"/>
                    <a:pt x="374" y="12256"/>
                    <a:pt x="386" y="12286"/>
                  </a:cubicBezTo>
                  <a:cubicBezTo>
                    <a:pt x="386" y="12292"/>
                    <a:pt x="392" y="12304"/>
                    <a:pt x="392" y="12310"/>
                  </a:cubicBezTo>
                  <a:cubicBezTo>
                    <a:pt x="410" y="12345"/>
                    <a:pt x="422" y="12375"/>
                    <a:pt x="440" y="12405"/>
                  </a:cubicBezTo>
                  <a:cubicBezTo>
                    <a:pt x="446" y="12410"/>
                    <a:pt x="446" y="12422"/>
                    <a:pt x="452" y="12428"/>
                  </a:cubicBezTo>
                  <a:cubicBezTo>
                    <a:pt x="469" y="12452"/>
                    <a:pt x="475" y="12482"/>
                    <a:pt x="493" y="12500"/>
                  </a:cubicBezTo>
                  <a:cubicBezTo>
                    <a:pt x="499" y="12511"/>
                    <a:pt x="505" y="12523"/>
                    <a:pt x="505" y="12529"/>
                  </a:cubicBezTo>
                  <a:cubicBezTo>
                    <a:pt x="523" y="12553"/>
                    <a:pt x="529" y="12577"/>
                    <a:pt x="541" y="12601"/>
                  </a:cubicBezTo>
                  <a:cubicBezTo>
                    <a:pt x="553" y="12606"/>
                    <a:pt x="559" y="12618"/>
                    <a:pt x="559" y="12630"/>
                  </a:cubicBezTo>
                  <a:cubicBezTo>
                    <a:pt x="570" y="12648"/>
                    <a:pt x="588" y="12678"/>
                    <a:pt x="600" y="12701"/>
                  </a:cubicBezTo>
                  <a:cubicBezTo>
                    <a:pt x="600" y="12707"/>
                    <a:pt x="612" y="12707"/>
                    <a:pt x="612" y="12719"/>
                  </a:cubicBezTo>
                  <a:cubicBezTo>
                    <a:pt x="630" y="12749"/>
                    <a:pt x="648" y="12779"/>
                    <a:pt x="671" y="12808"/>
                  </a:cubicBezTo>
                  <a:cubicBezTo>
                    <a:pt x="677" y="12814"/>
                    <a:pt x="677" y="12820"/>
                    <a:pt x="683" y="12826"/>
                  </a:cubicBezTo>
                  <a:lnTo>
                    <a:pt x="731" y="12897"/>
                  </a:lnTo>
                  <a:cubicBezTo>
                    <a:pt x="737" y="12903"/>
                    <a:pt x="743" y="12909"/>
                    <a:pt x="749" y="12927"/>
                  </a:cubicBezTo>
                  <a:cubicBezTo>
                    <a:pt x="766" y="12945"/>
                    <a:pt x="778" y="12963"/>
                    <a:pt x="796" y="12986"/>
                  </a:cubicBezTo>
                  <a:lnTo>
                    <a:pt x="820" y="13004"/>
                  </a:lnTo>
                  <a:cubicBezTo>
                    <a:pt x="832" y="13028"/>
                    <a:pt x="855" y="13052"/>
                    <a:pt x="879" y="13076"/>
                  </a:cubicBezTo>
                  <a:lnTo>
                    <a:pt x="885" y="13081"/>
                  </a:lnTo>
                  <a:cubicBezTo>
                    <a:pt x="909" y="13105"/>
                    <a:pt x="927" y="13135"/>
                    <a:pt x="950" y="13153"/>
                  </a:cubicBezTo>
                  <a:lnTo>
                    <a:pt x="974" y="13176"/>
                  </a:lnTo>
                  <a:lnTo>
                    <a:pt x="1028" y="13230"/>
                  </a:lnTo>
                  <a:lnTo>
                    <a:pt x="1045" y="13254"/>
                  </a:lnTo>
                  <a:cubicBezTo>
                    <a:pt x="1063" y="13266"/>
                    <a:pt x="1087" y="13283"/>
                    <a:pt x="1099" y="13295"/>
                  </a:cubicBezTo>
                  <a:lnTo>
                    <a:pt x="1123" y="13319"/>
                  </a:lnTo>
                  <a:cubicBezTo>
                    <a:pt x="1146" y="13343"/>
                    <a:pt x="1164" y="13355"/>
                    <a:pt x="1188" y="13378"/>
                  </a:cubicBezTo>
                  <a:cubicBezTo>
                    <a:pt x="1188" y="13378"/>
                    <a:pt x="1194" y="13378"/>
                    <a:pt x="1194" y="13384"/>
                  </a:cubicBezTo>
                  <a:cubicBezTo>
                    <a:pt x="1218" y="13408"/>
                    <a:pt x="1247" y="13432"/>
                    <a:pt x="1271" y="13444"/>
                  </a:cubicBezTo>
                  <a:cubicBezTo>
                    <a:pt x="1277" y="13450"/>
                    <a:pt x="1283" y="13462"/>
                    <a:pt x="1295" y="13462"/>
                  </a:cubicBezTo>
                  <a:cubicBezTo>
                    <a:pt x="1313" y="13473"/>
                    <a:pt x="1330" y="13491"/>
                    <a:pt x="1354" y="13503"/>
                  </a:cubicBezTo>
                  <a:cubicBezTo>
                    <a:pt x="1360" y="13509"/>
                    <a:pt x="1366" y="13521"/>
                    <a:pt x="1384" y="13527"/>
                  </a:cubicBezTo>
                  <a:cubicBezTo>
                    <a:pt x="1402" y="13539"/>
                    <a:pt x="1420" y="13551"/>
                    <a:pt x="1443" y="13562"/>
                  </a:cubicBezTo>
                  <a:cubicBezTo>
                    <a:pt x="1449" y="13568"/>
                    <a:pt x="1455" y="13568"/>
                    <a:pt x="1461" y="13580"/>
                  </a:cubicBezTo>
                  <a:cubicBezTo>
                    <a:pt x="1491" y="13592"/>
                    <a:pt x="1515" y="13616"/>
                    <a:pt x="1544" y="13628"/>
                  </a:cubicBezTo>
                  <a:lnTo>
                    <a:pt x="9638" y="18402"/>
                  </a:lnTo>
                  <a:cubicBezTo>
                    <a:pt x="9636" y="18401"/>
                    <a:pt x="9634" y="18400"/>
                    <a:pt x="9632" y="18400"/>
                  </a:cubicBezTo>
                  <a:lnTo>
                    <a:pt x="9632" y="18400"/>
                  </a:lnTo>
                  <a:cubicBezTo>
                    <a:pt x="10055" y="18652"/>
                    <a:pt x="10548" y="18783"/>
                    <a:pt x="11093" y="18783"/>
                  </a:cubicBezTo>
                  <a:cubicBezTo>
                    <a:pt x="11821" y="18783"/>
                    <a:pt x="12643" y="18548"/>
                    <a:pt x="13515" y="18052"/>
                  </a:cubicBezTo>
                  <a:cubicBezTo>
                    <a:pt x="16537" y="16341"/>
                    <a:pt x="19002" y="12143"/>
                    <a:pt x="19025" y="8687"/>
                  </a:cubicBezTo>
                  <a:cubicBezTo>
                    <a:pt x="19049" y="6918"/>
                    <a:pt x="18444" y="5701"/>
                    <a:pt x="17464" y="5131"/>
                  </a:cubicBezTo>
                  <a:lnTo>
                    <a:pt x="17464" y="5131"/>
                  </a:lnTo>
                  <a:cubicBezTo>
                    <a:pt x="17464" y="5131"/>
                    <a:pt x="17465" y="5131"/>
                    <a:pt x="17466" y="5131"/>
                  </a:cubicBezTo>
                  <a:lnTo>
                    <a:pt x="17466" y="5131"/>
                  </a:lnTo>
                  <a:lnTo>
                    <a:pt x="9382" y="368"/>
                  </a:lnTo>
                  <a:cubicBezTo>
                    <a:pt x="9353" y="345"/>
                    <a:pt x="9317" y="327"/>
                    <a:pt x="9287" y="309"/>
                  </a:cubicBezTo>
                  <a:cubicBezTo>
                    <a:pt x="9281" y="297"/>
                    <a:pt x="9264" y="291"/>
                    <a:pt x="9252" y="291"/>
                  </a:cubicBezTo>
                  <a:cubicBezTo>
                    <a:pt x="9228" y="279"/>
                    <a:pt x="9204" y="267"/>
                    <a:pt x="9180" y="256"/>
                  </a:cubicBezTo>
                  <a:lnTo>
                    <a:pt x="9139" y="232"/>
                  </a:lnTo>
                  <a:cubicBezTo>
                    <a:pt x="9115" y="226"/>
                    <a:pt x="9091" y="208"/>
                    <a:pt x="9068" y="202"/>
                  </a:cubicBezTo>
                  <a:cubicBezTo>
                    <a:pt x="9056" y="196"/>
                    <a:pt x="9038" y="190"/>
                    <a:pt x="9026" y="190"/>
                  </a:cubicBezTo>
                  <a:lnTo>
                    <a:pt x="8961" y="166"/>
                  </a:lnTo>
                  <a:cubicBezTo>
                    <a:pt x="8943" y="161"/>
                    <a:pt x="8931" y="149"/>
                    <a:pt x="8913" y="149"/>
                  </a:cubicBezTo>
                  <a:lnTo>
                    <a:pt x="8848" y="131"/>
                  </a:lnTo>
                  <a:cubicBezTo>
                    <a:pt x="8830" y="119"/>
                    <a:pt x="8818" y="119"/>
                    <a:pt x="8806" y="113"/>
                  </a:cubicBezTo>
                  <a:lnTo>
                    <a:pt x="8735" y="89"/>
                  </a:lnTo>
                  <a:cubicBezTo>
                    <a:pt x="8723" y="83"/>
                    <a:pt x="8705" y="83"/>
                    <a:pt x="8693" y="77"/>
                  </a:cubicBezTo>
                  <a:cubicBezTo>
                    <a:pt x="8670" y="71"/>
                    <a:pt x="8646" y="60"/>
                    <a:pt x="8616" y="60"/>
                  </a:cubicBezTo>
                  <a:cubicBezTo>
                    <a:pt x="8604" y="60"/>
                    <a:pt x="8587" y="54"/>
                    <a:pt x="8575" y="54"/>
                  </a:cubicBezTo>
                  <a:cubicBezTo>
                    <a:pt x="8545" y="48"/>
                    <a:pt x="8515" y="42"/>
                    <a:pt x="8486" y="42"/>
                  </a:cubicBezTo>
                  <a:cubicBezTo>
                    <a:pt x="8480" y="42"/>
                    <a:pt x="8462" y="30"/>
                    <a:pt x="8456" y="30"/>
                  </a:cubicBezTo>
                  <a:cubicBezTo>
                    <a:pt x="8420" y="24"/>
                    <a:pt x="8373" y="18"/>
                    <a:pt x="8337" y="18"/>
                  </a:cubicBezTo>
                  <a:lnTo>
                    <a:pt x="8308" y="18"/>
                  </a:lnTo>
                  <a:cubicBezTo>
                    <a:pt x="8278" y="12"/>
                    <a:pt x="8248" y="12"/>
                    <a:pt x="8218" y="12"/>
                  </a:cubicBezTo>
                  <a:lnTo>
                    <a:pt x="8171" y="12"/>
                  </a:lnTo>
                  <a:cubicBezTo>
                    <a:pt x="8141" y="12"/>
                    <a:pt x="8123" y="0"/>
                    <a:pt x="80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5"/>
            <p:cNvSpPr/>
            <p:nvPr/>
          </p:nvSpPr>
          <p:spPr>
            <a:xfrm>
              <a:off x="8246507" y="74659"/>
              <a:ext cx="3213691" cy="3186284"/>
            </a:xfrm>
            <a:custGeom>
              <a:avLst/>
              <a:gdLst/>
              <a:ahLst/>
              <a:cxnLst/>
              <a:rect l="l" t="t" r="r" b="b"/>
              <a:pathLst>
                <a:path w="14811" h="15138" extrusionOk="0">
                  <a:moveTo>
                    <a:pt x="7911" y="1"/>
                  </a:moveTo>
                  <a:cubicBezTo>
                    <a:pt x="7322" y="1"/>
                    <a:pt x="6672" y="154"/>
                    <a:pt x="5986" y="473"/>
                  </a:cubicBezTo>
                  <a:cubicBezTo>
                    <a:pt x="5980" y="473"/>
                    <a:pt x="5969" y="485"/>
                    <a:pt x="5963" y="485"/>
                  </a:cubicBezTo>
                  <a:lnTo>
                    <a:pt x="5743" y="592"/>
                  </a:lnTo>
                  <a:cubicBezTo>
                    <a:pt x="5731" y="604"/>
                    <a:pt x="5725" y="604"/>
                    <a:pt x="5707" y="610"/>
                  </a:cubicBezTo>
                  <a:cubicBezTo>
                    <a:pt x="5630" y="651"/>
                    <a:pt x="5553" y="693"/>
                    <a:pt x="5470" y="734"/>
                  </a:cubicBezTo>
                  <a:cubicBezTo>
                    <a:pt x="2453" y="2462"/>
                    <a:pt x="13" y="6666"/>
                    <a:pt x="1" y="10122"/>
                  </a:cubicBezTo>
                  <a:cubicBezTo>
                    <a:pt x="1" y="11844"/>
                    <a:pt x="601" y="13056"/>
                    <a:pt x="1574" y="13626"/>
                  </a:cubicBezTo>
                  <a:lnTo>
                    <a:pt x="8255" y="14879"/>
                  </a:lnTo>
                  <a:cubicBezTo>
                    <a:pt x="8249" y="14873"/>
                    <a:pt x="8243" y="14873"/>
                    <a:pt x="8237" y="14867"/>
                  </a:cubicBezTo>
                  <a:lnTo>
                    <a:pt x="8237" y="14867"/>
                  </a:lnTo>
                  <a:cubicBezTo>
                    <a:pt x="8532" y="15045"/>
                    <a:pt x="8880" y="15138"/>
                    <a:pt x="9265" y="15138"/>
                  </a:cubicBezTo>
                  <a:cubicBezTo>
                    <a:pt x="9779" y="15138"/>
                    <a:pt x="10360" y="14973"/>
                    <a:pt x="10974" y="14623"/>
                  </a:cubicBezTo>
                  <a:cubicBezTo>
                    <a:pt x="13088" y="13412"/>
                    <a:pt x="14804" y="10473"/>
                    <a:pt x="14804" y="8044"/>
                  </a:cubicBezTo>
                  <a:cubicBezTo>
                    <a:pt x="14810" y="6850"/>
                    <a:pt x="14388" y="5995"/>
                    <a:pt x="13700" y="5603"/>
                  </a:cubicBezTo>
                  <a:lnTo>
                    <a:pt x="9353" y="372"/>
                  </a:lnTo>
                  <a:cubicBezTo>
                    <a:pt x="8936" y="128"/>
                    <a:pt x="8449" y="1"/>
                    <a:pt x="79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5"/>
            <p:cNvSpPr/>
            <p:nvPr/>
          </p:nvSpPr>
          <p:spPr>
            <a:xfrm>
              <a:off x="9476992" y="111704"/>
              <a:ext cx="4583052" cy="5620725"/>
            </a:xfrm>
            <a:custGeom>
              <a:avLst/>
              <a:gdLst/>
              <a:ahLst/>
              <a:cxnLst/>
              <a:rect l="l" t="t" r="r" b="b"/>
              <a:pathLst>
                <a:path w="21122" h="26704" extrusionOk="0">
                  <a:moveTo>
                    <a:pt x="15077" y="0"/>
                  </a:moveTo>
                  <a:cubicBezTo>
                    <a:pt x="14798" y="0"/>
                    <a:pt x="14430" y="24"/>
                    <a:pt x="14157" y="54"/>
                  </a:cubicBezTo>
                  <a:cubicBezTo>
                    <a:pt x="13658" y="107"/>
                    <a:pt x="12999" y="238"/>
                    <a:pt x="12518" y="386"/>
                  </a:cubicBezTo>
                  <a:cubicBezTo>
                    <a:pt x="12215" y="481"/>
                    <a:pt x="11805" y="624"/>
                    <a:pt x="11502" y="742"/>
                  </a:cubicBezTo>
                  <a:cubicBezTo>
                    <a:pt x="11241" y="849"/>
                    <a:pt x="10897" y="998"/>
                    <a:pt x="10647" y="1122"/>
                  </a:cubicBezTo>
                  <a:cubicBezTo>
                    <a:pt x="10154" y="1366"/>
                    <a:pt x="9513" y="1716"/>
                    <a:pt x="9050" y="2019"/>
                  </a:cubicBezTo>
                  <a:cubicBezTo>
                    <a:pt x="8807" y="2185"/>
                    <a:pt x="8480" y="2399"/>
                    <a:pt x="8242" y="2577"/>
                  </a:cubicBezTo>
                  <a:cubicBezTo>
                    <a:pt x="7957" y="2791"/>
                    <a:pt x="7583" y="3076"/>
                    <a:pt x="7316" y="3308"/>
                  </a:cubicBezTo>
                  <a:cubicBezTo>
                    <a:pt x="7091" y="3498"/>
                    <a:pt x="6794" y="3753"/>
                    <a:pt x="6580" y="3949"/>
                  </a:cubicBezTo>
                  <a:cubicBezTo>
                    <a:pt x="6336" y="4181"/>
                    <a:pt x="6016" y="4483"/>
                    <a:pt x="5784" y="4727"/>
                  </a:cubicBezTo>
                  <a:cubicBezTo>
                    <a:pt x="5570" y="4958"/>
                    <a:pt x="5279" y="5261"/>
                    <a:pt x="5078" y="5499"/>
                  </a:cubicBezTo>
                  <a:cubicBezTo>
                    <a:pt x="4893" y="5724"/>
                    <a:pt x="4644" y="6021"/>
                    <a:pt x="4466" y="6241"/>
                  </a:cubicBezTo>
                  <a:cubicBezTo>
                    <a:pt x="4276" y="6473"/>
                    <a:pt x="4038" y="6787"/>
                    <a:pt x="3872" y="7031"/>
                  </a:cubicBezTo>
                  <a:cubicBezTo>
                    <a:pt x="3546" y="7500"/>
                    <a:pt x="3136" y="8135"/>
                    <a:pt x="2833" y="8616"/>
                  </a:cubicBezTo>
                  <a:cubicBezTo>
                    <a:pt x="2673" y="8866"/>
                    <a:pt x="2506" y="9204"/>
                    <a:pt x="2364" y="9453"/>
                  </a:cubicBezTo>
                  <a:cubicBezTo>
                    <a:pt x="2239" y="9673"/>
                    <a:pt x="1824" y="10504"/>
                    <a:pt x="1544" y="11164"/>
                  </a:cubicBezTo>
                  <a:cubicBezTo>
                    <a:pt x="1426" y="11431"/>
                    <a:pt x="1289" y="11805"/>
                    <a:pt x="1182" y="12078"/>
                  </a:cubicBezTo>
                  <a:cubicBezTo>
                    <a:pt x="1081" y="12351"/>
                    <a:pt x="969" y="12713"/>
                    <a:pt x="873" y="12992"/>
                  </a:cubicBezTo>
                  <a:cubicBezTo>
                    <a:pt x="784" y="13266"/>
                    <a:pt x="683" y="13646"/>
                    <a:pt x="606" y="13925"/>
                  </a:cubicBezTo>
                  <a:cubicBezTo>
                    <a:pt x="523" y="14228"/>
                    <a:pt x="434" y="14637"/>
                    <a:pt x="369" y="14952"/>
                  </a:cubicBezTo>
                  <a:cubicBezTo>
                    <a:pt x="309" y="15237"/>
                    <a:pt x="238" y="15635"/>
                    <a:pt x="197" y="15920"/>
                  </a:cubicBezTo>
                  <a:cubicBezTo>
                    <a:pt x="137" y="16258"/>
                    <a:pt x="90" y="16704"/>
                    <a:pt x="60" y="17036"/>
                  </a:cubicBezTo>
                  <a:cubicBezTo>
                    <a:pt x="42" y="17327"/>
                    <a:pt x="18" y="17719"/>
                    <a:pt x="12" y="18016"/>
                  </a:cubicBezTo>
                  <a:cubicBezTo>
                    <a:pt x="1" y="18366"/>
                    <a:pt x="12" y="18823"/>
                    <a:pt x="24" y="19174"/>
                  </a:cubicBezTo>
                  <a:cubicBezTo>
                    <a:pt x="36" y="19459"/>
                    <a:pt x="72" y="19833"/>
                    <a:pt x="108" y="20112"/>
                  </a:cubicBezTo>
                  <a:cubicBezTo>
                    <a:pt x="149" y="20456"/>
                    <a:pt x="238" y="21169"/>
                    <a:pt x="505" y="22030"/>
                  </a:cubicBezTo>
                  <a:cubicBezTo>
                    <a:pt x="755" y="22832"/>
                    <a:pt x="1010" y="23324"/>
                    <a:pt x="1200" y="23681"/>
                  </a:cubicBezTo>
                  <a:cubicBezTo>
                    <a:pt x="1325" y="23918"/>
                    <a:pt x="1509" y="24227"/>
                    <a:pt x="1681" y="24435"/>
                  </a:cubicBezTo>
                  <a:cubicBezTo>
                    <a:pt x="1717" y="24482"/>
                    <a:pt x="1752" y="24536"/>
                    <a:pt x="1800" y="24583"/>
                  </a:cubicBezTo>
                  <a:cubicBezTo>
                    <a:pt x="1919" y="24726"/>
                    <a:pt x="2037" y="24880"/>
                    <a:pt x="2150" y="24999"/>
                  </a:cubicBezTo>
                  <a:cubicBezTo>
                    <a:pt x="2310" y="25171"/>
                    <a:pt x="2542" y="25385"/>
                    <a:pt x="2726" y="25545"/>
                  </a:cubicBezTo>
                  <a:cubicBezTo>
                    <a:pt x="3647" y="26302"/>
                    <a:pt x="4799" y="26703"/>
                    <a:pt x="6110" y="26703"/>
                  </a:cubicBezTo>
                  <a:cubicBezTo>
                    <a:pt x="7455" y="26703"/>
                    <a:pt x="8968" y="26281"/>
                    <a:pt x="10570" y="25385"/>
                  </a:cubicBezTo>
                  <a:cubicBezTo>
                    <a:pt x="16294" y="22202"/>
                    <a:pt x="20991" y="14245"/>
                    <a:pt x="21074" y="7619"/>
                  </a:cubicBezTo>
                  <a:cubicBezTo>
                    <a:pt x="21122" y="3842"/>
                    <a:pt x="19655" y="1307"/>
                    <a:pt x="17322" y="404"/>
                  </a:cubicBezTo>
                  <a:cubicBezTo>
                    <a:pt x="17215" y="362"/>
                    <a:pt x="17090" y="321"/>
                    <a:pt x="16965" y="285"/>
                  </a:cubicBezTo>
                  <a:cubicBezTo>
                    <a:pt x="16852" y="244"/>
                    <a:pt x="16740" y="208"/>
                    <a:pt x="16645" y="184"/>
                  </a:cubicBezTo>
                  <a:cubicBezTo>
                    <a:pt x="16407" y="137"/>
                    <a:pt x="16081" y="77"/>
                    <a:pt x="15837" y="48"/>
                  </a:cubicBezTo>
                  <a:cubicBezTo>
                    <a:pt x="15605" y="24"/>
                    <a:pt x="15303" y="0"/>
                    <a:pt x="150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5"/>
            <p:cNvSpPr/>
            <p:nvPr/>
          </p:nvSpPr>
          <p:spPr>
            <a:xfrm>
              <a:off x="9480897" y="111704"/>
              <a:ext cx="4000677" cy="5224386"/>
            </a:xfrm>
            <a:custGeom>
              <a:avLst/>
              <a:gdLst/>
              <a:ahLst/>
              <a:cxnLst/>
              <a:rect l="l" t="t" r="r" b="b"/>
              <a:pathLst>
                <a:path w="18438" h="24821" extrusionOk="0">
                  <a:moveTo>
                    <a:pt x="15077" y="0"/>
                  </a:moveTo>
                  <a:cubicBezTo>
                    <a:pt x="14792" y="0"/>
                    <a:pt x="14430" y="24"/>
                    <a:pt x="14156" y="54"/>
                  </a:cubicBezTo>
                  <a:cubicBezTo>
                    <a:pt x="13658" y="107"/>
                    <a:pt x="12999" y="238"/>
                    <a:pt x="12512" y="386"/>
                  </a:cubicBezTo>
                  <a:cubicBezTo>
                    <a:pt x="12209" y="481"/>
                    <a:pt x="11799" y="624"/>
                    <a:pt x="11496" y="742"/>
                  </a:cubicBezTo>
                  <a:cubicBezTo>
                    <a:pt x="11235" y="849"/>
                    <a:pt x="10897" y="998"/>
                    <a:pt x="10641" y="1122"/>
                  </a:cubicBezTo>
                  <a:cubicBezTo>
                    <a:pt x="10154" y="1366"/>
                    <a:pt x="9507" y="1716"/>
                    <a:pt x="9050" y="2019"/>
                  </a:cubicBezTo>
                  <a:cubicBezTo>
                    <a:pt x="8800" y="2185"/>
                    <a:pt x="8474" y="2399"/>
                    <a:pt x="8236" y="2577"/>
                  </a:cubicBezTo>
                  <a:cubicBezTo>
                    <a:pt x="7957" y="2791"/>
                    <a:pt x="7577" y="3076"/>
                    <a:pt x="7310" y="3308"/>
                  </a:cubicBezTo>
                  <a:cubicBezTo>
                    <a:pt x="7090" y="3498"/>
                    <a:pt x="6793" y="3753"/>
                    <a:pt x="6574" y="3949"/>
                  </a:cubicBezTo>
                  <a:cubicBezTo>
                    <a:pt x="6330" y="4181"/>
                    <a:pt x="6010" y="4483"/>
                    <a:pt x="5778" y="4727"/>
                  </a:cubicBezTo>
                  <a:cubicBezTo>
                    <a:pt x="5564" y="4958"/>
                    <a:pt x="5279" y="5261"/>
                    <a:pt x="5077" y="5499"/>
                  </a:cubicBezTo>
                  <a:cubicBezTo>
                    <a:pt x="4887" y="5724"/>
                    <a:pt x="4638" y="6021"/>
                    <a:pt x="4460" y="6241"/>
                  </a:cubicBezTo>
                  <a:cubicBezTo>
                    <a:pt x="4276" y="6473"/>
                    <a:pt x="4038" y="6787"/>
                    <a:pt x="3866" y="7031"/>
                  </a:cubicBezTo>
                  <a:cubicBezTo>
                    <a:pt x="3539" y="7500"/>
                    <a:pt x="3130" y="8135"/>
                    <a:pt x="2827" y="8616"/>
                  </a:cubicBezTo>
                  <a:cubicBezTo>
                    <a:pt x="2673" y="8866"/>
                    <a:pt x="2500" y="9204"/>
                    <a:pt x="2358" y="9453"/>
                  </a:cubicBezTo>
                  <a:cubicBezTo>
                    <a:pt x="2233" y="9673"/>
                    <a:pt x="1817" y="10504"/>
                    <a:pt x="1544" y="11164"/>
                  </a:cubicBezTo>
                  <a:cubicBezTo>
                    <a:pt x="1426" y="11431"/>
                    <a:pt x="1283" y="11805"/>
                    <a:pt x="1176" y="12078"/>
                  </a:cubicBezTo>
                  <a:cubicBezTo>
                    <a:pt x="1075" y="12351"/>
                    <a:pt x="962" y="12713"/>
                    <a:pt x="867" y="12992"/>
                  </a:cubicBezTo>
                  <a:cubicBezTo>
                    <a:pt x="778" y="13266"/>
                    <a:pt x="683" y="13646"/>
                    <a:pt x="600" y="13925"/>
                  </a:cubicBezTo>
                  <a:cubicBezTo>
                    <a:pt x="517" y="14228"/>
                    <a:pt x="428" y="14637"/>
                    <a:pt x="363" y="14952"/>
                  </a:cubicBezTo>
                  <a:cubicBezTo>
                    <a:pt x="303" y="15237"/>
                    <a:pt x="238" y="15635"/>
                    <a:pt x="190" y="15920"/>
                  </a:cubicBezTo>
                  <a:cubicBezTo>
                    <a:pt x="131" y="16258"/>
                    <a:pt x="90" y="16704"/>
                    <a:pt x="60" y="17036"/>
                  </a:cubicBezTo>
                  <a:cubicBezTo>
                    <a:pt x="36" y="17327"/>
                    <a:pt x="12" y="17719"/>
                    <a:pt x="6" y="18016"/>
                  </a:cubicBezTo>
                  <a:cubicBezTo>
                    <a:pt x="0" y="18366"/>
                    <a:pt x="6" y="18823"/>
                    <a:pt x="18" y="19174"/>
                  </a:cubicBezTo>
                  <a:cubicBezTo>
                    <a:pt x="36" y="19459"/>
                    <a:pt x="66" y="19833"/>
                    <a:pt x="101" y="20112"/>
                  </a:cubicBezTo>
                  <a:cubicBezTo>
                    <a:pt x="149" y="20456"/>
                    <a:pt x="238" y="21169"/>
                    <a:pt x="505" y="22030"/>
                  </a:cubicBezTo>
                  <a:cubicBezTo>
                    <a:pt x="749" y="22832"/>
                    <a:pt x="1010" y="23324"/>
                    <a:pt x="1194" y="23681"/>
                  </a:cubicBezTo>
                  <a:cubicBezTo>
                    <a:pt x="1319" y="23918"/>
                    <a:pt x="1509" y="24227"/>
                    <a:pt x="1675" y="24435"/>
                  </a:cubicBezTo>
                  <a:cubicBezTo>
                    <a:pt x="1716" y="24482"/>
                    <a:pt x="1752" y="24536"/>
                    <a:pt x="1794" y="24583"/>
                  </a:cubicBezTo>
                  <a:cubicBezTo>
                    <a:pt x="2310" y="24740"/>
                    <a:pt x="2865" y="24820"/>
                    <a:pt x="3450" y="24820"/>
                  </a:cubicBezTo>
                  <a:cubicBezTo>
                    <a:pt x="4797" y="24820"/>
                    <a:pt x="6308" y="24396"/>
                    <a:pt x="7910" y="23503"/>
                  </a:cubicBezTo>
                  <a:cubicBezTo>
                    <a:pt x="13628" y="20308"/>
                    <a:pt x="18325" y="12363"/>
                    <a:pt x="18408" y="5730"/>
                  </a:cubicBezTo>
                  <a:cubicBezTo>
                    <a:pt x="18438" y="3432"/>
                    <a:pt x="17903" y="1592"/>
                    <a:pt x="16959" y="285"/>
                  </a:cubicBezTo>
                  <a:cubicBezTo>
                    <a:pt x="16846" y="244"/>
                    <a:pt x="16739" y="208"/>
                    <a:pt x="16639" y="184"/>
                  </a:cubicBezTo>
                  <a:cubicBezTo>
                    <a:pt x="16401" y="137"/>
                    <a:pt x="16074" y="77"/>
                    <a:pt x="15831" y="48"/>
                  </a:cubicBezTo>
                  <a:cubicBezTo>
                    <a:pt x="15599" y="24"/>
                    <a:pt x="15297" y="0"/>
                    <a:pt x="15077" y="0"/>
                  </a:cubicBez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5"/>
            <p:cNvSpPr/>
            <p:nvPr/>
          </p:nvSpPr>
          <p:spPr>
            <a:xfrm>
              <a:off x="9327494" y="12988"/>
              <a:ext cx="3954461" cy="5553160"/>
            </a:xfrm>
            <a:custGeom>
              <a:avLst/>
              <a:gdLst/>
              <a:ahLst/>
              <a:cxnLst/>
              <a:rect l="l" t="t" r="r" b="b"/>
              <a:pathLst>
                <a:path w="18225" h="26383" extrusionOk="0">
                  <a:moveTo>
                    <a:pt x="17813" y="343"/>
                  </a:moveTo>
                  <a:cubicBezTo>
                    <a:pt x="17955" y="390"/>
                    <a:pt x="18102" y="440"/>
                    <a:pt x="18224" y="481"/>
                  </a:cubicBezTo>
                  <a:cubicBezTo>
                    <a:pt x="18090" y="430"/>
                    <a:pt x="17953" y="383"/>
                    <a:pt x="17813" y="343"/>
                  </a:cubicBezTo>
                  <a:close/>
                  <a:moveTo>
                    <a:pt x="15695" y="0"/>
                  </a:moveTo>
                  <a:cubicBezTo>
                    <a:pt x="15338" y="0"/>
                    <a:pt x="14863" y="24"/>
                    <a:pt x="14507" y="65"/>
                  </a:cubicBezTo>
                  <a:cubicBezTo>
                    <a:pt x="14252" y="83"/>
                    <a:pt x="13913" y="137"/>
                    <a:pt x="13658" y="190"/>
                  </a:cubicBezTo>
                  <a:cubicBezTo>
                    <a:pt x="13278" y="273"/>
                    <a:pt x="12773" y="398"/>
                    <a:pt x="12405" y="511"/>
                  </a:cubicBezTo>
                  <a:cubicBezTo>
                    <a:pt x="11871" y="665"/>
                    <a:pt x="11182" y="956"/>
                    <a:pt x="10665" y="1188"/>
                  </a:cubicBezTo>
                  <a:cubicBezTo>
                    <a:pt x="10576" y="1229"/>
                    <a:pt x="9781" y="1597"/>
                    <a:pt x="8884" y="2179"/>
                  </a:cubicBezTo>
                  <a:cubicBezTo>
                    <a:pt x="8641" y="2334"/>
                    <a:pt x="8314" y="2559"/>
                    <a:pt x="8076" y="2726"/>
                  </a:cubicBezTo>
                  <a:cubicBezTo>
                    <a:pt x="7780" y="2939"/>
                    <a:pt x="7394" y="3230"/>
                    <a:pt x="7120" y="3468"/>
                  </a:cubicBezTo>
                  <a:cubicBezTo>
                    <a:pt x="6841" y="3699"/>
                    <a:pt x="6129" y="4317"/>
                    <a:pt x="5618" y="4863"/>
                  </a:cubicBezTo>
                  <a:cubicBezTo>
                    <a:pt x="5410" y="5089"/>
                    <a:pt x="5131" y="5374"/>
                    <a:pt x="4935" y="5606"/>
                  </a:cubicBezTo>
                  <a:cubicBezTo>
                    <a:pt x="4579" y="6039"/>
                    <a:pt x="4104" y="6615"/>
                    <a:pt x="3777" y="7066"/>
                  </a:cubicBezTo>
                  <a:cubicBezTo>
                    <a:pt x="3178" y="7909"/>
                    <a:pt x="2762" y="8628"/>
                    <a:pt x="2756" y="8634"/>
                  </a:cubicBezTo>
                  <a:cubicBezTo>
                    <a:pt x="2477" y="9115"/>
                    <a:pt x="2138" y="9774"/>
                    <a:pt x="1883" y="10267"/>
                  </a:cubicBezTo>
                  <a:cubicBezTo>
                    <a:pt x="1758" y="10522"/>
                    <a:pt x="1610" y="10861"/>
                    <a:pt x="1509" y="11116"/>
                  </a:cubicBezTo>
                  <a:cubicBezTo>
                    <a:pt x="1396" y="11383"/>
                    <a:pt x="1254" y="11728"/>
                    <a:pt x="1159" y="11995"/>
                  </a:cubicBezTo>
                  <a:cubicBezTo>
                    <a:pt x="1064" y="12262"/>
                    <a:pt x="945" y="12618"/>
                    <a:pt x="856" y="12885"/>
                  </a:cubicBezTo>
                  <a:cubicBezTo>
                    <a:pt x="767" y="13153"/>
                    <a:pt x="666" y="13527"/>
                    <a:pt x="589" y="13800"/>
                  </a:cubicBezTo>
                  <a:cubicBezTo>
                    <a:pt x="589" y="13806"/>
                    <a:pt x="339" y="14691"/>
                    <a:pt x="185" y="15753"/>
                  </a:cubicBezTo>
                  <a:cubicBezTo>
                    <a:pt x="66" y="16537"/>
                    <a:pt x="7" y="17309"/>
                    <a:pt x="1" y="18063"/>
                  </a:cubicBezTo>
                  <a:cubicBezTo>
                    <a:pt x="1" y="18348"/>
                    <a:pt x="1" y="18746"/>
                    <a:pt x="13" y="19031"/>
                  </a:cubicBezTo>
                  <a:cubicBezTo>
                    <a:pt x="36" y="19417"/>
                    <a:pt x="84" y="19922"/>
                    <a:pt x="131" y="20308"/>
                  </a:cubicBezTo>
                  <a:cubicBezTo>
                    <a:pt x="173" y="20587"/>
                    <a:pt x="232" y="20943"/>
                    <a:pt x="292" y="21216"/>
                  </a:cubicBezTo>
                  <a:cubicBezTo>
                    <a:pt x="369" y="21585"/>
                    <a:pt x="506" y="22083"/>
                    <a:pt x="618" y="22451"/>
                  </a:cubicBezTo>
                  <a:cubicBezTo>
                    <a:pt x="767" y="22932"/>
                    <a:pt x="1040" y="23544"/>
                    <a:pt x="1272" y="24001"/>
                  </a:cubicBezTo>
                  <a:cubicBezTo>
                    <a:pt x="1432" y="24310"/>
                    <a:pt x="1687" y="24702"/>
                    <a:pt x="1883" y="24999"/>
                  </a:cubicBezTo>
                  <a:cubicBezTo>
                    <a:pt x="2020" y="25195"/>
                    <a:pt x="2222" y="25426"/>
                    <a:pt x="2370" y="25610"/>
                  </a:cubicBezTo>
                  <a:cubicBezTo>
                    <a:pt x="2499" y="25772"/>
                    <a:pt x="2677" y="25948"/>
                    <a:pt x="2853" y="26108"/>
                  </a:cubicBezTo>
                  <a:lnTo>
                    <a:pt x="2853" y="26108"/>
                  </a:lnTo>
                  <a:cubicBezTo>
                    <a:pt x="1490" y="24795"/>
                    <a:pt x="698" y="22636"/>
                    <a:pt x="737" y="19791"/>
                  </a:cubicBezTo>
                  <a:cubicBezTo>
                    <a:pt x="814" y="12957"/>
                    <a:pt x="5672" y="4745"/>
                    <a:pt x="11562" y="1461"/>
                  </a:cubicBezTo>
                  <a:cubicBezTo>
                    <a:pt x="13215" y="551"/>
                    <a:pt x="14776" y="116"/>
                    <a:pt x="16163" y="116"/>
                  </a:cubicBezTo>
                  <a:cubicBezTo>
                    <a:pt x="16745" y="116"/>
                    <a:pt x="17297" y="192"/>
                    <a:pt x="17813" y="343"/>
                  </a:cubicBezTo>
                  <a:lnTo>
                    <a:pt x="17813" y="343"/>
                  </a:lnTo>
                  <a:cubicBezTo>
                    <a:pt x="17707" y="308"/>
                    <a:pt x="17603" y="275"/>
                    <a:pt x="17512" y="250"/>
                  </a:cubicBezTo>
                  <a:cubicBezTo>
                    <a:pt x="17209" y="172"/>
                    <a:pt x="16793" y="89"/>
                    <a:pt x="16479" y="54"/>
                  </a:cubicBezTo>
                  <a:cubicBezTo>
                    <a:pt x="16241" y="24"/>
                    <a:pt x="15932" y="0"/>
                    <a:pt x="15695" y="0"/>
                  </a:cubicBezTo>
                  <a:close/>
                  <a:moveTo>
                    <a:pt x="2853" y="26108"/>
                  </a:moveTo>
                  <a:lnTo>
                    <a:pt x="2853" y="26108"/>
                  </a:lnTo>
                  <a:cubicBezTo>
                    <a:pt x="2952" y="26204"/>
                    <a:pt x="3054" y="26296"/>
                    <a:pt x="3160" y="26382"/>
                  </a:cubicBezTo>
                  <a:cubicBezTo>
                    <a:pt x="3067" y="26301"/>
                    <a:pt x="2961" y="26207"/>
                    <a:pt x="2853" y="2610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5"/>
            <p:cNvSpPr/>
            <p:nvPr/>
          </p:nvSpPr>
          <p:spPr>
            <a:xfrm>
              <a:off x="9473520" y="36562"/>
              <a:ext cx="4660947" cy="5784691"/>
            </a:xfrm>
            <a:custGeom>
              <a:avLst/>
              <a:gdLst/>
              <a:ahLst/>
              <a:cxnLst/>
              <a:rect l="l" t="t" r="r" b="b"/>
              <a:pathLst>
                <a:path w="21481" h="27483" extrusionOk="0">
                  <a:moveTo>
                    <a:pt x="15352" y="425"/>
                  </a:moveTo>
                  <a:cubicBezTo>
                    <a:pt x="18802" y="425"/>
                    <a:pt x="21150" y="3210"/>
                    <a:pt x="21090" y="7976"/>
                  </a:cubicBezTo>
                  <a:cubicBezTo>
                    <a:pt x="21007" y="14602"/>
                    <a:pt x="16310" y="22559"/>
                    <a:pt x="10598" y="25742"/>
                  </a:cubicBezTo>
                  <a:cubicBezTo>
                    <a:pt x="8991" y="26640"/>
                    <a:pt x="7474" y="27065"/>
                    <a:pt x="6126" y="27065"/>
                  </a:cubicBezTo>
                  <a:cubicBezTo>
                    <a:pt x="2677" y="27065"/>
                    <a:pt x="331" y="24283"/>
                    <a:pt x="391" y="19519"/>
                  </a:cubicBezTo>
                  <a:cubicBezTo>
                    <a:pt x="462" y="12886"/>
                    <a:pt x="5171" y="4929"/>
                    <a:pt x="10883" y="1747"/>
                  </a:cubicBezTo>
                  <a:cubicBezTo>
                    <a:pt x="12489" y="850"/>
                    <a:pt x="14004" y="425"/>
                    <a:pt x="15352" y="425"/>
                  </a:cubicBezTo>
                  <a:close/>
                  <a:moveTo>
                    <a:pt x="15501" y="0"/>
                  </a:moveTo>
                  <a:cubicBezTo>
                    <a:pt x="14112" y="0"/>
                    <a:pt x="12550" y="437"/>
                    <a:pt x="10895" y="1361"/>
                  </a:cubicBezTo>
                  <a:cubicBezTo>
                    <a:pt x="4999" y="4650"/>
                    <a:pt x="147" y="12857"/>
                    <a:pt x="64" y="19697"/>
                  </a:cubicBezTo>
                  <a:cubicBezTo>
                    <a:pt x="0" y="24613"/>
                    <a:pt x="2421" y="27483"/>
                    <a:pt x="5979" y="27483"/>
                  </a:cubicBezTo>
                  <a:cubicBezTo>
                    <a:pt x="7368" y="27483"/>
                    <a:pt x="8931" y="27046"/>
                    <a:pt x="10586" y="26122"/>
                  </a:cubicBezTo>
                  <a:cubicBezTo>
                    <a:pt x="16482" y="22832"/>
                    <a:pt x="21334" y="14632"/>
                    <a:pt x="21417" y="7792"/>
                  </a:cubicBezTo>
                  <a:cubicBezTo>
                    <a:pt x="21481" y="2871"/>
                    <a:pt x="19060" y="0"/>
                    <a:pt x="15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5"/>
            <p:cNvSpPr/>
            <p:nvPr/>
          </p:nvSpPr>
          <p:spPr>
            <a:xfrm>
              <a:off x="11382496" y="3155055"/>
              <a:ext cx="274697" cy="316355"/>
            </a:xfrm>
            <a:custGeom>
              <a:avLst/>
              <a:gdLst/>
              <a:ahLst/>
              <a:cxnLst/>
              <a:rect l="l" t="t" r="r" b="b"/>
              <a:pathLst>
                <a:path w="1266" h="1503" extrusionOk="0">
                  <a:moveTo>
                    <a:pt x="1" y="0"/>
                  </a:moveTo>
                  <a:lnTo>
                    <a:pt x="939" y="1306"/>
                  </a:lnTo>
                  <a:lnTo>
                    <a:pt x="1266" y="1502"/>
                  </a:lnTo>
                  <a:lnTo>
                    <a:pt x="1266" y="1502"/>
                  </a:lnTo>
                  <a:lnTo>
                    <a:pt x="333" y="19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5"/>
            <p:cNvSpPr/>
            <p:nvPr/>
          </p:nvSpPr>
          <p:spPr>
            <a:xfrm>
              <a:off x="11382496" y="2653688"/>
              <a:ext cx="272093" cy="541571"/>
            </a:xfrm>
            <a:custGeom>
              <a:avLst/>
              <a:gdLst/>
              <a:ahLst/>
              <a:cxnLst/>
              <a:rect l="l" t="t" r="r" b="b"/>
              <a:pathLst>
                <a:path w="1254" h="2573" extrusionOk="0">
                  <a:moveTo>
                    <a:pt x="927" y="1"/>
                  </a:moveTo>
                  <a:lnTo>
                    <a:pt x="1" y="2382"/>
                  </a:lnTo>
                  <a:lnTo>
                    <a:pt x="333" y="2572"/>
                  </a:lnTo>
                  <a:lnTo>
                    <a:pt x="1254" y="185"/>
                  </a:lnTo>
                  <a:lnTo>
                    <a:pt x="9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5"/>
            <p:cNvSpPr/>
            <p:nvPr/>
          </p:nvSpPr>
          <p:spPr>
            <a:xfrm>
              <a:off x="11583635" y="2427631"/>
              <a:ext cx="474318" cy="265208"/>
            </a:xfrm>
            <a:custGeom>
              <a:avLst/>
              <a:gdLst/>
              <a:ahLst/>
              <a:cxnLst/>
              <a:rect l="l" t="t" r="r" b="b"/>
              <a:pathLst>
                <a:path w="2186" h="1260" extrusionOk="0">
                  <a:moveTo>
                    <a:pt x="1859" y="0"/>
                  </a:moveTo>
                  <a:lnTo>
                    <a:pt x="0" y="1075"/>
                  </a:lnTo>
                  <a:lnTo>
                    <a:pt x="327" y="1259"/>
                  </a:lnTo>
                  <a:lnTo>
                    <a:pt x="2185" y="190"/>
                  </a:lnTo>
                  <a:lnTo>
                    <a:pt x="18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5"/>
            <p:cNvSpPr/>
            <p:nvPr/>
          </p:nvSpPr>
          <p:spPr>
            <a:xfrm>
              <a:off x="11454750" y="2467623"/>
              <a:ext cx="805430" cy="1003791"/>
            </a:xfrm>
            <a:custGeom>
              <a:avLst/>
              <a:gdLst/>
              <a:ahLst/>
              <a:cxnLst/>
              <a:rect l="l" t="t" r="r" b="b"/>
              <a:pathLst>
                <a:path w="3712" h="4769" extrusionOk="0">
                  <a:moveTo>
                    <a:pt x="2779" y="0"/>
                  </a:moveTo>
                  <a:lnTo>
                    <a:pt x="921" y="1069"/>
                  </a:lnTo>
                  <a:lnTo>
                    <a:pt x="0" y="3456"/>
                  </a:lnTo>
                  <a:lnTo>
                    <a:pt x="933" y="4768"/>
                  </a:lnTo>
                  <a:lnTo>
                    <a:pt x="2791" y="3700"/>
                  </a:lnTo>
                  <a:lnTo>
                    <a:pt x="3712" y="1318"/>
                  </a:lnTo>
                  <a:lnTo>
                    <a:pt x="27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5"/>
            <p:cNvSpPr/>
            <p:nvPr/>
          </p:nvSpPr>
          <p:spPr>
            <a:xfrm>
              <a:off x="6449275" y="1983936"/>
              <a:ext cx="770713" cy="503685"/>
            </a:xfrm>
            <a:custGeom>
              <a:avLst/>
              <a:gdLst/>
              <a:ahLst/>
              <a:cxnLst/>
              <a:rect l="l" t="t" r="r" b="b"/>
              <a:pathLst>
                <a:path w="3552" h="2393" extrusionOk="0">
                  <a:moveTo>
                    <a:pt x="3159" y="0"/>
                  </a:moveTo>
                  <a:cubicBezTo>
                    <a:pt x="3148" y="0"/>
                    <a:pt x="3142" y="6"/>
                    <a:pt x="3142" y="6"/>
                  </a:cubicBezTo>
                  <a:lnTo>
                    <a:pt x="78" y="1788"/>
                  </a:lnTo>
                  <a:cubicBezTo>
                    <a:pt x="30" y="1811"/>
                    <a:pt x="12" y="1871"/>
                    <a:pt x="0" y="1942"/>
                  </a:cubicBezTo>
                  <a:cubicBezTo>
                    <a:pt x="0" y="2096"/>
                    <a:pt x="107" y="2286"/>
                    <a:pt x="238" y="2358"/>
                  </a:cubicBezTo>
                  <a:cubicBezTo>
                    <a:pt x="281" y="2379"/>
                    <a:pt x="323" y="2392"/>
                    <a:pt x="358" y="2392"/>
                  </a:cubicBezTo>
                  <a:cubicBezTo>
                    <a:pt x="380" y="2392"/>
                    <a:pt x="400" y="2387"/>
                    <a:pt x="416" y="2375"/>
                  </a:cubicBezTo>
                  <a:lnTo>
                    <a:pt x="410" y="2375"/>
                  </a:lnTo>
                  <a:lnTo>
                    <a:pt x="3474" y="594"/>
                  </a:lnTo>
                  <a:cubicBezTo>
                    <a:pt x="3486" y="594"/>
                    <a:pt x="3486" y="582"/>
                    <a:pt x="3492" y="582"/>
                  </a:cubicBezTo>
                  <a:lnTo>
                    <a:pt x="3498" y="582"/>
                  </a:lnTo>
                  <a:lnTo>
                    <a:pt x="3504" y="576"/>
                  </a:lnTo>
                  <a:lnTo>
                    <a:pt x="3516" y="570"/>
                  </a:lnTo>
                  <a:cubicBezTo>
                    <a:pt x="3522" y="547"/>
                    <a:pt x="3522" y="547"/>
                    <a:pt x="3528" y="541"/>
                  </a:cubicBezTo>
                  <a:cubicBezTo>
                    <a:pt x="3534" y="535"/>
                    <a:pt x="3545" y="517"/>
                    <a:pt x="3545" y="505"/>
                  </a:cubicBezTo>
                  <a:lnTo>
                    <a:pt x="3545" y="499"/>
                  </a:lnTo>
                  <a:cubicBezTo>
                    <a:pt x="3545" y="487"/>
                    <a:pt x="3545" y="487"/>
                    <a:pt x="3551" y="481"/>
                  </a:cubicBezTo>
                  <a:lnTo>
                    <a:pt x="3551" y="475"/>
                  </a:lnTo>
                  <a:lnTo>
                    <a:pt x="3551" y="463"/>
                  </a:lnTo>
                  <a:lnTo>
                    <a:pt x="3551" y="452"/>
                  </a:lnTo>
                  <a:lnTo>
                    <a:pt x="3551" y="446"/>
                  </a:lnTo>
                  <a:lnTo>
                    <a:pt x="3551" y="422"/>
                  </a:lnTo>
                  <a:lnTo>
                    <a:pt x="3551" y="392"/>
                  </a:lnTo>
                  <a:cubicBezTo>
                    <a:pt x="3551" y="374"/>
                    <a:pt x="3551" y="368"/>
                    <a:pt x="3545" y="357"/>
                  </a:cubicBezTo>
                  <a:lnTo>
                    <a:pt x="3545" y="345"/>
                  </a:lnTo>
                  <a:cubicBezTo>
                    <a:pt x="3545" y="339"/>
                    <a:pt x="3545" y="333"/>
                    <a:pt x="3534" y="327"/>
                  </a:cubicBezTo>
                  <a:lnTo>
                    <a:pt x="3534" y="315"/>
                  </a:lnTo>
                  <a:lnTo>
                    <a:pt x="3534" y="309"/>
                  </a:lnTo>
                  <a:cubicBezTo>
                    <a:pt x="3534" y="303"/>
                    <a:pt x="3528" y="285"/>
                    <a:pt x="3528" y="279"/>
                  </a:cubicBezTo>
                  <a:lnTo>
                    <a:pt x="3528" y="273"/>
                  </a:lnTo>
                  <a:cubicBezTo>
                    <a:pt x="3522" y="256"/>
                    <a:pt x="3522" y="250"/>
                    <a:pt x="3516" y="238"/>
                  </a:cubicBezTo>
                  <a:cubicBezTo>
                    <a:pt x="3516" y="238"/>
                    <a:pt x="3516" y="226"/>
                    <a:pt x="3504" y="226"/>
                  </a:cubicBezTo>
                  <a:cubicBezTo>
                    <a:pt x="3498" y="220"/>
                    <a:pt x="3498" y="214"/>
                    <a:pt x="3492" y="208"/>
                  </a:cubicBezTo>
                  <a:lnTo>
                    <a:pt x="3486" y="196"/>
                  </a:lnTo>
                  <a:cubicBezTo>
                    <a:pt x="3474" y="190"/>
                    <a:pt x="3468" y="178"/>
                    <a:pt x="3468" y="167"/>
                  </a:cubicBezTo>
                  <a:cubicBezTo>
                    <a:pt x="3462" y="161"/>
                    <a:pt x="3456" y="149"/>
                    <a:pt x="3444" y="137"/>
                  </a:cubicBezTo>
                  <a:lnTo>
                    <a:pt x="3439" y="131"/>
                  </a:lnTo>
                  <a:cubicBezTo>
                    <a:pt x="3433" y="125"/>
                    <a:pt x="3427" y="119"/>
                    <a:pt x="3427" y="113"/>
                  </a:cubicBezTo>
                  <a:lnTo>
                    <a:pt x="3415" y="101"/>
                  </a:lnTo>
                  <a:lnTo>
                    <a:pt x="3397" y="83"/>
                  </a:lnTo>
                  <a:cubicBezTo>
                    <a:pt x="3385" y="71"/>
                    <a:pt x="3379" y="66"/>
                    <a:pt x="3367" y="60"/>
                  </a:cubicBezTo>
                  <a:cubicBezTo>
                    <a:pt x="3355" y="60"/>
                    <a:pt x="3355" y="54"/>
                    <a:pt x="3349" y="54"/>
                  </a:cubicBezTo>
                  <a:cubicBezTo>
                    <a:pt x="3349" y="54"/>
                    <a:pt x="3344" y="54"/>
                    <a:pt x="3344" y="42"/>
                  </a:cubicBezTo>
                  <a:cubicBezTo>
                    <a:pt x="3338" y="36"/>
                    <a:pt x="3326" y="36"/>
                    <a:pt x="3320" y="30"/>
                  </a:cubicBezTo>
                  <a:cubicBezTo>
                    <a:pt x="3314" y="18"/>
                    <a:pt x="3308" y="18"/>
                    <a:pt x="3296" y="12"/>
                  </a:cubicBezTo>
                  <a:cubicBezTo>
                    <a:pt x="3290" y="6"/>
                    <a:pt x="3278" y="6"/>
                    <a:pt x="3266" y="6"/>
                  </a:cubicBezTo>
                  <a:lnTo>
                    <a:pt x="3260" y="6"/>
                  </a:lnTo>
                  <a:cubicBezTo>
                    <a:pt x="3254" y="6"/>
                    <a:pt x="3249" y="6"/>
                    <a:pt x="32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5"/>
            <p:cNvSpPr/>
            <p:nvPr/>
          </p:nvSpPr>
          <p:spPr>
            <a:xfrm>
              <a:off x="6261154" y="711576"/>
              <a:ext cx="772015" cy="504527"/>
            </a:xfrm>
            <a:custGeom>
              <a:avLst/>
              <a:gdLst/>
              <a:ahLst/>
              <a:cxnLst/>
              <a:rect l="l" t="t" r="r" b="b"/>
              <a:pathLst>
                <a:path w="3558" h="2397" extrusionOk="0">
                  <a:moveTo>
                    <a:pt x="232" y="1776"/>
                  </a:moveTo>
                  <a:cubicBezTo>
                    <a:pt x="238" y="1776"/>
                    <a:pt x="244" y="1782"/>
                    <a:pt x="256" y="1794"/>
                  </a:cubicBezTo>
                  <a:cubicBezTo>
                    <a:pt x="244" y="1782"/>
                    <a:pt x="238" y="1782"/>
                    <a:pt x="232" y="1776"/>
                  </a:cubicBezTo>
                  <a:close/>
                  <a:moveTo>
                    <a:pt x="482" y="2275"/>
                  </a:moveTo>
                  <a:cubicBezTo>
                    <a:pt x="493" y="2275"/>
                    <a:pt x="493" y="2275"/>
                    <a:pt x="482" y="2281"/>
                  </a:cubicBezTo>
                  <a:lnTo>
                    <a:pt x="482" y="2275"/>
                  </a:lnTo>
                  <a:close/>
                  <a:moveTo>
                    <a:pt x="476" y="2298"/>
                  </a:moveTo>
                  <a:cubicBezTo>
                    <a:pt x="482" y="2298"/>
                    <a:pt x="476" y="2298"/>
                    <a:pt x="476" y="2304"/>
                  </a:cubicBezTo>
                  <a:lnTo>
                    <a:pt x="476" y="2298"/>
                  </a:lnTo>
                  <a:close/>
                  <a:moveTo>
                    <a:pt x="3154" y="0"/>
                  </a:moveTo>
                  <a:cubicBezTo>
                    <a:pt x="3148" y="0"/>
                    <a:pt x="3142" y="6"/>
                    <a:pt x="3142" y="6"/>
                  </a:cubicBezTo>
                  <a:lnTo>
                    <a:pt x="78" y="1788"/>
                  </a:lnTo>
                  <a:cubicBezTo>
                    <a:pt x="30" y="1811"/>
                    <a:pt x="6" y="1871"/>
                    <a:pt x="1" y="1948"/>
                  </a:cubicBezTo>
                  <a:cubicBezTo>
                    <a:pt x="1" y="2102"/>
                    <a:pt x="107" y="2287"/>
                    <a:pt x="238" y="2364"/>
                  </a:cubicBezTo>
                  <a:cubicBezTo>
                    <a:pt x="280" y="2386"/>
                    <a:pt x="317" y="2397"/>
                    <a:pt x="348" y="2397"/>
                  </a:cubicBezTo>
                  <a:cubicBezTo>
                    <a:pt x="372" y="2397"/>
                    <a:pt x="393" y="2391"/>
                    <a:pt x="411" y="2379"/>
                  </a:cubicBezTo>
                  <a:lnTo>
                    <a:pt x="411" y="2379"/>
                  </a:lnTo>
                  <a:cubicBezTo>
                    <a:pt x="410" y="2380"/>
                    <a:pt x="410" y="2381"/>
                    <a:pt x="410" y="2382"/>
                  </a:cubicBezTo>
                  <a:lnTo>
                    <a:pt x="3492" y="582"/>
                  </a:lnTo>
                  <a:cubicBezTo>
                    <a:pt x="3498" y="582"/>
                    <a:pt x="3498" y="576"/>
                    <a:pt x="3504" y="576"/>
                  </a:cubicBezTo>
                  <a:lnTo>
                    <a:pt x="3510" y="576"/>
                  </a:lnTo>
                  <a:lnTo>
                    <a:pt x="3522" y="565"/>
                  </a:lnTo>
                  <a:lnTo>
                    <a:pt x="3528" y="559"/>
                  </a:lnTo>
                  <a:lnTo>
                    <a:pt x="3534" y="553"/>
                  </a:lnTo>
                  <a:cubicBezTo>
                    <a:pt x="3540" y="541"/>
                    <a:pt x="3545" y="529"/>
                    <a:pt x="3545" y="511"/>
                  </a:cubicBezTo>
                  <a:lnTo>
                    <a:pt x="3545" y="505"/>
                  </a:lnTo>
                  <a:cubicBezTo>
                    <a:pt x="3545" y="499"/>
                    <a:pt x="3545" y="499"/>
                    <a:pt x="3557" y="493"/>
                  </a:cubicBezTo>
                  <a:lnTo>
                    <a:pt x="3557" y="481"/>
                  </a:lnTo>
                  <a:lnTo>
                    <a:pt x="3557" y="475"/>
                  </a:lnTo>
                  <a:lnTo>
                    <a:pt x="3557" y="470"/>
                  </a:lnTo>
                  <a:lnTo>
                    <a:pt x="3557" y="464"/>
                  </a:lnTo>
                  <a:lnTo>
                    <a:pt x="3557" y="440"/>
                  </a:lnTo>
                  <a:lnTo>
                    <a:pt x="3557" y="410"/>
                  </a:lnTo>
                  <a:cubicBezTo>
                    <a:pt x="3557" y="392"/>
                    <a:pt x="3557" y="386"/>
                    <a:pt x="3545" y="375"/>
                  </a:cubicBezTo>
                  <a:lnTo>
                    <a:pt x="3545" y="363"/>
                  </a:lnTo>
                  <a:cubicBezTo>
                    <a:pt x="3545" y="357"/>
                    <a:pt x="3540" y="351"/>
                    <a:pt x="3540" y="333"/>
                  </a:cubicBezTo>
                  <a:lnTo>
                    <a:pt x="3540" y="327"/>
                  </a:lnTo>
                  <a:lnTo>
                    <a:pt x="3540" y="321"/>
                  </a:lnTo>
                  <a:cubicBezTo>
                    <a:pt x="3540" y="303"/>
                    <a:pt x="3534" y="297"/>
                    <a:pt x="3528" y="285"/>
                  </a:cubicBezTo>
                  <a:cubicBezTo>
                    <a:pt x="3522" y="268"/>
                    <a:pt x="3522" y="262"/>
                    <a:pt x="3510" y="244"/>
                  </a:cubicBezTo>
                  <a:cubicBezTo>
                    <a:pt x="3510" y="244"/>
                    <a:pt x="3510" y="238"/>
                    <a:pt x="3504" y="238"/>
                  </a:cubicBezTo>
                  <a:cubicBezTo>
                    <a:pt x="3498" y="232"/>
                    <a:pt x="3498" y="226"/>
                    <a:pt x="3486" y="208"/>
                  </a:cubicBezTo>
                  <a:cubicBezTo>
                    <a:pt x="3486" y="208"/>
                    <a:pt x="3486" y="202"/>
                    <a:pt x="3480" y="202"/>
                  </a:cubicBezTo>
                  <a:cubicBezTo>
                    <a:pt x="3474" y="196"/>
                    <a:pt x="3468" y="179"/>
                    <a:pt x="3468" y="173"/>
                  </a:cubicBezTo>
                  <a:cubicBezTo>
                    <a:pt x="3462" y="167"/>
                    <a:pt x="3450" y="149"/>
                    <a:pt x="3445" y="143"/>
                  </a:cubicBezTo>
                  <a:lnTo>
                    <a:pt x="3439" y="137"/>
                  </a:lnTo>
                  <a:cubicBezTo>
                    <a:pt x="3433" y="125"/>
                    <a:pt x="3421" y="119"/>
                    <a:pt x="3421" y="113"/>
                  </a:cubicBezTo>
                  <a:lnTo>
                    <a:pt x="3415" y="107"/>
                  </a:lnTo>
                  <a:lnTo>
                    <a:pt x="3391" y="84"/>
                  </a:lnTo>
                  <a:cubicBezTo>
                    <a:pt x="3385" y="78"/>
                    <a:pt x="3379" y="66"/>
                    <a:pt x="3361" y="60"/>
                  </a:cubicBezTo>
                  <a:cubicBezTo>
                    <a:pt x="3355" y="60"/>
                    <a:pt x="3355" y="54"/>
                    <a:pt x="3350" y="54"/>
                  </a:cubicBezTo>
                  <a:cubicBezTo>
                    <a:pt x="3350" y="54"/>
                    <a:pt x="3344" y="54"/>
                    <a:pt x="3344" y="48"/>
                  </a:cubicBezTo>
                  <a:cubicBezTo>
                    <a:pt x="3332" y="36"/>
                    <a:pt x="3326" y="36"/>
                    <a:pt x="3320" y="30"/>
                  </a:cubicBezTo>
                  <a:cubicBezTo>
                    <a:pt x="3314" y="24"/>
                    <a:pt x="3302" y="24"/>
                    <a:pt x="3296" y="18"/>
                  </a:cubicBezTo>
                  <a:cubicBezTo>
                    <a:pt x="3290" y="6"/>
                    <a:pt x="3272" y="6"/>
                    <a:pt x="3266" y="6"/>
                  </a:cubicBezTo>
                  <a:lnTo>
                    <a:pt x="3260" y="6"/>
                  </a:lnTo>
                  <a:cubicBezTo>
                    <a:pt x="3255" y="6"/>
                    <a:pt x="3243" y="6"/>
                    <a:pt x="32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5"/>
            <p:cNvSpPr/>
            <p:nvPr/>
          </p:nvSpPr>
          <p:spPr>
            <a:xfrm>
              <a:off x="1880577" y="2777451"/>
              <a:ext cx="130405" cy="2623664"/>
            </a:xfrm>
            <a:custGeom>
              <a:avLst/>
              <a:gdLst/>
              <a:ahLst/>
              <a:cxnLst/>
              <a:rect l="l" t="t" r="r" b="b"/>
              <a:pathLst>
                <a:path w="601" h="12465" extrusionOk="0">
                  <a:moveTo>
                    <a:pt x="1" y="1"/>
                  </a:moveTo>
                  <a:lnTo>
                    <a:pt x="30" y="12126"/>
                  </a:lnTo>
                  <a:lnTo>
                    <a:pt x="600" y="12465"/>
                  </a:lnTo>
                  <a:lnTo>
                    <a:pt x="571"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5"/>
            <p:cNvSpPr/>
            <p:nvPr/>
          </p:nvSpPr>
          <p:spPr>
            <a:xfrm>
              <a:off x="1880577" y="202842"/>
              <a:ext cx="4719749" cy="2643660"/>
            </a:xfrm>
            <a:custGeom>
              <a:avLst/>
              <a:gdLst/>
              <a:ahLst/>
              <a:cxnLst/>
              <a:rect l="l" t="t" r="r" b="b"/>
              <a:pathLst>
                <a:path w="21752" h="12560" extrusionOk="0">
                  <a:moveTo>
                    <a:pt x="21175" y="1"/>
                  </a:moveTo>
                  <a:lnTo>
                    <a:pt x="1" y="12233"/>
                  </a:lnTo>
                  <a:lnTo>
                    <a:pt x="571" y="12559"/>
                  </a:lnTo>
                  <a:lnTo>
                    <a:pt x="21751" y="333"/>
                  </a:lnTo>
                  <a:lnTo>
                    <a:pt x="211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5"/>
            <p:cNvSpPr/>
            <p:nvPr/>
          </p:nvSpPr>
          <p:spPr>
            <a:xfrm>
              <a:off x="2004254" y="272932"/>
              <a:ext cx="4602363" cy="5128196"/>
            </a:xfrm>
            <a:custGeom>
              <a:avLst/>
              <a:gdLst/>
              <a:ahLst/>
              <a:cxnLst/>
              <a:rect l="l" t="t" r="r" b="b"/>
              <a:pathLst>
                <a:path w="21211" h="24364" extrusionOk="0">
                  <a:moveTo>
                    <a:pt x="21181" y="0"/>
                  </a:moveTo>
                  <a:lnTo>
                    <a:pt x="1" y="12226"/>
                  </a:lnTo>
                  <a:lnTo>
                    <a:pt x="30" y="24364"/>
                  </a:lnTo>
                  <a:lnTo>
                    <a:pt x="21211" y="12137"/>
                  </a:lnTo>
                  <a:lnTo>
                    <a:pt x="211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5"/>
            <p:cNvSpPr/>
            <p:nvPr/>
          </p:nvSpPr>
          <p:spPr>
            <a:xfrm>
              <a:off x="2107319" y="421532"/>
              <a:ext cx="4396232" cy="4830784"/>
            </a:xfrm>
            <a:custGeom>
              <a:avLst/>
              <a:gdLst/>
              <a:ahLst/>
              <a:cxnLst/>
              <a:rect l="l" t="t" r="r" b="b"/>
              <a:pathLst>
                <a:path w="20261" h="22951" extrusionOk="0">
                  <a:moveTo>
                    <a:pt x="20261" y="1"/>
                  </a:moveTo>
                  <a:lnTo>
                    <a:pt x="1" y="11699"/>
                  </a:lnTo>
                  <a:lnTo>
                    <a:pt x="1" y="22951"/>
                  </a:lnTo>
                  <a:lnTo>
                    <a:pt x="20261" y="11253"/>
                  </a:lnTo>
                  <a:lnTo>
                    <a:pt x="2026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5"/>
            <p:cNvSpPr/>
            <p:nvPr/>
          </p:nvSpPr>
          <p:spPr>
            <a:xfrm>
              <a:off x="2050688" y="960365"/>
              <a:ext cx="4509712" cy="2543471"/>
            </a:xfrm>
            <a:custGeom>
              <a:avLst/>
              <a:gdLst/>
              <a:ahLst/>
              <a:cxnLst/>
              <a:rect l="l" t="t" r="r" b="b"/>
              <a:pathLst>
                <a:path w="20784" h="12084" extrusionOk="0">
                  <a:moveTo>
                    <a:pt x="20700" y="0"/>
                  </a:moveTo>
                  <a:lnTo>
                    <a:pt x="0" y="11941"/>
                  </a:lnTo>
                  <a:lnTo>
                    <a:pt x="84" y="12084"/>
                  </a:lnTo>
                  <a:lnTo>
                    <a:pt x="20783" y="137"/>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5"/>
            <p:cNvSpPr/>
            <p:nvPr/>
          </p:nvSpPr>
          <p:spPr>
            <a:xfrm>
              <a:off x="2050688" y="1564026"/>
              <a:ext cx="4509712" cy="2544733"/>
            </a:xfrm>
            <a:custGeom>
              <a:avLst/>
              <a:gdLst/>
              <a:ahLst/>
              <a:cxnLst/>
              <a:rect l="l" t="t" r="r" b="b"/>
              <a:pathLst>
                <a:path w="20784" h="12090" extrusionOk="0">
                  <a:moveTo>
                    <a:pt x="20700" y="0"/>
                  </a:moveTo>
                  <a:lnTo>
                    <a:pt x="0" y="11947"/>
                  </a:lnTo>
                  <a:lnTo>
                    <a:pt x="84" y="12090"/>
                  </a:lnTo>
                  <a:lnTo>
                    <a:pt x="20783" y="143"/>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5"/>
            <p:cNvSpPr/>
            <p:nvPr/>
          </p:nvSpPr>
          <p:spPr>
            <a:xfrm>
              <a:off x="2050688" y="2168949"/>
              <a:ext cx="4509712" cy="2544733"/>
            </a:xfrm>
            <a:custGeom>
              <a:avLst/>
              <a:gdLst/>
              <a:ahLst/>
              <a:cxnLst/>
              <a:rect l="l" t="t" r="r" b="b"/>
              <a:pathLst>
                <a:path w="20784" h="12090" extrusionOk="0">
                  <a:moveTo>
                    <a:pt x="20700" y="0"/>
                  </a:moveTo>
                  <a:lnTo>
                    <a:pt x="0" y="11947"/>
                  </a:lnTo>
                  <a:lnTo>
                    <a:pt x="84" y="12090"/>
                  </a:lnTo>
                  <a:lnTo>
                    <a:pt x="20783" y="143"/>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5"/>
            <p:cNvSpPr/>
            <p:nvPr/>
          </p:nvSpPr>
          <p:spPr>
            <a:xfrm>
              <a:off x="5784453" y="787770"/>
              <a:ext cx="36236" cy="2421180"/>
            </a:xfrm>
            <a:custGeom>
              <a:avLst/>
              <a:gdLst/>
              <a:ahLst/>
              <a:cxnLst/>
              <a:rect l="l" t="t" r="r" b="b"/>
              <a:pathLst>
                <a:path w="167" h="11503" extrusionOk="0">
                  <a:moveTo>
                    <a:pt x="1" y="1"/>
                  </a:moveTo>
                  <a:lnTo>
                    <a:pt x="1" y="11502"/>
                  </a:lnTo>
                  <a:lnTo>
                    <a:pt x="167" y="11502"/>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5"/>
            <p:cNvSpPr/>
            <p:nvPr/>
          </p:nvSpPr>
          <p:spPr>
            <a:xfrm>
              <a:off x="5035877" y="1207681"/>
              <a:ext cx="34934" cy="2419917"/>
            </a:xfrm>
            <a:custGeom>
              <a:avLst/>
              <a:gdLst/>
              <a:ahLst/>
              <a:cxnLst/>
              <a:rect l="l" t="t" r="r" b="b"/>
              <a:pathLst>
                <a:path w="161" h="11497" extrusionOk="0">
                  <a:moveTo>
                    <a:pt x="1" y="1"/>
                  </a:moveTo>
                  <a:lnTo>
                    <a:pt x="1" y="11497"/>
                  </a:lnTo>
                  <a:lnTo>
                    <a:pt x="161" y="11497"/>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5"/>
            <p:cNvSpPr/>
            <p:nvPr/>
          </p:nvSpPr>
          <p:spPr>
            <a:xfrm>
              <a:off x="4286000" y="1626328"/>
              <a:ext cx="36236" cy="2419917"/>
            </a:xfrm>
            <a:custGeom>
              <a:avLst/>
              <a:gdLst/>
              <a:ahLst/>
              <a:cxnLst/>
              <a:rect l="l" t="t" r="r" b="b"/>
              <a:pathLst>
                <a:path w="167" h="11497" extrusionOk="0">
                  <a:moveTo>
                    <a:pt x="1" y="1"/>
                  </a:moveTo>
                  <a:lnTo>
                    <a:pt x="1" y="11497"/>
                  </a:lnTo>
                  <a:lnTo>
                    <a:pt x="167" y="11497"/>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5"/>
            <p:cNvSpPr/>
            <p:nvPr/>
          </p:nvSpPr>
          <p:spPr>
            <a:xfrm>
              <a:off x="3540028" y="2046449"/>
              <a:ext cx="34934" cy="2419707"/>
            </a:xfrm>
            <a:custGeom>
              <a:avLst/>
              <a:gdLst/>
              <a:ahLst/>
              <a:cxnLst/>
              <a:rect l="l" t="t" r="r" b="b"/>
              <a:pathLst>
                <a:path w="161" h="11496" extrusionOk="0">
                  <a:moveTo>
                    <a:pt x="1" y="0"/>
                  </a:moveTo>
                  <a:lnTo>
                    <a:pt x="1" y="11496"/>
                  </a:lnTo>
                  <a:lnTo>
                    <a:pt x="161" y="11496"/>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5"/>
            <p:cNvSpPr/>
            <p:nvPr/>
          </p:nvSpPr>
          <p:spPr>
            <a:xfrm>
              <a:off x="2790150" y="2465097"/>
              <a:ext cx="36453" cy="2419917"/>
            </a:xfrm>
            <a:custGeom>
              <a:avLst/>
              <a:gdLst/>
              <a:ahLst/>
              <a:cxnLst/>
              <a:rect l="l" t="t" r="r" b="b"/>
              <a:pathLst>
                <a:path w="168" h="11497" extrusionOk="0">
                  <a:moveTo>
                    <a:pt x="1" y="0"/>
                  </a:moveTo>
                  <a:lnTo>
                    <a:pt x="1" y="11496"/>
                  </a:lnTo>
                  <a:lnTo>
                    <a:pt x="167" y="11496"/>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5"/>
            <p:cNvSpPr/>
            <p:nvPr/>
          </p:nvSpPr>
          <p:spPr>
            <a:xfrm>
              <a:off x="11650465" y="3098646"/>
              <a:ext cx="686959" cy="476532"/>
            </a:xfrm>
            <a:custGeom>
              <a:avLst/>
              <a:gdLst/>
              <a:ahLst/>
              <a:cxnLst/>
              <a:rect l="l" t="t" r="r" b="b"/>
              <a:pathLst>
                <a:path w="3166" h="2264" extrusionOk="0">
                  <a:moveTo>
                    <a:pt x="1" y="1"/>
                  </a:moveTo>
                  <a:lnTo>
                    <a:pt x="512" y="725"/>
                  </a:lnTo>
                  <a:lnTo>
                    <a:pt x="3166" y="2263"/>
                  </a:lnTo>
                  <a:lnTo>
                    <a:pt x="3166" y="2263"/>
                  </a:lnTo>
                  <a:lnTo>
                    <a:pt x="2655" y="154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5"/>
            <p:cNvSpPr/>
            <p:nvPr/>
          </p:nvSpPr>
          <p:spPr>
            <a:xfrm>
              <a:off x="11650465" y="2823757"/>
              <a:ext cx="685657" cy="600086"/>
            </a:xfrm>
            <a:custGeom>
              <a:avLst/>
              <a:gdLst/>
              <a:ahLst/>
              <a:cxnLst/>
              <a:rect l="l" t="t" r="r" b="b"/>
              <a:pathLst>
                <a:path w="3160" h="2851" extrusionOk="0">
                  <a:moveTo>
                    <a:pt x="506" y="1"/>
                  </a:moveTo>
                  <a:lnTo>
                    <a:pt x="1" y="1307"/>
                  </a:lnTo>
                  <a:lnTo>
                    <a:pt x="2655" y="2851"/>
                  </a:lnTo>
                  <a:lnTo>
                    <a:pt x="3160" y="1544"/>
                  </a:lnTo>
                  <a:lnTo>
                    <a:pt x="5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5"/>
            <p:cNvSpPr/>
            <p:nvPr/>
          </p:nvSpPr>
          <p:spPr>
            <a:xfrm>
              <a:off x="11760039" y="2699994"/>
              <a:ext cx="796534" cy="448959"/>
            </a:xfrm>
            <a:custGeom>
              <a:avLst/>
              <a:gdLst/>
              <a:ahLst/>
              <a:cxnLst/>
              <a:rect l="l" t="t" r="r" b="b"/>
              <a:pathLst>
                <a:path w="3671" h="2133" extrusionOk="0">
                  <a:moveTo>
                    <a:pt x="1016" y="1"/>
                  </a:moveTo>
                  <a:lnTo>
                    <a:pt x="1" y="589"/>
                  </a:lnTo>
                  <a:lnTo>
                    <a:pt x="2655" y="2132"/>
                  </a:lnTo>
                  <a:lnTo>
                    <a:pt x="3670" y="1550"/>
                  </a:lnTo>
                  <a:lnTo>
                    <a:pt x="10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5"/>
            <p:cNvSpPr/>
            <p:nvPr/>
          </p:nvSpPr>
          <p:spPr>
            <a:xfrm>
              <a:off x="12226542" y="3026241"/>
              <a:ext cx="441988" cy="548938"/>
            </a:xfrm>
            <a:custGeom>
              <a:avLst/>
              <a:gdLst/>
              <a:ahLst/>
              <a:cxnLst/>
              <a:rect l="l" t="t" r="r" b="b"/>
              <a:pathLst>
                <a:path w="2037" h="2608" extrusionOk="0">
                  <a:moveTo>
                    <a:pt x="1520" y="0"/>
                  </a:moveTo>
                  <a:lnTo>
                    <a:pt x="505" y="582"/>
                  </a:lnTo>
                  <a:lnTo>
                    <a:pt x="0" y="1889"/>
                  </a:lnTo>
                  <a:lnTo>
                    <a:pt x="511" y="2607"/>
                  </a:lnTo>
                  <a:lnTo>
                    <a:pt x="1532" y="2025"/>
                  </a:lnTo>
                  <a:lnTo>
                    <a:pt x="2037" y="719"/>
                  </a:lnTo>
                  <a:lnTo>
                    <a:pt x="15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5"/>
            <p:cNvSpPr/>
            <p:nvPr/>
          </p:nvSpPr>
          <p:spPr>
            <a:xfrm>
              <a:off x="12355211" y="3371220"/>
              <a:ext cx="1094230" cy="661336"/>
            </a:xfrm>
            <a:custGeom>
              <a:avLst/>
              <a:gdLst/>
              <a:ahLst/>
              <a:cxnLst/>
              <a:rect l="l" t="t" r="r" b="b"/>
              <a:pathLst>
                <a:path w="5043" h="3142" extrusionOk="0">
                  <a:moveTo>
                    <a:pt x="1" y="0"/>
                  </a:moveTo>
                  <a:lnTo>
                    <a:pt x="262" y="357"/>
                  </a:lnTo>
                  <a:lnTo>
                    <a:pt x="5042" y="3142"/>
                  </a:lnTo>
                  <a:lnTo>
                    <a:pt x="4787" y="278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5"/>
            <p:cNvSpPr/>
            <p:nvPr/>
          </p:nvSpPr>
          <p:spPr>
            <a:xfrm>
              <a:off x="12355211" y="3235038"/>
              <a:ext cx="1094230" cy="722586"/>
            </a:xfrm>
            <a:custGeom>
              <a:avLst/>
              <a:gdLst/>
              <a:ahLst/>
              <a:cxnLst/>
              <a:rect l="l" t="t" r="r" b="b"/>
              <a:pathLst>
                <a:path w="5043" h="3433" extrusionOk="0">
                  <a:moveTo>
                    <a:pt x="256" y="0"/>
                  </a:moveTo>
                  <a:lnTo>
                    <a:pt x="1" y="647"/>
                  </a:lnTo>
                  <a:lnTo>
                    <a:pt x="4787" y="3432"/>
                  </a:lnTo>
                  <a:lnTo>
                    <a:pt x="5042" y="2779"/>
                  </a:lnTo>
                  <a:lnTo>
                    <a:pt x="2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5"/>
            <p:cNvSpPr/>
            <p:nvPr/>
          </p:nvSpPr>
          <p:spPr>
            <a:xfrm>
              <a:off x="12410757" y="3172525"/>
              <a:ext cx="1148041" cy="647655"/>
            </a:xfrm>
            <a:custGeom>
              <a:avLst/>
              <a:gdLst/>
              <a:ahLst/>
              <a:cxnLst/>
              <a:rect l="l" t="t" r="r" b="b"/>
              <a:pathLst>
                <a:path w="5291" h="3077" extrusionOk="0">
                  <a:moveTo>
                    <a:pt x="505" y="0"/>
                  </a:moveTo>
                  <a:lnTo>
                    <a:pt x="0" y="297"/>
                  </a:lnTo>
                  <a:lnTo>
                    <a:pt x="4786" y="3076"/>
                  </a:lnTo>
                  <a:lnTo>
                    <a:pt x="5291" y="2785"/>
                  </a:lnTo>
                  <a:lnTo>
                    <a:pt x="5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5"/>
            <p:cNvSpPr/>
            <p:nvPr/>
          </p:nvSpPr>
          <p:spPr>
            <a:xfrm>
              <a:off x="13393669" y="3758716"/>
              <a:ext cx="219367" cy="273838"/>
            </a:xfrm>
            <a:custGeom>
              <a:avLst/>
              <a:gdLst/>
              <a:ahLst/>
              <a:cxnLst/>
              <a:rect l="l" t="t" r="r" b="b"/>
              <a:pathLst>
                <a:path w="1011" h="1301" extrusionOk="0">
                  <a:moveTo>
                    <a:pt x="761" y="0"/>
                  </a:moveTo>
                  <a:lnTo>
                    <a:pt x="256" y="291"/>
                  </a:lnTo>
                  <a:lnTo>
                    <a:pt x="1" y="944"/>
                  </a:lnTo>
                  <a:lnTo>
                    <a:pt x="256" y="1301"/>
                  </a:lnTo>
                  <a:lnTo>
                    <a:pt x="761" y="1010"/>
                  </a:lnTo>
                  <a:lnTo>
                    <a:pt x="1010" y="356"/>
                  </a:lnTo>
                  <a:lnTo>
                    <a:pt x="7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5"/>
            <p:cNvSpPr/>
            <p:nvPr/>
          </p:nvSpPr>
          <p:spPr>
            <a:xfrm>
              <a:off x="13464621" y="3821229"/>
              <a:ext cx="1318154" cy="811831"/>
            </a:xfrm>
            <a:custGeom>
              <a:avLst/>
              <a:gdLst/>
              <a:ahLst/>
              <a:cxnLst/>
              <a:rect l="l" t="t" r="r" b="b"/>
              <a:pathLst>
                <a:path w="6075" h="3857" extrusionOk="0">
                  <a:moveTo>
                    <a:pt x="5535" y="3741"/>
                  </a:moveTo>
                  <a:cubicBezTo>
                    <a:pt x="5541" y="3741"/>
                    <a:pt x="5541" y="3747"/>
                    <a:pt x="5541" y="3753"/>
                  </a:cubicBezTo>
                  <a:cubicBezTo>
                    <a:pt x="5541" y="3747"/>
                    <a:pt x="5541" y="3747"/>
                    <a:pt x="5535" y="3741"/>
                  </a:cubicBezTo>
                  <a:close/>
                  <a:moveTo>
                    <a:pt x="5541" y="3765"/>
                  </a:moveTo>
                  <a:cubicBezTo>
                    <a:pt x="5544" y="3768"/>
                    <a:pt x="5546" y="3772"/>
                    <a:pt x="5546" y="3774"/>
                  </a:cubicBezTo>
                  <a:lnTo>
                    <a:pt x="5546" y="3774"/>
                  </a:lnTo>
                  <a:cubicBezTo>
                    <a:pt x="5545" y="3771"/>
                    <a:pt x="5541" y="3770"/>
                    <a:pt x="5541" y="3765"/>
                  </a:cubicBezTo>
                  <a:close/>
                  <a:moveTo>
                    <a:pt x="345" y="0"/>
                  </a:moveTo>
                  <a:cubicBezTo>
                    <a:pt x="339" y="0"/>
                    <a:pt x="327" y="6"/>
                    <a:pt x="321" y="6"/>
                  </a:cubicBezTo>
                  <a:lnTo>
                    <a:pt x="315" y="6"/>
                  </a:lnTo>
                  <a:cubicBezTo>
                    <a:pt x="309" y="6"/>
                    <a:pt x="297" y="12"/>
                    <a:pt x="291" y="12"/>
                  </a:cubicBezTo>
                  <a:cubicBezTo>
                    <a:pt x="286" y="24"/>
                    <a:pt x="280" y="24"/>
                    <a:pt x="268" y="30"/>
                  </a:cubicBezTo>
                  <a:cubicBezTo>
                    <a:pt x="262" y="36"/>
                    <a:pt x="256" y="36"/>
                    <a:pt x="238" y="42"/>
                  </a:cubicBezTo>
                  <a:cubicBezTo>
                    <a:pt x="238" y="42"/>
                    <a:pt x="232" y="42"/>
                    <a:pt x="232" y="53"/>
                  </a:cubicBezTo>
                  <a:cubicBezTo>
                    <a:pt x="226" y="53"/>
                    <a:pt x="226" y="59"/>
                    <a:pt x="220" y="59"/>
                  </a:cubicBezTo>
                  <a:cubicBezTo>
                    <a:pt x="208" y="65"/>
                    <a:pt x="196" y="71"/>
                    <a:pt x="191" y="89"/>
                  </a:cubicBezTo>
                  <a:lnTo>
                    <a:pt x="179" y="95"/>
                  </a:lnTo>
                  <a:lnTo>
                    <a:pt x="161" y="119"/>
                  </a:lnTo>
                  <a:lnTo>
                    <a:pt x="149" y="125"/>
                  </a:lnTo>
                  <a:lnTo>
                    <a:pt x="131" y="148"/>
                  </a:lnTo>
                  <a:lnTo>
                    <a:pt x="119" y="154"/>
                  </a:lnTo>
                  <a:cubicBezTo>
                    <a:pt x="113" y="172"/>
                    <a:pt x="107" y="178"/>
                    <a:pt x="101" y="190"/>
                  </a:cubicBezTo>
                  <a:cubicBezTo>
                    <a:pt x="90" y="208"/>
                    <a:pt x="84" y="214"/>
                    <a:pt x="78" y="232"/>
                  </a:cubicBezTo>
                  <a:cubicBezTo>
                    <a:pt x="78" y="238"/>
                    <a:pt x="72" y="238"/>
                    <a:pt x="72" y="243"/>
                  </a:cubicBezTo>
                  <a:cubicBezTo>
                    <a:pt x="60" y="249"/>
                    <a:pt x="60" y="267"/>
                    <a:pt x="54" y="273"/>
                  </a:cubicBezTo>
                  <a:cubicBezTo>
                    <a:pt x="54" y="273"/>
                    <a:pt x="54" y="279"/>
                    <a:pt x="48" y="279"/>
                  </a:cubicBezTo>
                  <a:cubicBezTo>
                    <a:pt x="42" y="297"/>
                    <a:pt x="30" y="309"/>
                    <a:pt x="30" y="321"/>
                  </a:cubicBezTo>
                  <a:cubicBezTo>
                    <a:pt x="24" y="333"/>
                    <a:pt x="24" y="338"/>
                    <a:pt x="18" y="356"/>
                  </a:cubicBezTo>
                  <a:lnTo>
                    <a:pt x="18" y="362"/>
                  </a:lnTo>
                  <a:lnTo>
                    <a:pt x="18" y="368"/>
                  </a:lnTo>
                  <a:cubicBezTo>
                    <a:pt x="18" y="380"/>
                    <a:pt x="12" y="392"/>
                    <a:pt x="12" y="398"/>
                  </a:cubicBezTo>
                  <a:lnTo>
                    <a:pt x="12" y="410"/>
                  </a:lnTo>
                  <a:cubicBezTo>
                    <a:pt x="12" y="422"/>
                    <a:pt x="1" y="439"/>
                    <a:pt x="1" y="445"/>
                  </a:cubicBezTo>
                  <a:lnTo>
                    <a:pt x="1" y="475"/>
                  </a:lnTo>
                  <a:lnTo>
                    <a:pt x="1" y="505"/>
                  </a:lnTo>
                  <a:lnTo>
                    <a:pt x="1" y="511"/>
                  </a:lnTo>
                  <a:lnTo>
                    <a:pt x="1" y="528"/>
                  </a:lnTo>
                  <a:lnTo>
                    <a:pt x="1" y="534"/>
                  </a:lnTo>
                  <a:lnTo>
                    <a:pt x="1" y="540"/>
                  </a:lnTo>
                  <a:cubicBezTo>
                    <a:pt x="1" y="546"/>
                    <a:pt x="1" y="546"/>
                    <a:pt x="12" y="558"/>
                  </a:cubicBezTo>
                  <a:lnTo>
                    <a:pt x="12" y="564"/>
                  </a:lnTo>
                  <a:cubicBezTo>
                    <a:pt x="12" y="570"/>
                    <a:pt x="18" y="576"/>
                    <a:pt x="18" y="588"/>
                  </a:cubicBezTo>
                  <a:cubicBezTo>
                    <a:pt x="18" y="594"/>
                    <a:pt x="24" y="600"/>
                    <a:pt x="24" y="606"/>
                  </a:cubicBezTo>
                  <a:lnTo>
                    <a:pt x="24" y="618"/>
                  </a:lnTo>
                  <a:cubicBezTo>
                    <a:pt x="24" y="624"/>
                    <a:pt x="30" y="624"/>
                    <a:pt x="30" y="629"/>
                  </a:cubicBezTo>
                  <a:lnTo>
                    <a:pt x="42" y="635"/>
                  </a:lnTo>
                  <a:lnTo>
                    <a:pt x="48" y="647"/>
                  </a:lnTo>
                  <a:lnTo>
                    <a:pt x="54" y="653"/>
                  </a:lnTo>
                  <a:cubicBezTo>
                    <a:pt x="60" y="659"/>
                    <a:pt x="60" y="659"/>
                    <a:pt x="72" y="659"/>
                  </a:cubicBezTo>
                  <a:lnTo>
                    <a:pt x="5554" y="3796"/>
                  </a:lnTo>
                  <a:lnTo>
                    <a:pt x="5554" y="3796"/>
                  </a:lnTo>
                  <a:cubicBezTo>
                    <a:pt x="5555" y="3798"/>
                    <a:pt x="5557" y="3800"/>
                    <a:pt x="5561" y="3800"/>
                  </a:cubicBezTo>
                  <a:lnTo>
                    <a:pt x="5561" y="3800"/>
                  </a:lnTo>
                  <a:lnTo>
                    <a:pt x="5624" y="3836"/>
                  </a:lnTo>
                  <a:cubicBezTo>
                    <a:pt x="5612" y="3836"/>
                    <a:pt x="5612" y="3830"/>
                    <a:pt x="5606" y="3830"/>
                  </a:cubicBezTo>
                  <a:lnTo>
                    <a:pt x="5606" y="3830"/>
                  </a:lnTo>
                  <a:cubicBezTo>
                    <a:pt x="5632" y="3847"/>
                    <a:pt x="5661" y="3856"/>
                    <a:pt x="5694" y="3856"/>
                  </a:cubicBezTo>
                  <a:cubicBezTo>
                    <a:pt x="5729" y="3856"/>
                    <a:pt x="5768" y="3846"/>
                    <a:pt x="5808" y="3824"/>
                  </a:cubicBezTo>
                  <a:cubicBezTo>
                    <a:pt x="5956" y="3735"/>
                    <a:pt x="6075" y="3527"/>
                    <a:pt x="6075" y="3355"/>
                  </a:cubicBezTo>
                  <a:cubicBezTo>
                    <a:pt x="6069" y="3272"/>
                    <a:pt x="6039" y="3212"/>
                    <a:pt x="5992" y="3183"/>
                  </a:cubicBezTo>
                  <a:lnTo>
                    <a:pt x="446" y="6"/>
                  </a:lnTo>
                  <a:cubicBezTo>
                    <a:pt x="440" y="0"/>
                    <a:pt x="434" y="0"/>
                    <a:pt x="4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5"/>
            <p:cNvSpPr/>
            <p:nvPr/>
          </p:nvSpPr>
          <p:spPr>
            <a:xfrm>
              <a:off x="14383308" y="4721037"/>
              <a:ext cx="212640" cy="243949"/>
            </a:xfrm>
            <a:custGeom>
              <a:avLst/>
              <a:gdLst/>
              <a:ahLst/>
              <a:cxnLst/>
              <a:rect l="l" t="t" r="r" b="b"/>
              <a:pathLst>
                <a:path w="980" h="1159" extrusionOk="0">
                  <a:moveTo>
                    <a:pt x="0" y="0"/>
                  </a:moveTo>
                  <a:lnTo>
                    <a:pt x="725" y="1010"/>
                  </a:lnTo>
                  <a:lnTo>
                    <a:pt x="980" y="1158"/>
                  </a:lnTo>
                  <a:lnTo>
                    <a:pt x="262" y="149"/>
                  </a:lnTo>
                  <a:lnTo>
                    <a:pt x="0" y="0"/>
                  </a:lnTo>
                  <a:close/>
                  <a:moveTo>
                    <a:pt x="980" y="1158"/>
                  </a:moveTo>
                  <a:lnTo>
                    <a:pt x="980" y="1158"/>
                  </a:lnTo>
                  <a:lnTo>
                    <a:pt x="980" y="115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5"/>
            <p:cNvSpPr/>
            <p:nvPr/>
          </p:nvSpPr>
          <p:spPr>
            <a:xfrm>
              <a:off x="14383308" y="4332278"/>
              <a:ext cx="211555" cy="420123"/>
            </a:xfrm>
            <a:custGeom>
              <a:avLst/>
              <a:gdLst/>
              <a:ahLst/>
              <a:cxnLst/>
              <a:rect l="l" t="t" r="r" b="b"/>
              <a:pathLst>
                <a:path w="975" h="1996" extrusionOk="0">
                  <a:moveTo>
                    <a:pt x="719" y="1"/>
                  </a:moveTo>
                  <a:lnTo>
                    <a:pt x="0" y="1847"/>
                  </a:lnTo>
                  <a:lnTo>
                    <a:pt x="262" y="1996"/>
                  </a:lnTo>
                  <a:lnTo>
                    <a:pt x="974" y="149"/>
                  </a:lnTo>
                  <a:lnTo>
                    <a:pt x="7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5"/>
            <p:cNvSpPr/>
            <p:nvPr/>
          </p:nvSpPr>
          <p:spPr>
            <a:xfrm>
              <a:off x="14539099" y="4158631"/>
              <a:ext cx="366262" cy="205220"/>
            </a:xfrm>
            <a:custGeom>
              <a:avLst/>
              <a:gdLst/>
              <a:ahLst/>
              <a:cxnLst/>
              <a:rect l="l" t="t" r="r" b="b"/>
              <a:pathLst>
                <a:path w="1688" h="975" extrusionOk="0">
                  <a:moveTo>
                    <a:pt x="1432" y="0"/>
                  </a:moveTo>
                  <a:lnTo>
                    <a:pt x="1" y="826"/>
                  </a:lnTo>
                  <a:lnTo>
                    <a:pt x="256" y="974"/>
                  </a:lnTo>
                  <a:lnTo>
                    <a:pt x="1687" y="149"/>
                  </a:lnTo>
                  <a:lnTo>
                    <a:pt x="14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5"/>
            <p:cNvSpPr/>
            <p:nvPr/>
          </p:nvSpPr>
          <p:spPr>
            <a:xfrm>
              <a:off x="14439939" y="4189782"/>
              <a:ext cx="622516" cy="775207"/>
            </a:xfrm>
            <a:custGeom>
              <a:avLst/>
              <a:gdLst/>
              <a:ahLst/>
              <a:cxnLst/>
              <a:rect l="l" t="t" r="r" b="b"/>
              <a:pathLst>
                <a:path w="2869" h="3683" extrusionOk="0">
                  <a:moveTo>
                    <a:pt x="2144" y="1"/>
                  </a:moveTo>
                  <a:lnTo>
                    <a:pt x="713" y="826"/>
                  </a:lnTo>
                  <a:lnTo>
                    <a:pt x="1" y="2673"/>
                  </a:lnTo>
                  <a:lnTo>
                    <a:pt x="719" y="3682"/>
                  </a:lnTo>
                  <a:lnTo>
                    <a:pt x="2150" y="2857"/>
                  </a:lnTo>
                  <a:lnTo>
                    <a:pt x="2869" y="1010"/>
                  </a:lnTo>
                  <a:lnTo>
                    <a:pt x="2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5"/>
            <p:cNvSpPr/>
            <p:nvPr/>
          </p:nvSpPr>
          <p:spPr>
            <a:xfrm>
              <a:off x="11382496" y="3160618"/>
              <a:ext cx="274697" cy="316355"/>
            </a:xfrm>
            <a:custGeom>
              <a:avLst/>
              <a:gdLst/>
              <a:ahLst/>
              <a:cxnLst/>
              <a:rect l="l" t="t" r="r" b="b"/>
              <a:pathLst>
                <a:path w="1266" h="1503" extrusionOk="0">
                  <a:moveTo>
                    <a:pt x="1" y="0"/>
                  </a:moveTo>
                  <a:lnTo>
                    <a:pt x="939" y="1306"/>
                  </a:lnTo>
                  <a:lnTo>
                    <a:pt x="1266" y="1502"/>
                  </a:lnTo>
                  <a:lnTo>
                    <a:pt x="1266" y="1502"/>
                  </a:lnTo>
                  <a:lnTo>
                    <a:pt x="333" y="190"/>
                  </a:lnTo>
                  <a:lnTo>
                    <a:pt x="1"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5"/>
            <p:cNvSpPr/>
            <p:nvPr/>
          </p:nvSpPr>
          <p:spPr>
            <a:xfrm>
              <a:off x="11382496" y="2659251"/>
              <a:ext cx="272093" cy="541571"/>
            </a:xfrm>
            <a:custGeom>
              <a:avLst/>
              <a:gdLst/>
              <a:ahLst/>
              <a:cxnLst/>
              <a:rect l="l" t="t" r="r" b="b"/>
              <a:pathLst>
                <a:path w="1254" h="2573" extrusionOk="0">
                  <a:moveTo>
                    <a:pt x="927" y="1"/>
                  </a:moveTo>
                  <a:lnTo>
                    <a:pt x="1" y="2382"/>
                  </a:lnTo>
                  <a:lnTo>
                    <a:pt x="333" y="2572"/>
                  </a:lnTo>
                  <a:lnTo>
                    <a:pt x="1254" y="185"/>
                  </a:lnTo>
                  <a:lnTo>
                    <a:pt x="927"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5"/>
            <p:cNvSpPr/>
            <p:nvPr/>
          </p:nvSpPr>
          <p:spPr>
            <a:xfrm>
              <a:off x="11583635" y="2433194"/>
              <a:ext cx="474318" cy="265208"/>
            </a:xfrm>
            <a:custGeom>
              <a:avLst/>
              <a:gdLst/>
              <a:ahLst/>
              <a:cxnLst/>
              <a:rect l="l" t="t" r="r" b="b"/>
              <a:pathLst>
                <a:path w="2186" h="1260" extrusionOk="0">
                  <a:moveTo>
                    <a:pt x="1859" y="0"/>
                  </a:moveTo>
                  <a:lnTo>
                    <a:pt x="0" y="1075"/>
                  </a:lnTo>
                  <a:lnTo>
                    <a:pt x="327" y="1259"/>
                  </a:lnTo>
                  <a:lnTo>
                    <a:pt x="2185" y="190"/>
                  </a:lnTo>
                  <a:lnTo>
                    <a:pt x="1859"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5"/>
            <p:cNvSpPr/>
            <p:nvPr/>
          </p:nvSpPr>
          <p:spPr>
            <a:xfrm>
              <a:off x="11650465" y="3104209"/>
              <a:ext cx="686959" cy="476532"/>
            </a:xfrm>
            <a:custGeom>
              <a:avLst/>
              <a:gdLst/>
              <a:ahLst/>
              <a:cxnLst/>
              <a:rect l="l" t="t" r="r" b="b"/>
              <a:pathLst>
                <a:path w="3166" h="2264" extrusionOk="0">
                  <a:moveTo>
                    <a:pt x="1" y="1"/>
                  </a:moveTo>
                  <a:lnTo>
                    <a:pt x="512" y="725"/>
                  </a:lnTo>
                  <a:lnTo>
                    <a:pt x="3166" y="2263"/>
                  </a:lnTo>
                  <a:lnTo>
                    <a:pt x="3166" y="2263"/>
                  </a:lnTo>
                  <a:lnTo>
                    <a:pt x="2655" y="1545"/>
                  </a:lnTo>
                  <a:lnTo>
                    <a:pt x="1" y="1"/>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5"/>
            <p:cNvSpPr/>
            <p:nvPr/>
          </p:nvSpPr>
          <p:spPr>
            <a:xfrm>
              <a:off x="11650465" y="2829320"/>
              <a:ext cx="685657" cy="600086"/>
            </a:xfrm>
            <a:custGeom>
              <a:avLst/>
              <a:gdLst/>
              <a:ahLst/>
              <a:cxnLst/>
              <a:rect l="l" t="t" r="r" b="b"/>
              <a:pathLst>
                <a:path w="3160" h="2851" extrusionOk="0">
                  <a:moveTo>
                    <a:pt x="506" y="1"/>
                  </a:moveTo>
                  <a:lnTo>
                    <a:pt x="1" y="1307"/>
                  </a:lnTo>
                  <a:lnTo>
                    <a:pt x="2655" y="2851"/>
                  </a:lnTo>
                  <a:lnTo>
                    <a:pt x="3160" y="1544"/>
                  </a:lnTo>
                  <a:lnTo>
                    <a:pt x="506"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5"/>
            <p:cNvSpPr/>
            <p:nvPr/>
          </p:nvSpPr>
          <p:spPr>
            <a:xfrm>
              <a:off x="11760039" y="2705557"/>
              <a:ext cx="796534" cy="448959"/>
            </a:xfrm>
            <a:custGeom>
              <a:avLst/>
              <a:gdLst/>
              <a:ahLst/>
              <a:cxnLst/>
              <a:rect l="l" t="t" r="r" b="b"/>
              <a:pathLst>
                <a:path w="3671" h="2133" extrusionOk="0">
                  <a:moveTo>
                    <a:pt x="1016" y="1"/>
                  </a:moveTo>
                  <a:lnTo>
                    <a:pt x="1" y="589"/>
                  </a:lnTo>
                  <a:lnTo>
                    <a:pt x="2655" y="2132"/>
                  </a:lnTo>
                  <a:lnTo>
                    <a:pt x="3670" y="1550"/>
                  </a:lnTo>
                  <a:lnTo>
                    <a:pt x="1016" y="1"/>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5"/>
            <p:cNvSpPr/>
            <p:nvPr/>
          </p:nvSpPr>
          <p:spPr>
            <a:xfrm>
              <a:off x="12355211" y="3376783"/>
              <a:ext cx="1094230" cy="661336"/>
            </a:xfrm>
            <a:custGeom>
              <a:avLst/>
              <a:gdLst/>
              <a:ahLst/>
              <a:cxnLst/>
              <a:rect l="l" t="t" r="r" b="b"/>
              <a:pathLst>
                <a:path w="5043" h="3142" extrusionOk="0">
                  <a:moveTo>
                    <a:pt x="1" y="0"/>
                  </a:moveTo>
                  <a:lnTo>
                    <a:pt x="262" y="357"/>
                  </a:lnTo>
                  <a:lnTo>
                    <a:pt x="5042" y="3142"/>
                  </a:lnTo>
                  <a:lnTo>
                    <a:pt x="4787" y="2785"/>
                  </a:lnTo>
                  <a:lnTo>
                    <a:pt x="1"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5"/>
            <p:cNvSpPr/>
            <p:nvPr/>
          </p:nvSpPr>
          <p:spPr>
            <a:xfrm>
              <a:off x="12355211" y="3240601"/>
              <a:ext cx="1094230" cy="722586"/>
            </a:xfrm>
            <a:custGeom>
              <a:avLst/>
              <a:gdLst/>
              <a:ahLst/>
              <a:cxnLst/>
              <a:rect l="l" t="t" r="r" b="b"/>
              <a:pathLst>
                <a:path w="5043" h="3433" extrusionOk="0">
                  <a:moveTo>
                    <a:pt x="256" y="0"/>
                  </a:moveTo>
                  <a:lnTo>
                    <a:pt x="1" y="647"/>
                  </a:lnTo>
                  <a:lnTo>
                    <a:pt x="4787" y="3432"/>
                  </a:lnTo>
                  <a:lnTo>
                    <a:pt x="5042" y="2779"/>
                  </a:lnTo>
                  <a:lnTo>
                    <a:pt x="256" y="0"/>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5"/>
            <p:cNvSpPr/>
            <p:nvPr/>
          </p:nvSpPr>
          <p:spPr>
            <a:xfrm>
              <a:off x="12410757" y="3178088"/>
              <a:ext cx="1148041" cy="647655"/>
            </a:xfrm>
            <a:custGeom>
              <a:avLst/>
              <a:gdLst/>
              <a:ahLst/>
              <a:cxnLst/>
              <a:rect l="l" t="t" r="r" b="b"/>
              <a:pathLst>
                <a:path w="5291" h="3077" extrusionOk="0">
                  <a:moveTo>
                    <a:pt x="505" y="0"/>
                  </a:moveTo>
                  <a:lnTo>
                    <a:pt x="0" y="297"/>
                  </a:lnTo>
                  <a:lnTo>
                    <a:pt x="4786" y="3076"/>
                  </a:lnTo>
                  <a:lnTo>
                    <a:pt x="5291" y="2785"/>
                  </a:lnTo>
                  <a:lnTo>
                    <a:pt x="505"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5"/>
            <p:cNvSpPr/>
            <p:nvPr/>
          </p:nvSpPr>
          <p:spPr>
            <a:xfrm>
              <a:off x="14383308" y="4726600"/>
              <a:ext cx="212640" cy="243949"/>
            </a:xfrm>
            <a:custGeom>
              <a:avLst/>
              <a:gdLst/>
              <a:ahLst/>
              <a:cxnLst/>
              <a:rect l="l" t="t" r="r" b="b"/>
              <a:pathLst>
                <a:path w="980" h="1159" extrusionOk="0">
                  <a:moveTo>
                    <a:pt x="0" y="0"/>
                  </a:moveTo>
                  <a:lnTo>
                    <a:pt x="725" y="1010"/>
                  </a:lnTo>
                  <a:lnTo>
                    <a:pt x="980" y="1158"/>
                  </a:lnTo>
                  <a:lnTo>
                    <a:pt x="262" y="149"/>
                  </a:lnTo>
                  <a:lnTo>
                    <a:pt x="0" y="0"/>
                  </a:lnTo>
                  <a:close/>
                  <a:moveTo>
                    <a:pt x="980" y="1158"/>
                  </a:moveTo>
                  <a:lnTo>
                    <a:pt x="980" y="1158"/>
                  </a:lnTo>
                  <a:lnTo>
                    <a:pt x="980" y="1158"/>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5"/>
            <p:cNvSpPr/>
            <p:nvPr/>
          </p:nvSpPr>
          <p:spPr>
            <a:xfrm>
              <a:off x="14383308" y="4337841"/>
              <a:ext cx="211555" cy="420123"/>
            </a:xfrm>
            <a:custGeom>
              <a:avLst/>
              <a:gdLst/>
              <a:ahLst/>
              <a:cxnLst/>
              <a:rect l="l" t="t" r="r" b="b"/>
              <a:pathLst>
                <a:path w="975" h="1996" extrusionOk="0">
                  <a:moveTo>
                    <a:pt x="719" y="1"/>
                  </a:moveTo>
                  <a:lnTo>
                    <a:pt x="0" y="1847"/>
                  </a:lnTo>
                  <a:lnTo>
                    <a:pt x="262" y="1996"/>
                  </a:lnTo>
                  <a:lnTo>
                    <a:pt x="974" y="149"/>
                  </a:lnTo>
                  <a:lnTo>
                    <a:pt x="719"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5"/>
            <p:cNvSpPr/>
            <p:nvPr/>
          </p:nvSpPr>
          <p:spPr>
            <a:xfrm>
              <a:off x="14539099" y="4164194"/>
              <a:ext cx="366262" cy="205220"/>
            </a:xfrm>
            <a:custGeom>
              <a:avLst/>
              <a:gdLst/>
              <a:ahLst/>
              <a:cxnLst/>
              <a:rect l="l" t="t" r="r" b="b"/>
              <a:pathLst>
                <a:path w="1688" h="975" extrusionOk="0">
                  <a:moveTo>
                    <a:pt x="1432" y="0"/>
                  </a:moveTo>
                  <a:lnTo>
                    <a:pt x="1" y="826"/>
                  </a:lnTo>
                  <a:lnTo>
                    <a:pt x="256" y="974"/>
                  </a:lnTo>
                  <a:lnTo>
                    <a:pt x="1687" y="149"/>
                  </a:lnTo>
                  <a:lnTo>
                    <a:pt x="1432"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5"/>
            <p:cNvSpPr/>
            <p:nvPr/>
          </p:nvSpPr>
          <p:spPr>
            <a:xfrm>
              <a:off x="1882175" y="2775750"/>
              <a:ext cx="122900" cy="74550"/>
            </a:xfrm>
            <a:custGeom>
              <a:avLst/>
              <a:gdLst/>
              <a:ahLst/>
              <a:cxnLst/>
              <a:rect l="l" t="t" r="r" b="b"/>
              <a:pathLst>
                <a:path w="4916" h="2982" extrusionOk="0">
                  <a:moveTo>
                    <a:pt x="119" y="0"/>
                  </a:moveTo>
                  <a:lnTo>
                    <a:pt x="4916" y="2391"/>
                  </a:lnTo>
                  <a:lnTo>
                    <a:pt x="4916" y="2833"/>
                  </a:lnTo>
                  <a:lnTo>
                    <a:pt x="4076" y="2982"/>
                  </a:lnTo>
                  <a:lnTo>
                    <a:pt x="0" y="238"/>
                  </a:lnTo>
                  <a:close/>
                </a:path>
              </a:pathLst>
            </a:custGeom>
            <a:solidFill>
              <a:schemeClr val="lt1"/>
            </a:solidFill>
            <a:ln>
              <a:noFill/>
            </a:ln>
          </p:spPr>
          <p:txBody>
            <a:bodyPr/>
            <a:lstStyle/>
            <a:p>
              <a:endParaRPr lang="en-PK"/>
            </a:p>
          </p:txBody>
        </p:sp>
        <p:sp>
          <p:nvSpPr>
            <p:cNvPr id="1299" name="Google Shape;1299;p45"/>
            <p:cNvSpPr/>
            <p:nvPr/>
          </p:nvSpPr>
          <p:spPr>
            <a:xfrm>
              <a:off x="9708860" y="-1666675"/>
              <a:ext cx="121106" cy="76743"/>
            </a:xfrm>
            <a:custGeom>
              <a:avLst/>
              <a:gdLst/>
              <a:ahLst/>
              <a:cxnLst/>
              <a:rect l="l" t="t" r="r" b="b"/>
              <a:pathLst>
                <a:path w="3025" h="1976" extrusionOk="0">
                  <a:moveTo>
                    <a:pt x="0" y="0"/>
                  </a:moveTo>
                  <a:lnTo>
                    <a:pt x="3025" y="1476"/>
                  </a:lnTo>
                  <a:lnTo>
                    <a:pt x="2953" y="1786"/>
                  </a:lnTo>
                  <a:lnTo>
                    <a:pt x="2215" y="1976"/>
                  </a:lnTo>
                  <a:lnTo>
                    <a:pt x="24" y="286"/>
                  </a:lnTo>
                  <a:close/>
                </a:path>
              </a:pathLst>
            </a:custGeom>
            <a:solidFill>
              <a:schemeClr val="lt1"/>
            </a:solidFill>
            <a:ln>
              <a:noFill/>
            </a:ln>
          </p:spPr>
          <p:txBody>
            <a:bodyPr/>
            <a:lstStyle/>
            <a:p>
              <a:endParaRPr lang="en-PK"/>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0">
          <a:extLst>
            <a:ext uri="{FF2B5EF4-FFF2-40B4-BE49-F238E27FC236}">
              <a16:creationId xmlns:a16="http://schemas.microsoft.com/office/drawing/2014/main" id="{CE66E299-1406-7971-A904-C78D6CE221C8}"/>
            </a:ext>
          </a:extLst>
        </p:cNvPr>
        <p:cNvGrpSpPr/>
        <p:nvPr/>
      </p:nvGrpSpPr>
      <p:grpSpPr>
        <a:xfrm>
          <a:off x="0" y="0"/>
          <a:ext cx="0" cy="0"/>
          <a:chOff x="0" y="0"/>
          <a:chExt cx="0" cy="0"/>
        </a:xfrm>
      </p:grpSpPr>
      <p:sp>
        <p:nvSpPr>
          <p:cNvPr id="511" name="Google Shape;511;p24">
            <a:extLst>
              <a:ext uri="{FF2B5EF4-FFF2-40B4-BE49-F238E27FC236}">
                <a16:creationId xmlns:a16="http://schemas.microsoft.com/office/drawing/2014/main" id="{C7C18D2B-4702-E605-C1DB-D94B0C803081}"/>
              </a:ext>
            </a:extLst>
          </p:cNvPr>
          <p:cNvSpPr txBox="1">
            <a:spLocks noGrp="1"/>
          </p:cNvSpPr>
          <p:nvPr>
            <p:ph type="title"/>
          </p:nvPr>
        </p:nvSpPr>
        <p:spPr>
          <a:xfrm>
            <a:off x="-536892" y="349861"/>
            <a:ext cx="3758557"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b="1" dirty="0">
                <a:solidFill>
                  <a:srgbClr val="00B050"/>
                </a:solidFill>
              </a:rPr>
              <a:t>Introduction:</a:t>
            </a:r>
            <a:endParaRPr b="1" dirty="0">
              <a:solidFill>
                <a:srgbClr val="00B050"/>
              </a:solidFill>
            </a:endParaRPr>
          </a:p>
        </p:txBody>
      </p:sp>
      <p:pic>
        <p:nvPicPr>
          <p:cNvPr id="8" name="Picture 7">
            <a:extLst>
              <a:ext uri="{FF2B5EF4-FFF2-40B4-BE49-F238E27FC236}">
                <a16:creationId xmlns:a16="http://schemas.microsoft.com/office/drawing/2014/main" id="{35BB81EC-1BDA-2BC0-C4B9-C19366716876}"/>
              </a:ext>
            </a:extLst>
          </p:cNvPr>
          <p:cNvPicPr>
            <a:picLocks noChangeAspect="1"/>
          </p:cNvPicPr>
          <p:nvPr/>
        </p:nvPicPr>
        <p:blipFill>
          <a:blip r:embed="rId3"/>
          <a:stretch>
            <a:fillRect/>
          </a:stretch>
        </p:blipFill>
        <p:spPr>
          <a:xfrm>
            <a:off x="5175769" y="439284"/>
            <a:ext cx="4691140" cy="3207683"/>
          </a:xfrm>
          <a:prstGeom prst="rect">
            <a:avLst/>
          </a:prstGeom>
        </p:spPr>
      </p:pic>
      <p:sp>
        <p:nvSpPr>
          <p:cNvPr id="10" name="TextBox 9">
            <a:extLst>
              <a:ext uri="{FF2B5EF4-FFF2-40B4-BE49-F238E27FC236}">
                <a16:creationId xmlns:a16="http://schemas.microsoft.com/office/drawing/2014/main" id="{C8B27DA0-E003-CD76-D0F3-54E6A2469F90}"/>
              </a:ext>
            </a:extLst>
          </p:cNvPr>
          <p:cNvSpPr txBox="1"/>
          <p:nvPr/>
        </p:nvSpPr>
        <p:spPr>
          <a:xfrm>
            <a:off x="489098" y="897716"/>
            <a:ext cx="5879804" cy="954107"/>
          </a:xfrm>
          <a:prstGeom prst="rect">
            <a:avLst/>
          </a:prstGeom>
          <a:noFill/>
        </p:spPr>
        <p:txBody>
          <a:bodyPr wrap="square">
            <a:spAutoFit/>
          </a:bodyPr>
          <a:lstStyle/>
          <a:p>
            <a:pPr algn="just"/>
            <a:r>
              <a:rPr lang="en-US" dirty="0"/>
              <a:t>The James Webb Space Telescope (JWST) is a landmark aerospace megaproject developed over more than two decades. With a budget of nearly $10 billion and global collaboration, it stands as one of the most complex engineering and project management undertakings in history.</a:t>
            </a:r>
            <a:endParaRPr lang="en-PK" dirty="0"/>
          </a:p>
        </p:txBody>
      </p:sp>
      <p:sp>
        <p:nvSpPr>
          <p:cNvPr id="14" name="Google Shape;1047;p34">
            <a:extLst>
              <a:ext uri="{FF2B5EF4-FFF2-40B4-BE49-F238E27FC236}">
                <a16:creationId xmlns:a16="http://schemas.microsoft.com/office/drawing/2014/main" id="{68AAFEBD-35B7-2866-0140-BE45CC99E84A}"/>
              </a:ext>
            </a:extLst>
          </p:cNvPr>
          <p:cNvSpPr txBox="1"/>
          <p:nvPr/>
        </p:nvSpPr>
        <p:spPr>
          <a:xfrm>
            <a:off x="1310489" y="4489416"/>
            <a:ext cx="6523021" cy="429600"/>
          </a:xfrm>
          <a:prstGeom prst="rect">
            <a:avLst/>
          </a:prstGeom>
          <a:noFill/>
          <a:ln>
            <a:noFill/>
          </a:ln>
        </p:spPr>
        <p:txBody>
          <a:bodyPr spcFirstLastPara="1" wrap="square" lIns="91425" tIns="91425" rIns="91425" bIns="91425" anchor="ctr" anchorCtr="0">
            <a:noAutofit/>
          </a:bodyPr>
          <a:lstStyle/>
          <a:p>
            <a:pPr lvl="0" algn="ctr"/>
            <a:r>
              <a:rPr lang="en-US" sz="1700" b="1" dirty="0">
                <a:solidFill>
                  <a:schemeClr val="accent3"/>
                </a:solidFill>
                <a:latin typeface="Fira Sans Extra Condensed Medium"/>
                <a:ea typeface="Fira Sans Extra Condensed Medium"/>
                <a:cs typeface="Fira Sans Extra Condensed Medium"/>
                <a:sym typeface="Fira Sans Extra Condensed Medium"/>
              </a:rPr>
              <a:t>“JWST reflects how visionary goals require long-term commitment, collaboration, and disciplined project management.”</a:t>
            </a:r>
            <a:endParaRPr sz="1700" b="1" dirty="0">
              <a:solidFill>
                <a:schemeClr val="accent3"/>
              </a:solidFill>
              <a:latin typeface="Fira Sans Extra Condensed Medium"/>
              <a:ea typeface="Fira Sans Extra Condensed Medium"/>
              <a:cs typeface="Fira Sans Extra Condensed Medium"/>
              <a:sym typeface="Fira Sans Extra Condensed Medium"/>
            </a:endParaRPr>
          </a:p>
        </p:txBody>
      </p:sp>
      <p:sp>
        <p:nvSpPr>
          <p:cNvPr id="4" name="TextBox 3">
            <a:extLst>
              <a:ext uri="{FF2B5EF4-FFF2-40B4-BE49-F238E27FC236}">
                <a16:creationId xmlns:a16="http://schemas.microsoft.com/office/drawing/2014/main" id="{41A538A2-9987-8B5B-A426-62B4AB3007B1}"/>
              </a:ext>
            </a:extLst>
          </p:cNvPr>
          <p:cNvSpPr txBox="1"/>
          <p:nvPr/>
        </p:nvSpPr>
        <p:spPr>
          <a:xfrm>
            <a:off x="622005" y="1915641"/>
            <a:ext cx="5199320" cy="2462213"/>
          </a:xfrm>
          <a:prstGeom prst="rect">
            <a:avLst/>
          </a:prstGeom>
          <a:noFill/>
        </p:spPr>
        <p:txBody>
          <a:bodyPr wrap="square">
            <a:spAutoFit/>
          </a:bodyPr>
          <a:lstStyle/>
          <a:p>
            <a:pPr marL="285750" indent="-285750" algn="just">
              <a:buFont typeface="Arial" panose="020B0604020202020204" pitchFamily="34" charset="0"/>
              <a:buChar char="•"/>
            </a:pPr>
            <a:r>
              <a:rPr lang="en-PK" dirty="0"/>
              <a:t>Led by NASA (National Aeronautics and Space Administration).</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In partnership with ESA (European Space Agency) and CSA (Canadian Space Agency).</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Designed to explore the early universe, star formation, and exoplanets.</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Represents the next generation after the Hubble Space Telescope.</a:t>
            </a:r>
          </a:p>
        </p:txBody>
      </p:sp>
    </p:spTree>
    <p:extLst>
      <p:ext uri="{BB962C8B-B14F-4D97-AF65-F5344CB8AC3E}">
        <p14:creationId xmlns:p14="http://schemas.microsoft.com/office/powerpoint/2010/main" val="2712435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10">
          <a:extLst>
            <a:ext uri="{FF2B5EF4-FFF2-40B4-BE49-F238E27FC236}">
              <a16:creationId xmlns:a16="http://schemas.microsoft.com/office/drawing/2014/main" id="{15207AAA-F61A-46A6-7266-76CDC6CFCFDE}"/>
            </a:ext>
          </a:extLst>
        </p:cNvPr>
        <p:cNvGrpSpPr/>
        <p:nvPr/>
      </p:nvGrpSpPr>
      <p:grpSpPr>
        <a:xfrm>
          <a:off x="0" y="0"/>
          <a:ext cx="0" cy="0"/>
          <a:chOff x="0" y="0"/>
          <a:chExt cx="0" cy="0"/>
        </a:xfrm>
      </p:grpSpPr>
      <p:sp>
        <p:nvSpPr>
          <p:cNvPr id="511" name="Google Shape;511;p24">
            <a:extLst>
              <a:ext uri="{FF2B5EF4-FFF2-40B4-BE49-F238E27FC236}">
                <a16:creationId xmlns:a16="http://schemas.microsoft.com/office/drawing/2014/main" id="{11871DA6-75E5-DCA2-DC7E-9682A19E9ED8}"/>
              </a:ext>
            </a:extLst>
          </p:cNvPr>
          <p:cNvSpPr txBox="1">
            <a:spLocks noGrp="1"/>
          </p:cNvSpPr>
          <p:nvPr>
            <p:ph type="title"/>
          </p:nvPr>
        </p:nvSpPr>
        <p:spPr>
          <a:xfrm>
            <a:off x="-164753" y="394281"/>
            <a:ext cx="3758557"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b="1" dirty="0">
                <a:solidFill>
                  <a:srgbClr val="00B050"/>
                </a:solidFill>
              </a:rPr>
              <a:t>Project Background</a:t>
            </a:r>
            <a:endParaRPr b="1" dirty="0">
              <a:solidFill>
                <a:srgbClr val="00B050"/>
              </a:solidFill>
            </a:endParaRPr>
          </a:p>
        </p:txBody>
      </p:sp>
      <p:sp>
        <p:nvSpPr>
          <p:cNvPr id="10" name="TextBox 9">
            <a:extLst>
              <a:ext uri="{FF2B5EF4-FFF2-40B4-BE49-F238E27FC236}">
                <a16:creationId xmlns:a16="http://schemas.microsoft.com/office/drawing/2014/main" id="{95143D70-C777-81B3-EBE7-A1E747F52193}"/>
              </a:ext>
            </a:extLst>
          </p:cNvPr>
          <p:cNvSpPr txBox="1"/>
          <p:nvPr/>
        </p:nvSpPr>
        <p:spPr>
          <a:xfrm>
            <a:off x="489098" y="1012849"/>
            <a:ext cx="5879804" cy="738664"/>
          </a:xfrm>
          <a:prstGeom prst="rect">
            <a:avLst/>
          </a:prstGeom>
          <a:noFill/>
        </p:spPr>
        <p:txBody>
          <a:bodyPr wrap="square">
            <a:spAutoFit/>
          </a:bodyPr>
          <a:lstStyle/>
          <a:p>
            <a:pPr algn="just"/>
            <a:r>
              <a:rPr lang="en-US" dirty="0"/>
              <a:t>The idea for JWST began in 1996 under the name “Next Generation Space Telescope.” Over time, changing scientific priorities and technological advancements shaped a more ambitious mission.</a:t>
            </a:r>
            <a:endParaRPr lang="en-PK" dirty="0"/>
          </a:p>
        </p:txBody>
      </p:sp>
      <p:sp>
        <p:nvSpPr>
          <p:cNvPr id="14" name="Google Shape;1047;p34">
            <a:extLst>
              <a:ext uri="{FF2B5EF4-FFF2-40B4-BE49-F238E27FC236}">
                <a16:creationId xmlns:a16="http://schemas.microsoft.com/office/drawing/2014/main" id="{E8724B6B-0BB6-10B2-28D0-86D1451FAC53}"/>
              </a:ext>
            </a:extLst>
          </p:cNvPr>
          <p:cNvSpPr txBox="1"/>
          <p:nvPr/>
        </p:nvSpPr>
        <p:spPr>
          <a:xfrm>
            <a:off x="739015" y="4319619"/>
            <a:ext cx="7341729" cy="429600"/>
          </a:xfrm>
          <a:prstGeom prst="rect">
            <a:avLst/>
          </a:prstGeom>
          <a:noFill/>
          <a:ln>
            <a:noFill/>
          </a:ln>
        </p:spPr>
        <p:txBody>
          <a:bodyPr spcFirstLastPara="1" wrap="square" lIns="91425" tIns="91425" rIns="91425" bIns="91425" anchor="ctr" anchorCtr="0">
            <a:noAutofit/>
          </a:bodyPr>
          <a:lstStyle/>
          <a:p>
            <a:pPr lvl="0"/>
            <a:r>
              <a:rPr lang="en-US" sz="1700" b="1" dirty="0">
                <a:solidFill>
                  <a:schemeClr val="accent3"/>
                </a:solidFill>
                <a:latin typeface="Fira Sans Extra Condensed Medium"/>
                <a:ea typeface="Fira Sans Extra Condensed Medium"/>
                <a:cs typeface="Fira Sans Extra Condensed Medium"/>
                <a:sym typeface="Fira Sans Extra Condensed Medium"/>
              </a:rPr>
              <a:t>“JWST is a benchmark for managing unprecedented, high-risk megaprojects.”</a:t>
            </a:r>
            <a:endParaRPr sz="1700" b="1" dirty="0">
              <a:solidFill>
                <a:schemeClr val="accent3"/>
              </a:solidFill>
              <a:latin typeface="Fira Sans Extra Condensed Medium"/>
              <a:ea typeface="Fira Sans Extra Condensed Medium"/>
              <a:cs typeface="Fira Sans Extra Condensed Medium"/>
              <a:sym typeface="Fira Sans Extra Condensed Medium"/>
            </a:endParaRPr>
          </a:p>
        </p:txBody>
      </p:sp>
      <p:sp>
        <p:nvSpPr>
          <p:cNvPr id="16" name="TextBox 15">
            <a:extLst>
              <a:ext uri="{FF2B5EF4-FFF2-40B4-BE49-F238E27FC236}">
                <a16:creationId xmlns:a16="http://schemas.microsoft.com/office/drawing/2014/main" id="{CC4C33F3-9BE0-9F0B-577B-DE346C348CD4}"/>
              </a:ext>
            </a:extLst>
          </p:cNvPr>
          <p:cNvSpPr txBox="1"/>
          <p:nvPr/>
        </p:nvSpPr>
        <p:spPr>
          <a:xfrm>
            <a:off x="622005" y="1979960"/>
            <a:ext cx="5199320" cy="1815882"/>
          </a:xfrm>
          <a:prstGeom prst="rect">
            <a:avLst/>
          </a:prstGeom>
          <a:noFill/>
        </p:spPr>
        <p:txBody>
          <a:bodyPr wrap="square">
            <a:spAutoFit/>
          </a:bodyPr>
          <a:lstStyle/>
          <a:p>
            <a:pPr marL="285750" indent="-285750" algn="just">
              <a:buFont typeface="Arial" panose="020B0604020202020204" pitchFamily="34" charset="0"/>
              <a:buChar char="•"/>
            </a:pPr>
            <a:r>
              <a:rPr lang="en-PK" dirty="0"/>
              <a:t>Concept evolved from a basic Hubble successor → to a foldable infrared observatory.</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Renamed after NASA administrator James E. Webb in 2002.</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Early technical feasibility was uncertain → required continuous prototyping and redesign.</a:t>
            </a:r>
          </a:p>
        </p:txBody>
      </p:sp>
      <p:pic>
        <p:nvPicPr>
          <p:cNvPr id="17" name="Picture 16">
            <a:extLst>
              <a:ext uri="{FF2B5EF4-FFF2-40B4-BE49-F238E27FC236}">
                <a16:creationId xmlns:a16="http://schemas.microsoft.com/office/drawing/2014/main" id="{B7642F93-6A26-7190-A146-46EBBE11B3F2}"/>
              </a:ext>
            </a:extLst>
          </p:cNvPr>
          <p:cNvPicPr>
            <a:picLocks noChangeAspect="1"/>
          </p:cNvPicPr>
          <p:nvPr/>
        </p:nvPicPr>
        <p:blipFill>
          <a:blip r:embed="rId3"/>
          <a:stretch>
            <a:fillRect/>
          </a:stretch>
        </p:blipFill>
        <p:spPr>
          <a:xfrm>
            <a:off x="6485861" y="960182"/>
            <a:ext cx="2336314" cy="2930370"/>
          </a:xfrm>
          <a:prstGeom prst="rect">
            <a:avLst/>
          </a:prstGeom>
        </p:spPr>
      </p:pic>
    </p:spTree>
    <p:extLst>
      <p:ext uri="{BB962C8B-B14F-4D97-AF65-F5344CB8AC3E}">
        <p14:creationId xmlns:p14="http://schemas.microsoft.com/office/powerpoint/2010/main" val="1550608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6">
          <a:extLst>
            <a:ext uri="{FF2B5EF4-FFF2-40B4-BE49-F238E27FC236}">
              <a16:creationId xmlns:a16="http://schemas.microsoft.com/office/drawing/2014/main" id="{2BFD8CC3-5479-9503-57B1-A55F64082538}"/>
            </a:ext>
          </a:extLst>
        </p:cNvPr>
        <p:cNvGrpSpPr/>
        <p:nvPr/>
      </p:nvGrpSpPr>
      <p:grpSpPr>
        <a:xfrm>
          <a:off x="0" y="0"/>
          <a:ext cx="0" cy="0"/>
          <a:chOff x="0" y="0"/>
          <a:chExt cx="0" cy="0"/>
        </a:xfrm>
      </p:grpSpPr>
      <p:grpSp>
        <p:nvGrpSpPr>
          <p:cNvPr id="1133" name="Google Shape;1133;p37">
            <a:extLst>
              <a:ext uri="{FF2B5EF4-FFF2-40B4-BE49-F238E27FC236}">
                <a16:creationId xmlns:a16="http://schemas.microsoft.com/office/drawing/2014/main" id="{5725F0F1-4A54-4B26-D7F7-32917CFA9A70}"/>
              </a:ext>
            </a:extLst>
          </p:cNvPr>
          <p:cNvGrpSpPr/>
          <p:nvPr/>
        </p:nvGrpSpPr>
        <p:grpSpPr>
          <a:xfrm rot="19493858">
            <a:off x="6491417" y="3478681"/>
            <a:ext cx="1458439" cy="1267738"/>
            <a:chOff x="1151095" y="3451764"/>
            <a:chExt cx="1841863" cy="1664329"/>
          </a:xfrm>
        </p:grpSpPr>
        <p:grpSp>
          <p:nvGrpSpPr>
            <p:cNvPr id="1134" name="Google Shape;1134;p37">
              <a:extLst>
                <a:ext uri="{FF2B5EF4-FFF2-40B4-BE49-F238E27FC236}">
                  <a16:creationId xmlns:a16="http://schemas.microsoft.com/office/drawing/2014/main" id="{E61B01C5-C100-CAE1-C79E-3A74C793EE83}"/>
                </a:ext>
              </a:extLst>
            </p:cNvPr>
            <p:cNvGrpSpPr/>
            <p:nvPr/>
          </p:nvGrpSpPr>
          <p:grpSpPr>
            <a:xfrm>
              <a:off x="1151095" y="3451764"/>
              <a:ext cx="1841863" cy="1664329"/>
              <a:chOff x="1246786" y="3408204"/>
              <a:chExt cx="2038812" cy="1842295"/>
            </a:xfrm>
          </p:grpSpPr>
          <p:sp>
            <p:nvSpPr>
              <p:cNvPr id="1135" name="Google Shape;1135;p37">
                <a:extLst>
                  <a:ext uri="{FF2B5EF4-FFF2-40B4-BE49-F238E27FC236}">
                    <a16:creationId xmlns:a16="http://schemas.microsoft.com/office/drawing/2014/main" id="{D8DE094A-CBBC-FD2D-45AD-BBBF5B320C9F}"/>
                  </a:ext>
                </a:extLst>
              </p:cNvPr>
              <p:cNvSpPr/>
              <p:nvPr/>
            </p:nvSpPr>
            <p:spPr>
              <a:xfrm>
                <a:off x="3012496" y="4000655"/>
                <a:ext cx="90081" cy="90112"/>
              </a:xfrm>
              <a:custGeom>
                <a:avLst/>
                <a:gdLst/>
                <a:ahLst/>
                <a:cxnLst/>
                <a:rect l="l" t="t" r="r" b="b"/>
                <a:pathLst>
                  <a:path w="2929" h="2930" extrusionOk="0">
                    <a:moveTo>
                      <a:pt x="1465" y="1"/>
                    </a:moveTo>
                    <a:cubicBezTo>
                      <a:pt x="655" y="1"/>
                      <a:pt x="0" y="656"/>
                      <a:pt x="0" y="1465"/>
                    </a:cubicBezTo>
                    <a:cubicBezTo>
                      <a:pt x="0" y="2275"/>
                      <a:pt x="655" y="2930"/>
                      <a:pt x="1465" y="2930"/>
                    </a:cubicBezTo>
                    <a:cubicBezTo>
                      <a:pt x="2274" y="2930"/>
                      <a:pt x="2929" y="2275"/>
                      <a:pt x="2929" y="1465"/>
                    </a:cubicBezTo>
                    <a:cubicBezTo>
                      <a:pt x="2929" y="656"/>
                      <a:pt x="2274" y="1"/>
                      <a:pt x="14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7">
                <a:extLst>
                  <a:ext uri="{FF2B5EF4-FFF2-40B4-BE49-F238E27FC236}">
                    <a16:creationId xmlns:a16="http://schemas.microsoft.com/office/drawing/2014/main" id="{5C22184F-35D7-3152-6D24-0F8364033314}"/>
                  </a:ext>
                </a:extLst>
              </p:cNvPr>
              <p:cNvSpPr/>
              <p:nvPr/>
            </p:nvSpPr>
            <p:spPr>
              <a:xfrm>
                <a:off x="1882493" y="3408204"/>
                <a:ext cx="53852" cy="53852"/>
              </a:xfrm>
              <a:custGeom>
                <a:avLst/>
                <a:gdLst/>
                <a:ahLst/>
                <a:cxnLst/>
                <a:rect l="l" t="t" r="r" b="b"/>
                <a:pathLst>
                  <a:path w="1751" h="1751" extrusionOk="0">
                    <a:moveTo>
                      <a:pt x="881" y="1"/>
                    </a:moveTo>
                    <a:cubicBezTo>
                      <a:pt x="393" y="1"/>
                      <a:pt x="0" y="394"/>
                      <a:pt x="0" y="870"/>
                    </a:cubicBezTo>
                    <a:cubicBezTo>
                      <a:pt x="0" y="1358"/>
                      <a:pt x="393" y="1751"/>
                      <a:pt x="881" y="1751"/>
                    </a:cubicBezTo>
                    <a:cubicBezTo>
                      <a:pt x="1358" y="1751"/>
                      <a:pt x="1751" y="1358"/>
                      <a:pt x="1751" y="870"/>
                    </a:cubicBezTo>
                    <a:cubicBezTo>
                      <a:pt x="1751" y="394"/>
                      <a:pt x="1358" y="1"/>
                      <a:pt x="8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7">
                <a:extLst>
                  <a:ext uri="{FF2B5EF4-FFF2-40B4-BE49-F238E27FC236}">
                    <a16:creationId xmlns:a16="http://schemas.microsoft.com/office/drawing/2014/main" id="{824D3E9C-6A6E-BBA6-ADA8-AFB50F7511D1}"/>
                  </a:ext>
                </a:extLst>
              </p:cNvPr>
              <p:cNvSpPr/>
              <p:nvPr/>
            </p:nvSpPr>
            <p:spPr>
              <a:xfrm>
                <a:off x="1246786" y="3663387"/>
                <a:ext cx="2038812" cy="1587112"/>
              </a:xfrm>
              <a:custGeom>
                <a:avLst/>
                <a:gdLst/>
                <a:ahLst/>
                <a:cxnLst/>
                <a:rect l="l" t="t" r="r" b="b"/>
                <a:pathLst>
                  <a:path w="66319" h="51626" extrusionOk="0">
                    <a:moveTo>
                      <a:pt x="53579" y="0"/>
                    </a:moveTo>
                    <a:lnTo>
                      <a:pt x="25897" y="15264"/>
                    </a:lnTo>
                    <a:cubicBezTo>
                      <a:pt x="25254" y="13931"/>
                      <a:pt x="24016" y="12919"/>
                      <a:pt x="22444" y="12645"/>
                    </a:cubicBezTo>
                    <a:cubicBezTo>
                      <a:pt x="22164" y="12594"/>
                      <a:pt x="21886" y="12569"/>
                      <a:pt x="21611" y="12569"/>
                    </a:cubicBezTo>
                    <a:cubicBezTo>
                      <a:pt x="20930" y="12569"/>
                      <a:pt x="20273" y="12722"/>
                      <a:pt x="19670" y="13002"/>
                    </a:cubicBezTo>
                    <a:cubicBezTo>
                      <a:pt x="17634" y="10537"/>
                      <a:pt x="14550" y="8966"/>
                      <a:pt x="11109" y="8966"/>
                    </a:cubicBezTo>
                    <a:cubicBezTo>
                      <a:pt x="4977" y="8966"/>
                      <a:pt x="1" y="13943"/>
                      <a:pt x="1" y="20074"/>
                    </a:cubicBezTo>
                    <a:cubicBezTo>
                      <a:pt x="1" y="23206"/>
                      <a:pt x="1286" y="26027"/>
                      <a:pt x="3370" y="28051"/>
                    </a:cubicBezTo>
                    <a:cubicBezTo>
                      <a:pt x="2930" y="29004"/>
                      <a:pt x="2680" y="30064"/>
                      <a:pt x="2680" y="31195"/>
                    </a:cubicBezTo>
                    <a:cubicBezTo>
                      <a:pt x="2680" y="33338"/>
                      <a:pt x="3584" y="35267"/>
                      <a:pt x="5025" y="36636"/>
                    </a:cubicBezTo>
                    <a:cubicBezTo>
                      <a:pt x="4477" y="37672"/>
                      <a:pt x="4168" y="38862"/>
                      <a:pt x="4168" y="40124"/>
                    </a:cubicBezTo>
                    <a:cubicBezTo>
                      <a:pt x="4168" y="44256"/>
                      <a:pt x="7513" y="47613"/>
                      <a:pt x="11657" y="47613"/>
                    </a:cubicBezTo>
                    <a:cubicBezTo>
                      <a:pt x="12740" y="47613"/>
                      <a:pt x="13764" y="47375"/>
                      <a:pt x="14693" y="46970"/>
                    </a:cubicBezTo>
                    <a:cubicBezTo>
                      <a:pt x="15812" y="49697"/>
                      <a:pt x="18491" y="51626"/>
                      <a:pt x="21622" y="51626"/>
                    </a:cubicBezTo>
                    <a:cubicBezTo>
                      <a:pt x="23015" y="51626"/>
                      <a:pt x="24313" y="51245"/>
                      <a:pt x="25432" y="50590"/>
                    </a:cubicBezTo>
                    <a:cubicBezTo>
                      <a:pt x="26302" y="51209"/>
                      <a:pt x="27373" y="51578"/>
                      <a:pt x="28528" y="51578"/>
                    </a:cubicBezTo>
                    <a:cubicBezTo>
                      <a:pt x="30088" y="51578"/>
                      <a:pt x="31493" y="50900"/>
                      <a:pt x="32469" y="49828"/>
                    </a:cubicBezTo>
                    <a:cubicBezTo>
                      <a:pt x="33564" y="50185"/>
                      <a:pt x="34743" y="50388"/>
                      <a:pt x="35969" y="50388"/>
                    </a:cubicBezTo>
                    <a:cubicBezTo>
                      <a:pt x="41958" y="50388"/>
                      <a:pt x="46840" y="45649"/>
                      <a:pt x="47066" y="39708"/>
                    </a:cubicBezTo>
                    <a:cubicBezTo>
                      <a:pt x="47981" y="39808"/>
                      <a:pt x="48864" y="39893"/>
                      <a:pt x="49690" y="39893"/>
                    </a:cubicBezTo>
                    <a:cubicBezTo>
                      <a:pt x="51799" y="39893"/>
                      <a:pt x="53532" y="39342"/>
                      <a:pt x="54448" y="37100"/>
                    </a:cubicBezTo>
                    <a:cubicBezTo>
                      <a:pt x="55234" y="35171"/>
                      <a:pt x="55007" y="31766"/>
                      <a:pt x="51376" y="31123"/>
                    </a:cubicBezTo>
                    <a:cubicBezTo>
                      <a:pt x="51209" y="31099"/>
                      <a:pt x="51043" y="31076"/>
                      <a:pt x="50876" y="31064"/>
                    </a:cubicBezTo>
                    <a:lnTo>
                      <a:pt x="66318" y="19729"/>
                    </a:lnTo>
                    <a:lnTo>
                      <a:pt x="5357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8" name="Google Shape;1138;p37">
              <a:extLst>
                <a:ext uri="{FF2B5EF4-FFF2-40B4-BE49-F238E27FC236}">
                  <a16:creationId xmlns:a16="http://schemas.microsoft.com/office/drawing/2014/main" id="{C63961FE-C61C-BE4D-EC52-64E1D9333B38}"/>
                </a:ext>
              </a:extLst>
            </p:cNvPr>
            <p:cNvSpPr/>
            <p:nvPr/>
          </p:nvSpPr>
          <p:spPr>
            <a:xfrm>
              <a:off x="1676048" y="4200768"/>
              <a:ext cx="580306" cy="588824"/>
            </a:xfrm>
            <a:custGeom>
              <a:avLst/>
              <a:gdLst/>
              <a:ahLst/>
              <a:cxnLst/>
              <a:rect l="l" t="t" r="r" b="b"/>
              <a:pathLst>
                <a:path w="17504" h="17503" extrusionOk="0">
                  <a:moveTo>
                    <a:pt x="8752" y="0"/>
                  </a:moveTo>
                  <a:cubicBezTo>
                    <a:pt x="3918" y="0"/>
                    <a:pt x="1" y="3917"/>
                    <a:pt x="1" y="8751"/>
                  </a:cubicBezTo>
                  <a:cubicBezTo>
                    <a:pt x="1" y="13573"/>
                    <a:pt x="3918" y="17502"/>
                    <a:pt x="8752" y="17502"/>
                  </a:cubicBezTo>
                  <a:cubicBezTo>
                    <a:pt x="13586" y="17502"/>
                    <a:pt x="17503" y="13573"/>
                    <a:pt x="17503" y="8751"/>
                  </a:cubicBezTo>
                  <a:cubicBezTo>
                    <a:pt x="17503" y="3917"/>
                    <a:pt x="13586" y="0"/>
                    <a:pt x="8752" y="0"/>
                  </a:cubicBezTo>
                  <a:close/>
                </a:path>
              </a:pathLst>
            </a:custGeom>
            <a:solidFill>
              <a:schemeClr val="accent4"/>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2000" dirty="0">
                  <a:solidFill>
                    <a:srgbClr val="FFFFFF"/>
                  </a:solidFill>
                  <a:latin typeface="Fira Sans Extra Condensed Medium"/>
                  <a:ea typeface="Fira Sans Extra Condensed Medium"/>
                  <a:cs typeface="Fira Sans Extra Condensed Medium"/>
                  <a:sym typeface="Fira Sans Extra Condensed Medium"/>
                </a:rPr>
                <a:t>01</a:t>
              </a:r>
              <a:endParaRPr sz="2000" dirty="0">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1139" name="Google Shape;1139;p37">
            <a:extLst>
              <a:ext uri="{FF2B5EF4-FFF2-40B4-BE49-F238E27FC236}">
                <a16:creationId xmlns:a16="http://schemas.microsoft.com/office/drawing/2014/main" id="{1F4269FA-8510-F7A2-533F-FAE7794A8C47}"/>
              </a:ext>
            </a:extLst>
          </p:cNvPr>
          <p:cNvGrpSpPr/>
          <p:nvPr/>
        </p:nvGrpSpPr>
        <p:grpSpPr>
          <a:xfrm>
            <a:off x="6127335" y="3442292"/>
            <a:ext cx="1966442" cy="669295"/>
            <a:chOff x="6535550" y="5573830"/>
            <a:chExt cx="1966442" cy="669295"/>
          </a:xfrm>
        </p:grpSpPr>
        <p:sp>
          <p:nvSpPr>
            <p:cNvPr id="1140" name="Google Shape;1140;p37">
              <a:extLst>
                <a:ext uri="{FF2B5EF4-FFF2-40B4-BE49-F238E27FC236}">
                  <a16:creationId xmlns:a16="http://schemas.microsoft.com/office/drawing/2014/main" id="{DDF28220-54ED-E0AA-A285-9636190FA4FD}"/>
                </a:ext>
              </a:extLst>
            </p:cNvPr>
            <p:cNvSpPr txBox="1"/>
            <p:nvPr/>
          </p:nvSpPr>
          <p:spPr>
            <a:xfrm>
              <a:off x="6617392" y="5573830"/>
              <a:ext cx="1884600" cy="42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700" dirty="0">
                  <a:solidFill>
                    <a:schemeClr val="accent4"/>
                  </a:solidFill>
                  <a:latin typeface="Fira Sans Extra Condensed Medium"/>
                  <a:ea typeface="Fira Sans Extra Condensed Medium"/>
                  <a:cs typeface="Fira Sans Extra Condensed Medium"/>
                  <a:sym typeface="Fira Sans Extra Condensed Medium"/>
                </a:rPr>
                <a:t>(1996)</a:t>
              </a:r>
              <a:endParaRPr sz="1700" dirty="0">
                <a:solidFill>
                  <a:schemeClr val="accent4"/>
                </a:solidFill>
                <a:latin typeface="Fira Sans Extra Condensed Medium"/>
                <a:ea typeface="Fira Sans Extra Condensed Medium"/>
                <a:cs typeface="Fira Sans Extra Condensed Medium"/>
                <a:sym typeface="Fira Sans Extra Condensed Medium"/>
              </a:endParaRPr>
            </a:p>
          </p:txBody>
        </p:sp>
        <p:sp>
          <p:nvSpPr>
            <p:cNvPr id="1141" name="Google Shape;1141;p37">
              <a:extLst>
                <a:ext uri="{FF2B5EF4-FFF2-40B4-BE49-F238E27FC236}">
                  <a16:creationId xmlns:a16="http://schemas.microsoft.com/office/drawing/2014/main" id="{80D4637F-E3BB-1739-2A7B-48516918B76A}"/>
                </a:ext>
              </a:extLst>
            </p:cNvPr>
            <p:cNvSpPr txBox="1"/>
            <p:nvPr/>
          </p:nvSpPr>
          <p:spPr>
            <a:xfrm>
              <a:off x="6535550" y="5708225"/>
              <a:ext cx="1884600" cy="534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latin typeface="Roboto"/>
                  <a:ea typeface="Roboto"/>
                  <a:cs typeface="Roboto"/>
                  <a:sym typeface="Roboto"/>
                </a:rPr>
                <a:t>Project Start</a:t>
              </a:r>
              <a:endParaRPr sz="1200" dirty="0">
                <a:latin typeface="Roboto"/>
                <a:ea typeface="Roboto"/>
                <a:cs typeface="Roboto"/>
                <a:sym typeface="Roboto"/>
              </a:endParaRPr>
            </a:p>
          </p:txBody>
        </p:sp>
      </p:grpSp>
      <p:grpSp>
        <p:nvGrpSpPr>
          <p:cNvPr id="1142" name="Google Shape;1142;p37">
            <a:extLst>
              <a:ext uri="{FF2B5EF4-FFF2-40B4-BE49-F238E27FC236}">
                <a16:creationId xmlns:a16="http://schemas.microsoft.com/office/drawing/2014/main" id="{CA3FB4F0-71E6-9F3F-D27B-126592FED703}"/>
              </a:ext>
            </a:extLst>
          </p:cNvPr>
          <p:cNvGrpSpPr/>
          <p:nvPr/>
        </p:nvGrpSpPr>
        <p:grpSpPr>
          <a:xfrm rot="19363995">
            <a:off x="7189475" y="2554501"/>
            <a:ext cx="1159691" cy="985622"/>
            <a:chOff x="2675504" y="2570561"/>
            <a:chExt cx="1359326" cy="1150605"/>
          </a:xfrm>
        </p:grpSpPr>
        <p:sp>
          <p:nvSpPr>
            <p:cNvPr id="1143" name="Google Shape;1143;p37">
              <a:extLst>
                <a:ext uri="{FF2B5EF4-FFF2-40B4-BE49-F238E27FC236}">
                  <a16:creationId xmlns:a16="http://schemas.microsoft.com/office/drawing/2014/main" id="{EE6DA7C6-17F0-5170-FE57-FCE6B6FA992D}"/>
                </a:ext>
              </a:extLst>
            </p:cNvPr>
            <p:cNvSpPr/>
            <p:nvPr/>
          </p:nvSpPr>
          <p:spPr>
            <a:xfrm>
              <a:off x="2675504" y="2570561"/>
              <a:ext cx="1359326" cy="1150605"/>
            </a:xfrm>
            <a:custGeom>
              <a:avLst/>
              <a:gdLst/>
              <a:ahLst/>
              <a:cxnLst/>
              <a:rect l="l" t="t" r="r" b="b"/>
              <a:pathLst>
                <a:path w="48923" h="41411" extrusionOk="0">
                  <a:moveTo>
                    <a:pt x="39326" y="0"/>
                  </a:moveTo>
                  <a:lnTo>
                    <a:pt x="0" y="21682"/>
                  </a:lnTo>
                  <a:lnTo>
                    <a:pt x="12740" y="41410"/>
                  </a:lnTo>
                  <a:lnTo>
                    <a:pt x="48923" y="14859"/>
                  </a:lnTo>
                  <a:lnTo>
                    <a:pt x="393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37">
              <a:extLst>
                <a:ext uri="{FF2B5EF4-FFF2-40B4-BE49-F238E27FC236}">
                  <a16:creationId xmlns:a16="http://schemas.microsoft.com/office/drawing/2014/main" id="{C55362A9-3E85-6250-2D31-571EC1E356E7}"/>
                </a:ext>
              </a:extLst>
            </p:cNvPr>
            <p:cNvSpPr/>
            <p:nvPr/>
          </p:nvSpPr>
          <p:spPr>
            <a:xfrm>
              <a:off x="3022975" y="2867958"/>
              <a:ext cx="599647" cy="539533"/>
            </a:xfrm>
            <a:custGeom>
              <a:avLst/>
              <a:gdLst/>
              <a:ahLst/>
              <a:cxnLst/>
              <a:rect l="l" t="t" r="r" b="b"/>
              <a:pathLst>
                <a:path w="17503" h="17503" extrusionOk="0">
                  <a:moveTo>
                    <a:pt x="8752" y="0"/>
                  </a:moveTo>
                  <a:cubicBezTo>
                    <a:pt x="3918" y="0"/>
                    <a:pt x="1" y="3929"/>
                    <a:pt x="1" y="8751"/>
                  </a:cubicBezTo>
                  <a:cubicBezTo>
                    <a:pt x="1" y="13585"/>
                    <a:pt x="3918" y="17502"/>
                    <a:pt x="8752" y="17502"/>
                  </a:cubicBezTo>
                  <a:cubicBezTo>
                    <a:pt x="13586" y="17502"/>
                    <a:pt x="17503" y="13585"/>
                    <a:pt x="17503" y="8751"/>
                  </a:cubicBezTo>
                  <a:cubicBezTo>
                    <a:pt x="17503" y="3929"/>
                    <a:pt x="13586" y="0"/>
                    <a:pt x="8752" y="0"/>
                  </a:cubicBezTo>
                  <a:close/>
                </a:path>
              </a:pathLst>
            </a:custGeom>
            <a:solidFill>
              <a:schemeClr val="accent3"/>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2000" dirty="0">
                  <a:solidFill>
                    <a:srgbClr val="FFFFFF"/>
                  </a:solidFill>
                  <a:latin typeface="Fira Sans Extra Condensed Medium"/>
                  <a:ea typeface="Fira Sans Extra Condensed Medium"/>
                  <a:cs typeface="Fira Sans Extra Condensed Medium"/>
                  <a:sym typeface="Fira Sans Extra Condensed Medium"/>
                </a:rPr>
                <a:t>02</a:t>
              </a:r>
              <a:endParaRPr sz="2000" dirty="0">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1145" name="Google Shape;1145;p37">
            <a:extLst>
              <a:ext uri="{FF2B5EF4-FFF2-40B4-BE49-F238E27FC236}">
                <a16:creationId xmlns:a16="http://schemas.microsoft.com/office/drawing/2014/main" id="{C2487900-168D-27B5-09DE-6F59F0DB3924}"/>
              </a:ext>
            </a:extLst>
          </p:cNvPr>
          <p:cNvGrpSpPr/>
          <p:nvPr/>
        </p:nvGrpSpPr>
        <p:grpSpPr>
          <a:xfrm>
            <a:off x="7914786" y="2846622"/>
            <a:ext cx="2086429" cy="680755"/>
            <a:chOff x="8652421" y="5361375"/>
            <a:chExt cx="2086429" cy="680755"/>
          </a:xfrm>
        </p:grpSpPr>
        <p:sp>
          <p:nvSpPr>
            <p:cNvPr id="1146" name="Google Shape;1146;p37">
              <a:extLst>
                <a:ext uri="{FF2B5EF4-FFF2-40B4-BE49-F238E27FC236}">
                  <a16:creationId xmlns:a16="http://schemas.microsoft.com/office/drawing/2014/main" id="{D18A8B60-81EB-485D-1BCC-B543C7E60588}"/>
                </a:ext>
              </a:extLst>
            </p:cNvPr>
            <p:cNvSpPr txBox="1"/>
            <p:nvPr/>
          </p:nvSpPr>
          <p:spPr>
            <a:xfrm>
              <a:off x="8854250" y="5361375"/>
              <a:ext cx="1884600" cy="42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700" dirty="0">
                  <a:solidFill>
                    <a:schemeClr val="accent3"/>
                  </a:solidFill>
                  <a:latin typeface="Fira Sans Extra Condensed Medium"/>
                  <a:ea typeface="Fira Sans Extra Condensed Medium"/>
                  <a:cs typeface="Fira Sans Extra Condensed Medium"/>
                  <a:sym typeface="Fira Sans Extra Condensed Medium"/>
                </a:rPr>
                <a:t>(2007)</a:t>
              </a:r>
            </a:p>
          </p:txBody>
        </p:sp>
        <p:sp>
          <p:nvSpPr>
            <p:cNvPr id="1147" name="Google Shape;1147;p37">
              <a:extLst>
                <a:ext uri="{FF2B5EF4-FFF2-40B4-BE49-F238E27FC236}">
                  <a16:creationId xmlns:a16="http://schemas.microsoft.com/office/drawing/2014/main" id="{E6E9A45C-7646-6C42-109F-AA305C849EB1}"/>
                </a:ext>
              </a:extLst>
            </p:cNvPr>
            <p:cNvSpPr txBox="1"/>
            <p:nvPr/>
          </p:nvSpPr>
          <p:spPr>
            <a:xfrm>
              <a:off x="8652421" y="5507230"/>
              <a:ext cx="1884600" cy="534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latin typeface="Roboto"/>
                  <a:ea typeface="Roboto"/>
                  <a:cs typeface="Roboto"/>
                  <a:sym typeface="Roboto"/>
                </a:rPr>
                <a:t>Planned Launch</a:t>
              </a:r>
              <a:endParaRPr sz="1200" dirty="0">
                <a:latin typeface="Roboto"/>
                <a:ea typeface="Roboto"/>
                <a:cs typeface="Roboto"/>
                <a:sym typeface="Roboto"/>
              </a:endParaRPr>
            </a:p>
          </p:txBody>
        </p:sp>
      </p:grpSp>
      <p:grpSp>
        <p:nvGrpSpPr>
          <p:cNvPr id="1148" name="Google Shape;1148;p37">
            <a:extLst>
              <a:ext uri="{FF2B5EF4-FFF2-40B4-BE49-F238E27FC236}">
                <a16:creationId xmlns:a16="http://schemas.microsoft.com/office/drawing/2014/main" id="{274E5B3B-B3AB-0269-5125-CA4AB64121D6}"/>
              </a:ext>
            </a:extLst>
          </p:cNvPr>
          <p:cNvGrpSpPr/>
          <p:nvPr/>
        </p:nvGrpSpPr>
        <p:grpSpPr>
          <a:xfrm rot="19482778">
            <a:off x="7635901" y="1669292"/>
            <a:ext cx="1034890" cy="783984"/>
            <a:chOff x="3768138" y="2020776"/>
            <a:chExt cx="1183697" cy="962695"/>
          </a:xfrm>
        </p:grpSpPr>
        <p:sp>
          <p:nvSpPr>
            <p:cNvPr id="1149" name="Google Shape;1149;p37">
              <a:extLst>
                <a:ext uri="{FF2B5EF4-FFF2-40B4-BE49-F238E27FC236}">
                  <a16:creationId xmlns:a16="http://schemas.microsoft.com/office/drawing/2014/main" id="{F50E8DB4-62E1-FF83-BB44-2DDC71EC9EA0}"/>
                </a:ext>
              </a:extLst>
            </p:cNvPr>
            <p:cNvSpPr/>
            <p:nvPr/>
          </p:nvSpPr>
          <p:spPr>
            <a:xfrm>
              <a:off x="3768138" y="2020776"/>
              <a:ext cx="1183697" cy="962695"/>
            </a:xfrm>
            <a:custGeom>
              <a:avLst/>
              <a:gdLst/>
              <a:ahLst/>
              <a:cxnLst/>
              <a:rect l="l" t="t" r="r" b="b"/>
              <a:pathLst>
                <a:path w="42602" h="34648" extrusionOk="0">
                  <a:moveTo>
                    <a:pt x="35862" y="0"/>
                  </a:moveTo>
                  <a:lnTo>
                    <a:pt x="0" y="19788"/>
                  </a:lnTo>
                  <a:lnTo>
                    <a:pt x="9597" y="34647"/>
                  </a:lnTo>
                  <a:lnTo>
                    <a:pt x="42601" y="10430"/>
                  </a:lnTo>
                  <a:lnTo>
                    <a:pt x="3586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37">
              <a:extLst>
                <a:ext uri="{FF2B5EF4-FFF2-40B4-BE49-F238E27FC236}">
                  <a16:creationId xmlns:a16="http://schemas.microsoft.com/office/drawing/2014/main" id="{88F2C9E6-2D49-BECD-55A3-BAAC0DB39D9F}"/>
                </a:ext>
              </a:extLst>
            </p:cNvPr>
            <p:cNvSpPr/>
            <p:nvPr/>
          </p:nvSpPr>
          <p:spPr>
            <a:xfrm>
              <a:off x="4068646" y="2258811"/>
              <a:ext cx="534348" cy="494172"/>
            </a:xfrm>
            <a:custGeom>
              <a:avLst/>
              <a:gdLst/>
              <a:ahLst/>
              <a:cxnLst/>
              <a:rect l="l" t="t" r="r" b="b"/>
              <a:pathLst>
                <a:path w="17503" h="17503" extrusionOk="0">
                  <a:moveTo>
                    <a:pt x="8751" y="0"/>
                  </a:moveTo>
                  <a:cubicBezTo>
                    <a:pt x="3917" y="0"/>
                    <a:pt x="0" y="3917"/>
                    <a:pt x="0" y="8751"/>
                  </a:cubicBezTo>
                  <a:cubicBezTo>
                    <a:pt x="0" y="13585"/>
                    <a:pt x="3917" y="17502"/>
                    <a:pt x="8751" y="17502"/>
                  </a:cubicBezTo>
                  <a:cubicBezTo>
                    <a:pt x="13585" y="17502"/>
                    <a:pt x="17502" y="13585"/>
                    <a:pt x="17502" y="8751"/>
                  </a:cubicBezTo>
                  <a:cubicBezTo>
                    <a:pt x="17502" y="3917"/>
                    <a:pt x="13585" y="0"/>
                    <a:pt x="8751" y="0"/>
                  </a:cubicBezTo>
                  <a:close/>
                </a:path>
              </a:pathLst>
            </a:custGeom>
            <a:solidFill>
              <a:schemeClr val="accent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2000" dirty="0">
                  <a:solidFill>
                    <a:srgbClr val="FFFFFF"/>
                  </a:solidFill>
                  <a:latin typeface="Fira Sans Extra Condensed Medium"/>
                  <a:ea typeface="Fira Sans Extra Condensed Medium"/>
                  <a:cs typeface="Fira Sans Extra Condensed Medium"/>
                  <a:sym typeface="Fira Sans Extra Condensed Medium"/>
                </a:rPr>
                <a:t>03</a:t>
              </a:r>
              <a:endParaRPr sz="2000" dirty="0">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1151" name="Google Shape;1151;p37">
            <a:extLst>
              <a:ext uri="{FF2B5EF4-FFF2-40B4-BE49-F238E27FC236}">
                <a16:creationId xmlns:a16="http://schemas.microsoft.com/office/drawing/2014/main" id="{C249004B-15AC-1926-486F-900A5A63F5FC}"/>
              </a:ext>
            </a:extLst>
          </p:cNvPr>
          <p:cNvGrpSpPr/>
          <p:nvPr/>
        </p:nvGrpSpPr>
        <p:grpSpPr>
          <a:xfrm>
            <a:off x="6360519" y="1658230"/>
            <a:ext cx="1768994" cy="839806"/>
            <a:chOff x="2183074" y="5361375"/>
            <a:chExt cx="2151765" cy="839806"/>
          </a:xfrm>
        </p:grpSpPr>
        <p:sp>
          <p:nvSpPr>
            <p:cNvPr id="1152" name="Google Shape;1152;p37">
              <a:extLst>
                <a:ext uri="{FF2B5EF4-FFF2-40B4-BE49-F238E27FC236}">
                  <a16:creationId xmlns:a16="http://schemas.microsoft.com/office/drawing/2014/main" id="{41210F20-8180-C62F-81C1-8A3532047768}"/>
                </a:ext>
              </a:extLst>
            </p:cNvPr>
            <p:cNvSpPr txBox="1"/>
            <p:nvPr/>
          </p:nvSpPr>
          <p:spPr>
            <a:xfrm>
              <a:off x="2183074" y="5361375"/>
              <a:ext cx="2151765" cy="429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dirty="0">
                  <a:solidFill>
                    <a:schemeClr val="accent2"/>
                  </a:solidFill>
                  <a:latin typeface="Fira Sans Extra Condensed Medium"/>
                  <a:ea typeface="Fira Sans Extra Condensed Medium"/>
                  <a:cs typeface="Fira Sans Extra Condensed Medium"/>
                  <a:sym typeface="Fira Sans Extra Condensed Medium"/>
                </a:rPr>
                <a:t>(</a:t>
              </a:r>
              <a:r>
                <a:rPr lang="en-US" sz="1700" dirty="0">
                  <a:solidFill>
                    <a:schemeClr val="accent2"/>
                  </a:solidFill>
                  <a:latin typeface="Fira Sans Extra Condensed Medium"/>
                  <a:ea typeface="Fira Sans Extra Condensed Medium"/>
                  <a:cs typeface="Fira Sans Extra Condensed Medium"/>
                  <a:sym typeface="Fira Sans Extra Condensed Medium"/>
                </a:rPr>
                <a:t>December 25, 2021</a:t>
              </a:r>
              <a:r>
                <a:rPr lang="en" sz="1700" dirty="0">
                  <a:solidFill>
                    <a:schemeClr val="accent2"/>
                  </a:solidFill>
                  <a:latin typeface="Fira Sans Extra Condensed Medium"/>
                  <a:ea typeface="Fira Sans Extra Condensed Medium"/>
                  <a:cs typeface="Fira Sans Extra Condensed Medium"/>
                  <a:sym typeface="Fira Sans Extra Condensed Medium"/>
                </a:rPr>
                <a:t>)</a:t>
              </a:r>
              <a:endParaRPr sz="1700" dirty="0">
                <a:solidFill>
                  <a:schemeClr val="accent2"/>
                </a:solidFill>
                <a:latin typeface="Fira Sans Extra Condensed Medium"/>
                <a:ea typeface="Fira Sans Extra Condensed Medium"/>
                <a:cs typeface="Fira Sans Extra Condensed Medium"/>
                <a:sym typeface="Fira Sans Extra Condensed Medium"/>
              </a:endParaRPr>
            </a:p>
          </p:txBody>
        </p:sp>
        <p:sp>
          <p:nvSpPr>
            <p:cNvPr id="1153" name="Google Shape;1153;p37">
              <a:extLst>
                <a:ext uri="{FF2B5EF4-FFF2-40B4-BE49-F238E27FC236}">
                  <a16:creationId xmlns:a16="http://schemas.microsoft.com/office/drawing/2014/main" id="{74D7DA72-5AAD-07EA-9E53-EDE8B7B92EAD}"/>
                </a:ext>
              </a:extLst>
            </p:cNvPr>
            <p:cNvSpPr txBox="1"/>
            <p:nvPr/>
          </p:nvSpPr>
          <p:spPr>
            <a:xfrm>
              <a:off x="2216858" y="5666281"/>
              <a:ext cx="1884600" cy="534900"/>
            </a:xfrm>
            <a:prstGeom prst="rect">
              <a:avLst/>
            </a:prstGeom>
            <a:noFill/>
            <a:ln>
              <a:noFill/>
            </a:ln>
          </p:spPr>
          <p:txBody>
            <a:bodyPr spcFirstLastPara="1" wrap="square" lIns="91425" tIns="91425" rIns="91425" bIns="91425" anchor="ctr" anchorCtr="0">
              <a:noAutofit/>
            </a:bodyPr>
            <a:lstStyle/>
            <a:p>
              <a:pPr lvl="0" algn="ctr"/>
              <a:r>
                <a:rPr lang="en-US" sz="1200" dirty="0"/>
                <a:t>Actual launch</a:t>
              </a:r>
              <a:endParaRPr sz="1200" dirty="0">
                <a:latin typeface="Roboto"/>
                <a:ea typeface="Roboto"/>
                <a:cs typeface="Roboto"/>
                <a:sym typeface="Roboto"/>
              </a:endParaRPr>
            </a:p>
          </p:txBody>
        </p:sp>
      </p:grpSp>
      <p:grpSp>
        <p:nvGrpSpPr>
          <p:cNvPr id="1154" name="Google Shape;1154;p37">
            <a:extLst>
              <a:ext uri="{FF2B5EF4-FFF2-40B4-BE49-F238E27FC236}">
                <a16:creationId xmlns:a16="http://schemas.microsoft.com/office/drawing/2014/main" id="{2632DC00-80B4-C077-AA9D-B9E4B035746B}"/>
              </a:ext>
            </a:extLst>
          </p:cNvPr>
          <p:cNvGrpSpPr/>
          <p:nvPr/>
        </p:nvGrpSpPr>
        <p:grpSpPr>
          <a:xfrm rot="19576598">
            <a:off x="8050133" y="431062"/>
            <a:ext cx="1198132" cy="886197"/>
            <a:chOff x="6080364" y="536657"/>
            <a:chExt cx="1586258" cy="1128080"/>
          </a:xfrm>
        </p:grpSpPr>
        <p:sp>
          <p:nvSpPr>
            <p:cNvPr id="1155" name="Google Shape;1155;p37">
              <a:extLst>
                <a:ext uri="{FF2B5EF4-FFF2-40B4-BE49-F238E27FC236}">
                  <a16:creationId xmlns:a16="http://schemas.microsoft.com/office/drawing/2014/main" id="{EEA635D3-BA69-8210-7C42-139E43096BD6}"/>
                </a:ext>
              </a:extLst>
            </p:cNvPr>
            <p:cNvSpPr/>
            <p:nvPr/>
          </p:nvSpPr>
          <p:spPr>
            <a:xfrm>
              <a:off x="6080364" y="1153299"/>
              <a:ext cx="602903" cy="416982"/>
            </a:xfrm>
            <a:custGeom>
              <a:avLst/>
              <a:gdLst/>
              <a:ahLst/>
              <a:cxnLst/>
              <a:rect l="l" t="t" r="r" b="b"/>
              <a:pathLst>
                <a:path w="26111" h="18059" extrusionOk="0">
                  <a:moveTo>
                    <a:pt x="16616" y="0"/>
                  </a:moveTo>
                  <a:cubicBezTo>
                    <a:pt x="14342" y="0"/>
                    <a:pt x="12012" y="606"/>
                    <a:pt x="10287" y="1694"/>
                  </a:cubicBezTo>
                  <a:cubicBezTo>
                    <a:pt x="6394" y="4147"/>
                    <a:pt x="0" y="18053"/>
                    <a:pt x="0" y="18053"/>
                  </a:cubicBezTo>
                  <a:cubicBezTo>
                    <a:pt x="0" y="18053"/>
                    <a:pt x="368" y="18059"/>
                    <a:pt x="1005" y="18059"/>
                  </a:cubicBezTo>
                  <a:cubicBezTo>
                    <a:pt x="4472" y="18059"/>
                    <a:pt x="15903" y="17897"/>
                    <a:pt x="19193" y="15815"/>
                  </a:cubicBezTo>
                  <a:cubicBezTo>
                    <a:pt x="23098" y="13362"/>
                    <a:pt x="26110" y="7040"/>
                    <a:pt x="23646" y="3147"/>
                  </a:cubicBezTo>
                  <a:cubicBezTo>
                    <a:pt x="22277" y="967"/>
                    <a:pt x="19490" y="0"/>
                    <a:pt x="16616" y="0"/>
                  </a:cubicBezTo>
                  <a:close/>
                </a:path>
              </a:pathLst>
            </a:custGeom>
            <a:gradFill>
              <a:gsLst>
                <a:gs pos="0">
                  <a:srgbClr val="FCBD24"/>
                </a:gs>
                <a:gs pos="100000">
                  <a:srgbClr val="FFFFFF"/>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7">
              <a:extLst>
                <a:ext uri="{FF2B5EF4-FFF2-40B4-BE49-F238E27FC236}">
                  <a16:creationId xmlns:a16="http://schemas.microsoft.com/office/drawing/2014/main" id="{5ABD13C0-DEC9-3C76-2E89-8C7B8FDB176D}"/>
                </a:ext>
              </a:extLst>
            </p:cNvPr>
            <p:cNvSpPr/>
            <p:nvPr/>
          </p:nvSpPr>
          <p:spPr>
            <a:xfrm>
              <a:off x="6214786" y="740134"/>
              <a:ext cx="621052" cy="421254"/>
            </a:xfrm>
            <a:custGeom>
              <a:avLst/>
              <a:gdLst/>
              <a:ahLst/>
              <a:cxnLst/>
              <a:rect l="l" t="t" r="r" b="b"/>
              <a:pathLst>
                <a:path w="26897" h="18244" extrusionOk="0">
                  <a:moveTo>
                    <a:pt x="17583" y="0"/>
                  </a:moveTo>
                  <a:cubicBezTo>
                    <a:pt x="7935" y="0"/>
                    <a:pt x="6671" y="6438"/>
                    <a:pt x="0" y="18244"/>
                  </a:cubicBezTo>
                  <a:lnTo>
                    <a:pt x="11180" y="16637"/>
                  </a:lnTo>
                  <a:lnTo>
                    <a:pt x="26896" y="1289"/>
                  </a:lnTo>
                  <a:cubicBezTo>
                    <a:pt x="23085" y="424"/>
                    <a:pt x="20058" y="0"/>
                    <a:pt x="175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7">
              <a:extLst>
                <a:ext uri="{FF2B5EF4-FFF2-40B4-BE49-F238E27FC236}">
                  <a16:creationId xmlns:a16="http://schemas.microsoft.com/office/drawing/2014/main" id="{8C18ED0E-142F-E3EA-04AB-A18C9C3BFF47}"/>
                </a:ext>
              </a:extLst>
            </p:cNvPr>
            <p:cNvSpPr/>
            <p:nvPr/>
          </p:nvSpPr>
          <p:spPr>
            <a:xfrm>
              <a:off x="6506994" y="1233647"/>
              <a:ext cx="621052" cy="431090"/>
            </a:xfrm>
            <a:custGeom>
              <a:avLst/>
              <a:gdLst/>
              <a:ahLst/>
              <a:cxnLst/>
              <a:rect l="l" t="t" r="r" b="b"/>
              <a:pathLst>
                <a:path w="26897" h="18670" extrusionOk="0">
                  <a:moveTo>
                    <a:pt x="26897" y="0"/>
                  </a:moveTo>
                  <a:lnTo>
                    <a:pt x="6275" y="7561"/>
                  </a:lnTo>
                  <a:lnTo>
                    <a:pt x="1" y="16955"/>
                  </a:lnTo>
                  <a:cubicBezTo>
                    <a:pt x="17003" y="15788"/>
                    <a:pt x="22670" y="18669"/>
                    <a:pt x="2689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7">
              <a:extLst>
                <a:ext uri="{FF2B5EF4-FFF2-40B4-BE49-F238E27FC236}">
                  <a16:creationId xmlns:a16="http://schemas.microsoft.com/office/drawing/2014/main" id="{8FC41E85-3022-4D32-A084-70877297CC5A}"/>
                </a:ext>
              </a:extLst>
            </p:cNvPr>
            <p:cNvSpPr/>
            <p:nvPr/>
          </p:nvSpPr>
          <p:spPr>
            <a:xfrm>
              <a:off x="6472915" y="536680"/>
              <a:ext cx="1193707" cy="871601"/>
            </a:xfrm>
            <a:custGeom>
              <a:avLst/>
              <a:gdLst/>
              <a:ahLst/>
              <a:cxnLst/>
              <a:rect l="l" t="t" r="r" b="b"/>
              <a:pathLst>
                <a:path w="51698" h="37748" extrusionOk="0">
                  <a:moveTo>
                    <a:pt x="39782" y="0"/>
                  </a:moveTo>
                  <a:cubicBezTo>
                    <a:pt x="34568" y="0"/>
                    <a:pt x="28435" y="878"/>
                    <a:pt x="23098" y="3994"/>
                  </a:cubicBezTo>
                  <a:cubicBezTo>
                    <a:pt x="10882" y="11125"/>
                    <a:pt x="0" y="25449"/>
                    <a:pt x="0" y="25449"/>
                  </a:cubicBezTo>
                  <a:lnTo>
                    <a:pt x="7763" y="37748"/>
                  </a:lnTo>
                  <a:cubicBezTo>
                    <a:pt x="7763" y="37748"/>
                    <a:pt x="25372" y="34116"/>
                    <a:pt x="37076" y="26163"/>
                  </a:cubicBezTo>
                  <a:cubicBezTo>
                    <a:pt x="48780" y="18221"/>
                    <a:pt x="51697" y="1458"/>
                    <a:pt x="51697" y="1458"/>
                  </a:cubicBezTo>
                  <a:cubicBezTo>
                    <a:pt x="51697" y="1458"/>
                    <a:pt x="46502" y="0"/>
                    <a:pt x="397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7">
              <a:extLst>
                <a:ext uri="{FF2B5EF4-FFF2-40B4-BE49-F238E27FC236}">
                  <a16:creationId xmlns:a16="http://schemas.microsoft.com/office/drawing/2014/main" id="{E94E9D94-0334-97F5-785F-302FF0F714CB}"/>
                </a:ext>
              </a:extLst>
            </p:cNvPr>
            <p:cNvSpPr/>
            <p:nvPr/>
          </p:nvSpPr>
          <p:spPr>
            <a:xfrm>
              <a:off x="7325089" y="536657"/>
              <a:ext cx="341478" cy="355332"/>
            </a:xfrm>
            <a:custGeom>
              <a:avLst/>
              <a:gdLst/>
              <a:ahLst/>
              <a:cxnLst/>
              <a:rect l="l" t="t" r="r" b="b"/>
              <a:pathLst>
                <a:path w="14789" h="15389" extrusionOk="0">
                  <a:moveTo>
                    <a:pt x="2827" y="1"/>
                  </a:moveTo>
                  <a:cubicBezTo>
                    <a:pt x="1910" y="1"/>
                    <a:pt x="965" y="28"/>
                    <a:pt x="1" y="89"/>
                  </a:cubicBezTo>
                  <a:lnTo>
                    <a:pt x="9645" y="15389"/>
                  </a:lnTo>
                  <a:cubicBezTo>
                    <a:pt x="13586" y="8352"/>
                    <a:pt x="14788" y="1459"/>
                    <a:pt x="14788" y="1459"/>
                  </a:cubicBezTo>
                  <a:cubicBezTo>
                    <a:pt x="14788" y="1459"/>
                    <a:pt x="9567" y="1"/>
                    <a:pt x="2827" y="1"/>
                  </a:cubicBezTo>
                  <a:close/>
                </a:path>
              </a:pathLst>
            </a:custGeom>
            <a:solidFill>
              <a:srgbClr val="8AC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37">
              <a:extLst>
                <a:ext uri="{FF2B5EF4-FFF2-40B4-BE49-F238E27FC236}">
                  <a16:creationId xmlns:a16="http://schemas.microsoft.com/office/drawing/2014/main" id="{A8CA0329-AD97-4750-E3F5-FFF7B5B2D97D}"/>
                </a:ext>
              </a:extLst>
            </p:cNvPr>
            <p:cNvSpPr/>
            <p:nvPr/>
          </p:nvSpPr>
          <p:spPr>
            <a:xfrm>
              <a:off x="7325089" y="536657"/>
              <a:ext cx="341478" cy="355332"/>
            </a:xfrm>
            <a:custGeom>
              <a:avLst/>
              <a:gdLst/>
              <a:ahLst/>
              <a:cxnLst/>
              <a:rect l="l" t="t" r="r" b="b"/>
              <a:pathLst>
                <a:path w="14789" h="15389" extrusionOk="0">
                  <a:moveTo>
                    <a:pt x="2827" y="1"/>
                  </a:moveTo>
                  <a:cubicBezTo>
                    <a:pt x="1910" y="1"/>
                    <a:pt x="965" y="28"/>
                    <a:pt x="1" y="89"/>
                  </a:cubicBezTo>
                  <a:lnTo>
                    <a:pt x="9645" y="15389"/>
                  </a:lnTo>
                  <a:cubicBezTo>
                    <a:pt x="13586" y="8352"/>
                    <a:pt x="14788" y="1459"/>
                    <a:pt x="14788" y="1459"/>
                  </a:cubicBezTo>
                  <a:cubicBezTo>
                    <a:pt x="14788" y="1459"/>
                    <a:pt x="9567" y="1"/>
                    <a:pt x="28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7">
              <a:extLst>
                <a:ext uri="{FF2B5EF4-FFF2-40B4-BE49-F238E27FC236}">
                  <a16:creationId xmlns:a16="http://schemas.microsoft.com/office/drawing/2014/main" id="{FF581CAE-B64A-CCD4-BA3C-AF3D68768AF5}"/>
                </a:ext>
              </a:extLst>
            </p:cNvPr>
            <p:cNvSpPr/>
            <p:nvPr/>
          </p:nvSpPr>
          <p:spPr>
            <a:xfrm>
              <a:off x="7030942" y="684122"/>
              <a:ext cx="338176" cy="338176"/>
            </a:xfrm>
            <a:custGeom>
              <a:avLst/>
              <a:gdLst/>
              <a:ahLst/>
              <a:cxnLst/>
              <a:rect l="l" t="t" r="r" b="b"/>
              <a:pathLst>
                <a:path w="14646" h="14646" extrusionOk="0">
                  <a:moveTo>
                    <a:pt x="7323" y="1"/>
                  </a:moveTo>
                  <a:cubicBezTo>
                    <a:pt x="3275" y="1"/>
                    <a:pt x="1" y="3275"/>
                    <a:pt x="1" y="7323"/>
                  </a:cubicBezTo>
                  <a:cubicBezTo>
                    <a:pt x="1" y="11371"/>
                    <a:pt x="3275" y="14645"/>
                    <a:pt x="7323" y="14645"/>
                  </a:cubicBezTo>
                  <a:cubicBezTo>
                    <a:pt x="11371" y="14645"/>
                    <a:pt x="14646" y="11371"/>
                    <a:pt x="14646" y="7323"/>
                  </a:cubicBezTo>
                  <a:cubicBezTo>
                    <a:pt x="14646" y="3275"/>
                    <a:pt x="11371" y="1"/>
                    <a:pt x="73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37">
              <a:extLst>
                <a:ext uri="{FF2B5EF4-FFF2-40B4-BE49-F238E27FC236}">
                  <a16:creationId xmlns:a16="http://schemas.microsoft.com/office/drawing/2014/main" id="{10A3AE0B-BD34-06E1-6D2B-611C08E84021}"/>
                </a:ext>
              </a:extLst>
            </p:cNvPr>
            <p:cNvSpPr/>
            <p:nvPr/>
          </p:nvSpPr>
          <p:spPr>
            <a:xfrm>
              <a:off x="7062800" y="715975"/>
              <a:ext cx="274461" cy="274461"/>
            </a:xfrm>
            <a:custGeom>
              <a:avLst/>
              <a:gdLst/>
              <a:ahLst/>
              <a:cxnLst/>
              <a:rect l="l" t="t" r="r" b="b"/>
              <a:pathLst>
                <a:path w="10169" h="10169" extrusionOk="0">
                  <a:moveTo>
                    <a:pt x="5085" y="1"/>
                  </a:moveTo>
                  <a:cubicBezTo>
                    <a:pt x="2275" y="1"/>
                    <a:pt x="1" y="2275"/>
                    <a:pt x="1" y="5085"/>
                  </a:cubicBezTo>
                  <a:cubicBezTo>
                    <a:pt x="1" y="7895"/>
                    <a:pt x="2275" y="10169"/>
                    <a:pt x="5085" y="10169"/>
                  </a:cubicBezTo>
                  <a:cubicBezTo>
                    <a:pt x="7894" y="10169"/>
                    <a:pt x="10169" y="7895"/>
                    <a:pt x="10169" y="5085"/>
                  </a:cubicBezTo>
                  <a:cubicBezTo>
                    <a:pt x="10169" y="2275"/>
                    <a:pt x="7894" y="1"/>
                    <a:pt x="508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37">
              <a:extLst>
                <a:ext uri="{FF2B5EF4-FFF2-40B4-BE49-F238E27FC236}">
                  <a16:creationId xmlns:a16="http://schemas.microsoft.com/office/drawing/2014/main" id="{085F670A-E26F-3FA9-54BF-91393A3438B0}"/>
                </a:ext>
              </a:extLst>
            </p:cNvPr>
            <p:cNvSpPr/>
            <p:nvPr/>
          </p:nvSpPr>
          <p:spPr>
            <a:xfrm>
              <a:off x="6192076" y="1105599"/>
              <a:ext cx="643747" cy="400075"/>
            </a:xfrm>
            <a:custGeom>
              <a:avLst/>
              <a:gdLst/>
              <a:ahLst/>
              <a:cxnLst/>
              <a:rect l="l" t="t" r="r" b="b"/>
              <a:pathLst>
                <a:path w="75248" h="46765" extrusionOk="0">
                  <a:moveTo>
                    <a:pt x="72613" y="1"/>
                  </a:moveTo>
                  <a:cubicBezTo>
                    <a:pt x="70209" y="1"/>
                    <a:pt x="63286" y="1648"/>
                    <a:pt x="44542" y="13463"/>
                  </a:cubicBezTo>
                  <a:cubicBezTo>
                    <a:pt x="18550" y="29846"/>
                    <a:pt x="1" y="46765"/>
                    <a:pt x="1" y="46765"/>
                  </a:cubicBezTo>
                  <a:cubicBezTo>
                    <a:pt x="1" y="46765"/>
                    <a:pt x="23265" y="37323"/>
                    <a:pt x="49257" y="20940"/>
                  </a:cubicBezTo>
                  <a:cubicBezTo>
                    <a:pt x="75248" y="4557"/>
                    <a:pt x="73795" y="247"/>
                    <a:pt x="73795" y="247"/>
                  </a:cubicBezTo>
                  <a:cubicBezTo>
                    <a:pt x="73795" y="247"/>
                    <a:pt x="73542" y="1"/>
                    <a:pt x="7261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511;p24">
            <a:extLst>
              <a:ext uri="{FF2B5EF4-FFF2-40B4-BE49-F238E27FC236}">
                <a16:creationId xmlns:a16="http://schemas.microsoft.com/office/drawing/2014/main" id="{D6BC7C66-D22E-EB5A-61FD-BE9DA3290F8E}"/>
              </a:ext>
            </a:extLst>
          </p:cNvPr>
          <p:cNvSpPr txBox="1">
            <a:spLocks/>
          </p:cNvSpPr>
          <p:nvPr/>
        </p:nvSpPr>
        <p:spPr>
          <a:xfrm>
            <a:off x="-191386" y="241533"/>
            <a:ext cx="3758557" cy="48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1pPr>
            <a:lvl2pPr marR="0" lvl="1"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pPr algn="ctr">
              <a:buClr>
                <a:schemeClr val="dk1"/>
              </a:buClr>
              <a:buSzPts val="1100"/>
              <a:buFont typeface="Arial"/>
              <a:buNone/>
            </a:pPr>
            <a:r>
              <a:rPr lang="en-US" b="1" dirty="0">
                <a:solidFill>
                  <a:srgbClr val="00B050"/>
                </a:solidFill>
              </a:rPr>
              <a:t>Timeline Overview</a:t>
            </a:r>
          </a:p>
        </p:txBody>
      </p:sp>
      <p:sp>
        <p:nvSpPr>
          <p:cNvPr id="6" name="TextBox 5">
            <a:extLst>
              <a:ext uri="{FF2B5EF4-FFF2-40B4-BE49-F238E27FC236}">
                <a16:creationId xmlns:a16="http://schemas.microsoft.com/office/drawing/2014/main" id="{862CA080-5C09-D54F-AA08-69313907E952}"/>
              </a:ext>
            </a:extLst>
          </p:cNvPr>
          <p:cNvSpPr txBox="1"/>
          <p:nvPr/>
        </p:nvSpPr>
        <p:spPr>
          <a:xfrm>
            <a:off x="520344" y="875693"/>
            <a:ext cx="6649508" cy="738664"/>
          </a:xfrm>
          <a:prstGeom prst="rect">
            <a:avLst/>
          </a:prstGeom>
          <a:noFill/>
        </p:spPr>
        <p:txBody>
          <a:bodyPr wrap="square">
            <a:spAutoFit/>
          </a:bodyPr>
          <a:lstStyle/>
          <a:p>
            <a:pPr algn="just"/>
            <a:r>
              <a:rPr lang="en-US" dirty="0"/>
              <a:t>JWST’s timeline reflects how large-scale projects face delays due to technical complexity, integration challenges, and evolving requirements. Managing this timeline required strict re-baselining and external review processes.</a:t>
            </a:r>
            <a:endParaRPr lang="en-PK" dirty="0"/>
          </a:p>
        </p:txBody>
      </p:sp>
      <p:sp>
        <p:nvSpPr>
          <p:cNvPr id="10" name="TextBox 9">
            <a:extLst>
              <a:ext uri="{FF2B5EF4-FFF2-40B4-BE49-F238E27FC236}">
                <a16:creationId xmlns:a16="http://schemas.microsoft.com/office/drawing/2014/main" id="{D4A88F17-3F2C-D150-8690-B6C3C9CBF8C5}"/>
              </a:ext>
            </a:extLst>
          </p:cNvPr>
          <p:cNvSpPr txBox="1"/>
          <p:nvPr/>
        </p:nvSpPr>
        <p:spPr>
          <a:xfrm>
            <a:off x="667308" y="1809247"/>
            <a:ext cx="4875028" cy="307777"/>
          </a:xfrm>
          <a:prstGeom prst="rect">
            <a:avLst/>
          </a:prstGeom>
          <a:noFill/>
        </p:spPr>
        <p:txBody>
          <a:bodyPr wrap="square">
            <a:spAutoFit/>
          </a:bodyPr>
          <a:lstStyle/>
          <a:p>
            <a:pPr>
              <a:buNone/>
            </a:pPr>
            <a:r>
              <a:rPr lang="en-US" dirty="0"/>
              <a:t>Major delays due to:</a:t>
            </a:r>
          </a:p>
        </p:txBody>
      </p:sp>
      <p:sp>
        <p:nvSpPr>
          <p:cNvPr id="13" name="TextBox 12">
            <a:extLst>
              <a:ext uri="{FF2B5EF4-FFF2-40B4-BE49-F238E27FC236}">
                <a16:creationId xmlns:a16="http://schemas.microsoft.com/office/drawing/2014/main" id="{5FEA6ED3-67B1-8ECE-E874-E353B75FE40D}"/>
              </a:ext>
            </a:extLst>
          </p:cNvPr>
          <p:cNvSpPr txBox="1"/>
          <p:nvPr/>
        </p:nvSpPr>
        <p:spPr>
          <a:xfrm>
            <a:off x="821480" y="2117024"/>
            <a:ext cx="4720856" cy="2462213"/>
          </a:xfrm>
          <a:prstGeom prst="rect">
            <a:avLst/>
          </a:prstGeom>
          <a:noFill/>
        </p:spPr>
        <p:txBody>
          <a:bodyPr wrap="square">
            <a:spAutoFit/>
          </a:bodyPr>
          <a:lstStyle/>
          <a:p>
            <a:pPr marL="285750" indent="-285750">
              <a:buFont typeface="Arial" panose="020B0604020202020204" pitchFamily="34" charset="0"/>
              <a:buChar char="•"/>
            </a:pPr>
            <a:r>
              <a:rPr lang="en-PK" dirty="0"/>
              <a:t>Sunshield Redesign</a:t>
            </a:r>
            <a:br>
              <a:rPr lang="en-US" dirty="0"/>
            </a:br>
            <a:r>
              <a:rPr lang="en-US" dirty="0"/>
              <a:t>(</a:t>
            </a:r>
            <a:r>
              <a:rPr lang="en-PK" dirty="0"/>
              <a:t>Added 2–3 years</a:t>
            </a:r>
            <a:r>
              <a:rPr lang="en-US" dirty="0"/>
              <a:t>,</a:t>
            </a:r>
            <a:r>
              <a:rPr lang="en-PK" dirty="0"/>
              <a:t> </a:t>
            </a:r>
            <a:r>
              <a:rPr lang="en-US" dirty="0"/>
              <a:t>for</a:t>
            </a:r>
            <a:r>
              <a:rPr lang="en-PK" dirty="0"/>
              <a:t> tears, deployment failures, and structural rework.</a:t>
            </a:r>
            <a:r>
              <a:rPr lang="en-US" dirty="0"/>
              <a:t>)</a:t>
            </a:r>
            <a:endParaRPr lang="en-PK" dirty="0"/>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dirty="0"/>
              <a:t>Launch Vehicle Changes</a:t>
            </a:r>
            <a:br>
              <a:rPr lang="en-US" dirty="0"/>
            </a:br>
            <a:r>
              <a:rPr lang="en-US" dirty="0"/>
              <a:t>(</a:t>
            </a:r>
            <a:r>
              <a:rPr lang="en-PK" dirty="0"/>
              <a:t>Added ~1 year</a:t>
            </a:r>
            <a:r>
              <a:rPr lang="en-US" dirty="0"/>
              <a:t>,</a:t>
            </a:r>
            <a:r>
              <a:rPr lang="en-PK" dirty="0"/>
              <a:t> </a:t>
            </a:r>
            <a:r>
              <a:rPr lang="en-US" dirty="0"/>
              <a:t>for</a:t>
            </a:r>
            <a:r>
              <a:rPr lang="en-PK" dirty="0"/>
              <a:t> required updates for Ariane 5 compatibility.</a:t>
            </a:r>
            <a:r>
              <a:rPr lang="en-US" dirty="0"/>
              <a:t>)</a:t>
            </a:r>
            <a:endParaRPr lang="en-PK" dirty="0"/>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dirty="0"/>
              <a:t>Testing Failures &amp; Safety Issues</a:t>
            </a:r>
            <a:br>
              <a:rPr lang="en-US" dirty="0"/>
            </a:br>
            <a:r>
              <a:rPr lang="en-US" dirty="0"/>
              <a:t>(</a:t>
            </a:r>
            <a:r>
              <a:rPr lang="en-PK" dirty="0"/>
              <a:t>Added 1.5–2 years </a:t>
            </a:r>
            <a:r>
              <a:rPr lang="en-US" dirty="0"/>
              <a:t>for</a:t>
            </a:r>
            <a:r>
              <a:rPr lang="en-PK" dirty="0"/>
              <a:t> vibration failures, hardware damage, and sunshield tears.</a:t>
            </a:r>
            <a:r>
              <a:rPr lang="en-US" dirty="0"/>
              <a:t>)</a:t>
            </a:r>
            <a:endParaRPr lang="en-PK" dirty="0"/>
          </a:p>
        </p:txBody>
      </p:sp>
    </p:spTree>
    <p:extLst>
      <p:ext uri="{BB962C8B-B14F-4D97-AF65-F5344CB8AC3E}">
        <p14:creationId xmlns:p14="http://schemas.microsoft.com/office/powerpoint/2010/main" val="1186943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
          <a:extLst>
            <a:ext uri="{FF2B5EF4-FFF2-40B4-BE49-F238E27FC236}">
              <a16:creationId xmlns:a16="http://schemas.microsoft.com/office/drawing/2014/main" id="{6C74BF7E-948A-DD09-66AB-9A76F97B5272}"/>
            </a:ext>
          </a:extLst>
        </p:cNvPr>
        <p:cNvGrpSpPr/>
        <p:nvPr/>
      </p:nvGrpSpPr>
      <p:grpSpPr>
        <a:xfrm>
          <a:off x="0" y="0"/>
          <a:ext cx="0" cy="0"/>
          <a:chOff x="0" y="0"/>
          <a:chExt cx="0" cy="0"/>
        </a:xfrm>
      </p:grpSpPr>
      <p:sp>
        <p:nvSpPr>
          <p:cNvPr id="74" name="Google Shape;74;p16">
            <a:extLst>
              <a:ext uri="{FF2B5EF4-FFF2-40B4-BE49-F238E27FC236}">
                <a16:creationId xmlns:a16="http://schemas.microsoft.com/office/drawing/2014/main" id="{CE291BA1-15E1-4FD8-D4FD-2E930230FEAF}"/>
              </a:ext>
            </a:extLst>
          </p:cNvPr>
          <p:cNvSpPr/>
          <p:nvPr/>
        </p:nvSpPr>
        <p:spPr>
          <a:xfrm>
            <a:off x="6977491" y="1291452"/>
            <a:ext cx="1021072" cy="989899"/>
          </a:xfrm>
          <a:custGeom>
            <a:avLst/>
            <a:gdLst/>
            <a:ahLst/>
            <a:cxnLst/>
            <a:rect l="l" t="t" r="r" b="b"/>
            <a:pathLst>
              <a:path w="63807" h="61859" extrusionOk="0">
                <a:moveTo>
                  <a:pt x="45941" y="0"/>
                </a:moveTo>
                <a:cubicBezTo>
                  <a:pt x="44155" y="0"/>
                  <a:pt x="42349" y="668"/>
                  <a:pt x="40934" y="2083"/>
                </a:cubicBezTo>
                <a:lnTo>
                  <a:pt x="3572" y="39445"/>
                </a:lnTo>
                <a:cubicBezTo>
                  <a:pt x="1" y="43016"/>
                  <a:pt x="1179" y="49053"/>
                  <a:pt x="5823" y="51017"/>
                </a:cubicBezTo>
                <a:lnTo>
                  <a:pt x="30088" y="61292"/>
                </a:lnTo>
                <a:cubicBezTo>
                  <a:pt x="30985" y="61673"/>
                  <a:pt x="31930" y="61858"/>
                  <a:pt x="32867" y="61858"/>
                </a:cubicBezTo>
                <a:cubicBezTo>
                  <a:pt x="34713" y="61858"/>
                  <a:pt x="36528" y="61139"/>
                  <a:pt x="37886" y="59780"/>
                </a:cubicBezTo>
                <a:lnTo>
                  <a:pt x="61163" y="36504"/>
                </a:lnTo>
                <a:cubicBezTo>
                  <a:pt x="63199" y="34468"/>
                  <a:pt x="63806" y="31396"/>
                  <a:pt x="62687" y="28741"/>
                </a:cubicBezTo>
                <a:lnTo>
                  <a:pt x="52519" y="4369"/>
                </a:lnTo>
                <a:cubicBezTo>
                  <a:pt x="51340" y="1551"/>
                  <a:pt x="48663" y="0"/>
                  <a:pt x="45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6">
            <a:extLst>
              <a:ext uri="{FF2B5EF4-FFF2-40B4-BE49-F238E27FC236}">
                <a16:creationId xmlns:a16="http://schemas.microsoft.com/office/drawing/2014/main" id="{94083B57-7CFA-6154-8210-67D06A2F3B80}"/>
              </a:ext>
            </a:extLst>
          </p:cNvPr>
          <p:cNvSpPr/>
          <p:nvPr/>
        </p:nvSpPr>
        <p:spPr>
          <a:xfrm>
            <a:off x="6909844" y="2273544"/>
            <a:ext cx="618289" cy="1076184"/>
          </a:xfrm>
          <a:custGeom>
            <a:avLst/>
            <a:gdLst/>
            <a:ahLst/>
            <a:cxnLst/>
            <a:rect l="l" t="t" r="r" b="b"/>
            <a:pathLst>
              <a:path w="38637" h="67251" extrusionOk="0">
                <a:moveTo>
                  <a:pt x="7107" y="1"/>
                </a:moveTo>
                <a:cubicBezTo>
                  <a:pt x="3358" y="1"/>
                  <a:pt x="1" y="3027"/>
                  <a:pt x="1" y="7115"/>
                </a:cubicBezTo>
                <a:lnTo>
                  <a:pt x="1" y="60134"/>
                </a:lnTo>
                <a:cubicBezTo>
                  <a:pt x="1" y="64218"/>
                  <a:pt x="3344" y="67250"/>
                  <a:pt x="7093" y="67250"/>
                </a:cubicBezTo>
                <a:cubicBezTo>
                  <a:pt x="7978" y="67250"/>
                  <a:pt x="8885" y="67082"/>
                  <a:pt x="9776" y="66718"/>
                </a:cubicBezTo>
                <a:lnTo>
                  <a:pt x="34208" y="56812"/>
                </a:lnTo>
                <a:cubicBezTo>
                  <a:pt x="36886" y="55717"/>
                  <a:pt x="38637" y="53121"/>
                  <a:pt x="38637" y="50228"/>
                </a:cubicBezTo>
                <a:lnTo>
                  <a:pt x="38637" y="17462"/>
                </a:lnTo>
                <a:cubicBezTo>
                  <a:pt x="38637" y="14604"/>
                  <a:pt x="36934" y="12033"/>
                  <a:pt x="34303" y="10913"/>
                </a:cubicBezTo>
                <a:lnTo>
                  <a:pt x="9871" y="567"/>
                </a:lnTo>
                <a:cubicBezTo>
                  <a:pt x="8955" y="180"/>
                  <a:pt x="8019" y="1"/>
                  <a:pt x="71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6">
            <a:extLst>
              <a:ext uri="{FF2B5EF4-FFF2-40B4-BE49-F238E27FC236}">
                <a16:creationId xmlns:a16="http://schemas.microsoft.com/office/drawing/2014/main" id="{228FA574-CCC6-03C2-3A40-6349E3E99E86}"/>
              </a:ext>
            </a:extLst>
          </p:cNvPr>
          <p:cNvSpPr/>
          <p:nvPr/>
        </p:nvSpPr>
        <p:spPr>
          <a:xfrm>
            <a:off x="6975587" y="3343943"/>
            <a:ext cx="1024112" cy="987482"/>
          </a:xfrm>
          <a:custGeom>
            <a:avLst/>
            <a:gdLst/>
            <a:ahLst/>
            <a:cxnLst/>
            <a:rect l="l" t="t" r="r" b="b"/>
            <a:pathLst>
              <a:path w="63997" h="61708" extrusionOk="0">
                <a:moveTo>
                  <a:pt x="33202" y="0"/>
                </a:moveTo>
                <a:cubicBezTo>
                  <a:pt x="32302" y="0"/>
                  <a:pt x="31394" y="171"/>
                  <a:pt x="30528" y="522"/>
                </a:cubicBezTo>
                <a:lnTo>
                  <a:pt x="5954" y="10487"/>
                </a:lnTo>
                <a:cubicBezTo>
                  <a:pt x="1239" y="12404"/>
                  <a:pt x="1" y="18500"/>
                  <a:pt x="3596" y="22096"/>
                </a:cubicBezTo>
                <a:lnTo>
                  <a:pt x="41125" y="59624"/>
                </a:lnTo>
                <a:cubicBezTo>
                  <a:pt x="42540" y="61040"/>
                  <a:pt x="44346" y="61707"/>
                  <a:pt x="46132" y="61707"/>
                </a:cubicBezTo>
                <a:cubicBezTo>
                  <a:pt x="48854" y="61707"/>
                  <a:pt x="51530" y="60157"/>
                  <a:pt x="52709" y="57338"/>
                </a:cubicBezTo>
                <a:lnTo>
                  <a:pt x="62877" y="32966"/>
                </a:lnTo>
                <a:cubicBezTo>
                  <a:pt x="63997" y="30311"/>
                  <a:pt x="63389" y="27240"/>
                  <a:pt x="61353" y="25204"/>
                </a:cubicBezTo>
                <a:lnTo>
                  <a:pt x="38220" y="2082"/>
                </a:lnTo>
                <a:cubicBezTo>
                  <a:pt x="36866" y="721"/>
                  <a:pt x="35050" y="0"/>
                  <a:pt x="33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16">
            <a:extLst>
              <a:ext uri="{FF2B5EF4-FFF2-40B4-BE49-F238E27FC236}">
                <a16:creationId xmlns:a16="http://schemas.microsoft.com/office/drawing/2014/main" id="{8134350A-785A-7F94-A317-EFFA03C79F79}"/>
              </a:ext>
            </a:extLst>
          </p:cNvPr>
          <p:cNvGrpSpPr/>
          <p:nvPr/>
        </p:nvGrpSpPr>
        <p:grpSpPr>
          <a:xfrm>
            <a:off x="7828541" y="1259825"/>
            <a:ext cx="1195342" cy="2963146"/>
            <a:chOff x="3240878" y="1617772"/>
            <a:chExt cx="1195342" cy="2963146"/>
          </a:xfrm>
        </p:grpSpPr>
        <p:sp>
          <p:nvSpPr>
            <p:cNvPr id="81" name="Google Shape;81;p16">
              <a:extLst>
                <a:ext uri="{FF2B5EF4-FFF2-40B4-BE49-F238E27FC236}">
                  <a16:creationId xmlns:a16="http://schemas.microsoft.com/office/drawing/2014/main" id="{DB41AFCC-7E80-A481-E826-5830A3D632E1}"/>
                </a:ext>
              </a:extLst>
            </p:cNvPr>
            <p:cNvSpPr/>
            <p:nvPr/>
          </p:nvSpPr>
          <p:spPr>
            <a:xfrm>
              <a:off x="3632077" y="3971052"/>
              <a:ext cx="414366" cy="609867"/>
            </a:xfrm>
            <a:custGeom>
              <a:avLst/>
              <a:gdLst/>
              <a:ahLst/>
              <a:cxnLst/>
              <a:rect l="l" t="t" r="r" b="b"/>
              <a:pathLst>
                <a:path w="31267" h="46019" extrusionOk="0">
                  <a:moveTo>
                    <a:pt x="31266" y="15502"/>
                  </a:moveTo>
                  <a:cubicBezTo>
                    <a:pt x="31266" y="6942"/>
                    <a:pt x="24265" y="0"/>
                    <a:pt x="15633" y="0"/>
                  </a:cubicBezTo>
                  <a:cubicBezTo>
                    <a:pt x="7001" y="0"/>
                    <a:pt x="0" y="6942"/>
                    <a:pt x="0" y="15502"/>
                  </a:cubicBezTo>
                  <a:cubicBezTo>
                    <a:pt x="0" y="24063"/>
                    <a:pt x="15633" y="46018"/>
                    <a:pt x="15633" y="46018"/>
                  </a:cubicBezTo>
                  <a:cubicBezTo>
                    <a:pt x="15633" y="46018"/>
                    <a:pt x="31266" y="24063"/>
                    <a:pt x="31266" y="15502"/>
                  </a:cubicBezTo>
                  <a:close/>
                </a:path>
              </a:pathLst>
            </a:custGeom>
            <a:gradFill>
              <a:gsLst>
                <a:gs pos="0">
                  <a:srgbClr val="FCBD24"/>
                </a:gs>
                <a:gs pos="100000">
                  <a:srgbClr val="FF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6">
              <a:extLst>
                <a:ext uri="{FF2B5EF4-FFF2-40B4-BE49-F238E27FC236}">
                  <a16:creationId xmlns:a16="http://schemas.microsoft.com/office/drawing/2014/main" id="{82CD932C-76C5-AF5E-0CF0-AD71A512B7BC}"/>
                </a:ext>
              </a:extLst>
            </p:cNvPr>
            <p:cNvSpPr/>
            <p:nvPr/>
          </p:nvSpPr>
          <p:spPr>
            <a:xfrm>
              <a:off x="3617760" y="3691633"/>
              <a:ext cx="441577" cy="327679"/>
            </a:xfrm>
            <a:custGeom>
              <a:avLst/>
              <a:gdLst/>
              <a:ahLst/>
              <a:cxnLst/>
              <a:rect l="l" t="t" r="r" b="b"/>
              <a:pathLst>
                <a:path w="25111" h="18634" extrusionOk="0">
                  <a:moveTo>
                    <a:pt x="7132" y="0"/>
                  </a:moveTo>
                  <a:lnTo>
                    <a:pt x="0" y="18633"/>
                  </a:lnTo>
                  <a:lnTo>
                    <a:pt x="25111" y="18633"/>
                  </a:lnTo>
                  <a:lnTo>
                    <a:pt x="1797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6">
              <a:extLst>
                <a:ext uri="{FF2B5EF4-FFF2-40B4-BE49-F238E27FC236}">
                  <a16:creationId xmlns:a16="http://schemas.microsoft.com/office/drawing/2014/main" id="{B67A55BE-1896-4C5D-0C6D-319BCF93166D}"/>
                </a:ext>
              </a:extLst>
            </p:cNvPr>
            <p:cNvSpPr/>
            <p:nvPr/>
          </p:nvSpPr>
          <p:spPr>
            <a:xfrm>
              <a:off x="3632409" y="3552388"/>
              <a:ext cx="412280" cy="196407"/>
            </a:xfrm>
            <a:custGeom>
              <a:avLst/>
              <a:gdLst/>
              <a:ahLst/>
              <a:cxnLst/>
              <a:rect l="l" t="t" r="r" b="b"/>
              <a:pathLst>
                <a:path w="23445" h="11169" extrusionOk="0">
                  <a:moveTo>
                    <a:pt x="1" y="0"/>
                  </a:moveTo>
                  <a:lnTo>
                    <a:pt x="1" y="11168"/>
                  </a:lnTo>
                  <a:lnTo>
                    <a:pt x="23444" y="11168"/>
                  </a:lnTo>
                  <a:lnTo>
                    <a:pt x="2344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6">
              <a:extLst>
                <a:ext uri="{FF2B5EF4-FFF2-40B4-BE49-F238E27FC236}">
                  <a16:creationId xmlns:a16="http://schemas.microsoft.com/office/drawing/2014/main" id="{CF58B997-C4F9-7512-A848-C32B78677200}"/>
                </a:ext>
              </a:extLst>
            </p:cNvPr>
            <p:cNvSpPr/>
            <p:nvPr/>
          </p:nvSpPr>
          <p:spPr>
            <a:xfrm>
              <a:off x="3240878" y="3009672"/>
              <a:ext cx="414355" cy="1045833"/>
            </a:xfrm>
            <a:custGeom>
              <a:avLst/>
              <a:gdLst/>
              <a:ahLst/>
              <a:cxnLst/>
              <a:rect l="l" t="t" r="r" b="b"/>
              <a:pathLst>
                <a:path w="23563" h="59473" extrusionOk="0">
                  <a:moveTo>
                    <a:pt x="22027" y="1"/>
                  </a:moveTo>
                  <a:lnTo>
                    <a:pt x="5644" y="15943"/>
                  </a:lnTo>
                  <a:cubicBezTo>
                    <a:pt x="1572" y="19908"/>
                    <a:pt x="0" y="25778"/>
                    <a:pt x="1536" y="31254"/>
                  </a:cubicBezTo>
                  <a:lnTo>
                    <a:pt x="9466" y="59472"/>
                  </a:lnTo>
                  <a:lnTo>
                    <a:pt x="11168" y="35541"/>
                  </a:lnTo>
                  <a:cubicBezTo>
                    <a:pt x="11454" y="31623"/>
                    <a:pt x="13252" y="27956"/>
                    <a:pt x="16169" y="25337"/>
                  </a:cubicBezTo>
                  <a:lnTo>
                    <a:pt x="23563" y="18693"/>
                  </a:lnTo>
                  <a:lnTo>
                    <a:pt x="220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6">
              <a:extLst>
                <a:ext uri="{FF2B5EF4-FFF2-40B4-BE49-F238E27FC236}">
                  <a16:creationId xmlns:a16="http://schemas.microsoft.com/office/drawing/2014/main" id="{50BB79D3-57DC-7012-80A0-CC4C47157F70}"/>
                </a:ext>
              </a:extLst>
            </p:cNvPr>
            <p:cNvSpPr/>
            <p:nvPr/>
          </p:nvSpPr>
          <p:spPr>
            <a:xfrm>
              <a:off x="4021865" y="3009672"/>
              <a:ext cx="414355" cy="1045833"/>
            </a:xfrm>
            <a:custGeom>
              <a:avLst/>
              <a:gdLst/>
              <a:ahLst/>
              <a:cxnLst/>
              <a:rect l="l" t="t" r="r" b="b"/>
              <a:pathLst>
                <a:path w="23563" h="59473" extrusionOk="0">
                  <a:moveTo>
                    <a:pt x="1536" y="1"/>
                  </a:moveTo>
                  <a:lnTo>
                    <a:pt x="0" y="18693"/>
                  </a:lnTo>
                  <a:lnTo>
                    <a:pt x="7394" y="25337"/>
                  </a:lnTo>
                  <a:cubicBezTo>
                    <a:pt x="10311" y="27956"/>
                    <a:pt x="12109" y="31623"/>
                    <a:pt x="12395" y="35541"/>
                  </a:cubicBezTo>
                  <a:lnTo>
                    <a:pt x="14097" y="59472"/>
                  </a:lnTo>
                  <a:lnTo>
                    <a:pt x="22027" y="31254"/>
                  </a:lnTo>
                  <a:cubicBezTo>
                    <a:pt x="23563" y="25778"/>
                    <a:pt x="21991" y="19908"/>
                    <a:pt x="17919" y="15943"/>
                  </a:cubicBezTo>
                  <a:lnTo>
                    <a:pt x="153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6">
              <a:extLst>
                <a:ext uri="{FF2B5EF4-FFF2-40B4-BE49-F238E27FC236}">
                  <a16:creationId xmlns:a16="http://schemas.microsoft.com/office/drawing/2014/main" id="{42BA8184-FD54-A80A-10D8-6D37E0AE8967}"/>
                </a:ext>
              </a:extLst>
            </p:cNvPr>
            <p:cNvSpPr/>
            <p:nvPr/>
          </p:nvSpPr>
          <p:spPr>
            <a:xfrm>
              <a:off x="3404813" y="2080860"/>
              <a:ext cx="870792" cy="1544332"/>
            </a:xfrm>
            <a:custGeom>
              <a:avLst/>
              <a:gdLst/>
              <a:ahLst/>
              <a:cxnLst/>
              <a:rect l="l" t="t" r="r" b="b"/>
              <a:pathLst>
                <a:path w="49519" h="87821" extrusionOk="0">
                  <a:moveTo>
                    <a:pt x="6240" y="1"/>
                  </a:moveTo>
                  <a:cubicBezTo>
                    <a:pt x="1275" y="17181"/>
                    <a:pt x="1" y="44625"/>
                    <a:pt x="11347" y="87821"/>
                  </a:cubicBezTo>
                  <a:lnTo>
                    <a:pt x="38244" y="87821"/>
                  </a:lnTo>
                  <a:cubicBezTo>
                    <a:pt x="49519" y="44863"/>
                    <a:pt x="47959" y="17312"/>
                    <a:pt x="428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6">
              <a:extLst>
                <a:ext uri="{FF2B5EF4-FFF2-40B4-BE49-F238E27FC236}">
                  <a16:creationId xmlns:a16="http://schemas.microsoft.com/office/drawing/2014/main" id="{61C7661E-CF0C-68F9-FD4A-B600A62247EB}"/>
                </a:ext>
              </a:extLst>
            </p:cNvPr>
            <p:cNvSpPr/>
            <p:nvPr/>
          </p:nvSpPr>
          <p:spPr>
            <a:xfrm>
              <a:off x="3516835" y="1617772"/>
              <a:ext cx="643418" cy="463083"/>
            </a:xfrm>
            <a:custGeom>
              <a:avLst/>
              <a:gdLst/>
              <a:ahLst/>
              <a:cxnLst/>
              <a:rect l="l" t="t" r="r" b="b"/>
              <a:pathLst>
                <a:path w="36589" h="26334" extrusionOk="0">
                  <a:moveTo>
                    <a:pt x="18441" y="1"/>
                  </a:moveTo>
                  <a:cubicBezTo>
                    <a:pt x="17579" y="1"/>
                    <a:pt x="16717" y="266"/>
                    <a:pt x="15979" y="795"/>
                  </a:cubicBezTo>
                  <a:cubicBezTo>
                    <a:pt x="12014" y="3628"/>
                    <a:pt x="4501" y="10784"/>
                    <a:pt x="0" y="26334"/>
                  </a:cubicBezTo>
                  <a:lnTo>
                    <a:pt x="36588" y="26334"/>
                  </a:lnTo>
                  <a:cubicBezTo>
                    <a:pt x="32064" y="11129"/>
                    <a:pt x="24789" y="3819"/>
                    <a:pt x="21003" y="878"/>
                  </a:cubicBezTo>
                  <a:cubicBezTo>
                    <a:pt x="20247" y="293"/>
                    <a:pt x="19345" y="1"/>
                    <a:pt x="184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6">
              <a:extLst>
                <a:ext uri="{FF2B5EF4-FFF2-40B4-BE49-F238E27FC236}">
                  <a16:creationId xmlns:a16="http://schemas.microsoft.com/office/drawing/2014/main" id="{1450225E-2521-BD30-5F3B-EAB31C776EDE}"/>
                </a:ext>
              </a:extLst>
            </p:cNvPr>
            <p:cNvSpPr/>
            <p:nvPr/>
          </p:nvSpPr>
          <p:spPr>
            <a:xfrm>
              <a:off x="3632620" y="2315367"/>
              <a:ext cx="411858" cy="411841"/>
            </a:xfrm>
            <a:custGeom>
              <a:avLst/>
              <a:gdLst/>
              <a:ahLst/>
              <a:cxnLst/>
              <a:rect l="l" t="t" r="r" b="b"/>
              <a:pathLst>
                <a:path w="23421" h="23420" extrusionOk="0">
                  <a:moveTo>
                    <a:pt x="11705" y="0"/>
                  </a:moveTo>
                  <a:cubicBezTo>
                    <a:pt x="5239" y="0"/>
                    <a:pt x="1" y="5239"/>
                    <a:pt x="1" y="11704"/>
                  </a:cubicBezTo>
                  <a:cubicBezTo>
                    <a:pt x="1" y="18169"/>
                    <a:pt x="5239" y="23420"/>
                    <a:pt x="11705" y="23420"/>
                  </a:cubicBezTo>
                  <a:cubicBezTo>
                    <a:pt x="18182" y="23420"/>
                    <a:pt x="23420" y="18169"/>
                    <a:pt x="23420" y="11704"/>
                  </a:cubicBezTo>
                  <a:cubicBezTo>
                    <a:pt x="23420" y="5239"/>
                    <a:pt x="18182" y="0"/>
                    <a:pt x="117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6">
              <a:extLst>
                <a:ext uri="{FF2B5EF4-FFF2-40B4-BE49-F238E27FC236}">
                  <a16:creationId xmlns:a16="http://schemas.microsoft.com/office/drawing/2014/main" id="{F78E0F19-180E-D36C-6D0E-6C521B33CF06}"/>
                </a:ext>
              </a:extLst>
            </p:cNvPr>
            <p:cNvSpPr/>
            <p:nvPr/>
          </p:nvSpPr>
          <p:spPr>
            <a:xfrm>
              <a:off x="3664661" y="2347408"/>
              <a:ext cx="347568" cy="347568"/>
            </a:xfrm>
            <a:custGeom>
              <a:avLst/>
              <a:gdLst/>
              <a:ahLst/>
              <a:cxnLst/>
              <a:rect l="l" t="t" r="r" b="b"/>
              <a:pathLst>
                <a:path w="19765" h="19765" extrusionOk="0">
                  <a:moveTo>
                    <a:pt x="9883" y="0"/>
                  </a:moveTo>
                  <a:cubicBezTo>
                    <a:pt x="4429" y="0"/>
                    <a:pt x="0" y="4429"/>
                    <a:pt x="0" y="9882"/>
                  </a:cubicBezTo>
                  <a:cubicBezTo>
                    <a:pt x="0" y="15347"/>
                    <a:pt x="4429" y="19764"/>
                    <a:pt x="9883" y="19764"/>
                  </a:cubicBezTo>
                  <a:cubicBezTo>
                    <a:pt x="15347" y="19764"/>
                    <a:pt x="19765" y="15347"/>
                    <a:pt x="19765" y="9882"/>
                  </a:cubicBezTo>
                  <a:cubicBezTo>
                    <a:pt x="19765" y="4429"/>
                    <a:pt x="15347" y="0"/>
                    <a:pt x="98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6">
              <a:extLst>
                <a:ext uri="{FF2B5EF4-FFF2-40B4-BE49-F238E27FC236}">
                  <a16:creationId xmlns:a16="http://schemas.microsoft.com/office/drawing/2014/main" id="{BA5636BE-C7FD-D462-4FE0-8DD53D3BD739}"/>
                </a:ext>
              </a:extLst>
            </p:cNvPr>
            <p:cNvSpPr/>
            <p:nvPr/>
          </p:nvSpPr>
          <p:spPr>
            <a:xfrm>
              <a:off x="3632620" y="2879221"/>
              <a:ext cx="411858" cy="411858"/>
            </a:xfrm>
            <a:custGeom>
              <a:avLst/>
              <a:gdLst/>
              <a:ahLst/>
              <a:cxnLst/>
              <a:rect l="l" t="t" r="r" b="b"/>
              <a:pathLst>
                <a:path w="23421" h="23421" extrusionOk="0">
                  <a:moveTo>
                    <a:pt x="11705" y="1"/>
                  </a:moveTo>
                  <a:cubicBezTo>
                    <a:pt x="5239" y="1"/>
                    <a:pt x="1" y="5240"/>
                    <a:pt x="1" y="11705"/>
                  </a:cubicBezTo>
                  <a:cubicBezTo>
                    <a:pt x="1" y="18170"/>
                    <a:pt x="5239" y="23420"/>
                    <a:pt x="11705" y="23420"/>
                  </a:cubicBezTo>
                  <a:cubicBezTo>
                    <a:pt x="18182" y="23420"/>
                    <a:pt x="23420" y="18170"/>
                    <a:pt x="23420" y="11705"/>
                  </a:cubicBezTo>
                  <a:cubicBezTo>
                    <a:pt x="23420" y="5240"/>
                    <a:pt x="18182" y="1"/>
                    <a:pt x="11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6">
              <a:extLst>
                <a:ext uri="{FF2B5EF4-FFF2-40B4-BE49-F238E27FC236}">
                  <a16:creationId xmlns:a16="http://schemas.microsoft.com/office/drawing/2014/main" id="{52F4C394-BE35-0A88-B366-327B9AF81CCA}"/>
                </a:ext>
              </a:extLst>
            </p:cNvPr>
            <p:cNvSpPr/>
            <p:nvPr/>
          </p:nvSpPr>
          <p:spPr>
            <a:xfrm>
              <a:off x="3664661" y="2911262"/>
              <a:ext cx="347568" cy="347568"/>
            </a:xfrm>
            <a:custGeom>
              <a:avLst/>
              <a:gdLst/>
              <a:ahLst/>
              <a:cxnLst/>
              <a:rect l="l" t="t" r="r" b="b"/>
              <a:pathLst>
                <a:path w="19765" h="19765" extrusionOk="0">
                  <a:moveTo>
                    <a:pt x="9883" y="1"/>
                  </a:moveTo>
                  <a:cubicBezTo>
                    <a:pt x="4429" y="1"/>
                    <a:pt x="0" y="4430"/>
                    <a:pt x="0" y="9883"/>
                  </a:cubicBezTo>
                  <a:cubicBezTo>
                    <a:pt x="0" y="15348"/>
                    <a:pt x="4429" y="19765"/>
                    <a:pt x="9883" y="19765"/>
                  </a:cubicBezTo>
                  <a:cubicBezTo>
                    <a:pt x="15347" y="19765"/>
                    <a:pt x="19765" y="15348"/>
                    <a:pt x="19765" y="9883"/>
                  </a:cubicBezTo>
                  <a:cubicBezTo>
                    <a:pt x="19765" y="4430"/>
                    <a:pt x="15347" y="1"/>
                    <a:pt x="98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16">
            <a:extLst>
              <a:ext uri="{FF2B5EF4-FFF2-40B4-BE49-F238E27FC236}">
                <a16:creationId xmlns:a16="http://schemas.microsoft.com/office/drawing/2014/main" id="{8C636E15-7B69-0D72-152B-77915652F688}"/>
              </a:ext>
            </a:extLst>
          </p:cNvPr>
          <p:cNvGrpSpPr/>
          <p:nvPr/>
        </p:nvGrpSpPr>
        <p:grpSpPr>
          <a:xfrm>
            <a:off x="5577727" y="4028664"/>
            <a:ext cx="2120344" cy="1015511"/>
            <a:chOff x="717800" y="3551775"/>
            <a:chExt cx="1884600" cy="881750"/>
          </a:xfrm>
        </p:grpSpPr>
        <p:sp>
          <p:nvSpPr>
            <p:cNvPr id="96" name="Google Shape;96;p16">
              <a:extLst>
                <a:ext uri="{FF2B5EF4-FFF2-40B4-BE49-F238E27FC236}">
                  <a16:creationId xmlns:a16="http://schemas.microsoft.com/office/drawing/2014/main" id="{E5BE7AE8-12A9-FB46-224C-6E41B4BFD6F3}"/>
                </a:ext>
              </a:extLst>
            </p:cNvPr>
            <p:cNvSpPr txBox="1"/>
            <p:nvPr/>
          </p:nvSpPr>
          <p:spPr>
            <a:xfrm>
              <a:off x="717800" y="3551775"/>
              <a:ext cx="1884600" cy="42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700" b="1" dirty="0">
                  <a:solidFill>
                    <a:schemeClr val="accent1"/>
                  </a:solidFill>
                  <a:latin typeface="Fira Sans Extra Condensed Medium"/>
                  <a:ea typeface="Fira Sans Extra Condensed Medium"/>
                  <a:cs typeface="Fira Sans Extra Condensed Medium"/>
                  <a:sym typeface="Fira Sans Extra Condensed Medium"/>
                </a:rPr>
                <a:t>Complex Integration</a:t>
              </a:r>
              <a:endParaRPr sz="1700" b="1" dirty="0">
                <a:solidFill>
                  <a:schemeClr val="accent1"/>
                </a:solidFill>
                <a:latin typeface="Fira Sans Extra Condensed Medium"/>
                <a:ea typeface="Fira Sans Extra Condensed Medium"/>
                <a:cs typeface="Fira Sans Extra Condensed Medium"/>
                <a:sym typeface="Fira Sans Extra Condensed Medium"/>
              </a:endParaRPr>
            </a:p>
          </p:txBody>
        </p:sp>
        <p:sp>
          <p:nvSpPr>
            <p:cNvPr id="97" name="Google Shape;97;p16">
              <a:extLst>
                <a:ext uri="{FF2B5EF4-FFF2-40B4-BE49-F238E27FC236}">
                  <a16:creationId xmlns:a16="http://schemas.microsoft.com/office/drawing/2014/main" id="{1B87982B-33FA-1113-C67E-A076A6DE76B1}"/>
                </a:ext>
              </a:extLst>
            </p:cNvPr>
            <p:cNvSpPr txBox="1"/>
            <p:nvPr/>
          </p:nvSpPr>
          <p:spPr>
            <a:xfrm>
              <a:off x="717800" y="3898625"/>
              <a:ext cx="1884600" cy="534900"/>
            </a:xfrm>
            <a:prstGeom prst="rect">
              <a:avLst/>
            </a:prstGeom>
            <a:noFill/>
            <a:ln>
              <a:noFill/>
            </a:ln>
          </p:spPr>
          <p:txBody>
            <a:bodyPr spcFirstLastPara="1" wrap="square" lIns="91425" tIns="91425" rIns="91425" bIns="91425" anchor="ctr" anchorCtr="0">
              <a:noAutofit/>
            </a:bodyPr>
            <a:lstStyle/>
            <a:p>
              <a:pPr lvl="0" algn="just"/>
              <a:r>
                <a:rPr lang="en-US" sz="1200" dirty="0"/>
                <a:t>Over 100 major components required integration and synchronized testing.</a:t>
              </a:r>
              <a:endParaRPr sz="1200" dirty="0">
                <a:latin typeface="Roboto"/>
                <a:ea typeface="Roboto"/>
                <a:cs typeface="Roboto"/>
                <a:sym typeface="Roboto"/>
              </a:endParaRPr>
            </a:p>
          </p:txBody>
        </p:sp>
      </p:grpSp>
      <p:grpSp>
        <p:nvGrpSpPr>
          <p:cNvPr id="98" name="Google Shape;98;p16">
            <a:extLst>
              <a:ext uri="{FF2B5EF4-FFF2-40B4-BE49-F238E27FC236}">
                <a16:creationId xmlns:a16="http://schemas.microsoft.com/office/drawing/2014/main" id="{45B6BE69-C2E6-CFCE-961D-AC9E0086FE59}"/>
              </a:ext>
            </a:extLst>
          </p:cNvPr>
          <p:cNvGrpSpPr/>
          <p:nvPr/>
        </p:nvGrpSpPr>
        <p:grpSpPr>
          <a:xfrm>
            <a:off x="4793256" y="2296740"/>
            <a:ext cx="2136626" cy="881750"/>
            <a:chOff x="717799" y="2536231"/>
            <a:chExt cx="2017551" cy="881750"/>
          </a:xfrm>
        </p:grpSpPr>
        <p:sp>
          <p:nvSpPr>
            <p:cNvPr id="99" name="Google Shape;99;p16">
              <a:extLst>
                <a:ext uri="{FF2B5EF4-FFF2-40B4-BE49-F238E27FC236}">
                  <a16:creationId xmlns:a16="http://schemas.microsoft.com/office/drawing/2014/main" id="{B788E94B-DFA0-E880-F91A-8D55FBF86CEC}"/>
                </a:ext>
              </a:extLst>
            </p:cNvPr>
            <p:cNvSpPr txBox="1"/>
            <p:nvPr/>
          </p:nvSpPr>
          <p:spPr>
            <a:xfrm>
              <a:off x="717800" y="2536231"/>
              <a:ext cx="1884600" cy="429600"/>
            </a:xfrm>
            <a:prstGeom prst="rect">
              <a:avLst/>
            </a:prstGeom>
            <a:noFill/>
            <a:ln>
              <a:noFill/>
            </a:ln>
          </p:spPr>
          <p:txBody>
            <a:bodyPr spcFirstLastPara="1" wrap="square" lIns="91425" tIns="91425" rIns="91425" bIns="91425" anchor="ctr" anchorCtr="0">
              <a:noAutofit/>
            </a:bodyPr>
            <a:lstStyle/>
            <a:p>
              <a:pPr lvl="0"/>
              <a:r>
                <a:rPr lang="en-US" sz="1700" dirty="0">
                  <a:solidFill>
                    <a:schemeClr val="accent2"/>
                  </a:solidFill>
                  <a:latin typeface="Fira Sans Extra Condensed Medium"/>
                  <a:ea typeface="Fira Sans Extra Condensed Medium"/>
                  <a:cs typeface="Fira Sans Extra Condensed Medium"/>
                  <a:sym typeface="Fira Sans Extra Condensed Medium"/>
                </a:rPr>
                <a:t>Global Collaboration</a:t>
              </a:r>
              <a:endParaRPr sz="1700" dirty="0">
                <a:solidFill>
                  <a:schemeClr val="accent2"/>
                </a:solidFill>
                <a:latin typeface="Fira Sans Extra Condensed Medium"/>
                <a:ea typeface="Fira Sans Extra Condensed Medium"/>
                <a:cs typeface="Fira Sans Extra Condensed Medium"/>
                <a:sym typeface="Fira Sans Extra Condensed Medium"/>
              </a:endParaRPr>
            </a:p>
          </p:txBody>
        </p:sp>
        <p:sp>
          <p:nvSpPr>
            <p:cNvPr id="100" name="Google Shape;100;p16">
              <a:extLst>
                <a:ext uri="{FF2B5EF4-FFF2-40B4-BE49-F238E27FC236}">
                  <a16:creationId xmlns:a16="http://schemas.microsoft.com/office/drawing/2014/main" id="{0B537B94-0FD7-7653-F407-8CD445B080B6}"/>
                </a:ext>
              </a:extLst>
            </p:cNvPr>
            <p:cNvSpPr txBox="1"/>
            <p:nvPr/>
          </p:nvSpPr>
          <p:spPr>
            <a:xfrm>
              <a:off x="717799" y="2883081"/>
              <a:ext cx="2017551" cy="534900"/>
            </a:xfrm>
            <a:prstGeom prst="rect">
              <a:avLst/>
            </a:prstGeom>
            <a:noFill/>
            <a:ln>
              <a:noFill/>
            </a:ln>
          </p:spPr>
          <p:txBody>
            <a:bodyPr spcFirstLastPara="1" wrap="square" lIns="91425" tIns="91425" rIns="91425" bIns="91425" anchor="ctr" anchorCtr="0">
              <a:noAutofit/>
            </a:bodyPr>
            <a:lstStyle/>
            <a:p>
              <a:pPr lvl="0" algn="just"/>
              <a:r>
                <a:rPr lang="en-US" sz="1200" dirty="0"/>
                <a:t>Work distributed across 14 countries and hundreds of subcontractors.</a:t>
              </a:r>
              <a:endParaRPr sz="1200" dirty="0">
                <a:latin typeface="Roboto"/>
                <a:ea typeface="Roboto"/>
                <a:cs typeface="Roboto"/>
                <a:sym typeface="Roboto"/>
              </a:endParaRPr>
            </a:p>
          </p:txBody>
        </p:sp>
      </p:grpSp>
      <p:grpSp>
        <p:nvGrpSpPr>
          <p:cNvPr id="104" name="Google Shape;104;p16">
            <a:extLst>
              <a:ext uri="{FF2B5EF4-FFF2-40B4-BE49-F238E27FC236}">
                <a16:creationId xmlns:a16="http://schemas.microsoft.com/office/drawing/2014/main" id="{8DFC0D6E-316F-AD7A-0B45-2128853F22F3}"/>
              </a:ext>
            </a:extLst>
          </p:cNvPr>
          <p:cNvGrpSpPr/>
          <p:nvPr/>
        </p:nvGrpSpPr>
        <p:grpSpPr>
          <a:xfrm>
            <a:off x="5813471" y="736055"/>
            <a:ext cx="1884600" cy="881750"/>
            <a:chOff x="717800" y="1520688"/>
            <a:chExt cx="1884600" cy="881750"/>
          </a:xfrm>
        </p:grpSpPr>
        <p:sp>
          <p:nvSpPr>
            <p:cNvPr id="105" name="Google Shape;105;p16">
              <a:extLst>
                <a:ext uri="{FF2B5EF4-FFF2-40B4-BE49-F238E27FC236}">
                  <a16:creationId xmlns:a16="http://schemas.microsoft.com/office/drawing/2014/main" id="{D1EF9F63-7CC0-68A8-4A82-93D737063989}"/>
                </a:ext>
              </a:extLst>
            </p:cNvPr>
            <p:cNvSpPr txBox="1"/>
            <p:nvPr/>
          </p:nvSpPr>
          <p:spPr>
            <a:xfrm>
              <a:off x="717800" y="1520688"/>
              <a:ext cx="1884600" cy="42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700" dirty="0">
                  <a:solidFill>
                    <a:schemeClr val="accent3"/>
                  </a:solidFill>
                  <a:latin typeface="Fira Sans Extra Condensed Medium"/>
                  <a:ea typeface="Fira Sans Extra Condensed Medium"/>
                  <a:cs typeface="Fira Sans Extra Condensed Medium"/>
                  <a:sym typeface="Fira Sans Extra Condensed Medium"/>
                </a:rPr>
                <a:t>Huge Workforce</a:t>
              </a:r>
              <a:endParaRPr sz="1700" dirty="0">
                <a:solidFill>
                  <a:schemeClr val="accent3"/>
                </a:solidFill>
                <a:latin typeface="Fira Sans Extra Condensed Medium"/>
                <a:ea typeface="Fira Sans Extra Condensed Medium"/>
                <a:cs typeface="Fira Sans Extra Condensed Medium"/>
                <a:sym typeface="Fira Sans Extra Condensed Medium"/>
              </a:endParaRPr>
            </a:p>
          </p:txBody>
        </p:sp>
        <p:sp>
          <p:nvSpPr>
            <p:cNvPr id="106" name="Google Shape;106;p16">
              <a:extLst>
                <a:ext uri="{FF2B5EF4-FFF2-40B4-BE49-F238E27FC236}">
                  <a16:creationId xmlns:a16="http://schemas.microsoft.com/office/drawing/2014/main" id="{1522A56A-0040-9693-9B9E-A19C95A23349}"/>
                </a:ext>
              </a:extLst>
            </p:cNvPr>
            <p:cNvSpPr txBox="1"/>
            <p:nvPr/>
          </p:nvSpPr>
          <p:spPr>
            <a:xfrm>
              <a:off x="717800" y="1867537"/>
              <a:ext cx="1884600" cy="534900"/>
            </a:xfrm>
            <a:prstGeom prst="rect">
              <a:avLst/>
            </a:prstGeom>
            <a:noFill/>
            <a:ln>
              <a:noFill/>
            </a:ln>
          </p:spPr>
          <p:txBody>
            <a:bodyPr spcFirstLastPara="1" wrap="square" lIns="91425" tIns="91425" rIns="91425" bIns="91425" anchor="ctr" anchorCtr="0">
              <a:noAutofit/>
            </a:bodyPr>
            <a:lstStyle/>
            <a:p>
              <a:pPr lvl="0" algn="just"/>
              <a:r>
                <a:rPr lang="en-US" sz="1200" dirty="0"/>
                <a:t>10,000+ people involved across 29+ years.</a:t>
              </a:r>
              <a:endParaRPr sz="1200" dirty="0">
                <a:latin typeface="Roboto"/>
                <a:ea typeface="Roboto"/>
                <a:cs typeface="Roboto"/>
                <a:sym typeface="Roboto"/>
              </a:endParaRPr>
            </a:p>
          </p:txBody>
        </p:sp>
      </p:grpSp>
      <p:grpSp>
        <p:nvGrpSpPr>
          <p:cNvPr id="110" name="Google Shape;110;p16">
            <a:extLst>
              <a:ext uri="{FF2B5EF4-FFF2-40B4-BE49-F238E27FC236}">
                <a16:creationId xmlns:a16="http://schemas.microsoft.com/office/drawing/2014/main" id="{53D4D951-9E62-AAF0-D782-667B764782BC}"/>
              </a:ext>
            </a:extLst>
          </p:cNvPr>
          <p:cNvGrpSpPr/>
          <p:nvPr/>
        </p:nvGrpSpPr>
        <p:grpSpPr>
          <a:xfrm>
            <a:off x="7409557" y="3651071"/>
            <a:ext cx="257045" cy="257005"/>
            <a:chOff x="2685825" y="840375"/>
            <a:chExt cx="481900" cy="481825"/>
          </a:xfrm>
        </p:grpSpPr>
        <p:sp>
          <p:nvSpPr>
            <p:cNvPr id="111" name="Google Shape;111;p16">
              <a:extLst>
                <a:ext uri="{FF2B5EF4-FFF2-40B4-BE49-F238E27FC236}">
                  <a16:creationId xmlns:a16="http://schemas.microsoft.com/office/drawing/2014/main" id="{E60DA07E-BC1A-5BF7-B4E7-45DD8A9EF538}"/>
                </a:ext>
              </a:extLst>
            </p:cNvPr>
            <p:cNvSpPr/>
            <p:nvPr/>
          </p:nvSpPr>
          <p:spPr>
            <a:xfrm>
              <a:off x="2685825" y="840375"/>
              <a:ext cx="481900" cy="481825"/>
            </a:xfrm>
            <a:custGeom>
              <a:avLst/>
              <a:gdLst/>
              <a:ahLst/>
              <a:cxnLst/>
              <a:rect l="l" t="t" r="r" b="b"/>
              <a:pathLst>
                <a:path w="19276" h="19273" extrusionOk="0">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12" name="Google Shape;112;p16">
              <a:extLst>
                <a:ext uri="{FF2B5EF4-FFF2-40B4-BE49-F238E27FC236}">
                  <a16:creationId xmlns:a16="http://schemas.microsoft.com/office/drawing/2014/main" id="{346500D4-FC8B-2599-2E14-1FF2EDC2BBAF}"/>
                </a:ext>
              </a:extLst>
            </p:cNvPr>
            <p:cNvSpPr/>
            <p:nvPr/>
          </p:nvSpPr>
          <p:spPr>
            <a:xfrm>
              <a:off x="2819200" y="983400"/>
              <a:ext cx="205475" cy="197625"/>
            </a:xfrm>
            <a:custGeom>
              <a:avLst/>
              <a:gdLst/>
              <a:ahLst/>
              <a:cxnLst/>
              <a:rect l="l" t="t" r="r" b="b"/>
              <a:pathLst>
                <a:path w="8219" h="7905" extrusionOk="0">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17" name="Google Shape;117;p16">
            <a:extLst>
              <a:ext uri="{FF2B5EF4-FFF2-40B4-BE49-F238E27FC236}">
                <a16:creationId xmlns:a16="http://schemas.microsoft.com/office/drawing/2014/main" id="{A4F9B97F-5728-EEE0-87F1-3F7D9B3D5DE9}"/>
              </a:ext>
            </a:extLst>
          </p:cNvPr>
          <p:cNvSpPr/>
          <p:nvPr/>
        </p:nvSpPr>
        <p:spPr>
          <a:xfrm>
            <a:off x="7090497" y="2692162"/>
            <a:ext cx="257005" cy="240950"/>
          </a:xfrm>
          <a:custGeom>
            <a:avLst/>
            <a:gdLst/>
            <a:ahLst/>
            <a:cxnLst/>
            <a:rect l="l" t="t" r="r" b="b"/>
            <a:pathLst>
              <a:path w="19273" h="18069" extrusionOk="0">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121" name="Google Shape;121;p16">
            <a:extLst>
              <a:ext uri="{FF2B5EF4-FFF2-40B4-BE49-F238E27FC236}">
                <a16:creationId xmlns:a16="http://schemas.microsoft.com/office/drawing/2014/main" id="{1A651782-EB45-3EEE-B92E-7B5455810F2F}"/>
              </a:ext>
            </a:extLst>
          </p:cNvPr>
          <p:cNvGrpSpPr/>
          <p:nvPr/>
        </p:nvGrpSpPr>
        <p:grpSpPr>
          <a:xfrm>
            <a:off x="7408316" y="1685402"/>
            <a:ext cx="259526" cy="257019"/>
            <a:chOff x="5049725" y="1435050"/>
            <a:chExt cx="486550" cy="481850"/>
          </a:xfrm>
        </p:grpSpPr>
        <p:sp>
          <p:nvSpPr>
            <p:cNvPr id="122" name="Google Shape;122;p16">
              <a:extLst>
                <a:ext uri="{FF2B5EF4-FFF2-40B4-BE49-F238E27FC236}">
                  <a16:creationId xmlns:a16="http://schemas.microsoft.com/office/drawing/2014/main" id="{4D46BCA0-88DA-AA0D-F1E7-1F42ABF3EBEE}"/>
                </a:ext>
              </a:extLst>
            </p:cNvPr>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3" name="Google Shape;123;p16">
              <a:extLst>
                <a:ext uri="{FF2B5EF4-FFF2-40B4-BE49-F238E27FC236}">
                  <a16:creationId xmlns:a16="http://schemas.microsoft.com/office/drawing/2014/main" id="{4AEF4964-144A-7092-0E63-D5952A57A228}"/>
                </a:ext>
              </a:extLst>
            </p:cNvPr>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4" name="Google Shape;124;p16">
              <a:extLst>
                <a:ext uri="{FF2B5EF4-FFF2-40B4-BE49-F238E27FC236}">
                  <a16:creationId xmlns:a16="http://schemas.microsoft.com/office/drawing/2014/main" id="{F1979BD6-AE89-080E-15C8-CA1558C5A818}"/>
                </a:ext>
              </a:extLst>
            </p:cNvPr>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5" name="Google Shape;125;p16">
              <a:extLst>
                <a:ext uri="{FF2B5EF4-FFF2-40B4-BE49-F238E27FC236}">
                  <a16:creationId xmlns:a16="http://schemas.microsoft.com/office/drawing/2014/main" id="{D6FF2FCF-8A4D-DDAD-4122-6653CB571B49}"/>
                </a:ext>
              </a:extLst>
            </p:cNvPr>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3" name="TextBox 2">
            <a:extLst>
              <a:ext uri="{FF2B5EF4-FFF2-40B4-BE49-F238E27FC236}">
                <a16:creationId xmlns:a16="http://schemas.microsoft.com/office/drawing/2014/main" id="{1E2D07A9-D15B-D973-FCDC-DD65951302DC}"/>
              </a:ext>
            </a:extLst>
          </p:cNvPr>
          <p:cNvSpPr txBox="1"/>
          <p:nvPr/>
        </p:nvSpPr>
        <p:spPr>
          <a:xfrm>
            <a:off x="396084" y="662141"/>
            <a:ext cx="4354574" cy="954107"/>
          </a:xfrm>
          <a:prstGeom prst="rect">
            <a:avLst/>
          </a:prstGeom>
          <a:noFill/>
        </p:spPr>
        <p:txBody>
          <a:bodyPr wrap="square">
            <a:spAutoFit/>
          </a:bodyPr>
          <a:lstStyle/>
          <a:p>
            <a:pPr algn="just"/>
            <a:r>
              <a:rPr lang="en-US" dirty="0"/>
              <a:t>The JWST incorporates some of the most advanced technologies ever used in space. These innovations significantly increased project complexity and risk, requiring rigorous project controls.</a:t>
            </a:r>
            <a:endParaRPr lang="en-PK" dirty="0"/>
          </a:p>
        </p:txBody>
      </p:sp>
      <p:sp>
        <p:nvSpPr>
          <p:cNvPr id="6" name="TextBox 5">
            <a:extLst>
              <a:ext uri="{FF2B5EF4-FFF2-40B4-BE49-F238E27FC236}">
                <a16:creationId xmlns:a16="http://schemas.microsoft.com/office/drawing/2014/main" id="{DDC19E0E-898C-81C1-737C-07F54F4EE108}"/>
              </a:ext>
            </a:extLst>
          </p:cNvPr>
          <p:cNvSpPr txBox="1"/>
          <p:nvPr/>
        </p:nvSpPr>
        <p:spPr>
          <a:xfrm>
            <a:off x="497000" y="1640169"/>
            <a:ext cx="3994628" cy="2246769"/>
          </a:xfrm>
          <a:prstGeom prst="rect">
            <a:avLst/>
          </a:prstGeom>
          <a:noFill/>
        </p:spPr>
        <p:txBody>
          <a:bodyPr wrap="square">
            <a:spAutoFit/>
          </a:bodyPr>
          <a:lstStyle/>
          <a:p>
            <a:pPr marL="285750" indent="-285750" algn="just">
              <a:buFont typeface="Arial" panose="020B0604020202020204" pitchFamily="34" charset="0"/>
              <a:buChar char="•"/>
            </a:pPr>
            <a:r>
              <a:rPr lang="en-PK" dirty="0"/>
              <a:t>6.5m gold-coated segmented mirror.</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Tennis-court-sized sunshield → 5 layers for thermal protection.</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Required to operate at −233°C for infrared sensitivity.</a:t>
            </a:r>
          </a:p>
          <a:p>
            <a:pPr algn="just"/>
            <a:endParaRPr lang="en-US" dirty="0"/>
          </a:p>
          <a:p>
            <a:pPr marL="285750" indent="-285750" algn="just">
              <a:buFont typeface="Arial" panose="020B0604020202020204" pitchFamily="34" charset="0"/>
              <a:buChar char="•"/>
            </a:pPr>
            <a:r>
              <a:rPr lang="en-US" dirty="0"/>
              <a:t>First telescope capable of observing the first galaxies formed after the Big Bang.</a:t>
            </a:r>
            <a:endParaRPr lang="en-PK" dirty="0"/>
          </a:p>
        </p:txBody>
      </p:sp>
      <p:sp>
        <p:nvSpPr>
          <p:cNvPr id="11" name="Google Shape;511;p24">
            <a:extLst>
              <a:ext uri="{FF2B5EF4-FFF2-40B4-BE49-F238E27FC236}">
                <a16:creationId xmlns:a16="http://schemas.microsoft.com/office/drawing/2014/main" id="{C5E0D2A2-8057-8EB0-23A4-33D406FD7353}"/>
              </a:ext>
            </a:extLst>
          </p:cNvPr>
          <p:cNvSpPr txBox="1">
            <a:spLocks/>
          </p:cNvSpPr>
          <p:nvPr/>
        </p:nvSpPr>
        <p:spPr>
          <a:xfrm>
            <a:off x="126292" y="157021"/>
            <a:ext cx="3758557" cy="48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1pPr>
            <a:lvl2pPr marR="0" lvl="1"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pPr algn="ctr">
              <a:buClr>
                <a:schemeClr val="dk1"/>
              </a:buClr>
              <a:buSzPts val="1100"/>
              <a:buFont typeface="Arial"/>
              <a:buNone/>
            </a:pPr>
            <a:r>
              <a:rPr lang="en-US" b="1" dirty="0">
                <a:solidFill>
                  <a:srgbClr val="00B050"/>
                </a:solidFill>
              </a:rPr>
              <a:t>Project Scale &amp; Complexity</a:t>
            </a:r>
          </a:p>
        </p:txBody>
      </p:sp>
      <p:pic>
        <p:nvPicPr>
          <p:cNvPr id="15" name="Picture 14">
            <a:extLst>
              <a:ext uri="{FF2B5EF4-FFF2-40B4-BE49-F238E27FC236}">
                <a16:creationId xmlns:a16="http://schemas.microsoft.com/office/drawing/2014/main" id="{8FEE0433-A207-AD66-517B-A20A837F1275}"/>
              </a:ext>
            </a:extLst>
          </p:cNvPr>
          <p:cNvPicPr>
            <a:picLocks noChangeAspect="1"/>
          </p:cNvPicPr>
          <p:nvPr/>
        </p:nvPicPr>
        <p:blipFill>
          <a:blip r:embed="rId3"/>
          <a:stretch>
            <a:fillRect/>
          </a:stretch>
        </p:blipFill>
        <p:spPr>
          <a:xfrm>
            <a:off x="607973" y="3918038"/>
            <a:ext cx="4142685" cy="1133881"/>
          </a:xfrm>
          <a:prstGeom prst="rect">
            <a:avLst/>
          </a:prstGeom>
        </p:spPr>
      </p:pic>
    </p:spTree>
    <p:extLst>
      <p:ext uri="{BB962C8B-B14F-4D97-AF65-F5344CB8AC3E}">
        <p14:creationId xmlns:p14="http://schemas.microsoft.com/office/powerpoint/2010/main" val="3670039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3">
          <a:extLst>
            <a:ext uri="{FF2B5EF4-FFF2-40B4-BE49-F238E27FC236}">
              <a16:creationId xmlns:a16="http://schemas.microsoft.com/office/drawing/2014/main" id="{5F6FF220-382F-9725-037A-6DF869437CFD}"/>
            </a:ext>
          </a:extLst>
        </p:cNvPr>
        <p:cNvGrpSpPr/>
        <p:nvPr/>
      </p:nvGrpSpPr>
      <p:grpSpPr>
        <a:xfrm>
          <a:off x="0" y="0"/>
          <a:ext cx="0" cy="0"/>
          <a:chOff x="0" y="0"/>
          <a:chExt cx="0" cy="0"/>
        </a:xfrm>
      </p:grpSpPr>
      <p:sp>
        <p:nvSpPr>
          <p:cNvPr id="1214" name="Google Shape;1214;p45">
            <a:extLst>
              <a:ext uri="{FF2B5EF4-FFF2-40B4-BE49-F238E27FC236}">
                <a16:creationId xmlns:a16="http://schemas.microsoft.com/office/drawing/2014/main" id="{4C15C924-B9CF-478D-4D83-F9026B9D52AD}"/>
              </a:ext>
            </a:extLst>
          </p:cNvPr>
          <p:cNvSpPr txBox="1">
            <a:spLocks noGrp="1"/>
          </p:cNvSpPr>
          <p:nvPr>
            <p:ph type="title"/>
          </p:nvPr>
        </p:nvSpPr>
        <p:spPr>
          <a:xfrm>
            <a:off x="-466745" y="1446123"/>
            <a:ext cx="4731300" cy="53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STAKEHOLDER</a:t>
            </a:r>
            <a:br>
              <a:rPr lang="en" dirty="0"/>
            </a:br>
            <a:r>
              <a:rPr lang="en" dirty="0"/>
              <a:t> ANALYSIS</a:t>
            </a:r>
            <a:endParaRPr dirty="0"/>
          </a:p>
        </p:txBody>
      </p:sp>
      <p:sp>
        <p:nvSpPr>
          <p:cNvPr id="1216" name="Google Shape;1216;p45">
            <a:extLst>
              <a:ext uri="{FF2B5EF4-FFF2-40B4-BE49-F238E27FC236}">
                <a16:creationId xmlns:a16="http://schemas.microsoft.com/office/drawing/2014/main" id="{A36D55DC-3511-0E3B-627E-6CCB72255F78}"/>
              </a:ext>
            </a:extLst>
          </p:cNvPr>
          <p:cNvSpPr txBox="1">
            <a:spLocks noGrp="1"/>
          </p:cNvSpPr>
          <p:nvPr>
            <p:ph type="title" idx="2"/>
          </p:nvPr>
        </p:nvSpPr>
        <p:spPr>
          <a:xfrm>
            <a:off x="979105" y="396032"/>
            <a:ext cx="1839600" cy="115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02</a:t>
            </a:r>
            <a:endParaRPr dirty="0"/>
          </a:p>
        </p:txBody>
      </p:sp>
      <p:grpSp>
        <p:nvGrpSpPr>
          <p:cNvPr id="1217" name="Google Shape;1217;p45">
            <a:extLst>
              <a:ext uri="{FF2B5EF4-FFF2-40B4-BE49-F238E27FC236}">
                <a16:creationId xmlns:a16="http://schemas.microsoft.com/office/drawing/2014/main" id="{C7290175-446A-FF00-5D23-9DB8BFFD16E4}"/>
              </a:ext>
            </a:extLst>
          </p:cNvPr>
          <p:cNvGrpSpPr/>
          <p:nvPr/>
        </p:nvGrpSpPr>
        <p:grpSpPr>
          <a:xfrm>
            <a:off x="2229327" y="0"/>
            <a:ext cx="7831882" cy="5214329"/>
            <a:chOff x="-2287178" y="355461"/>
            <a:chExt cx="7831882" cy="5214329"/>
          </a:xfrm>
        </p:grpSpPr>
        <p:grpSp>
          <p:nvGrpSpPr>
            <p:cNvPr id="1218" name="Google Shape;1218;p45">
              <a:extLst>
                <a:ext uri="{FF2B5EF4-FFF2-40B4-BE49-F238E27FC236}">
                  <a16:creationId xmlns:a16="http://schemas.microsoft.com/office/drawing/2014/main" id="{CDF24F31-599E-935F-74E3-1947FAF5BE22}"/>
                </a:ext>
              </a:extLst>
            </p:cNvPr>
            <p:cNvGrpSpPr/>
            <p:nvPr/>
          </p:nvGrpSpPr>
          <p:grpSpPr>
            <a:xfrm rot="-1389532">
              <a:off x="766951" y="2008871"/>
              <a:ext cx="1659012" cy="1653911"/>
              <a:chOff x="991825" y="1680713"/>
              <a:chExt cx="1787560" cy="1782064"/>
            </a:xfrm>
          </p:grpSpPr>
          <p:sp>
            <p:nvSpPr>
              <p:cNvPr id="1219" name="Google Shape;1219;p45">
                <a:extLst>
                  <a:ext uri="{FF2B5EF4-FFF2-40B4-BE49-F238E27FC236}">
                    <a16:creationId xmlns:a16="http://schemas.microsoft.com/office/drawing/2014/main" id="{26C634B4-4715-A8CB-B729-C93D7643F28E}"/>
                  </a:ext>
                </a:extLst>
              </p:cNvPr>
              <p:cNvSpPr/>
              <p:nvPr/>
            </p:nvSpPr>
            <p:spPr>
              <a:xfrm>
                <a:off x="997314" y="1680713"/>
                <a:ext cx="1782071" cy="1778380"/>
              </a:xfrm>
              <a:custGeom>
                <a:avLst/>
                <a:gdLst/>
                <a:ahLst/>
                <a:cxnLst/>
                <a:rect l="l" t="t" r="r" b="b"/>
                <a:pathLst>
                  <a:path w="18830" h="18791" extrusionOk="0">
                    <a:moveTo>
                      <a:pt x="9438" y="0"/>
                    </a:moveTo>
                    <a:cubicBezTo>
                      <a:pt x="9414" y="0"/>
                      <a:pt x="9390" y="0"/>
                      <a:pt x="9366" y="0"/>
                    </a:cubicBezTo>
                    <a:cubicBezTo>
                      <a:pt x="4176" y="20"/>
                      <a:pt x="1" y="4254"/>
                      <a:pt x="1" y="9425"/>
                    </a:cubicBezTo>
                    <a:cubicBezTo>
                      <a:pt x="20" y="14610"/>
                      <a:pt x="4196" y="18790"/>
                      <a:pt x="9372" y="18790"/>
                    </a:cubicBezTo>
                    <a:cubicBezTo>
                      <a:pt x="9396" y="18790"/>
                      <a:pt x="9420" y="18790"/>
                      <a:pt x="9445" y="18790"/>
                    </a:cubicBezTo>
                    <a:cubicBezTo>
                      <a:pt x="14635" y="18771"/>
                      <a:pt x="18830" y="14556"/>
                      <a:pt x="18810" y="9366"/>
                    </a:cubicBezTo>
                    <a:cubicBezTo>
                      <a:pt x="18771" y="4180"/>
                      <a:pt x="14595" y="0"/>
                      <a:pt x="94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5">
                <a:extLst>
                  <a:ext uri="{FF2B5EF4-FFF2-40B4-BE49-F238E27FC236}">
                    <a16:creationId xmlns:a16="http://schemas.microsoft.com/office/drawing/2014/main" id="{2E77C4AE-F306-5B12-1FAB-3F4F3155FF77}"/>
                  </a:ext>
                </a:extLst>
              </p:cNvPr>
              <p:cNvSpPr/>
              <p:nvPr/>
            </p:nvSpPr>
            <p:spPr>
              <a:xfrm>
                <a:off x="1036115" y="1682511"/>
                <a:ext cx="1743269" cy="927093"/>
              </a:xfrm>
              <a:custGeom>
                <a:avLst/>
                <a:gdLst/>
                <a:ahLst/>
                <a:cxnLst/>
                <a:rect l="l" t="t" r="r" b="b"/>
                <a:pathLst>
                  <a:path w="18420" h="9796" extrusionOk="0">
                    <a:moveTo>
                      <a:pt x="9012" y="1"/>
                    </a:moveTo>
                    <a:cubicBezTo>
                      <a:pt x="9000" y="1"/>
                      <a:pt x="8988" y="1"/>
                      <a:pt x="8976" y="1"/>
                    </a:cubicBezTo>
                    <a:cubicBezTo>
                      <a:pt x="4722" y="20"/>
                      <a:pt x="1152" y="2850"/>
                      <a:pt x="1" y="6732"/>
                    </a:cubicBezTo>
                    <a:lnTo>
                      <a:pt x="1" y="6732"/>
                    </a:lnTo>
                    <a:cubicBezTo>
                      <a:pt x="1425" y="3318"/>
                      <a:pt x="4839" y="898"/>
                      <a:pt x="8800" y="879"/>
                    </a:cubicBezTo>
                    <a:cubicBezTo>
                      <a:pt x="8813" y="879"/>
                      <a:pt x="8826" y="879"/>
                      <a:pt x="8838" y="879"/>
                    </a:cubicBezTo>
                    <a:cubicBezTo>
                      <a:pt x="13953" y="879"/>
                      <a:pt x="18128" y="4813"/>
                      <a:pt x="18420" y="9796"/>
                    </a:cubicBezTo>
                    <a:lnTo>
                      <a:pt x="18420" y="9367"/>
                    </a:lnTo>
                    <a:cubicBezTo>
                      <a:pt x="18400" y="4188"/>
                      <a:pt x="14186" y="1"/>
                      <a:pt x="9012" y="1"/>
                    </a:cubicBez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5">
                <a:extLst>
                  <a:ext uri="{FF2B5EF4-FFF2-40B4-BE49-F238E27FC236}">
                    <a16:creationId xmlns:a16="http://schemas.microsoft.com/office/drawing/2014/main" id="{44B72CF5-738F-AB07-C63F-E02AB56450CC}"/>
                  </a:ext>
                </a:extLst>
              </p:cNvPr>
              <p:cNvSpPr/>
              <p:nvPr/>
            </p:nvSpPr>
            <p:spPr>
              <a:xfrm>
                <a:off x="997314" y="1926296"/>
                <a:ext cx="1673141" cy="1536480"/>
              </a:xfrm>
              <a:custGeom>
                <a:avLst/>
                <a:gdLst/>
                <a:ahLst/>
                <a:cxnLst/>
                <a:rect l="l" t="t" r="r" b="b"/>
                <a:pathLst>
                  <a:path w="17679" h="16235" extrusionOk="0">
                    <a:moveTo>
                      <a:pt x="2928" y="0"/>
                    </a:moveTo>
                    <a:lnTo>
                      <a:pt x="2928" y="0"/>
                    </a:lnTo>
                    <a:cubicBezTo>
                      <a:pt x="1113" y="1737"/>
                      <a:pt x="1" y="4156"/>
                      <a:pt x="1" y="6869"/>
                    </a:cubicBezTo>
                    <a:cubicBezTo>
                      <a:pt x="20" y="12047"/>
                      <a:pt x="4215" y="16234"/>
                      <a:pt x="9408" y="16234"/>
                    </a:cubicBezTo>
                    <a:cubicBezTo>
                      <a:pt x="9420" y="16234"/>
                      <a:pt x="9432" y="16234"/>
                      <a:pt x="9445" y="16234"/>
                    </a:cubicBezTo>
                    <a:cubicBezTo>
                      <a:pt x="12996" y="16234"/>
                      <a:pt x="16098" y="14224"/>
                      <a:pt x="17678" y="11278"/>
                    </a:cubicBezTo>
                    <a:lnTo>
                      <a:pt x="17678" y="11278"/>
                    </a:lnTo>
                    <a:cubicBezTo>
                      <a:pt x="16020" y="12859"/>
                      <a:pt x="13757" y="13854"/>
                      <a:pt x="11240" y="13854"/>
                    </a:cubicBezTo>
                    <a:cubicBezTo>
                      <a:pt x="11216" y="13854"/>
                      <a:pt x="11192" y="13854"/>
                      <a:pt x="11168" y="13854"/>
                    </a:cubicBezTo>
                    <a:cubicBezTo>
                      <a:pt x="6011" y="13854"/>
                      <a:pt x="1835" y="9674"/>
                      <a:pt x="1796" y="4488"/>
                    </a:cubicBezTo>
                    <a:cubicBezTo>
                      <a:pt x="1796" y="2869"/>
                      <a:pt x="2225" y="1347"/>
                      <a:pt x="2928" y="0"/>
                    </a:cubicBezTo>
                    <a:close/>
                  </a:path>
                </a:pathLst>
              </a:custGeom>
              <a:solidFill>
                <a:srgbClr val="052E3A">
                  <a:alpha val="21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5">
                <a:extLst>
                  <a:ext uri="{FF2B5EF4-FFF2-40B4-BE49-F238E27FC236}">
                    <a16:creationId xmlns:a16="http://schemas.microsoft.com/office/drawing/2014/main" id="{EF65514D-4BD0-24D3-E71E-FE81200EF4EF}"/>
                  </a:ext>
                </a:extLst>
              </p:cNvPr>
              <p:cNvSpPr/>
              <p:nvPr/>
            </p:nvSpPr>
            <p:spPr>
              <a:xfrm>
                <a:off x="997314" y="1841312"/>
                <a:ext cx="871729" cy="1412786"/>
              </a:xfrm>
              <a:custGeom>
                <a:avLst/>
                <a:gdLst/>
                <a:ahLst/>
                <a:cxnLst/>
                <a:rect l="l" t="t" r="r" b="b"/>
                <a:pathLst>
                  <a:path w="9211" h="14928" extrusionOk="0">
                    <a:moveTo>
                      <a:pt x="4098" y="1"/>
                    </a:moveTo>
                    <a:lnTo>
                      <a:pt x="3884" y="137"/>
                    </a:lnTo>
                    <a:lnTo>
                      <a:pt x="3825" y="196"/>
                    </a:lnTo>
                    <a:cubicBezTo>
                      <a:pt x="3747" y="235"/>
                      <a:pt x="3708" y="274"/>
                      <a:pt x="3650" y="313"/>
                    </a:cubicBezTo>
                    <a:cubicBezTo>
                      <a:pt x="3650" y="333"/>
                      <a:pt x="3630" y="333"/>
                      <a:pt x="3610" y="372"/>
                    </a:cubicBezTo>
                    <a:cubicBezTo>
                      <a:pt x="3552" y="391"/>
                      <a:pt x="3493" y="430"/>
                      <a:pt x="3435" y="489"/>
                    </a:cubicBezTo>
                    <a:cubicBezTo>
                      <a:pt x="3415" y="489"/>
                      <a:pt x="3415" y="508"/>
                      <a:pt x="3396" y="508"/>
                    </a:cubicBezTo>
                    <a:cubicBezTo>
                      <a:pt x="3259" y="606"/>
                      <a:pt x="3123" y="723"/>
                      <a:pt x="3006" y="859"/>
                    </a:cubicBezTo>
                    <a:lnTo>
                      <a:pt x="2947" y="898"/>
                    </a:lnTo>
                    <a:lnTo>
                      <a:pt x="2811" y="1055"/>
                    </a:lnTo>
                    <a:lnTo>
                      <a:pt x="2752" y="1094"/>
                    </a:lnTo>
                    <a:lnTo>
                      <a:pt x="2615" y="1250"/>
                    </a:lnTo>
                    <a:cubicBezTo>
                      <a:pt x="2576" y="1269"/>
                      <a:pt x="2557" y="1269"/>
                      <a:pt x="2557" y="1289"/>
                    </a:cubicBezTo>
                    <a:cubicBezTo>
                      <a:pt x="2440" y="1406"/>
                      <a:pt x="2323" y="1562"/>
                      <a:pt x="2186" y="1679"/>
                    </a:cubicBezTo>
                    <a:lnTo>
                      <a:pt x="2147" y="1737"/>
                    </a:lnTo>
                    <a:cubicBezTo>
                      <a:pt x="2089" y="1776"/>
                      <a:pt x="2069" y="1835"/>
                      <a:pt x="2030" y="1874"/>
                    </a:cubicBezTo>
                    <a:cubicBezTo>
                      <a:pt x="1991" y="1874"/>
                      <a:pt x="1991" y="1894"/>
                      <a:pt x="1971" y="1933"/>
                    </a:cubicBezTo>
                    <a:cubicBezTo>
                      <a:pt x="1932" y="1991"/>
                      <a:pt x="1893" y="2050"/>
                      <a:pt x="1854" y="2089"/>
                    </a:cubicBezTo>
                    <a:cubicBezTo>
                      <a:pt x="1854" y="2128"/>
                      <a:pt x="1835" y="2128"/>
                      <a:pt x="1835" y="2147"/>
                    </a:cubicBezTo>
                    <a:lnTo>
                      <a:pt x="1542" y="2576"/>
                    </a:lnTo>
                    <a:cubicBezTo>
                      <a:pt x="1503" y="2576"/>
                      <a:pt x="1503" y="2615"/>
                      <a:pt x="1484" y="2635"/>
                    </a:cubicBezTo>
                    <a:cubicBezTo>
                      <a:pt x="1464" y="2713"/>
                      <a:pt x="1406" y="2752"/>
                      <a:pt x="1386" y="2811"/>
                    </a:cubicBezTo>
                    <a:cubicBezTo>
                      <a:pt x="1367" y="2830"/>
                      <a:pt x="1367" y="2850"/>
                      <a:pt x="1347" y="2869"/>
                    </a:cubicBezTo>
                    <a:cubicBezTo>
                      <a:pt x="1308" y="2928"/>
                      <a:pt x="1269" y="3006"/>
                      <a:pt x="1250" y="3045"/>
                    </a:cubicBezTo>
                    <a:cubicBezTo>
                      <a:pt x="1250" y="3045"/>
                      <a:pt x="1211" y="3064"/>
                      <a:pt x="1211" y="3103"/>
                    </a:cubicBezTo>
                    <a:cubicBezTo>
                      <a:pt x="1172" y="3162"/>
                      <a:pt x="1152" y="3240"/>
                      <a:pt x="1093" y="3318"/>
                    </a:cubicBezTo>
                    <a:cubicBezTo>
                      <a:pt x="1054" y="3396"/>
                      <a:pt x="1015" y="3454"/>
                      <a:pt x="976" y="3533"/>
                    </a:cubicBezTo>
                    <a:cubicBezTo>
                      <a:pt x="976" y="3552"/>
                      <a:pt x="957" y="3591"/>
                      <a:pt x="957" y="3611"/>
                    </a:cubicBezTo>
                    <a:cubicBezTo>
                      <a:pt x="918" y="3650"/>
                      <a:pt x="898" y="3728"/>
                      <a:pt x="879" y="3786"/>
                    </a:cubicBezTo>
                    <a:cubicBezTo>
                      <a:pt x="879" y="3806"/>
                      <a:pt x="859" y="3825"/>
                      <a:pt x="859" y="3845"/>
                    </a:cubicBezTo>
                    <a:cubicBezTo>
                      <a:pt x="820" y="3903"/>
                      <a:pt x="801" y="3981"/>
                      <a:pt x="781" y="4020"/>
                    </a:cubicBezTo>
                    <a:cubicBezTo>
                      <a:pt x="781" y="4040"/>
                      <a:pt x="762" y="4079"/>
                      <a:pt x="762" y="4098"/>
                    </a:cubicBezTo>
                    <a:cubicBezTo>
                      <a:pt x="723" y="4176"/>
                      <a:pt x="684" y="4274"/>
                      <a:pt x="664" y="4333"/>
                    </a:cubicBezTo>
                    <a:cubicBezTo>
                      <a:pt x="606" y="4411"/>
                      <a:pt x="586" y="4508"/>
                      <a:pt x="567" y="4586"/>
                    </a:cubicBezTo>
                    <a:cubicBezTo>
                      <a:pt x="567" y="4606"/>
                      <a:pt x="528" y="4625"/>
                      <a:pt x="528" y="4664"/>
                    </a:cubicBezTo>
                    <a:cubicBezTo>
                      <a:pt x="528" y="4703"/>
                      <a:pt x="508" y="4781"/>
                      <a:pt x="489" y="4820"/>
                    </a:cubicBezTo>
                    <a:cubicBezTo>
                      <a:pt x="489" y="4859"/>
                      <a:pt x="469" y="4879"/>
                      <a:pt x="469" y="4898"/>
                    </a:cubicBezTo>
                    <a:cubicBezTo>
                      <a:pt x="430" y="4957"/>
                      <a:pt x="430" y="5015"/>
                      <a:pt x="411" y="5074"/>
                    </a:cubicBezTo>
                    <a:cubicBezTo>
                      <a:pt x="411" y="5093"/>
                      <a:pt x="391" y="5113"/>
                      <a:pt x="391" y="5152"/>
                    </a:cubicBezTo>
                    <a:cubicBezTo>
                      <a:pt x="372" y="5250"/>
                      <a:pt x="333" y="5308"/>
                      <a:pt x="313" y="5406"/>
                    </a:cubicBezTo>
                    <a:cubicBezTo>
                      <a:pt x="313" y="5484"/>
                      <a:pt x="293" y="5581"/>
                      <a:pt x="274" y="5659"/>
                    </a:cubicBezTo>
                    <a:cubicBezTo>
                      <a:pt x="235" y="5679"/>
                      <a:pt x="235" y="5698"/>
                      <a:pt x="235" y="5737"/>
                    </a:cubicBezTo>
                    <a:cubicBezTo>
                      <a:pt x="215" y="5796"/>
                      <a:pt x="215" y="5854"/>
                      <a:pt x="196" y="5932"/>
                    </a:cubicBezTo>
                    <a:cubicBezTo>
                      <a:pt x="176" y="5952"/>
                      <a:pt x="176" y="5991"/>
                      <a:pt x="176" y="6030"/>
                    </a:cubicBezTo>
                    <a:cubicBezTo>
                      <a:pt x="176" y="6089"/>
                      <a:pt x="137" y="6147"/>
                      <a:pt x="137" y="6225"/>
                    </a:cubicBezTo>
                    <a:cubicBezTo>
                      <a:pt x="118" y="6245"/>
                      <a:pt x="118" y="6264"/>
                      <a:pt x="118" y="6284"/>
                    </a:cubicBezTo>
                    <a:cubicBezTo>
                      <a:pt x="98" y="6381"/>
                      <a:pt x="79" y="6459"/>
                      <a:pt x="79" y="6557"/>
                    </a:cubicBezTo>
                    <a:cubicBezTo>
                      <a:pt x="79" y="6654"/>
                      <a:pt x="40" y="6732"/>
                      <a:pt x="40" y="6830"/>
                    </a:cubicBezTo>
                    <a:lnTo>
                      <a:pt x="40" y="6908"/>
                    </a:lnTo>
                    <a:cubicBezTo>
                      <a:pt x="20" y="6986"/>
                      <a:pt x="20" y="7025"/>
                      <a:pt x="20" y="7103"/>
                    </a:cubicBezTo>
                    <a:lnTo>
                      <a:pt x="20" y="7201"/>
                    </a:lnTo>
                    <a:lnTo>
                      <a:pt x="20" y="7396"/>
                    </a:lnTo>
                    <a:cubicBezTo>
                      <a:pt x="20" y="7415"/>
                      <a:pt x="1" y="7435"/>
                      <a:pt x="40" y="7630"/>
                    </a:cubicBezTo>
                    <a:lnTo>
                      <a:pt x="40" y="7903"/>
                    </a:lnTo>
                    <a:lnTo>
                      <a:pt x="40" y="8137"/>
                    </a:lnTo>
                    <a:lnTo>
                      <a:pt x="40" y="8215"/>
                    </a:lnTo>
                    <a:lnTo>
                      <a:pt x="40" y="8391"/>
                    </a:lnTo>
                    <a:lnTo>
                      <a:pt x="40" y="8489"/>
                    </a:lnTo>
                    <a:lnTo>
                      <a:pt x="40" y="8625"/>
                    </a:lnTo>
                    <a:lnTo>
                      <a:pt x="40" y="8723"/>
                    </a:lnTo>
                    <a:cubicBezTo>
                      <a:pt x="59" y="8781"/>
                      <a:pt x="59" y="8820"/>
                      <a:pt x="59" y="8879"/>
                    </a:cubicBezTo>
                    <a:lnTo>
                      <a:pt x="59" y="8976"/>
                    </a:lnTo>
                    <a:cubicBezTo>
                      <a:pt x="59" y="9015"/>
                      <a:pt x="98" y="9074"/>
                      <a:pt x="98" y="9113"/>
                    </a:cubicBezTo>
                    <a:cubicBezTo>
                      <a:pt x="118" y="9152"/>
                      <a:pt x="118" y="9191"/>
                      <a:pt x="118" y="9210"/>
                    </a:cubicBezTo>
                    <a:cubicBezTo>
                      <a:pt x="118" y="9269"/>
                      <a:pt x="137" y="9308"/>
                      <a:pt x="137" y="9367"/>
                    </a:cubicBezTo>
                    <a:cubicBezTo>
                      <a:pt x="157" y="9386"/>
                      <a:pt x="157" y="9445"/>
                      <a:pt x="157" y="9464"/>
                    </a:cubicBezTo>
                    <a:cubicBezTo>
                      <a:pt x="157" y="9503"/>
                      <a:pt x="196" y="9562"/>
                      <a:pt x="196" y="9601"/>
                    </a:cubicBezTo>
                    <a:cubicBezTo>
                      <a:pt x="196" y="9640"/>
                      <a:pt x="215" y="9679"/>
                      <a:pt x="215" y="9698"/>
                    </a:cubicBezTo>
                    <a:cubicBezTo>
                      <a:pt x="215" y="9757"/>
                      <a:pt x="235" y="9796"/>
                      <a:pt x="235" y="9854"/>
                    </a:cubicBezTo>
                    <a:cubicBezTo>
                      <a:pt x="254" y="9874"/>
                      <a:pt x="254" y="9893"/>
                      <a:pt x="254" y="9932"/>
                    </a:cubicBezTo>
                    <a:cubicBezTo>
                      <a:pt x="293" y="9971"/>
                      <a:pt x="293" y="10049"/>
                      <a:pt x="313" y="10088"/>
                    </a:cubicBezTo>
                    <a:cubicBezTo>
                      <a:pt x="333" y="10088"/>
                      <a:pt x="333" y="10127"/>
                      <a:pt x="333" y="10147"/>
                    </a:cubicBezTo>
                    <a:cubicBezTo>
                      <a:pt x="391" y="10323"/>
                      <a:pt x="430" y="10479"/>
                      <a:pt x="489" y="10635"/>
                    </a:cubicBezTo>
                    <a:cubicBezTo>
                      <a:pt x="508" y="10654"/>
                      <a:pt x="508" y="10654"/>
                      <a:pt x="508" y="10674"/>
                    </a:cubicBezTo>
                    <a:cubicBezTo>
                      <a:pt x="528" y="10752"/>
                      <a:pt x="547" y="10810"/>
                      <a:pt x="586" y="10869"/>
                    </a:cubicBezTo>
                    <a:cubicBezTo>
                      <a:pt x="586" y="10908"/>
                      <a:pt x="606" y="10927"/>
                      <a:pt x="606" y="10947"/>
                    </a:cubicBezTo>
                    <a:cubicBezTo>
                      <a:pt x="606" y="11025"/>
                      <a:pt x="625" y="11064"/>
                      <a:pt x="645" y="11123"/>
                    </a:cubicBezTo>
                    <a:cubicBezTo>
                      <a:pt x="645" y="11142"/>
                      <a:pt x="684" y="11162"/>
                      <a:pt x="684" y="11201"/>
                    </a:cubicBezTo>
                    <a:cubicBezTo>
                      <a:pt x="684" y="11240"/>
                      <a:pt x="703" y="11298"/>
                      <a:pt x="723" y="11337"/>
                    </a:cubicBezTo>
                    <a:cubicBezTo>
                      <a:pt x="723" y="11357"/>
                      <a:pt x="742" y="11396"/>
                      <a:pt x="742" y="11415"/>
                    </a:cubicBezTo>
                    <a:lnTo>
                      <a:pt x="820" y="11552"/>
                    </a:lnTo>
                    <a:cubicBezTo>
                      <a:pt x="820" y="11591"/>
                      <a:pt x="840" y="11610"/>
                      <a:pt x="840" y="11630"/>
                    </a:cubicBezTo>
                    <a:lnTo>
                      <a:pt x="918" y="11786"/>
                    </a:lnTo>
                    <a:cubicBezTo>
                      <a:pt x="918" y="11805"/>
                      <a:pt x="937" y="11825"/>
                      <a:pt x="937" y="11845"/>
                    </a:cubicBezTo>
                    <a:cubicBezTo>
                      <a:pt x="976" y="11923"/>
                      <a:pt x="996" y="11981"/>
                      <a:pt x="1015" y="12020"/>
                    </a:cubicBezTo>
                    <a:cubicBezTo>
                      <a:pt x="1015" y="12020"/>
                      <a:pt x="1054" y="12040"/>
                      <a:pt x="1054" y="12079"/>
                    </a:cubicBezTo>
                    <a:cubicBezTo>
                      <a:pt x="1074" y="12118"/>
                      <a:pt x="1113" y="12196"/>
                      <a:pt x="1152" y="12235"/>
                    </a:cubicBezTo>
                    <a:cubicBezTo>
                      <a:pt x="1152" y="12274"/>
                      <a:pt x="1172" y="12274"/>
                      <a:pt x="1172" y="12293"/>
                    </a:cubicBezTo>
                    <a:cubicBezTo>
                      <a:pt x="1308" y="12566"/>
                      <a:pt x="1484" y="12859"/>
                      <a:pt x="1679" y="13113"/>
                    </a:cubicBezTo>
                    <a:lnTo>
                      <a:pt x="1698" y="13152"/>
                    </a:lnTo>
                    <a:cubicBezTo>
                      <a:pt x="1757" y="13191"/>
                      <a:pt x="1776" y="13269"/>
                      <a:pt x="1835" y="13308"/>
                    </a:cubicBezTo>
                    <a:lnTo>
                      <a:pt x="1854" y="13347"/>
                    </a:lnTo>
                    <a:cubicBezTo>
                      <a:pt x="1893" y="13405"/>
                      <a:pt x="1932" y="13464"/>
                      <a:pt x="1971" y="13503"/>
                    </a:cubicBezTo>
                    <a:lnTo>
                      <a:pt x="1991" y="13542"/>
                    </a:lnTo>
                    <a:cubicBezTo>
                      <a:pt x="2050" y="13581"/>
                      <a:pt x="2069" y="13640"/>
                      <a:pt x="2128" y="13679"/>
                    </a:cubicBezTo>
                    <a:lnTo>
                      <a:pt x="2147" y="13698"/>
                    </a:lnTo>
                    <a:cubicBezTo>
                      <a:pt x="2167" y="13757"/>
                      <a:pt x="2225" y="13796"/>
                      <a:pt x="2264" y="13854"/>
                    </a:cubicBezTo>
                    <a:lnTo>
                      <a:pt x="2284" y="13874"/>
                    </a:lnTo>
                    <a:cubicBezTo>
                      <a:pt x="2342" y="13952"/>
                      <a:pt x="2381" y="13991"/>
                      <a:pt x="2440" y="14049"/>
                    </a:cubicBezTo>
                    <a:lnTo>
                      <a:pt x="2459" y="14069"/>
                    </a:lnTo>
                    <a:cubicBezTo>
                      <a:pt x="2537" y="14127"/>
                      <a:pt x="2576" y="14186"/>
                      <a:pt x="2635" y="14244"/>
                    </a:cubicBezTo>
                    <a:cubicBezTo>
                      <a:pt x="2850" y="14479"/>
                      <a:pt x="3103" y="14713"/>
                      <a:pt x="3337" y="14927"/>
                    </a:cubicBezTo>
                    <a:cubicBezTo>
                      <a:pt x="3259" y="14420"/>
                      <a:pt x="3025" y="13854"/>
                      <a:pt x="2752" y="13171"/>
                    </a:cubicBezTo>
                    <a:cubicBezTo>
                      <a:pt x="2342" y="12118"/>
                      <a:pt x="2811" y="12079"/>
                      <a:pt x="3240" y="11240"/>
                    </a:cubicBezTo>
                    <a:cubicBezTo>
                      <a:pt x="3689" y="10420"/>
                      <a:pt x="4469" y="10908"/>
                      <a:pt x="5308" y="9893"/>
                    </a:cubicBezTo>
                    <a:cubicBezTo>
                      <a:pt x="6167" y="8879"/>
                      <a:pt x="5464" y="7942"/>
                      <a:pt x="5796" y="7513"/>
                    </a:cubicBezTo>
                    <a:cubicBezTo>
                      <a:pt x="5863" y="7424"/>
                      <a:pt x="5946" y="7393"/>
                      <a:pt x="6045" y="7393"/>
                    </a:cubicBezTo>
                    <a:cubicBezTo>
                      <a:pt x="6255" y="7393"/>
                      <a:pt x="6536" y="7530"/>
                      <a:pt x="6881" y="7530"/>
                    </a:cubicBezTo>
                    <a:cubicBezTo>
                      <a:pt x="7225" y="7530"/>
                      <a:pt x="7633" y="7394"/>
                      <a:pt x="8098" y="6850"/>
                    </a:cubicBezTo>
                    <a:cubicBezTo>
                      <a:pt x="9210" y="5503"/>
                      <a:pt x="8313" y="4801"/>
                      <a:pt x="7786" y="4176"/>
                    </a:cubicBezTo>
                    <a:cubicBezTo>
                      <a:pt x="7220" y="3533"/>
                      <a:pt x="6674" y="4020"/>
                      <a:pt x="6362" y="2947"/>
                    </a:cubicBezTo>
                    <a:cubicBezTo>
                      <a:pt x="6049" y="1874"/>
                      <a:pt x="4996" y="2089"/>
                      <a:pt x="4508" y="1991"/>
                    </a:cubicBezTo>
                    <a:cubicBezTo>
                      <a:pt x="4020" y="1894"/>
                      <a:pt x="4098" y="1"/>
                      <a:pt x="40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5">
                <a:extLst>
                  <a:ext uri="{FF2B5EF4-FFF2-40B4-BE49-F238E27FC236}">
                    <a16:creationId xmlns:a16="http://schemas.microsoft.com/office/drawing/2014/main" id="{8E5C523F-5091-45B1-13DB-9D49C78E9BD8}"/>
                  </a:ext>
                </a:extLst>
              </p:cNvPr>
              <p:cNvSpPr/>
              <p:nvPr/>
            </p:nvSpPr>
            <p:spPr>
              <a:xfrm>
                <a:off x="991825" y="1931785"/>
                <a:ext cx="330578" cy="1320417"/>
              </a:xfrm>
              <a:custGeom>
                <a:avLst/>
                <a:gdLst/>
                <a:ahLst/>
                <a:cxnLst/>
                <a:rect l="l" t="t" r="r" b="b"/>
                <a:pathLst>
                  <a:path w="3493" h="13952" extrusionOk="0">
                    <a:moveTo>
                      <a:pt x="2869" y="1"/>
                    </a:moveTo>
                    <a:cubicBezTo>
                      <a:pt x="2866" y="5"/>
                      <a:pt x="2864" y="9"/>
                      <a:pt x="2862" y="12"/>
                    </a:cubicBezTo>
                    <a:lnTo>
                      <a:pt x="2862" y="12"/>
                    </a:lnTo>
                    <a:cubicBezTo>
                      <a:pt x="2866" y="9"/>
                      <a:pt x="2869" y="6"/>
                      <a:pt x="2869" y="1"/>
                    </a:cubicBezTo>
                    <a:close/>
                    <a:moveTo>
                      <a:pt x="2862" y="12"/>
                    </a:moveTo>
                    <a:cubicBezTo>
                      <a:pt x="2851" y="22"/>
                      <a:pt x="2825" y="25"/>
                      <a:pt x="2810" y="40"/>
                    </a:cubicBezTo>
                    <a:lnTo>
                      <a:pt x="2712" y="138"/>
                    </a:lnTo>
                    <a:lnTo>
                      <a:pt x="2615" y="235"/>
                    </a:lnTo>
                    <a:lnTo>
                      <a:pt x="2537" y="313"/>
                    </a:lnTo>
                    <a:cubicBezTo>
                      <a:pt x="2498" y="372"/>
                      <a:pt x="2420" y="411"/>
                      <a:pt x="2381" y="489"/>
                    </a:cubicBezTo>
                    <a:cubicBezTo>
                      <a:pt x="2381" y="508"/>
                      <a:pt x="2342" y="508"/>
                      <a:pt x="2342" y="528"/>
                    </a:cubicBezTo>
                    <a:cubicBezTo>
                      <a:pt x="2322" y="586"/>
                      <a:pt x="2283" y="625"/>
                      <a:pt x="2225" y="684"/>
                    </a:cubicBezTo>
                    <a:cubicBezTo>
                      <a:pt x="2205" y="703"/>
                      <a:pt x="2186" y="762"/>
                      <a:pt x="2147" y="781"/>
                    </a:cubicBezTo>
                    <a:cubicBezTo>
                      <a:pt x="2108" y="801"/>
                      <a:pt x="2088" y="859"/>
                      <a:pt x="2049" y="879"/>
                    </a:cubicBezTo>
                    <a:cubicBezTo>
                      <a:pt x="2029" y="899"/>
                      <a:pt x="2010" y="957"/>
                      <a:pt x="1990" y="977"/>
                    </a:cubicBezTo>
                    <a:cubicBezTo>
                      <a:pt x="1951" y="996"/>
                      <a:pt x="1932" y="1055"/>
                      <a:pt x="1912" y="1074"/>
                    </a:cubicBezTo>
                    <a:cubicBezTo>
                      <a:pt x="1893" y="1094"/>
                      <a:pt x="1854" y="1152"/>
                      <a:pt x="1834" y="1172"/>
                    </a:cubicBezTo>
                    <a:cubicBezTo>
                      <a:pt x="1815" y="1211"/>
                      <a:pt x="1756" y="1269"/>
                      <a:pt x="1737" y="1308"/>
                    </a:cubicBezTo>
                    <a:cubicBezTo>
                      <a:pt x="1717" y="1347"/>
                      <a:pt x="1698" y="1347"/>
                      <a:pt x="1698" y="1367"/>
                    </a:cubicBezTo>
                    <a:lnTo>
                      <a:pt x="1542" y="1581"/>
                    </a:lnTo>
                    <a:cubicBezTo>
                      <a:pt x="1542" y="1601"/>
                      <a:pt x="1522" y="1640"/>
                      <a:pt x="1503" y="1659"/>
                    </a:cubicBezTo>
                    <a:cubicBezTo>
                      <a:pt x="1464" y="1698"/>
                      <a:pt x="1444" y="1738"/>
                      <a:pt x="1425" y="1777"/>
                    </a:cubicBezTo>
                    <a:cubicBezTo>
                      <a:pt x="1405" y="1796"/>
                      <a:pt x="1366" y="1855"/>
                      <a:pt x="1347" y="1874"/>
                    </a:cubicBezTo>
                    <a:cubicBezTo>
                      <a:pt x="1327" y="1933"/>
                      <a:pt x="1308" y="1952"/>
                      <a:pt x="1269" y="1991"/>
                    </a:cubicBezTo>
                    <a:cubicBezTo>
                      <a:pt x="1269" y="2030"/>
                      <a:pt x="1249" y="2069"/>
                      <a:pt x="1230" y="2089"/>
                    </a:cubicBezTo>
                    <a:cubicBezTo>
                      <a:pt x="1210" y="2147"/>
                      <a:pt x="1171" y="2167"/>
                      <a:pt x="1151" y="2225"/>
                    </a:cubicBezTo>
                    <a:cubicBezTo>
                      <a:pt x="1151" y="2245"/>
                      <a:pt x="1132" y="2284"/>
                      <a:pt x="1112" y="2323"/>
                    </a:cubicBezTo>
                    <a:lnTo>
                      <a:pt x="1034" y="2459"/>
                    </a:lnTo>
                    <a:cubicBezTo>
                      <a:pt x="1034" y="2479"/>
                      <a:pt x="1015" y="2518"/>
                      <a:pt x="1015" y="2537"/>
                    </a:cubicBezTo>
                    <a:cubicBezTo>
                      <a:pt x="1015" y="2557"/>
                      <a:pt x="976" y="2557"/>
                      <a:pt x="976" y="2577"/>
                    </a:cubicBezTo>
                    <a:cubicBezTo>
                      <a:pt x="956" y="2635"/>
                      <a:pt x="937" y="2713"/>
                      <a:pt x="917" y="2752"/>
                    </a:cubicBezTo>
                    <a:cubicBezTo>
                      <a:pt x="917" y="2752"/>
                      <a:pt x="878" y="2772"/>
                      <a:pt x="878" y="2811"/>
                    </a:cubicBezTo>
                    <a:cubicBezTo>
                      <a:pt x="878" y="2830"/>
                      <a:pt x="859" y="2830"/>
                      <a:pt x="859" y="2850"/>
                    </a:cubicBezTo>
                    <a:lnTo>
                      <a:pt x="781" y="3006"/>
                    </a:lnTo>
                    <a:lnTo>
                      <a:pt x="781" y="3025"/>
                    </a:lnTo>
                    <a:cubicBezTo>
                      <a:pt x="761" y="3045"/>
                      <a:pt x="761" y="3103"/>
                      <a:pt x="742" y="3123"/>
                    </a:cubicBezTo>
                    <a:cubicBezTo>
                      <a:pt x="742" y="3162"/>
                      <a:pt x="722" y="3220"/>
                      <a:pt x="683" y="3259"/>
                    </a:cubicBezTo>
                    <a:cubicBezTo>
                      <a:pt x="664" y="3298"/>
                      <a:pt x="664" y="3337"/>
                      <a:pt x="644" y="3357"/>
                    </a:cubicBezTo>
                    <a:cubicBezTo>
                      <a:pt x="644" y="3416"/>
                      <a:pt x="625" y="3455"/>
                      <a:pt x="586" y="3513"/>
                    </a:cubicBezTo>
                    <a:cubicBezTo>
                      <a:pt x="586" y="3533"/>
                      <a:pt x="566" y="3552"/>
                      <a:pt x="566" y="3591"/>
                    </a:cubicBezTo>
                    <a:cubicBezTo>
                      <a:pt x="547" y="3611"/>
                      <a:pt x="547" y="3611"/>
                      <a:pt x="547" y="3630"/>
                    </a:cubicBezTo>
                    <a:cubicBezTo>
                      <a:pt x="547" y="3689"/>
                      <a:pt x="527" y="3747"/>
                      <a:pt x="488" y="3806"/>
                    </a:cubicBezTo>
                    <a:lnTo>
                      <a:pt x="488" y="3825"/>
                    </a:lnTo>
                    <a:cubicBezTo>
                      <a:pt x="488" y="3845"/>
                      <a:pt x="469" y="3884"/>
                      <a:pt x="469" y="3903"/>
                    </a:cubicBezTo>
                    <a:cubicBezTo>
                      <a:pt x="449" y="3942"/>
                      <a:pt x="449" y="4020"/>
                      <a:pt x="430" y="4079"/>
                    </a:cubicBezTo>
                    <a:cubicBezTo>
                      <a:pt x="391" y="4098"/>
                      <a:pt x="391" y="4098"/>
                      <a:pt x="391" y="4118"/>
                    </a:cubicBezTo>
                    <a:cubicBezTo>
                      <a:pt x="391" y="4137"/>
                      <a:pt x="371" y="4176"/>
                      <a:pt x="371" y="4196"/>
                    </a:cubicBezTo>
                    <a:cubicBezTo>
                      <a:pt x="351" y="4235"/>
                      <a:pt x="351" y="4313"/>
                      <a:pt x="332" y="4372"/>
                    </a:cubicBezTo>
                    <a:cubicBezTo>
                      <a:pt x="332" y="4391"/>
                      <a:pt x="293" y="4430"/>
                      <a:pt x="293" y="4469"/>
                    </a:cubicBezTo>
                    <a:cubicBezTo>
                      <a:pt x="273" y="4508"/>
                      <a:pt x="273" y="4586"/>
                      <a:pt x="254" y="4625"/>
                    </a:cubicBezTo>
                    <a:cubicBezTo>
                      <a:pt x="254" y="4684"/>
                      <a:pt x="234" y="4703"/>
                      <a:pt x="234" y="4723"/>
                    </a:cubicBezTo>
                    <a:lnTo>
                      <a:pt x="234" y="4762"/>
                    </a:lnTo>
                    <a:cubicBezTo>
                      <a:pt x="234" y="4820"/>
                      <a:pt x="195" y="4879"/>
                      <a:pt x="195" y="4918"/>
                    </a:cubicBezTo>
                    <a:lnTo>
                      <a:pt x="195" y="4976"/>
                    </a:lnTo>
                    <a:lnTo>
                      <a:pt x="195" y="5055"/>
                    </a:lnTo>
                    <a:cubicBezTo>
                      <a:pt x="195" y="5113"/>
                      <a:pt x="176" y="5172"/>
                      <a:pt x="176" y="5250"/>
                    </a:cubicBezTo>
                    <a:cubicBezTo>
                      <a:pt x="156" y="5269"/>
                      <a:pt x="156" y="5289"/>
                      <a:pt x="156" y="5308"/>
                    </a:cubicBezTo>
                    <a:cubicBezTo>
                      <a:pt x="156" y="5386"/>
                      <a:pt x="137" y="5484"/>
                      <a:pt x="137" y="5562"/>
                    </a:cubicBezTo>
                    <a:lnTo>
                      <a:pt x="137" y="5659"/>
                    </a:lnTo>
                    <a:cubicBezTo>
                      <a:pt x="137" y="5737"/>
                      <a:pt x="98" y="5776"/>
                      <a:pt x="98" y="5854"/>
                    </a:cubicBezTo>
                    <a:lnTo>
                      <a:pt x="98" y="5952"/>
                    </a:lnTo>
                    <a:cubicBezTo>
                      <a:pt x="78" y="5991"/>
                      <a:pt x="78" y="6069"/>
                      <a:pt x="78" y="6108"/>
                    </a:cubicBezTo>
                    <a:lnTo>
                      <a:pt x="78" y="6186"/>
                    </a:lnTo>
                    <a:lnTo>
                      <a:pt x="78" y="6225"/>
                    </a:lnTo>
                    <a:lnTo>
                      <a:pt x="78" y="6420"/>
                    </a:lnTo>
                    <a:lnTo>
                      <a:pt x="78" y="6459"/>
                    </a:lnTo>
                    <a:cubicBezTo>
                      <a:pt x="78" y="6479"/>
                      <a:pt x="59" y="6479"/>
                      <a:pt x="0" y="6596"/>
                    </a:cubicBezTo>
                    <a:lnTo>
                      <a:pt x="0" y="6869"/>
                    </a:lnTo>
                    <a:lnTo>
                      <a:pt x="0" y="7123"/>
                    </a:lnTo>
                    <a:lnTo>
                      <a:pt x="0" y="7201"/>
                    </a:lnTo>
                    <a:lnTo>
                      <a:pt x="0" y="7357"/>
                    </a:lnTo>
                    <a:lnTo>
                      <a:pt x="0" y="7415"/>
                    </a:lnTo>
                    <a:lnTo>
                      <a:pt x="0" y="7454"/>
                    </a:lnTo>
                    <a:lnTo>
                      <a:pt x="0" y="7611"/>
                    </a:lnTo>
                    <a:lnTo>
                      <a:pt x="0" y="7708"/>
                    </a:lnTo>
                    <a:cubicBezTo>
                      <a:pt x="20" y="7747"/>
                      <a:pt x="20" y="7806"/>
                      <a:pt x="20" y="7845"/>
                    </a:cubicBezTo>
                    <a:lnTo>
                      <a:pt x="20" y="7942"/>
                    </a:lnTo>
                    <a:cubicBezTo>
                      <a:pt x="20" y="8001"/>
                      <a:pt x="59" y="8040"/>
                      <a:pt x="59" y="8098"/>
                    </a:cubicBezTo>
                    <a:cubicBezTo>
                      <a:pt x="78" y="8118"/>
                      <a:pt x="78" y="8157"/>
                      <a:pt x="78" y="8196"/>
                    </a:cubicBezTo>
                    <a:cubicBezTo>
                      <a:pt x="78" y="8235"/>
                      <a:pt x="98" y="8293"/>
                      <a:pt x="98" y="8332"/>
                    </a:cubicBezTo>
                    <a:cubicBezTo>
                      <a:pt x="117" y="8352"/>
                      <a:pt x="117" y="8411"/>
                      <a:pt x="117" y="8430"/>
                    </a:cubicBezTo>
                    <a:cubicBezTo>
                      <a:pt x="117" y="8489"/>
                      <a:pt x="156" y="8528"/>
                      <a:pt x="156" y="8586"/>
                    </a:cubicBezTo>
                    <a:cubicBezTo>
                      <a:pt x="156" y="8606"/>
                      <a:pt x="176" y="8645"/>
                      <a:pt x="176" y="8684"/>
                    </a:cubicBezTo>
                    <a:cubicBezTo>
                      <a:pt x="176" y="8723"/>
                      <a:pt x="195" y="8781"/>
                      <a:pt x="195" y="8820"/>
                    </a:cubicBezTo>
                    <a:lnTo>
                      <a:pt x="195" y="8879"/>
                    </a:lnTo>
                    <a:lnTo>
                      <a:pt x="195" y="8918"/>
                    </a:lnTo>
                    <a:cubicBezTo>
                      <a:pt x="215" y="8976"/>
                      <a:pt x="215" y="9035"/>
                      <a:pt x="254" y="9093"/>
                    </a:cubicBezTo>
                    <a:cubicBezTo>
                      <a:pt x="273" y="9093"/>
                      <a:pt x="273" y="9113"/>
                      <a:pt x="273" y="9132"/>
                    </a:cubicBezTo>
                    <a:cubicBezTo>
                      <a:pt x="312" y="9308"/>
                      <a:pt x="371" y="9484"/>
                      <a:pt x="410" y="9620"/>
                    </a:cubicBezTo>
                    <a:cubicBezTo>
                      <a:pt x="449" y="9659"/>
                      <a:pt x="449" y="9659"/>
                      <a:pt x="449" y="9679"/>
                    </a:cubicBezTo>
                    <a:cubicBezTo>
                      <a:pt x="469" y="9757"/>
                      <a:pt x="488" y="9796"/>
                      <a:pt x="508" y="9874"/>
                    </a:cubicBezTo>
                    <a:cubicBezTo>
                      <a:pt x="508" y="9893"/>
                      <a:pt x="547" y="9913"/>
                      <a:pt x="547" y="9952"/>
                    </a:cubicBezTo>
                    <a:cubicBezTo>
                      <a:pt x="547" y="10010"/>
                      <a:pt x="566" y="10069"/>
                      <a:pt x="586" y="10108"/>
                    </a:cubicBezTo>
                    <a:lnTo>
                      <a:pt x="586" y="10147"/>
                    </a:lnTo>
                    <a:cubicBezTo>
                      <a:pt x="586" y="10167"/>
                      <a:pt x="625" y="10167"/>
                      <a:pt x="625" y="10186"/>
                    </a:cubicBezTo>
                    <a:cubicBezTo>
                      <a:pt x="625" y="10245"/>
                      <a:pt x="644" y="10284"/>
                      <a:pt x="664" y="10342"/>
                    </a:cubicBezTo>
                    <a:cubicBezTo>
                      <a:pt x="664" y="10362"/>
                      <a:pt x="683" y="10381"/>
                      <a:pt x="683" y="10420"/>
                    </a:cubicBezTo>
                    <a:lnTo>
                      <a:pt x="761" y="10557"/>
                    </a:lnTo>
                    <a:cubicBezTo>
                      <a:pt x="761" y="10576"/>
                      <a:pt x="781" y="10615"/>
                      <a:pt x="781" y="10635"/>
                    </a:cubicBezTo>
                    <a:lnTo>
                      <a:pt x="859" y="10771"/>
                    </a:lnTo>
                    <a:cubicBezTo>
                      <a:pt x="859" y="10810"/>
                      <a:pt x="878" y="10810"/>
                      <a:pt x="878" y="10830"/>
                    </a:cubicBezTo>
                    <a:lnTo>
                      <a:pt x="878" y="10849"/>
                    </a:lnTo>
                    <a:cubicBezTo>
                      <a:pt x="917" y="10928"/>
                      <a:pt x="937" y="10967"/>
                      <a:pt x="956" y="11025"/>
                    </a:cubicBezTo>
                    <a:cubicBezTo>
                      <a:pt x="956" y="11025"/>
                      <a:pt x="976" y="11045"/>
                      <a:pt x="976" y="11064"/>
                    </a:cubicBezTo>
                    <a:cubicBezTo>
                      <a:pt x="1034" y="11123"/>
                      <a:pt x="1054" y="11201"/>
                      <a:pt x="1073" y="11240"/>
                    </a:cubicBezTo>
                    <a:lnTo>
                      <a:pt x="1073" y="11259"/>
                    </a:lnTo>
                    <a:lnTo>
                      <a:pt x="1073" y="11298"/>
                    </a:lnTo>
                    <a:cubicBezTo>
                      <a:pt x="1230" y="11552"/>
                      <a:pt x="1405" y="11845"/>
                      <a:pt x="1600" y="12118"/>
                    </a:cubicBezTo>
                    <a:lnTo>
                      <a:pt x="1620" y="12137"/>
                    </a:lnTo>
                    <a:cubicBezTo>
                      <a:pt x="1659" y="12196"/>
                      <a:pt x="1698" y="12274"/>
                      <a:pt x="1737" y="12313"/>
                    </a:cubicBezTo>
                    <a:lnTo>
                      <a:pt x="1756" y="12332"/>
                    </a:lnTo>
                    <a:cubicBezTo>
                      <a:pt x="1815" y="12410"/>
                      <a:pt x="1834" y="12469"/>
                      <a:pt x="1893" y="12508"/>
                    </a:cubicBezTo>
                    <a:cubicBezTo>
                      <a:pt x="1912" y="12508"/>
                      <a:pt x="1912" y="12528"/>
                      <a:pt x="1912" y="12528"/>
                    </a:cubicBezTo>
                    <a:lnTo>
                      <a:pt x="1912" y="12567"/>
                    </a:lnTo>
                    <a:cubicBezTo>
                      <a:pt x="1951" y="12606"/>
                      <a:pt x="1990" y="12664"/>
                      <a:pt x="2029" y="12703"/>
                    </a:cubicBezTo>
                    <a:lnTo>
                      <a:pt x="2049" y="12723"/>
                    </a:lnTo>
                    <a:cubicBezTo>
                      <a:pt x="2088" y="12781"/>
                      <a:pt x="2127" y="12820"/>
                      <a:pt x="2186" y="12879"/>
                    </a:cubicBezTo>
                    <a:lnTo>
                      <a:pt x="2205" y="12898"/>
                    </a:lnTo>
                    <a:cubicBezTo>
                      <a:pt x="2244" y="12976"/>
                      <a:pt x="2303" y="13015"/>
                      <a:pt x="2342" y="13074"/>
                    </a:cubicBezTo>
                    <a:lnTo>
                      <a:pt x="2381" y="13093"/>
                    </a:lnTo>
                    <a:cubicBezTo>
                      <a:pt x="2439" y="13152"/>
                      <a:pt x="2498" y="13210"/>
                      <a:pt x="2537" y="13269"/>
                    </a:cubicBezTo>
                    <a:cubicBezTo>
                      <a:pt x="2790" y="13503"/>
                      <a:pt x="3025" y="13737"/>
                      <a:pt x="3278" y="13952"/>
                    </a:cubicBezTo>
                    <a:cubicBezTo>
                      <a:pt x="3200" y="13445"/>
                      <a:pt x="2966" y="12879"/>
                      <a:pt x="2693" y="12196"/>
                    </a:cubicBezTo>
                    <a:cubicBezTo>
                      <a:pt x="2283" y="11142"/>
                      <a:pt x="2732" y="11103"/>
                      <a:pt x="3181" y="10264"/>
                    </a:cubicBezTo>
                    <a:cubicBezTo>
                      <a:pt x="3278" y="10089"/>
                      <a:pt x="3376" y="9971"/>
                      <a:pt x="3493" y="9893"/>
                    </a:cubicBezTo>
                    <a:cubicBezTo>
                      <a:pt x="2400" y="8372"/>
                      <a:pt x="1737" y="6479"/>
                      <a:pt x="1737" y="4469"/>
                    </a:cubicBezTo>
                    <a:cubicBezTo>
                      <a:pt x="1737" y="2854"/>
                      <a:pt x="2144" y="1356"/>
                      <a:pt x="2862" y="12"/>
                    </a:cubicBezTo>
                    <a:close/>
                  </a:path>
                </a:pathLst>
              </a:custGeom>
              <a:solidFill>
                <a:srgbClr val="052E3A">
                  <a:alpha val="21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5">
                <a:extLst>
                  <a:ext uri="{FF2B5EF4-FFF2-40B4-BE49-F238E27FC236}">
                    <a16:creationId xmlns:a16="http://schemas.microsoft.com/office/drawing/2014/main" id="{2B67D08A-F227-60C2-5E58-95F899992A0B}"/>
                  </a:ext>
                </a:extLst>
              </p:cNvPr>
              <p:cNvSpPr/>
              <p:nvPr/>
            </p:nvSpPr>
            <p:spPr>
              <a:xfrm>
                <a:off x="2044289" y="1917021"/>
                <a:ext cx="733271" cy="1108045"/>
              </a:xfrm>
              <a:custGeom>
                <a:avLst/>
                <a:gdLst/>
                <a:ahLst/>
                <a:cxnLst/>
                <a:rect l="l" t="t" r="r" b="b"/>
                <a:pathLst>
                  <a:path w="7748" h="11708" extrusionOk="0">
                    <a:moveTo>
                      <a:pt x="4781" y="1"/>
                    </a:moveTo>
                    <a:cubicBezTo>
                      <a:pt x="4567" y="625"/>
                      <a:pt x="4157" y="1328"/>
                      <a:pt x="3338" y="1542"/>
                    </a:cubicBezTo>
                    <a:cubicBezTo>
                      <a:pt x="1855" y="1933"/>
                      <a:pt x="1" y="2889"/>
                      <a:pt x="703" y="4040"/>
                    </a:cubicBezTo>
                    <a:cubicBezTo>
                      <a:pt x="946" y="4431"/>
                      <a:pt x="1189" y="4521"/>
                      <a:pt x="1459" y="4521"/>
                    </a:cubicBezTo>
                    <a:cubicBezTo>
                      <a:pt x="1690" y="4521"/>
                      <a:pt x="1941" y="4455"/>
                      <a:pt x="2229" y="4455"/>
                    </a:cubicBezTo>
                    <a:cubicBezTo>
                      <a:pt x="2575" y="4455"/>
                      <a:pt x="2974" y="4551"/>
                      <a:pt x="3455" y="4976"/>
                    </a:cubicBezTo>
                    <a:cubicBezTo>
                      <a:pt x="4781" y="6167"/>
                      <a:pt x="2967" y="6713"/>
                      <a:pt x="4059" y="7767"/>
                    </a:cubicBezTo>
                    <a:cubicBezTo>
                      <a:pt x="4294" y="7989"/>
                      <a:pt x="4501" y="8072"/>
                      <a:pt x="4687" y="8072"/>
                    </a:cubicBezTo>
                    <a:cubicBezTo>
                      <a:pt x="5253" y="8072"/>
                      <a:pt x="5634" y="7304"/>
                      <a:pt x="6044" y="7304"/>
                    </a:cubicBezTo>
                    <a:cubicBezTo>
                      <a:pt x="6129" y="7304"/>
                      <a:pt x="6214" y="7337"/>
                      <a:pt x="6303" y="7415"/>
                    </a:cubicBezTo>
                    <a:cubicBezTo>
                      <a:pt x="6928" y="8020"/>
                      <a:pt x="7084" y="9464"/>
                      <a:pt x="6420" y="11708"/>
                    </a:cubicBezTo>
                    <a:cubicBezTo>
                      <a:pt x="7279" y="10303"/>
                      <a:pt x="7747" y="8645"/>
                      <a:pt x="7747" y="6889"/>
                    </a:cubicBezTo>
                    <a:cubicBezTo>
                      <a:pt x="7747" y="4176"/>
                      <a:pt x="6596" y="1757"/>
                      <a:pt x="47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5">
                <a:extLst>
                  <a:ext uri="{FF2B5EF4-FFF2-40B4-BE49-F238E27FC236}">
                    <a16:creationId xmlns:a16="http://schemas.microsoft.com/office/drawing/2014/main" id="{63CF78F2-3D3E-900C-35EB-8E6FDD4716D2}"/>
                  </a:ext>
                </a:extLst>
              </p:cNvPr>
              <p:cNvSpPr/>
              <p:nvPr/>
            </p:nvSpPr>
            <p:spPr>
              <a:xfrm>
                <a:off x="1663941" y="2486358"/>
                <a:ext cx="688885" cy="731094"/>
              </a:xfrm>
              <a:custGeom>
                <a:avLst/>
                <a:gdLst/>
                <a:ahLst/>
                <a:cxnLst/>
                <a:rect l="l" t="t" r="r" b="b"/>
                <a:pathLst>
                  <a:path w="7279" h="7725" extrusionOk="0">
                    <a:moveTo>
                      <a:pt x="4341" y="1"/>
                    </a:moveTo>
                    <a:cubicBezTo>
                      <a:pt x="4027" y="1"/>
                      <a:pt x="3675" y="188"/>
                      <a:pt x="3298" y="580"/>
                    </a:cubicBezTo>
                    <a:cubicBezTo>
                      <a:pt x="2303" y="1594"/>
                      <a:pt x="1913" y="599"/>
                      <a:pt x="1054" y="1887"/>
                    </a:cubicBezTo>
                    <a:cubicBezTo>
                      <a:pt x="215" y="3175"/>
                      <a:pt x="1" y="3546"/>
                      <a:pt x="1054" y="4033"/>
                    </a:cubicBezTo>
                    <a:cubicBezTo>
                      <a:pt x="2108" y="4521"/>
                      <a:pt x="3493" y="4424"/>
                      <a:pt x="3142" y="5711"/>
                    </a:cubicBezTo>
                    <a:cubicBezTo>
                      <a:pt x="2899" y="6671"/>
                      <a:pt x="2781" y="7724"/>
                      <a:pt x="3306" y="7724"/>
                    </a:cubicBezTo>
                    <a:cubicBezTo>
                      <a:pt x="3497" y="7724"/>
                      <a:pt x="3772" y="7585"/>
                      <a:pt x="4157" y="7253"/>
                    </a:cubicBezTo>
                    <a:cubicBezTo>
                      <a:pt x="5581" y="6004"/>
                      <a:pt x="7278" y="5672"/>
                      <a:pt x="6635" y="3838"/>
                    </a:cubicBezTo>
                    <a:cubicBezTo>
                      <a:pt x="5971" y="2024"/>
                      <a:pt x="5542" y="1438"/>
                      <a:pt x="5542" y="1438"/>
                    </a:cubicBezTo>
                    <a:cubicBezTo>
                      <a:pt x="5275" y="505"/>
                      <a:pt x="4858" y="1"/>
                      <a:pt x="43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5">
                <a:extLst>
                  <a:ext uri="{FF2B5EF4-FFF2-40B4-BE49-F238E27FC236}">
                    <a16:creationId xmlns:a16="http://schemas.microsoft.com/office/drawing/2014/main" id="{C73C13E2-F3B1-3BFB-D614-8EBD2EBD0B09}"/>
                  </a:ext>
                </a:extLst>
              </p:cNvPr>
              <p:cNvSpPr/>
              <p:nvPr/>
            </p:nvSpPr>
            <p:spPr>
              <a:xfrm>
                <a:off x="2209810" y="3011310"/>
                <a:ext cx="259219" cy="258556"/>
              </a:xfrm>
              <a:custGeom>
                <a:avLst/>
                <a:gdLst/>
                <a:ahLst/>
                <a:cxnLst/>
                <a:rect l="l" t="t" r="r" b="b"/>
                <a:pathLst>
                  <a:path w="2739" h="2732" extrusionOk="0">
                    <a:moveTo>
                      <a:pt x="2476" y="0"/>
                    </a:moveTo>
                    <a:cubicBezTo>
                      <a:pt x="2278" y="0"/>
                      <a:pt x="1972" y="237"/>
                      <a:pt x="1784" y="613"/>
                    </a:cubicBezTo>
                    <a:cubicBezTo>
                      <a:pt x="1452" y="1316"/>
                      <a:pt x="964" y="1706"/>
                      <a:pt x="964" y="1706"/>
                    </a:cubicBezTo>
                    <a:cubicBezTo>
                      <a:pt x="332" y="2193"/>
                      <a:pt x="1" y="2731"/>
                      <a:pt x="512" y="2731"/>
                    </a:cubicBezTo>
                    <a:cubicBezTo>
                      <a:pt x="553" y="2731"/>
                      <a:pt x="600" y="2728"/>
                      <a:pt x="652" y="2720"/>
                    </a:cubicBezTo>
                    <a:cubicBezTo>
                      <a:pt x="1374" y="2584"/>
                      <a:pt x="2310" y="1491"/>
                      <a:pt x="2603" y="594"/>
                    </a:cubicBezTo>
                    <a:cubicBezTo>
                      <a:pt x="2739" y="177"/>
                      <a:pt x="2648" y="0"/>
                      <a:pt x="2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5">
                <a:extLst>
                  <a:ext uri="{FF2B5EF4-FFF2-40B4-BE49-F238E27FC236}">
                    <a16:creationId xmlns:a16="http://schemas.microsoft.com/office/drawing/2014/main" id="{35692642-43FA-28BB-8B0B-9DC53A5C7D4B}"/>
                  </a:ext>
                </a:extLst>
              </p:cNvPr>
              <p:cNvSpPr/>
              <p:nvPr/>
            </p:nvSpPr>
            <p:spPr>
              <a:xfrm>
                <a:off x="1628830" y="1682511"/>
                <a:ext cx="543044" cy="191362"/>
              </a:xfrm>
              <a:custGeom>
                <a:avLst/>
                <a:gdLst/>
                <a:ahLst/>
                <a:cxnLst/>
                <a:rect l="l" t="t" r="r" b="b"/>
                <a:pathLst>
                  <a:path w="5738" h="2022" extrusionOk="0">
                    <a:moveTo>
                      <a:pt x="2693" y="1"/>
                    </a:moveTo>
                    <a:cubicBezTo>
                      <a:pt x="1757" y="1"/>
                      <a:pt x="859" y="137"/>
                      <a:pt x="1" y="391"/>
                    </a:cubicBezTo>
                    <a:cubicBezTo>
                      <a:pt x="196" y="567"/>
                      <a:pt x="450" y="703"/>
                      <a:pt x="664" y="820"/>
                    </a:cubicBezTo>
                    <a:cubicBezTo>
                      <a:pt x="1351" y="1190"/>
                      <a:pt x="1020" y="2022"/>
                      <a:pt x="1682" y="2022"/>
                    </a:cubicBezTo>
                    <a:cubicBezTo>
                      <a:pt x="1753" y="2022"/>
                      <a:pt x="1836" y="2012"/>
                      <a:pt x="1933" y="1991"/>
                    </a:cubicBezTo>
                    <a:cubicBezTo>
                      <a:pt x="2624" y="1842"/>
                      <a:pt x="2816" y="1711"/>
                      <a:pt x="3204" y="1711"/>
                    </a:cubicBezTo>
                    <a:cubicBezTo>
                      <a:pt x="3373" y="1711"/>
                      <a:pt x="3580" y="1737"/>
                      <a:pt x="3884" y="1796"/>
                    </a:cubicBezTo>
                    <a:cubicBezTo>
                      <a:pt x="3993" y="1817"/>
                      <a:pt x="4094" y="1826"/>
                      <a:pt x="4188" y="1826"/>
                    </a:cubicBezTo>
                    <a:cubicBezTo>
                      <a:pt x="4979" y="1826"/>
                      <a:pt x="5249" y="1134"/>
                      <a:pt x="5737" y="489"/>
                    </a:cubicBezTo>
                    <a:cubicBezTo>
                      <a:pt x="4781" y="176"/>
                      <a:pt x="3767" y="1"/>
                      <a:pt x="26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5">
                <a:extLst>
                  <a:ext uri="{FF2B5EF4-FFF2-40B4-BE49-F238E27FC236}">
                    <a16:creationId xmlns:a16="http://schemas.microsoft.com/office/drawing/2014/main" id="{7ECD352C-7274-16D9-9B79-748F02A97CD3}"/>
                  </a:ext>
                </a:extLst>
              </p:cNvPr>
              <p:cNvSpPr/>
              <p:nvPr/>
            </p:nvSpPr>
            <p:spPr>
              <a:xfrm>
                <a:off x="1571575" y="3269859"/>
                <a:ext cx="358402" cy="189185"/>
              </a:xfrm>
              <a:custGeom>
                <a:avLst/>
                <a:gdLst/>
                <a:ahLst/>
                <a:cxnLst/>
                <a:rect l="l" t="t" r="r" b="b"/>
                <a:pathLst>
                  <a:path w="3787" h="1999" extrusionOk="0">
                    <a:moveTo>
                      <a:pt x="2394" y="0"/>
                    </a:moveTo>
                    <a:cubicBezTo>
                      <a:pt x="2150" y="0"/>
                      <a:pt x="1928" y="202"/>
                      <a:pt x="1757" y="535"/>
                    </a:cubicBezTo>
                    <a:cubicBezTo>
                      <a:pt x="1573" y="884"/>
                      <a:pt x="1415" y="982"/>
                      <a:pt x="1249" y="982"/>
                    </a:cubicBezTo>
                    <a:cubicBezTo>
                      <a:pt x="1062" y="982"/>
                      <a:pt x="864" y="858"/>
                      <a:pt x="606" y="827"/>
                    </a:cubicBezTo>
                    <a:cubicBezTo>
                      <a:pt x="598" y="827"/>
                      <a:pt x="590" y="827"/>
                      <a:pt x="582" y="827"/>
                    </a:cubicBezTo>
                    <a:cubicBezTo>
                      <a:pt x="341" y="827"/>
                      <a:pt x="171" y="1110"/>
                      <a:pt x="1" y="1393"/>
                    </a:cubicBezTo>
                    <a:cubicBezTo>
                      <a:pt x="1055" y="1784"/>
                      <a:pt x="2167" y="1998"/>
                      <a:pt x="3377" y="1998"/>
                    </a:cubicBezTo>
                    <a:lnTo>
                      <a:pt x="3786" y="1998"/>
                    </a:lnTo>
                    <a:cubicBezTo>
                      <a:pt x="3669" y="1842"/>
                      <a:pt x="3533" y="1569"/>
                      <a:pt x="3377" y="1159"/>
                    </a:cubicBezTo>
                    <a:cubicBezTo>
                      <a:pt x="3058" y="335"/>
                      <a:pt x="2709" y="0"/>
                      <a:pt x="23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9" name="Google Shape;1229;p45">
              <a:extLst>
                <a:ext uri="{FF2B5EF4-FFF2-40B4-BE49-F238E27FC236}">
                  <a16:creationId xmlns:a16="http://schemas.microsoft.com/office/drawing/2014/main" id="{56FB9695-A0DF-662E-9D2B-C13AE6E63BC0}"/>
                </a:ext>
              </a:extLst>
            </p:cNvPr>
            <p:cNvSpPr/>
            <p:nvPr/>
          </p:nvSpPr>
          <p:spPr>
            <a:xfrm rot="-1389276">
              <a:off x="-1299612" y="1933746"/>
              <a:ext cx="5856910" cy="1804153"/>
            </a:xfrm>
            <a:custGeom>
              <a:avLst/>
              <a:gdLst/>
              <a:ahLst/>
              <a:cxnLst/>
              <a:rect l="l" t="t" r="r" b="b"/>
              <a:pathLst>
                <a:path w="57561" h="17731" extrusionOk="0">
                  <a:moveTo>
                    <a:pt x="31512" y="92"/>
                  </a:moveTo>
                  <a:cubicBezTo>
                    <a:pt x="38049" y="92"/>
                    <a:pt x="44097" y="775"/>
                    <a:pt x="48839" y="2062"/>
                  </a:cubicBezTo>
                  <a:cubicBezTo>
                    <a:pt x="54263" y="3565"/>
                    <a:pt x="57326" y="5653"/>
                    <a:pt x="57385" y="7975"/>
                  </a:cubicBezTo>
                  <a:cubicBezTo>
                    <a:pt x="57560" y="12774"/>
                    <a:pt x="44839" y="17087"/>
                    <a:pt x="29054" y="17613"/>
                  </a:cubicBezTo>
                  <a:cubicBezTo>
                    <a:pt x="28067" y="17643"/>
                    <a:pt x="27087" y="17658"/>
                    <a:pt x="26118" y="17658"/>
                  </a:cubicBezTo>
                  <a:cubicBezTo>
                    <a:pt x="19556" y="17658"/>
                    <a:pt x="13463" y="16974"/>
                    <a:pt x="8703" y="15682"/>
                  </a:cubicBezTo>
                  <a:cubicBezTo>
                    <a:pt x="3279" y="14199"/>
                    <a:pt x="215" y="12092"/>
                    <a:pt x="157" y="9770"/>
                  </a:cubicBezTo>
                  <a:cubicBezTo>
                    <a:pt x="1" y="4950"/>
                    <a:pt x="12703" y="638"/>
                    <a:pt x="28488" y="150"/>
                  </a:cubicBezTo>
                  <a:cubicBezTo>
                    <a:pt x="29522" y="111"/>
                    <a:pt x="30517" y="92"/>
                    <a:pt x="31512" y="92"/>
                  </a:cubicBezTo>
                  <a:close/>
                  <a:moveTo>
                    <a:pt x="31601" y="1"/>
                  </a:moveTo>
                  <a:cubicBezTo>
                    <a:pt x="30573" y="1"/>
                    <a:pt x="29534" y="18"/>
                    <a:pt x="28488" y="53"/>
                  </a:cubicBezTo>
                  <a:cubicBezTo>
                    <a:pt x="20839" y="287"/>
                    <a:pt x="13659" y="1438"/>
                    <a:pt x="8293" y="3272"/>
                  </a:cubicBezTo>
                  <a:cubicBezTo>
                    <a:pt x="2908" y="5087"/>
                    <a:pt x="1" y="7409"/>
                    <a:pt x="59" y="9770"/>
                  </a:cubicBezTo>
                  <a:cubicBezTo>
                    <a:pt x="118" y="12150"/>
                    <a:pt x="3201" y="14257"/>
                    <a:pt x="8683" y="15760"/>
                  </a:cubicBezTo>
                  <a:cubicBezTo>
                    <a:pt x="13425" y="17047"/>
                    <a:pt x="19493" y="17730"/>
                    <a:pt x="26029" y="17730"/>
                  </a:cubicBezTo>
                  <a:cubicBezTo>
                    <a:pt x="27024" y="17730"/>
                    <a:pt x="28059" y="17691"/>
                    <a:pt x="29073" y="17672"/>
                  </a:cubicBezTo>
                  <a:cubicBezTo>
                    <a:pt x="36722" y="17438"/>
                    <a:pt x="43902" y="16287"/>
                    <a:pt x="49268" y="14452"/>
                  </a:cubicBezTo>
                  <a:cubicBezTo>
                    <a:pt x="54634" y="12638"/>
                    <a:pt x="57560" y="10316"/>
                    <a:pt x="57482" y="7955"/>
                  </a:cubicBezTo>
                  <a:cubicBezTo>
                    <a:pt x="57424" y="5575"/>
                    <a:pt x="54341" y="3467"/>
                    <a:pt x="48858" y="1965"/>
                  </a:cubicBezTo>
                  <a:cubicBezTo>
                    <a:pt x="44142" y="685"/>
                    <a:pt x="38088" y="1"/>
                    <a:pt x="3160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5">
              <a:extLst>
                <a:ext uri="{FF2B5EF4-FFF2-40B4-BE49-F238E27FC236}">
                  <a16:creationId xmlns:a16="http://schemas.microsoft.com/office/drawing/2014/main" id="{0FC3DFBB-809E-D8A8-20DC-29FE6BE47E43}"/>
                </a:ext>
              </a:extLst>
            </p:cNvPr>
            <p:cNvSpPr/>
            <p:nvPr/>
          </p:nvSpPr>
          <p:spPr>
            <a:xfrm rot="-1366029">
              <a:off x="-2085668" y="1694056"/>
              <a:ext cx="7428861" cy="2537137"/>
            </a:xfrm>
            <a:custGeom>
              <a:avLst/>
              <a:gdLst/>
              <a:ahLst/>
              <a:cxnLst/>
              <a:rect l="l" t="t" r="r" b="b"/>
              <a:pathLst>
                <a:path w="75570" h="25809" extrusionOk="0">
                  <a:moveTo>
                    <a:pt x="53443" y="92"/>
                  </a:moveTo>
                  <a:cubicBezTo>
                    <a:pt x="65619" y="92"/>
                    <a:pt x="74321" y="2570"/>
                    <a:pt x="75004" y="6940"/>
                  </a:cubicBezTo>
                  <a:cubicBezTo>
                    <a:pt x="75492" y="9965"/>
                    <a:pt x="72097" y="13418"/>
                    <a:pt x="65424" y="16696"/>
                  </a:cubicBezTo>
                  <a:cubicBezTo>
                    <a:pt x="58712" y="19994"/>
                    <a:pt x="49580" y="22667"/>
                    <a:pt x="39629" y="24247"/>
                  </a:cubicBezTo>
                  <a:cubicBezTo>
                    <a:pt x="33405" y="25262"/>
                    <a:pt x="27454" y="25711"/>
                    <a:pt x="22147" y="25711"/>
                  </a:cubicBezTo>
                  <a:cubicBezTo>
                    <a:pt x="10010" y="25711"/>
                    <a:pt x="1308" y="23233"/>
                    <a:pt x="606" y="18862"/>
                  </a:cubicBezTo>
                  <a:cubicBezTo>
                    <a:pt x="118" y="15838"/>
                    <a:pt x="3493" y="12384"/>
                    <a:pt x="10186" y="9106"/>
                  </a:cubicBezTo>
                  <a:cubicBezTo>
                    <a:pt x="16898" y="5809"/>
                    <a:pt x="26029" y="3136"/>
                    <a:pt x="35980" y="1555"/>
                  </a:cubicBezTo>
                  <a:cubicBezTo>
                    <a:pt x="42205" y="541"/>
                    <a:pt x="48156" y="92"/>
                    <a:pt x="53443" y="92"/>
                  </a:cubicBezTo>
                  <a:close/>
                  <a:moveTo>
                    <a:pt x="53399" y="0"/>
                  </a:moveTo>
                  <a:cubicBezTo>
                    <a:pt x="48008" y="0"/>
                    <a:pt x="42058" y="497"/>
                    <a:pt x="35961" y="1477"/>
                  </a:cubicBezTo>
                  <a:cubicBezTo>
                    <a:pt x="25990" y="3058"/>
                    <a:pt x="16820" y="5731"/>
                    <a:pt x="10127" y="9028"/>
                  </a:cubicBezTo>
                  <a:cubicBezTo>
                    <a:pt x="3415" y="12326"/>
                    <a:pt x="1" y="15818"/>
                    <a:pt x="488" y="18882"/>
                  </a:cubicBezTo>
                  <a:cubicBezTo>
                    <a:pt x="976" y="21965"/>
                    <a:pt x="5347" y="24208"/>
                    <a:pt x="12742" y="25223"/>
                  </a:cubicBezTo>
                  <a:cubicBezTo>
                    <a:pt x="15591" y="25613"/>
                    <a:pt x="18771" y="25808"/>
                    <a:pt x="22147" y="25808"/>
                  </a:cubicBezTo>
                  <a:cubicBezTo>
                    <a:pt x="27571" y="25808"/>
                    <a:pt x="33522" y="25301"/>
                    <a:pt x="39629" y="24345"/>
                  </a:cubicBezTo>
                  <a:cubicBezTo>
                    <a:pt x="49600" y="22765"/>
                    <a:pt x="58770" y="20091"/>
                    <a:pt x="65443" y="16794"/>
                  </a:cubicBezTo>
                  <a:cubicBezTo>
                    <a:pt x="72155" y="13496"/>
                    <a:pt x="75570" y="10004"/>
                    <a:pt x="75082" y="6940"/>
                  </a:cubicBezTo>
                  <a:cubicBezTo>
                    <a:pt x="74594" y="3858"/>
                    <a:pt x="70224" y="1614"/>
                    <a:pt x="62848" y="599"/>
                  </a:cubicBezTo>
                  <a:cubicBezTo>
                    <a:pt x="59991" y="199"/>
                    <a:pt x="56807" y="0"/>
                    <a:pt x="5339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5">
              <a:extLst>
                <a:ext uri="{FF2B5EF4-FFF2-40B4-BE49-F238E27FC236}">
                  <a16:creationId xmlns:a16="http://schemas.microsoft.com/office/drawing/2014/main" id="{82D52711-916C-825C-75A3-ABCFD066E3F9}"/>
                </a:ext>
              </a:extLst>
            </p:cNvPr>
            <p:cNvSpPr/>
            <p:nvPr/>
          </p:nvSpPr>
          <p:spPr>
            <a:xfrm rot="-1389221">
              <a:off x="339877" y="2551855"/>
              <a:ext cx="2685617" cy="849810"/>
            </a:xfrm>
            <a:custGeom>
              <a:avLst/>
              <a:gdLst/>
              <a:ahLst/>
              <a:cxnLst/>
              <a:rect l="l" t="t" r="r" b="b"/>
              <a:pathLst>
                <a:path w="22264" h="7045" extrusionOk="0">
                  <a:moveTo>
                    <a:pt x="4390" y="1"/>
                  </a:moveTo>
                  <a:cubicBezTo>
                    <a:pt x="4137" y="20"/>
                    <a:pt x="3883" y="79"/>
                    <a:pt x="3649" y="118"/>
                  </a:cubicBezTo>
                  <a:cubicBezTo>
                    <a:pt x="1483" y="547"/>
                    <a:pt x="234" y="1249"/>
                    <a:pt x="137" y="2166"/>
                  </a:cubicBezTo>
                  <a:cubicBezTo>
                    <a:pt x="39" y="3103"/>
                    <a:pt x="1093" y="4078"/>
                    <a:pt x="3122" y="4957"/>
                  </a:cubicBezTo>
                  <a:cubicBezTo>
                    <a:pt x="5112" y="5835"/>
                    <a:pt x="7844" y="6498"/>
                    <a:pt x="10771" y="6830"/>
                  </a:cubicBezTo>
                  <a:cubicBezTo>
                    <a:pt x="12098" y="6986"/>
                    <a:pt x="13405" y="7044"/>
                    <a:pt x="14634" y="7044"/>
                  </a:cubicBezTo>
                  <a:cubicBezTo>
                    <a:pt x="16117" y="7044"/>
                    <a:pt x="17483" y="6927"/>
                    <a:pt x="18673" y="6713"/>
                  </a:cubicBezTo>
                  <a:cubicBezTo>
                    <a:pt x="20858" y="6303"/>
                    <a:pt x="22088" y="5581"/>
                    <a:pt x="22185" y="4664"/>
                  </a:cubicBezTo>
                  <a:cubicBezTo>
                    <a:pt x="22263" y="3727"/>
                    <a:pt x="21210" y="2732"/>
                    <a:pt x="19200" y="1854"/>
                  </a:cubicBezTo>
                  <a:cubicBezTo>
                    <a:pt x="18751" y="1659"/>
                    <a:pt x="18263" y="1483"/>
                    <a:pt x="17756" y="1327"/>
                  </a:cubicBezTo>
                  <a:lnTo>
                    <a:pt x="17756" y="1327"/>
                  </a:lnTo>
                  <a:cubicBezTo>
                    <a:pt x="17756" y="1347"/>
                    <a:pt x="17756" y="1386"/>
                    <a:pt x="17776" y="1425"/>
                  </a:cubicBezTo>
                  <a:cubicBezTo>
                    <a:pt x="18263" y="1581"/>
                    <a:pt x="18732" y="1757"/>
                    <a:pt x="19161" y="1952"/>
                  </a:cubicBezTo>
                  <a:cubicBezTo>
                    <a:pt x="21151" y="2810"/>
                    <a:pt x="22185" y="3786"/>
                    <a:pt x="22088" y="4664"/>
                  </a:cubicBezTo>
                  <a:cubicBezTo>
                    <a:pt x="21990" y="5542"/>
                    <a:pt x="20780" y="6244"/>
                    <a:pt x="18634" y="6635"/>
                  </a:cubicBezTo>
                  <a:cubicBezTo>
                    <a:pt x="17459" y="6848"/>
                    <a:pt x="16092" y="6956"/>
                    <a:pt x="14615" y="6956"/>
                  </a:cubicBezTo>
                  <a:cubicBezTo>
                    <a:pt x="13393" y="6956"/>
                    <a:pt x="12096" y="6882"/>
                    <a:pt x="10771" y="6732"/>
                  </a:cubicBezTo>
                  <a:cubicBezTo>
                    <a:pt x="4742" y="6049"/>
                    <a:pt x="0" y="4000"/>
                    <a:pt x="215" y="2166"/>
                  </a:cubicBezTo>
                  <a:cubicBezTo>
                    <a:pt x="332" y="1152"/>
                    <a:pt x="1951" y="410"/>
                    <a:pt x="4410" y="79"/>
                  </a:cubicBezTo>
                  <a:cubicBezTo>
                    <a:pt x="4410" y="59"/>
                    <a:pt x="4390" y="20"/>
                    <a:pt x="439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2" name="Google Shape;1232;p45">
            <a:extLst>
              <a:ext uri="{FF2B5EF4-FFF2-40B4-BE49-F238E27FC236}">
                <a16:creationId xmlns:a16="http://schemas.microsoft.com/office/drawing/2014/main" id="{3DA0DD10-16DA-C2A9-4EF4-957765EC3850}"/>
              </a:ext>
            </a:extLst>
          </p:cNvPr>
          <p:cNvGrpSpPr/>
          <p:nvPr/>
        </p:nvGrpSpPr>
        <p:grpSpPr>
          <a:xfrm>
            <a:off x="5426692" y="1933292"/>
            <a:ext cx="3825381" cy="2920203"/>
            <a:chOff x="1880577" y="-4241474"/>
            <a:chExt cx="13181878" cy="10062727"/>
          </a:xfrm>
        </p:grpSpPr>
        <p:sp>
          <p:nvSpPr>
            <p:cNvPr id="1233" name="Google Shape;1233;p45">
              <a:extLst>
                <a:ext uri="{FF2B5EF4-FFF2-40B4-BE49-F238E27FC236}">
                  <a16:creationId xmlns:a16="http://schemas.microsoft.com/office/drawing/2014/main" id="{ECC5E614-94A3-AFF4-3EBA-BFDDE4ECE9AD}"/>
                </a:ext>
              </a:extLst>
            </p:cNvPr>
            <p:cNvSpPr/>
            <p:nvPr/>
          </p:nvSpPr>
          <p:spPr>
            <a:xfrm>
              <a:off x="9866545" y="3988184"/>
              <a:ext cx="3442573" cy="1796562"/>
            </a:xfrm>
            <a:custGeom>
              <a:avLst/>
              <a:gdLst/>
              <a:ahLst/>
              <a:cxnLst/>
              <a:rect l="l" t="t" r="r" b="b"/>
              <a:pathLst>
                <a:path w="63071" h="33931" extrusionOk="0">
                  <a:moveTo>
                    <a:pt x="2222" y="26391"/>
                  </a:moveTo>
                  <a:lnTo>
                    <a:pt x="9425" y="30127"/>
                  </a:lnTo>
                  <a:lnTo>
                    <a:pt x="20163" y="31507"/>
                  </a:lnTo>
                  <a:lnTo>
                    <a:pt x="28377" y="29622"/>
                  </a:lnTo>
                  <a:lnTo>
                    <a:pt x="33931" y="26088"/>
                  </a:lnTo>
                  <a:lnTo>
                    <a:pt x="42750" y="21431"/>
                  </a:lnTo>
                  <a:lnTo>
                    <a:pt x="48877" y="16113"/>
                  </a:lnTo>
                  <a:lnTo>
                    <a:pt x="52781" y="12073"/>
                  </a:lnTo>
                  <a:lnTo>
                    <a:pt x="55676" y="9178"/>
                  </a:lnTo>
                  <a:lnTo>
                    <a:pt x="59065" y="4275"/>
                  </a:lnTo>
                  <a:lnTo>
                    <a:pt x="61455" y="1178"/>
                  </a:lnTo>
                  <a:lnTo>
                    <a:pt x="62498" y="0"/>
                  </a:lnTo>
                  <a:lnTo>
                    <a:pt x="63071" y="471"/>
                  </a:lnTo>
                  <a:lnTo>
                    <a:pt x="57314" y="8819"/>
                  </a:lnTo>
                  <a:lnTo>
                    <a:pt x="52030" y="15047"/>
                  </a:lnTo>
                  <a:lnTo>
                    <a:pt x="47351" y="19456"/>
                  </a:lnTo>
                  <a:lnTo>
                    <a:pt x="38397" y="26413"/>
                  </a:lnTo>
                  <a:lnTo>
                    <a:pt x="31799" y="30385"/>
                  </a:lnTo>
                  <a:lnTo>
                    <a:pt x="23754" y="32943"/>
                  </a:lnTo>
                  <a:lnTo>
                    <a:pt x="18918" y="33931"/>
                  </a:lnTo>
                  <a:lnTo>
                    <a:pt x="11445" y="33325"/>
                  </a:lnTo>
                  <a:lnTo>
                    <a:pt x="6934" y="31911"/>
                  </a:lnTo>
                  <a:lnTo>
                    <a:pt x="2895" y="29723"/>
                  </a:lnTo>
                  <a:lnTo>
                    <a:pt x="404" y="26626"/>
                  </a:lnTo>
                  <a:lnTo>
                    <a:pt x="0" y="25583"/>
                  </a:lnTo>
                  <a:close/>
                </a:path>
              </a:pathLst>
            </a:custGeom>
            <a:solidFill>
              <a:schemeClr val="dk1"/>
            </a:solidFill>
            <a:ln>
              <a:noFill/>
            </a:ln>
          </p:spPr>
          <p:txBody>
            <a:bodyPr/>
            <a:lstStyle/>
            <a:p>
              <a:endParaRPr lang="en-PK"/>
            </a:p>
          </p:txBody>
        </p:sp>
        <p:sp>
          <p:nvSpPr>
            <p:cNvPr id="1234" name="Google Shape;1234;p45">
              <a:extLst>
                <a:ext uri="{FF2B5EF4-FFF2-40B4-BE49-F238E27FC236}">
                  <a16:creationId xmlns:a16="http://schemas.microsoft.com/office/drawing/2014/main" id="{40BCB511-79B9-C666-25AE-9DF83FB7005B}"/>
                </a:ext>
              </a:extLst>
            </p:cNvPr>
            <p:cNvSpPr/>
            <p:nvPr/>
          </p:nvSpPr>
          <p:spPr>
            <a:xfrm>
              <a:off x="5644068" y="-1391976"/>
              <a:ext cx="3720990" cy="3550419"/>
            </a:xfrm>
            <a:custGeom>
              <a:avLst/>
              <a:gdLst/>
              <a:ahLst/>
              <a:cxnLst/>
              <a:rect l="l" t="t" r="r" b="b"/>
              <a:pathLst>
                <a:path w="17149" h="16868" extrusionOk="0">
                  <a:moveTo>
                    <a:pt x="14002" y="4300"/>
                  </a:moveTo>
                  <a:cubicBezTo>
                    <a:pt x="13993" y="4302"/>
                    <a:pt x="13984" y="4304"/>
                    <a:pt x="13976" y="4305"/>
                  </a:cubicBezTo>
                  <a:lnTo>
                    <a:pt x="13976" y="4305"/>
                  </a:lnTo>
                  <a:cubicBezTo>
                    <a:pt x="13983" y="4302"/>
                    <a:pt x="13992" y="4300"/>
                    <a:pt x="14002" y="4300"/>
                  </a:cubicBezTo>
                  <a:close/>
                  <a:moveTo>
                    <a:pt x="14798" y="4294"/>
                  </a:moveTo>
                  <a:cubicBezTo>
                    <a:pt x="14809" y="4294"/>
                    <a:pt x="14815" y="4294"/>
                    <a:pt x="14827" y="4306"/>
                  </a:cubicBezTo>
                  <a:cubicBezTo>
                    <a:pt x="14815" y="4306"/>
                    <a:pt x="14809" y="4294"/>
                    <a:pt x="14798" y="4294"/>
                  </a:cubicBezTo>
                  <a:close/>
                  <a:moveTo>
                    <a:pt x="14899" y="4312"/>
                  </a:moveTo>
                  <a:cubicBezTo>
                    <a:pt x="14915" y="4312"/>
                    <a:pt x="14921" y="4317"/>
                    <a:pt x="14932" y="4318"/>
                  </a:cubicBezTo>
                  <a:lnTo>
                    <a:pt x="14932" y="4318"/>
                  </a:lnTo>
                  <a:cubicBezTo>
                    <a:pt x="14923" y="4317"/>
                    <a:pt x="14912" y="4316"/>
                    <a:pt x="14899" y="4312"/>
                  </a:cubicBezTo>
                  <a:close/>
                  <a:moveTo>
                    <a:pt x="13889" y="4318"/>
                  </a:moveTo>
                  <a:cubicBezTo>
                    <a:pt x="13878" y="4320"/>
                    <a:pt x="13867" y="4322"/>
                    <a:pt x="13857" y="4323"/>
                  </a:cubicBezTo>
                  <a:lnTo>
                    <a:pt x="13857" y="4323"/>
                  </a:lnTo>
                  <a:cubicBezTo>
                    <a:pt x="13868" y="4321"/>
                    <a:pt x="13880" y="4318"/>
                    <a:pt x="13889" y="4318"/>
                  </a:cubicBezTo>
                  <a:close/>
                  <a:moveTo>
                    <a:pt x="13764" y="4341"/>
                  </a:moveTo>
                  <a:cubicBezTo>
                    <a:pt x="13747" y="4341"/>
                    <a:pt x="13735" y="4347"/>
                    <a:pt x="13711" y="4347"/>
                  </a:cubicBezTo>
                  <a:cubicBezTo>
                    <a:pt x="13735" y="4341"/>
                    <a:pt x="13747" y="4341"/>
                    <a:pt x="13764" y="4341"/>
                  </a:cubicBezTo>
                  <a:close/>
                  <a:moveTo>
                    <a:pt x="15112" y="4353"/>
                  </a:moveTo>
                  <a:cubicBezTo>
                    <a:pt x="15130" y="4365"/>
                    <a:pt x="15136" y="4365"/>
                    <a:pt x="15142" y="4365"/>
                  </a:cubicBezTo>
                  <a:cubicBezTo>
                    <a:pt x="15130" y="4365"/>
                    <a:pt x="15124" y="4365"/>
                    <a:pt x="15112" y="4353"/>
                  </a:cubicBezTo>
                  <a:close/>
                  <a:moveTo>
                    <a:pt x="15213" y="4383"/>
                  </a:moveTo>
                  <a:cubicBezTo>
                    <a:pt x="15225" y="4383"/>
                    <a:pt x="15225" y="4395"/>
                    <a:pt x="15231" y="4395"/>
                  </a:cubicBezTo>
                  <a:cubicBezTo>
                    <a:pt x="15225" y="4395"/>
                    <a:pt x="15219" y="4395"/>
                    <a:pt x="15213" y="4383"/>
                  </a:cubicBezTo>
                  <a:close/>
                  <a:moveTo>
                    <a:pt x="13414" y="4425"/>
                  </a:moveTo>
                  <a:cubicBezTo>
                    <a:pt x="13398" y="4430"/>
                    <a:pt x="13383" y="4435"/>
                    <a:pt x="13367" y="4436"/>
                  </a:cubicBezTo>
                  <a:lnTo>
                    <a:pt x="13367" y="4436"/>
                  </a:lnTo>
                  <a:cubicBezTo>
                    <a:pt x="13385" y="4431"/>
                    <a:pt x="13397" y="4430"/>
                    <a:pt x="13414" y="4425"/>
                  </a:cubicBezTo>
                  <a:close/>
                  <a:moveTo>
                    <a:pt x="13276" y="4466"/>
                  </a:moveTo>
                  <a:cubicBezTo>
                    <a:pt x="13263" y="4469"/>
                    <a:pt x="13254" y="4472"/>
                    <a:pt x="13242" y="4472"/>
                  </a:cubicBezTo>
                  <a:cubicBezTo>
                    <a:pt x="13255" y="4469"/>
                    <a:pt x="13266" y="4467"/>
                    <a:pt x="13276" y="4466"/>
                  </a:cubicBezTo>
                  <a:close/>
                  <a:moveTo>
                    <a:pt x="13046" y="4549"/>
                  </a:moveTo>
                  <a:cubicBezTo>
                    <a:pt x="13034" y="4555"/>
                    <a:pt x="13022" y="4555"/>
                    <a:pt x="12998" y="4561"/>
                  </a:cubicBezTo>
                  <a:cubicBezTo>
                    <a:pt x="13016" y="4555"/>
                    <a:pt x="13028" y="4549"/>
                    <a:pt x="13046" y="4549"/>
                  </a:cubicBezTo>
                  <a:close/>
                  <a:moveTo>
                    <a:pt x="15724" y="4609"/>
                  </a:moveTo>
                  <a:lnTo>
                    <a:pt x="15724" y="4609"/>
                  </a:lnTo>
                  <a:cubicBezTo>
                    <a:pt x="15726" y="4610"/>
                    <a:pt x="15727" y="4611"/>
                    <a:pt x="15729" y="4612"/>
                  </a:cubicBezTo>
                  <a:lnTo>
                    <a:pt x="15729" y="4612"/>
                  </a:lnTo>
                  <a:cubicBezTo>
                    <a:pt x="15728" y="4609"/>
                    <a:pt x="15724" y="4609"/>
                    <a:pt x="15724" y="4609"/>
                  </a:cubicBezTo>
                  <a:close/>
                  <a:moveTo>
                    <a:pt x="7351" y="14228"/>
                  </a:moveTo>
                  <a:cubicBezTo>
                    <a:pt x="7357" y="14252"/>
                    <a:pt x="7357" y="14264"/>
                    <a:pt x="7357" y="14270"/>
                  </a:cubicBezTo>
                  <a:cubicBezTo>
                    <a:pt x="7357" y="14258"/>
                    <a:pt x="7351" y="14240"/>
                    <a:pt x="7351" y="14228"/>
                  </a:cubicBezTo>
                  <a:close/>
                  <a:moveTo>
                    <a:pt x="7393" y="14478"/>
                  </a:moveTo>
                  <a:lnTo>
                    <a:pt x="7393" y="14478"/>
                  </a:lnTo>
                  <a:cubicBezTo>
                    <a:pt x="7405" y="14501"/>
                    <a:pt x="7411" y="14525"/>
                    <a:pt x="7411" y="14537"/>
                  </a:cubicBezTo>
                  <a:cubicBezTo>
                    <a:pt x="7405" y="14519"/>
                    <a:pt x="7405" y="14501"/>
                    <a:pt x="7393" y="14478"/>
                  </a:cubicBezTo>
                  <a:close/>
                  <a:moveTo>
                    <a:pt x="7452" y="14715"/>
                  </a:moveTo>
                  <a:cubicBezTo>
                    <a:pt x="7458" y="14739"/>
                    <a:pt x="7458" y="14745"/>
                    <a:pt x="7458" y="14757"/>
                  </a:cubicBezTo>
                  <a:cubicBezTo>
                    <a:pt x="7458" y="14739"/>
                    <a:pt x="7452" y="14733"/>
                    <a:pt x="7452" y="14715"/>
                  </a:cubicBezTo>
                  <a:close/>
                  <a:moveTo>
                    <a:pt x="7494" y="14834"/>
                  </a:moveTo>
                  <a:lnTo>
                    <a:pt x="7494" y="14834"/>
                  </a:lnTo>
                  <a:cubicBezTo>
                    <a:pt x="7500" y="14852"/>
                    <a:pt x="7500" y="14864"/>
                    <a:pt x="7506" y="14881"/>
                  </a:cubicBezTo>
                  <a:cubicBezTo>
                    <a:pt x="7500" y="14881"/>
                    <a:pt x="7500" y="14875"/>
                    <a:pt x="7500" y="14864"/>
                  </a:cubicBezTo>
                  <a:cubicBezTo>
                    <a:pt x="7500" y="14858"/>
                    <a:pt x="7494" y="14846"/>
                    <a:pt x="7494" y="14834"/>
                  </a:cubicBezTo>
                  <a:close/>
                  <a:moveTo>
                    <a:pt x="7518" y="14947"/>
                  </a:moveTo>
                  <a:lnTo>
                    <a:pt x="7518" y="14947"/>
                  </a:lnTo>
                  <a:cubicBezTo>
                    <a:pt x="7530" y="14970"/>
                    <a:pt x="7536" y="14982"/>
                    <a:pt x="7536" y="15000"/>
                  </a:cubicBezTo>
                  <a:cubicBezTo>
                    <a:pt x="7530" y="14982"/>
                    <a:pt x="7530" y="14970"/>
                    <a:pt x="7518" y="14947"/>
                  </a:cubicBezTo>
                  <a:close/>
                  <a:moveTo>
                    <a:pt x="7559" y="15060"/>
                  </a:moveTo>
                  <a:lnTo>
                    <a:pt x="7559" y="15060"/>
                  </a:lnTo>
                  <a:cubicBezTo>
                    <a:pt x="7565" y="15071"/>
                    <a:pt x="7571" y="15089"/>
                    <a:pt x="7571" y="15095"/>
                  </a:cubicBezTo>
                  <a:cubicBezTo>
                    <a:pt x="7565" y="15083"/>
                    <a:pt x="7565" y="15071"/>
                    <a:pt x="7559" y="15060"/>
                  </a:cubicBezTo>
                  <a:close/>
                  <a:moveTo>
                    <a:pt x="7660" y="15301"/>
                  </a:moveTo>
                  <a:cubicBezTo>
                    <a:pt x="7664" y="15308"/>
                    <a:pt x="7667" y="15314"/>
                    <a:pt x="7672" y="15321"/>
                  </a:cubicBezTo>
                  <a:cubicBezTo>
                    <a:pt x="7663" y="15312"/>
                    <a:pt x="7661" y="15306"/>
                    <a:pt x="7660" y="15301"/>
                  </a:cubicBezTo>
                  <a:close/>
                  <a:moveTo>
                    <a:pt x="7684" y="15362"/>
                  </a:moveTo>
                  <a:cubicBezTo>
                    <a:pt x="7702" y="15386"/>
                    <a:pt x="7708" y="15398"/>
                    <a:pt x="7708" y="15410"/>
                  </a:cubicBezTo>
                  <a:lnTo>
                    <a:pt x="7684" y="15362"/>
                  </a:lnTo>
                  <a:close/>
                  <a:moveTo>
                    <a:pt x="7744" y="15484"/>
                  </a:moveTo>
                  <a:lnTo>
                    <a:pt x="7744" y="15484"/>
                  </a:lnTo>
                  <a:cubicBezTo>
                    <a:pt x="7746" y="15489"/>
                    <a:pt x="7749" y="15495"/>
                    <a:pt x="7751" y="15499"/>
                  </a:cubicBezTo>
                  <a:lnTo>
                    <a:pt x="7751" y="15499"/>
                  </a:lnTo>
                  <a:cubicBezTo>
                    <a:pt x="7751" y="15499"/>
                    <a:pt x="7750" y="15499"/>
                    <a:pt x="7749" y="15499"/>
                  </a:cubicBezTo>
                  <a:cubicBezTo>
                    <a:pt x="7747" y="15494"/>
                    <a:pt x="7745" y="15488"/>
                    <a:pt x="7744" y="15484"/>
                  </a:cubicBezTo>
                  <a:close/>
                  <a:moveTo>
                    <a:pt x="7803" y="15588"/>
                  </a:moveTo>
                  <a:cubicBezTo>
                    <a:pt x="7805" y="15592"/>
                    <a:pt x="7807" y="15596"/>
                    <a:pt x="7809" y="15600"/>
                  </a:cubicBezTo>
                  <a:cubicBezTo>
                    <a:pt x="7803" y="15594"/>
                    <a:pt x="7803" y="15588"/>
                    <a:pt x="7803" y="15588"/>
                  </a:cubicBezTo>
                  <a:close/>
                  <a:moveTo>
                    <a:pt x="7863" y="15682"/>
                  </a:moveTo>
                  <a:cubicBezTo>
                    <a:pt x="7865" y="15685"/>
                    <a:pt x="7866" y="15687"/>
                    <a:pt x="7868" y="15689"/>
                  </a:cubicBezTo>
                  <a:cubicBezTo>
                    <a:pt x="7865" y="15686"/>
                    <a:pt x="7864" y="15684"/>
                    <a:pt x="7863" y="15682"/>
                  </a:cubicBezTo>
                  <a:close/>
                  <a:moveTo>
                    <a:pt x="7957" y="15825"/>
                  </a:moveTo>
                  <a:cubicBezTo>
                    <a:pt x="7958" y="15828"/>
                    <a:pt x="7960" y="15831"/>
                    <a:pt x="7962" y="15833"/>
                  </a:cubicBezTo>
                  <a:lnTo>
                    <a:pt x="7962" y="15833"/>
                  </a:lnTo>
                  <a:cubicBezTo>
                    <a:pt x="7959" y="15830"/>
                    <a:pt x="7957" y="15828"/>
                    <a:pt x="7957" y="15825"/>
                  </a:cubicBezTo>
                  <a:close/>
                  <a:moveTo>
                    <a:pt x="8034" y="15922"/>
                  </a:moveTo>
                  <a:lnTo>
                    <a:pt x="8034" y="15922"/>
                  </a:lnTo>
                  <a:cubicBezTo>
                    <a:pt x="8038" y="15925"/>
                    <a:pt x="8042" y="15928"/>
                    <a:pt x="8046" y="15932"/>
                  </a:cubicBezTo>
                  <a:cubicBezTo>
                    <a:pt x="8041" y="15927"/>
                    <a:pt x="8035" y="15926"/>
                    <a:pt x="8034" y="15922"/>
                  </a:cubicBezTo>
                  <a:close/>
                  <a:moveTo>
                    <a:pt x="8076" y="15980"/>
                  </a:moveTo>
                  <a:cubicBezTo>
                    <a:pt x="8084" y="15985"/>
                    <a:pt x="8089" y="15992"/>
                    <a:pt x="8094" y="15998"/>
                  </a:cubicBezTo>
                  <a:lnTo>
                    <a:pt x="8094" y="15998"/>
                  </a:lnTo>
                  <a:lnTo>
                    <a:pt x="8076" y="15980"/>
                  </a:lnTo>
                  <a:close/>
                  <a:moveTo>
                    <a:pt x="8102" y="16010"/>
                  </a:moveTo>
                  <a:cubicBezTo>
                    <a:pt x="8103" y="16012"/>
                    <a:pt x="8104" y="16013"/>
                    <a:pt x="8105" y="16014"/>
                  </a:cubicBezTo>
                  <a:lnTo>
                    <a:pt x="8105" y="16014"/>
                  </a:lnTo>
                  <a:cubicBezTo>
                    <a:pt x="8104" y="16014"/>
                    <a:pt x="8103" y="16012"/>
                    <a:pt x="8102" y="16010"/>
                  </a:cubicBezTo>
                  <a:close/>
                  <a:moveTo>
                    <a:pt x="8147" y="16051"/>
                  </a:moveTo>
                  <a:cubicBezTo>
                    <a:pt x="8159" y="16069"/>
                    <a:pt x="8165" y="16075"/>
                    <a:pt x="8165" y="16081"/>
                  </a:cubicBezTo>
                  <a:cubicBezTo>
                    <a:pt x="8159" y="16075"/>
                    <a:pt x="8153" y="16069"/>
                    <a:pt x="8147" y="16051"/>
                  </a:cubicBezTo>
                  <a:close/>
                  <a:moveTo>
                    <a:pt x="8284" y="16194"/>
                  </a:moveTo>
                  <a:lnTo>
                    <a:pt x="8325" y="16229"/>
                  </a:lnTo>
                  <a:lnTo>
                    <a:pt x="8302" y="16211"/>
                  </a:lnTo>
                  <a:cubicBezTo>
                    <a:pt x="8296" y="16200"/>
                    <a:pt x="8284" y="16200"/>
                    <a:pt x="8284" y="16194"/>
                  </a:cubicBezTo>
                  <a:close/>
                  <a:moveTo>
                    <a:pt x="8503" y="16378"/>
                  </a:moveTo>
                  <a:cubicBezTo>
                    <a:pt x="8512" y="16386"/>
                    <a:pt x="8517" y="16391"/>
                    <a:pt x="8525" y="16396"/>
                  </a:cubicBezTo>
                  <a:lnTo>
                    <a:pt x="8525" y="16396"/>
                  </a:lnTo>
                  <a:cubicBezTo>
                    <a:pt x="8524" y="16396"/>
                    <a:pt x="8523" y="16396"/>
                    <a:pt x="8521" y="16396"/>
                  </a:cubicBezTo>
                  <a:cubicBezTo>
                    <a:pt x="8515" y="16390"/>
                    <a:pt x="8509" y="16390"/>
                    <a:pt x="8503" y="16378"/>
                  </a:cubicBezTo>
                  <a:close/>
                  <a:moveTo>
                    <a:pt x="8592" y="16431"/>
                  </a:moveTo>
                  <a:cubicBezTo>
                    <a:pt x="8593" y="16433"/>
                    <a:pt x="8594" y="16434"/>
                    <a:pt x="8594" y="16436"/>
                  </a:cubicBezTo>
                  <a:lnTo>
                    <a:pt x="8594" y="16436"/>
                  </a:lnTo>
                  <a:cubicBezTo>
                    <a:pt x="8593" y="16434"/>
                    <a:pt x="8592" y="16433"/>
                    <a:pt x="8592" y="16431"/>
                  </a:cubicBezTo>
                  <a:close/>
                  <a:moveTo>
                    <a:pt x="6930" y="1"/>
                  </a:moveTo>
                  <a:cubicBezTo>
                    <a:pt x="6906" y="1"/>
                    <a:pt x="6882" y="7"/>
                    <a:pt x="6853" y="7"/>
                  </a:cubicBezTo>
                  <a:cubicBezTo>
                    <a:pt x="6841" y="7"/>
                    <a:pt x="6823" y="7"/>
                    <a:pt x="6811" y="13"/>
                  </a:cubicBezTo>
                  <a:cubicBezTo>
                    <a:pt x="6787" y="13"/>
                    <a:pt x="6758" y="19"/>
                    <a:pt x="6728" y="19"/>
                  </a:cubicBezTo>
                  <a:cubicBezTo>
                    <a:pt x="6710" y="19"/>
                    <a:pt x="6704" y="19"/>
                    <a:pt x="6692" y="31"/>
                  </a:cubicBezTo>
                  <a:lnTo>
                    <a:pt x="6669" y="31"/>
                  </a:lnTo>
                  <a:cubicBezTo>
                    <a:pt x="6639" y="36"/>
                    <a:pt x="6609" y="36"/>
                    <a:pt x="6580" y="42"/>
                  </a:cubicBezTo>
                  <a:lnTo>
                    <a:pt x="6556" y="42"/>
                  </a:lnTo>
                  <a:cubicBezTo>
                    <a:pt x="6520" y="48"/>
                    <a:pt x="6490" y="60"/>
                    <a:pt x="6455" y="66"/>
                  </a:cubicBezTo>
                  <a:lnTo>
                    <a:pt x="6437" y="66"/>
                  </a:lnTo>
                  <a:cubicBezTo>
                    <a:pt x="6407" y="72"/>
                    <a:pt x="6372" y="78"/>
                    <a:pt x="6342" y="90"/>
                  </a:cubicBezTo>
                  <a:cubicBezTo>
                    <a:pt x="6336" y="90"/>
                    <a:pt x="6336" y="90"/>
                    <a:pt x="6324" y="96"/>
                  </a:cubicBezTo>
                  <a:cubicBezTo>
                    <a:pt x="6289" y="102"/>
                    <a:pt x="6253" y="108"/>
                    <a:pt x="6223" y="126"/>
                  </a:cubicBezTo>
                  <a:cubicBezTo>
                    <a:pt x="6217" y="126"/>
                    <a:pt x="6205" y="126"/>
                    <a:pt x="6205" y="131"/>
                  </a:cubicBezTo>
                  <a:cubicBezTo>
                    <a:pt x="6176" y="137"/>
                    <a:pt x="6140" y="149"/>
                    <a:pt x="6110" y="161"/>
                  </a:cubicBezTo>
                  <a:cubicBezTo>
                    <a:pt x="6104" y="161"/>
                    <a:pt x="6104" y="161"/>
                    <a:pt x="6099" y="167"/>
                  </a:cubicBezTo>
                  <a:cubicBezTo>
                    <a:pt x="6057" y="179"/>
                    <a:pt x="6021" y="191"/>
                    <a:pt x="5986" y="209"/>
                  </a:cubicBezTo>
                  <a:cubicBezTo>
                    <a:pt x="5980" y="209"/>
                    <a:pt x="5968" y="215"/>
                    <a:pt x="5962" y="215"/>
                  </a:cubicBezTo>
                  <a:cubicBezTo>
                    <a:pt x="5932" y="221"/>
                    <a:pt x="5897" y="238"/>
                    <a:pt x="5867" y="250"/>
                  </a:cubicBezTo>
                  <a:cubicBezTo>
                    <a:pt x="5861" y="250"/>
                    <a:pt x="5861" y="250"/>
                    <a:pt x="5849" y="256"/>
                  </a:cubicBezTo>
                  <a:lnTo>
                    <a:pt x="5742" y="304"/>
                  </a:lnTo>
                  <a:cubicBezTo>
                    <a:pt x="5730" y="304"/>
                    <a:pt x="5724" y="310"/>
                    <a:pt x="5719" y="310"/>
                  </a:cubicBezTo>
                  <a:cubicBezTo>
                    <a:pt x="5683" y="327"/>
                    <a:pt x="5653" y="339"/>
                    <a:pt x="5612" y="357"/>
                  </a:cubicBezTo>
                  <a:cubicBezTo>
                    <a:pt x="5606" y="357"/>
                    <a:pt x="5606" y="357"/>
                    <a:pt x="5600" y="363"/>
                  </a:cubicBezTo>
                  <a:lnTo>
                    <a:pt x="5487" y="405"/>
                  </a:lnTo>
                  <a:cubicBezTo>
                    <a:pt x="5481" y="417"/>
                    <a:pt x="5475" y="417"/>
                    <a:pt x="5463" y="422"/>
                  </a:cubicBezTo>
                  <a:cubicBezTo>
                    <a:pt x="5451" y="428"/>
                    <a:pt x="5445" y="428"/>
                    <a:pt x="5428" y="434"/>
                  </a:cubicBezTo>
                  <a:lnTo>
                    <a:pt x="5386" y="458"/>
                  </a:lnTo>
                  <a:lnTo>
                    <a:pt x="5338" y="482"/>
                  </a:lnTo>
                  <a:cubicBezTo>
                    <a:pt x="5309" y="494"/>
                    <a:pt x="5285" y="512"/>
                    <a:pt x="5255" y="517"/>
                  </a:cubicBezTo>
                  <a:lnTo>
                    <a:pt x="5214" y="541"/>
                  </a:lnTo>
                  <a:lnTo>
                    <a:pt x="5125" y="583"/>
                  </a:lnTo>
                  <a:cubicBezTo>
                    <a:pt x="5107" y="595"/>
                    <a:pt x="5101" y="601"/>
                    <a:pt x="5089" y="601"/>
                  </a:cubicBezTo>
                  <a:cubicBezTo>
                    <a:pt x="5048" y="624"/>
                    <a:pt x="5006" y="642"/>
                    <a:pt x="4958" y="666"/>
                  </a:cubicBezTo>
                  <a:cubicBezTo>
                    <a:pt x="4923" y="690"/>
                    <a:pt x="4881" y="713"/>
                    <a:pt x="4840" y="731"/>
                  </a:cubicBezTo>
                  <a:cubicBezTo>
                    <a:pt x="4834" y="743"/>
                    <a:pt x="4822" y="749"/>
                    <a:pt x="4810" y="755"/>
                  </a:cubicBezTo>
                  <a:cubicBezTo>
                    <a:pt x="4780" y="773"/>
                    <a:pt x="4751" y="791"/>
                    <a:pt x="4721" y="808"/>
                  </a:cubicBezTo>
                  <a:cubicBezTo>
                    <a:pt x="4709" y="814"/>
                    <a:pt x="4703" y="820"/>
                    <a:pt x="4685" y="832"/>
                  </a:cubicBezTo>
                  <a:cubicBezTo>
                    <a:pt x="4656" y="844"/>
                    <a:pt x="4632" y="868"/>
                    <a:pt x="4602" y="880"/>
                  </a:cubicBezTo>
                  <a:cubicBezTo>
                    <a:pt x="4590" y="892"/>
                    <a:pt x="4572" y="897"/>
                    <a:pt x="4567" y="903"/>
                  </a:cubicBezTo>
                  <a:cubicBezTo>
                    <a:pt x="4537" y="921"/>
                    <a:pt x="4513" y="939"/>
                    <a:pt x="4483" y="957"/>
                  </a:cubicBezTo>
                  <a:cubicBezTo>
                    <a:pt x="4472" y="963"/>
                    <a:pt x="4466" y="969"/>
                    <a:pt x="4448" y="981"/>
                  </a:cubicBezTo>
                  <a:lnTo>
                    <a:pt x="4359" y="1046"/>
                  </a:lnTo>
                  <a:cubicBezTo>
                    <a:pt x="4353" y="1052"/>
                    <a:pt x="4347" y="1058"/>
                    <a:pt x="4335" y="1058"/>
                  </a:cubicBezTo>
                  <a:cubicBezTo>
                    <a:pt x="4264" y="1111"/>
                    <a:pt x="4187" y="1165"/>
                    <a:pt x="4115" y="1224"/>
                  </a:cubicBezTo>
                  <a:lnTo>
                    <a:pt x="4109" y="1230"/>
                  </a:lnTo>
                  <a:cubicBezTo>
                    <a:pt x="4062" y="1266"/>
                    <a:pt x="4008" y="1307"/>
                    <a:pt x="3967" y="1343"/>
                  </a:cubicBezTo>
                  <a:cubicBezTo>
                    <a:pt x="3949" y="1349"/>
                    <a:pt x="3937" y="1367"/>
                    <a:pt x="3919" y="1378"/>
                  </a:cubicBezTo>
                  <a:cubicBezTo>
                    <a:pt x="3884" y="1408"/>
                    <a:pt x="3854" y="1438"/>
                    <a:pt x="3818" y="1468"/>
                  </a:cubicBezTo>
                  <a:cubicBezTo>
                    <a:pt x="3801" y="1485"/>
                    <a:pt x="3789" y="1497"/>
                    <a:pt x="3765" y="1515"/>
                  </a:cubicBezTo>
                  <a:cubicBezTo>
                    <a:pt x="3729" y="1545"/>
                    <a:pt x="3700" y="1574"/>
                    <a:pt x="3664" y="1604"/>
                  </a:cubicBezTo>
                  <a:lnTo>
                    <a:pt x="3622" y="1640"/>
                  </a:lnTo>
                  <a:cubicBezTo>
                    <a:pt x="3581" y="1675"/>
                    <a:pt x="3533" y="1723"/>
                    <a:pt x="3492" y="1764"/>
                  </a:cubicBezTo>
                  <a:lnTo>
                    <a:pt x="3456" y="1800"/>
                  </a:lnTo>
                  <a:cubicBezTo>
                    <a:pt x="3415" y="1830"/>
                    <a:pt x="3385" y="1871"/>
                    <a:pt x="3349" y="1901"/>
                  </a:cubicBezTo>
                  <a:lnTo>
                    <a:pt x="3308" y="1943"/>
                  </a:lnTo>
                  <a:cubicBezTo>
                    <a:pt x="3266" y="1972"/>
                    <a:pt x="3236" y="2008"/>
                    <a:pt x="3201" y="2038"/>
                  </a:cubicBezTo>
                  <a:lnTo>
                    <a:pt x="3165" y="2079"/>
                  </a:lnTo>
                  <a:lnTo>
                    <a:pt x="3029" y="2210"/>
                  </a:lnTo>
                  <a:lnTo>
                    <a:pt x="2993" y="2245"/>
                  </a:lnTo>
                  <a:cubicBezTo>
                    <a:pt x="2963" y="2287"/>
                    <a:pt x="2928" y="2317"/>
                    <a:pt x="2898" y="2352"/>
                  </a:cubicBezTo>
                  <a:lnTo>
                    <a:pt x="2850" y="2394"/>
                  </a:lnTo>
                  <a:cubicBezTo>
                    <a:pt x="2821" y="2435"/>
                    <a:pt x="2785" y="2471"/>
                    <a:pt x="2755" y="2507"/>
                  </a:cubicBezTo>
                  <a:lnTo>
                    <a:pt x="2720" y="2542"/>
                  </a:lnTo>
                  <a:cubicBezTo>
                    <a:pt x="2672" y="2590"/>
                    <a:pt x="2637" y="2643"/>
                    <a:pt x="2595" y="2691"/>
                  </a:cubicBezTo>
                  <a:cubicBezTo>
                    <a:pt x="2583" y="2709"/>
                    <a:pt x="2571" y="2714"/>
                    <a:pt x="2565" y="2732"/>
                  </a:cubicBezTo>
                  <a:cubicBezTo>
                    <a:pt x="2536" y="2768"/>
                    <a:pt x="2506" y="2804"/>
                    <a:pt x="2465" y="2839"/>
                  </a:cubicBezTo>
                  <a:cubicBezTo>
                    <a:pt x="2453" y="2857"/>
                    <a:pt x="2435" y="2869"/>
                    <a:pt x="2429" y="2893"/>
                  </a:cubicBezTo>
                  <a:cubicBezTo>
                    <a:pt x="2399" y="2928"/>
                    <a:pt x="2370" y="2970"/>
                    <a:pt x="2340" y="3011"/>
                  </a:cubicBezTo>
                  <a:cubicBezTo>
                    <a:pt x="2334" y="3029"/>
                    <a:pt x="2316" y="3035"/>
                    <a:pt x="2310" y="3047"/>
                  </a:cubicBezTo>
                  <a:cubicBezTo>
                    <a:pt x="2275" y="3100"/>
                    <a:pt x="2227" y="3154"/>
                    <a:pt x="2191" y="3207"/>
                  </a:cubicBezTo>
                  <a:cubicBezTo>
                    <a:pt x="2185" y="3219"/>
                    <a:pt x="2168" y="3225"/>
                    <a:pt x="2162" y="3243"/>
                  </a:cubicBezTo>
                  <a:cubicBezTo>
                    <a:pt x="2132" y="3285"/>
                    <a:pt x="2102" y="3326"/>
                    <a:pt x="2073" y="3368"/>
                  </a:cubicBezTo>
                  <a:cubicBezTo>
                    <a:pt x="2061" y="3385"/>
                    <a:pt x="2049" y="3403"/>
                    <a:pt x="2037" y="3421"/>
                  </a:cubicBezTo>
                  <a:cubicBezTo>
                    <a:pt x="2007" y="3463"/>
                    <a:pt x="1978" y="3504"/>
                    <a:pt x="1948" y="3546"/>
                  </a:cubicBezTo>
                  <a:cubicBezTo>
                    <a:pt x="1942" y="3564"/>
                    <a:pt x="1930" y="3576"/>
                    <a:pt x="1918" y="3581"/>
                  </a:cubicBezTo>
                  <a:cubicBezTo>
                    <a:pt x="1883" y="3635"/>
                    <a:pt x="1841" y="3694"/>
                    <a:pt x="1805" y="3748"/>
                  </a:cubicBezTo>
                  <a:cubicBezTo>
                    <a:pt x="1799" y="3760"/>
                    <a:pt x="1794" y="3771"/>
                    <a:pt x="1782" y="3783"/>
                  </a:cubicBezTo>
                  <a:cubicBezTo>
                    <a:pt x="1752" y="3831"/>
                    <a:pt x="1722" y="3872"/>
                    <a:pt x="1704" y="3920"/>
                  </a:cubicBezTo>
                  <a:cubicBezTo>
                    <a:pt x="1693" y="3932"/>
                    <a:pt x="1681" y="3956"/>
                    <a:pt x="1675" y="3967"/>
                  </a:cubicBezTo>
                  <a:cubicBezTo>
                    <a:pt x="1645" y="4015"/>
                    <a:pt x="1621" y="4056"/>
                    <a:pt x="1592" y="4104"/>
                  </a:cubicBezTo>
                  <a:cubicBezTo>
                    <a:pt x="1586" y="4116"/>
                    <a:pt x="1574" y="4134"/>
                    <a:pt x="1568" y="4140"/>
                  </a:cubicBezTo>
                  <a:cubicBezTo>
                    <a:pt x="1532" y="4199"/>
                    <a:pt x="1503" y="4252"/>
                    <a:pt x="1467" y="4312"/>
                  </a:cubicBezTo>
                  <a:cubicBezTo>
                    <a:pt x="1455" y="4324"/>
                    <a:pt x="1449" y="4336"/>
                    <a:pt x="1443" y="4347"/>
                  </a:cubicBezTo>
                  <a:cubicBezTo>
                    <a:pt x="1414" y="4395"/>
                    <a:pt x="1390" y="4437"/>
                    <a:pt x="1360" y="4490"/>
                  </a:cubicBezTo>
                  <a:cubicBezTo>
                    <a:pt x="1354" y="4502"/>
                    <a:pt x="1336" y="4526"/>
                    <a:pt x="1330" y="4543"/>
                  </a:cubicBezTo>
                  <a:cubicBezTo>
                    <a:pt x="1307" y="4585"/>
                    <a:pt x="1277" y="4632"/>
                    <a:pt x="1259" y="4674"/>
                  </a:cubicBezTo>
                  <a:cubicBezTo>
                    <a:pt x="1247" y="4692"/>
                    <a:pt x="1241" y="4704"/>
                    <a:pt x="1235" y="4710"/>
                  </a:cubicBezTo>
                  <a:lnTo>
                    <a:pt x="1146" y="4888"/>
                  </a:lnTo>
                  <a:cubicBezTo>
                    <a:pt x="1140" y="4906"/>
                    <a:pt x="1128" y="4912"/>
                    <a:pt x="1128" y="4929"/>
                  </a:cubicBezTo>
                  <a:cubicBezTo>
                    <a:pt x="1111" y="4971"/>
                    <a:pt x="1081" y="5024"/>
                    <a:pt x="1057" y="5066"/>
                  </a:cubicBezTo>
                  <a:cubicBezTo>
                    <a:pt x="1051" y="5084"/>
                    <a:pt x="1039" y="5107"/>
                    <a:pt x="1028" y="5119"/>
                  </a:cubicBezTo>
                  <a:cubicBezTo>
                    <a:pt x="1004" y="5167"/>
                    <a:pt x="980" y="5214"/>
                    <a:pt x="962" y="5262"/>
                  </a:cubicBezTo>
                  <a:lnTo>
                    <a:pt x="938" y="5303"/>
                  </a:lnTo>
                  <a:cubicBezTo>
                    <a:pt x="909" y="5363"/>
                    <a:pt x="885" y="5422"/>
                    <a:pt x="855" y="5482"/>
                  </a:cubicBezTo>
                  <a:cubicBezTo>
                    <a:pt x="849" y="5499"/>
                    <a:pt x="849" y="5505"/>
                    <a:pt x="843" y="5523"/>
                  </a:cubicBezTo>
                  <a:cubicBezTo>
                    <a:pt x="820" y="5571"/>
                    <a:pt x="796" y="5618"/>
                    <a:pt x="772" y="5672"/>
                  </a:cubicBezTo>
                  <a:cubicBezTo>
                    <a:pt x="766" y="5683"/>
                    <a:pt x="760" y="5707"/>
                    <a:pt x="754" y="5719"/>
                  </a:cubicBezTo>
                  <a:cubicBezTo>
                    <a:pt x="731" y="5767"/>
                    <a:pt x="713" y="5820"/>
                    <a:pt x="695" y="5862"/>
                  </a:cubicBezTo>
                  <a:cubicBezTo>
                    <a:pt x="683" y="5879"/>
                    <a:pt x="677" y="5891"/>
                    <a:pt x="677" y="5909"/>
                  </a:cubicBezTo>
                  <a:cubicBezTo>
                    <a:pt x="653" y="5968"/>
                    <a:pt x="636" y="6028"/>
                    <a:pt x="606" y="6093"/>
                  </a:cubicBezTo>
                  <a:cubicBezTo>
                    <a:pt x="594" y="6099"/>
                    <a:pt x="594" y="6117"/>
                    <a:pt x="588" y="6123"/>
                  </a:cubicBezTo>
                  <a:cubicBezTo>
                    <a:pt x="564" y="6176"/>
                    <a:pt x="553" y="6224"/>
                    <a:pt x="535" y="6271"/>
                  </a:cubicBezTo>
                  <a:cubicBezTo>
                    <a:pt x="529" y="6283"/>
                    <a:pt x="523" y="6307"/>
                    <a:pt x="517" y="6325"/>
                  </a:cubicBezTo>
                  <a:cubicBezTo>
                    <a:pt x="499" y="6366"/>
                    <a:pt x="481" y="6420"/>
                    <a:pt x="463" y="6461"/>
                  </a:cubicBezTo>
                  <a:cubicBezTo>
                    <a:pt x="458" y="6479"/>
                    <a:pt x="458" y="6491"/>
                    <a:pt x="446" y="6509"/>
                  </a:cubicBezTo>
                  <a:cubicBezTo>
                    <a:pt x="428" y="6568"/>
                    <a:pt x="410" y="6634"/>
                    <a:pt x="386" y="6693"/>
                  </a:cubicBezTo>
                  <a:cubicBezTo>
                    <a:pt x="386" y="6699"/>
                    <a:pt x="380" y="6717"/>
                    <a:pt x="380" y="6723"/>
                  </a:cubicBezTo>
                  <a:lnTo>
                    <a:pt x="339" y="6877"/>
                  </a:lnTo>
                  <a:cubicBezTo>
                    <a:pt x="339" y="6889"/>
                    <a:pt x="327" y="6895"/>
                    <a:pt x="327" y="6901"/>
                  </a:cubicBezTo>
                  <a:cubicBezTo>
                    <a:pt x="327" y="6907"/>
                    <a:pt x="321" y="6925"/>
                    <a:pt x="321" y="6930"/>
                  </a:cubicBezTo>
                  <a:cubicBezTo>
                    <a:pt x="309" y="6978"/>
                    <a:pt x="291" y="7025"/>
                    <a:pt x="285" y="7073"/>
                  </a:cubicBezTo>
                  <a:cubicBezTo>
                    <a:pt x="279" y="7085"/>
                    <a:pt x="279" y="7103"/>
                    <a:pt x="267" y="7115"/>
                  </a:cubicBezTo>
                  <a:cubicBezTo>
                    <a:pt x="256" y="7174"/>
                    <a:pt x="238" y="7233"/>
                    <a:pt x="226" y="7305"/>
                  </a:cubicBezTo>
                  <a:cubicBezTo>
                    <a:pt x="226" y="7310"/>
                    <a:pt x="220" y="7322"/>
                    <a:pt x="220" y="7334"/>
                  </a:cubicBezTo>
                  <a:cubicBezTo>
                    <a:pt x="202" y="7382"/>
                    <a:pt x="196" y="7435"/>
                    <a:pt x="178" y="7483"/>
                  </a:cubicBezTo>
                  <a:cubicBezTo>
                    <a:pt x="172" y="7500"/>
                    <a:pt x="172" y="7518"/>
                    <a:pt x="167" y="7542"/>
                  </a:cubicBezTo>
                  <a:cubicBezTo>
                    <a:pt x="161" y="7584"/>
                    <a:pt x="143" y="7631"/>
                    <a:pt x="137" y="7679"/>
                  </a:cubicBezTo>
                  <a:cubicBezTo>
                    <a:pt x="137" y="7696"/>
                    <a:pt x="131" y="7708"/>
                    <a:pt x="131" y="7726"/>
                  </a:cubicBezTo>
                  <a:cubicBezTo>
                    <a:pt x="113" y="7786"/>
                    <a:pt x="107" y="7845"/>
                    <a:pt x="101" y="7904"/>
                  </a:cubicBezTo>
                  <a:cubicBezTo>
                    <a:pt x="101" y="7910"/>
                    <a:pt x="101" y="7928"/>
                    <a:pt x="89" y="7934"/>
                  </a:cubicBezTo>
                  <a:cubicBezTo>
                    <a:pt x="83" y="7987"/>
                    <a:pt x="77" y="8029"/>
                    <a:pt x="72" y="8082"/>
                  </a:cubicBezTo>
                  <a:cubicBezTo>
                    <a:pt x="72" y="8106"/>
                    <a:pt x="60" y="8118"/>
                    <a:pt x="60" y="8136"/>
                  </a:cubicBezTo>
                  <a:cubicBezTo>
                    <a:pt x="54" y="8177"/>
                    <a:pt x="48" y="8225"/>
                    <a:pt x="48" y="8266"/>
                  </a:cubicBezTo>
                  <a:cubicBezTo>
                    <a:pt x="48" y="8284"/>
                    <a:pt x="42" y="8296"/>
                    <a:pt x="42" y="8314"/>
                  </a:cubicBezTo>
                  <a:cubicBezTo>
                    <a:pt x="30" y="8373"/>
                    <a:pt x="24" y="8433"/>
                    <a:pt x="24" y="8492"/>
                  </a:cubicBezTo>
                  <a:lnTo>
                    <a:pt x="24" y="8498"/>
                  </a:lnTo>
                  <a:cubicBezTo>
                    <a:pt x="24" y="8522"/>
                    <a:pt x="18" y="8551"/>
                    <a:pt x="18" y="8569"/>
                  </a:cubicBezTo>
                  <a:cubicBezTo>
                    <a:pt x="18" y="8593"/>
                    <a:pt x="18" y="8617"/>
                    <a:pt x="12" y="8641"/>
                  </a:cubicBezTo>
                  <a:cubicBezTo>
                    <a:pt x="12" y="8670"/>
                    <a:pt x="12" y="8700"/>
                    <a:pt x="0" y="8730"/>
                  </a:cubicBezTo>
                  <a:lnTo>
                    <a:pt x="0" y="8789"/>
                  </a:lnTo>
                  <a:lnTo>
                    <a:pt x="0" y="8884"/>
                  </a:lnTo>
                  <a:lnTo>
                    <a:pt x="0" y="8926"/>
                  </a:lnTo>
                  <a:lnTo>
                    <a:pt x="0" y="9068"/>
                  </a:lnTo>
                  <a:lnTo>
                    <a:pt x="0" y="9205"/>
                  </a:lnTo>
                  <a:lnTo>
                    <a:pt x="0" y="9246"/>
                  </a:lnTo>
                  <a:lnTo>
                    <a:pt x="0" y="9335"/>
                  </a:lnTo>
                  <a:lnTo>
                    <a:pt x="0" y="9383"/>
                  </a:lnTo>
                  <a:cubicBezTo>
                    <a:pt x="0" y="9412"/>
                    <a:pt x="0" y="9442"/>
                    <a:pt x="12" y="9460"/>
                  </a:cubicBezTo>
                  <a:lnTo>
                    <a:pt x="12" y="9508"/>
                  </a:lnTo>
                  <a:cubicBezTo>
                    <a:pt x="12" y="9537"/>
                    <a:pt x="18" y="9567"/>
                    <a:pt x="18" y="9603"/>
                  </a:cubicBezTo>
                  <a:lnTo>
                    <a:pt x="18" y="9632"/>
                  </a:lnTo>
                  <a:cubicBezTo>
                    <a:pt x="18" y="9680"/>
                    <a:pt x="24" y="9715"/>
                    <a:pt x="30" y="9757"/>
                  </a:cubicBezTo>
                  <a:lnTo>
                    <a:pt x="30" y="9781"/>
                  </a:lnTo>
                  <a:cubicBezTo>
                    <a:pt x="42" y="9810"/>
                    <a:pt x="42" y="9846"/>
                    <a:pt x="48" y="9876"/>
                  </a:cubicBezTo>
                  <a:cubicBezTo>
                    <a:pt x="48" y="9893"/>
                    <a:pt x="48" y="9899"/>
                    <a:pt x="54" y="9917"/>
                  </a:cubicBezTo>
                  <a:cubicBezTo>
                    <a:pt x="54" y="9929"/>
                    <a:pt x="60" y="9947"/>
                    <a:pt x="60" y="9959"/>
                  </a:cubicBezTo>
                  <a:cubicBezTo>
                    <a:pt x="60" y="9977"/>
                    <a:pt x="72" y="9983"/>
                    <a:pt x="72" y="9994"/>
                  </a:cubicBezTo>
                  <a:cubicBezTo>
                    <a:pt x="72" y="10012"/>
                    <a:pt x="77" y="10018"/>
                    <a:pt x="77" y="10036"/>
                  </a:cubicBezTo>
                  <a:cubicBezTo>
                    <a:pt x="83" y="10066"/>
                    <a:pt x="83" y="10095"/>
                    <a:pt x="89" y="10125"/>
                  </a:cubicBezTo>
                  <a:cubicBezTo>
                    <a:pt x="89" y="10131"/>
                    <a:pt x="89" y="10137"/>
                    <a:pt x="101" y="10155"/>
                  </a:cubicBezTo>
                  <a:lnTo>
                    <a:pt x="119" y="10262"/>
                  </a:lnTo>
                  <a:lnTo>
                    <a:pt x="119" y="10279"/>
                  </a:lnTo>
                  <a:cubicBezTo>
                    <a:pt x="131" y="10309"/>
                    <a:pt x="137" y="10345"/>
                    <a:pt x="143" y="10374"/>
                  </a:cubicBezTo>
                  <a:cubicBezTo>
                    <a:pt x="143" y="10380"/>
                    <a:pt x="149" y="10398"/>
                    <a:pt x="149" y="10404"/>
                  </a:cubicBezTo>
                  <a:cubicBezTo>
                    <a:pt x="161" y="10428"/>
                    <a:pt x="167" y="10458"/>
                    <a:pt x="172" y="10481"/>
                  </a:cubicBezTo>
                  <a:cubicBezTo>
                    <a:pt x="172" y="10493"/>
                    <a:pt x="178" y="10499"/>
                    <a:pt x="178" y="10517"/>
                  </a:cubicBezTo>
                  <a:cubicBezTo>
                    <a:pt x="184" y="10547"/>
                    <a:pt x="196" y="10570"/>
                    <a:pt x="202" y="10600"/>
                  </a:cubicBezTo>
                  <a:cubicBezTo>
                    <a:pt x="202" y="10606"/>
                    <a:pt x="208" y="10612"/>
                    <a:pt x="208" y="10618"/>
                  </a:cubicBezTo>
                  <a:cubicBezTo>
                    <a:pt x="214" y="10659"/>
                    <a:pt x="232" y="10689"/>
                    <a:pt x="238" y="10725"/>
                  </a:cubicBezTo>
                  <a:cubicBezTo>
                    <a:pt x="238" y="10731"/>
                    <a:pt x="244" y="10737"/>
                    <a:pt x="244" y="10737"/>
                  </a:cubicBezTo>
                  <a:cubicBezTo>
                    <a:pt x="256" y="10766"/>
                    <a:pt x="267" y="10790"/>
                    <a:pt x="279" y="10820"/>
                  </a:cubicBezTo>
                  <a:cubicBezTo>
                    <a:pt x="285" y="10826"/>
                    <a:pt x="285" y="10844"/>
                    <a:pt x="291" y="10849"/>
                  </a:cubicBezTo>
                  <a:cubicBezTo>
                    <a:pt x="297" y="10873"/>
                    <a:pt x="309" y="10897"/>
                    <a:pt x="321" y="10915"/>
                  </a:cubicBezTo>
                  <a:cubicBezTo>
                    <a:pt x="327" y="10927"/>
                    <a:pt x="327" y="10939"/>
                    <a:pt x="339" y="10944"/>
                  </a:cubicBezTo>
                  <a:cubicBezTo>
                    <a:pt x="345" y="10968"/>
                    <a:pt x="357" y="10998"/>
                    <a:pt x="368" y="11022"/>
                  </a:cubicBezTo>
                  <a:cubicBezTo>
                    <a:pt x="368" y="11028"/>
                    <a:pt x="374" y="11034"/>
                    <a:pt x="374" y="11045"/>
                  </a:cubicBezTo>
                  <a:lnTo>
                    <a:pt x="416" y="11135"/>
                  </a:lnTo>
                  <a:cubicBezTo>
                    <a:pt x="416" y="11140"/>
                    <a:pt x="428" y="11146"/>
                    <a:pt x="428" y="11152"/>
                  </a:cubicBezTo>
                  <a:cubicBezTo>
                    <a:pt x="440" y="11176"/>
                    <a:pt x="446" y="11200"/>
                    <a:pt x="463" y="11224"/>
                  </a:cubicBezTo>
                  <a:cubicBezTo>
                    <a:pt x="469" y="11230"/>
                    <a:pt x="469" y="11235"/>
                    <a:pt x="475" y="11253"/>
                  </a:cubicBezTo>
                  <a:cubicBezTo>
                    <a:pt x="481" y="11271"/>
                    <a:pt x="499" y="11289"/>
                    <a:pt x="517" y="11313"/>
                  </a:cubicBezTo>
                  <a:cubicBezTo>
                    <a:pt x="523" y="11319"/>
                    <a:pt x="523" y="11325"/>
                    <a:pt x="529" y="11342"/>
                  </a:cubicBezTo>
                  <a:lnTo>
                    <a:pt x="576" y="11408"/>
                  </a:lnTo>
                  <a:cubicBezTo>
                    <a:pt x="576" y="11414"/>
                    <a:pt x="582" y="11414"/>
                    <a:pt x="582" y="11420"/>
                  </a:cubicBezTo>
                  <a:cubicBezTo>
                    <a:pt x="594" y="11449"/>
                    <a:pt x="618" y="11473"/>
                    <a:pt x="630" y="11503"/>
                  </a:cubicBezTo>
                  <a:cubicBezTo>
                    <a:pt x="642" y="11509"/>
                    <a:pt x="642" y="11520"/>
                    <a:pt x="648" y="11526"/>
                  </a:cubicBezTo>
                  <a:cubicBezTo>
                    <a:pt x="665" y="11550"/>
                    <a:pt x="677" y="11562"/>
                    <a:pt x="689" y="11586"/>
                  </a:cubicBezTo>
                  <a:cubicBezTo>
                    <a:pt x="701" y="11592"/>
                    <a:pt x="707" y="11598"/>
                    <a:pt x="707" y="11610"/>
                  </a:cubicBezTo>
                  <a:cubicBezTo>
                    <a:pt x="725" y="11621"/>
                    <a:pt x="737" y="11645"/>
                    <a:pt x="743" y="11657"/>
                  </a:cubicBezTo>
                  <a:cubicBezTo>
                    <a:pt x="748" y="11669"/>
                    <a:pt x="760" y="11675"/>
                    <a:pt x="760" y="11681"/>
                  </a:cubicBezTo>
                  <a:cubicBezTo>
                    <a:pt x="772" y="11705"/>
                    <a:pt x="796" y="11716"/>
                    <a:pt x="814" y="11740"/>
                  </a:cubicBezTo>
                  <a:lnTo>
                    <a:pt x="820" y="11746"/>
                  </a:lnTo>
                  <a:cubicBezTo>
                    <a:pt x="838" y="11770"/>
                    <a:pt x="855" y="11794"/>
                    <a:pt x="879" y="11817"/>
                  </a:cubicBezTo>
                  <a:lnTo>
                    <a:pt x="891" y="11829"/>
                  </a:lnTo>
                  <a:lnTo>
                    <a:pt x="938" y="11877"/>
                  </a:lnTo>
                  <a:lnTo>
                    <a:pt x="956" y="11895"/>
                  </a:lnTo>
                  <a:lnTo>
                    <a:pt x="1004" y="11942"/>
                  </a:lnTo>
                  <a:lnTo>
                    <a:pt x="1028" y="11966"/>
                  </a:lnTo>
                  <a:cubicBezTo>
                    <a:pt x="1045" y="11978"/>
                    <a:pt x="1063" y="12001"/>
                    <a:pt x="1087" y="12013"/>
                  </a:cubicBezTo>
                  <a:lnTo>
                    <a:pt x="1093" y="12025"/>
                  </a:lnTo>
                  <a:cubicBezTo>
                    <a:pt x="1117" y="12043"/>
                    <a:pt x="1134" y="12061"/>
                    <a:pt x="1158" y="12073"/>
                  </a:cubicBezTo>
                  <a:cubicBezTo>
                    <a:pt x="1164" y="12085"/>
                    <a:pt x="1176" y="12085"/>
                    <a:pt x="1182" y="12091"/>
                  </a:cubicBezTo>
                  <a:cubicBezTo>
                    <a:pt x="1194" y="12102"/>
                    <a:pt x="1218" y="12114"/>
                    <a:pt x="1235" y="12126"/>
                  </a:cubicBezTo>
                  <a:cubicBezTo>
                    <a:pt x="1241" y="12132"/>
                    <a:pt x="1247" y="12144"/>
                    <a:pt x="1253" y="12144"/>
                  </a:cubicBezTo>
                  <a:cubicBezTo>
                    <a:pt x="1271" y="12156"/>
                    <a:pt x="1295" y="12162"/>
                    <a:pt x="1307" y="12180"/>
                  </a:cubicBezTo>
                  <a:cubicBezTo>
                    <a:pt x="1313" y="12186"/>
                    <a:pt x="1324" y="12186"/>
                    <a:pt x="1330" y="12191"/>
                  </a:cubicBezTo>
                  <a:cubicBezTo>
                    <a:pt x="1354" y="12209"/>
                    <a:pt x="1384" y="12221"/>
                    <a:pt x="1402" y="12239"/>
                  </a:cubicBezTo>
                  <a:lnTo>
                    <a:pt x="8676" y="16526"/>
                  </a:lnTo>
                  <a:cubicBezTo>
                    <a:pt x="8664" y="16520"/>
                    <a:pt x="8658" y="16514"/>
                    <a:pt x="8640" y="16508"/>
                  </a:cubicBezTo>
                  <a:lnTo>
                    <a:pt x="8640" y="16508"/>
                  </a:lnTo>
                  <a:cubicBezTo>
                    <a:pt x="9025" y="16745"/>
                    <a:pt x="9477" y="16868"/>
                    <a:pt x="9979" y="16868"/>
                  </a:cubicBezTo>
                  <a:cubicBezTo>
                    <a:pt x="10636" y="16868"/>
                    <a:pt x="11379" y="16656"/>
                    <a:pt x="12167" y="16211"/>
                  </a:cubicBezTo>
                  <a:cubicBezTo>
                    <a:pt x="14881" y="14668"/>
                    <a:pt x="17102" y="10897"/>
                    <a:pt x="17119" y="7786"/>
                  </a:cubicBezTo>
                  <a:cubicBezTo>
                    <a:pt x="17149" y="6221"/>
                    <a:pt x="16611" y="5130"/>
                    <a:pt x="15729" y="4612"/>
                  </a:cubicBezTo>
                  <a:lnTo>
                    <a:pt x="15729" y="4612"/>
                  </a:lnTo>
                  <a:cubicBezTo>
                    <a:pt x="15730" y="4613"/>
                    <a:pt x="15730" y="4614"/>
                    <a:pt x="15730" y="4615"/>
                  </a:cubicBezTo>
                  <a:lnTo>
                    <a:pt x="15659" y="4573"/>
                  </a:lnTo>
                  <a:lnTo>
                    <a:pt x="15659" y="4573"/>
                  </a:lnTo>
                  <a:cubicBezTo>
                    <a:pt x="15661" y="4573"/>
                    <a:pt x="15663" y="4573"/>
                    <a:pt x="15665" y="4573"/>
                  </a:cubicBezTo>
                  <a:cubicBezTo>
                    <a:pt x="15662" y="4573"/>
                    <a:pt x="15660" y="4573"/>
                    <a:pt x="15658" y="4573"/>
                  </a:cubicBezTo>
                  <a:lnTo>
                    <a:pt x="15658" y="4573"/>
                  </a:lnTo>
                  <a:lnTo>
                    <a:pt x="15647" y="4566"/>
                  </a:lnTo>
                  <a:lnTo>
                    <a:pt x="15647" y="4566"/>
                  </a:lnTo>
                  <a:cubicBezTo>
                    <a:pt x="15645" y="4563"/>
                    <a:pt x="15643" y="4561"/>
                    <a:pt x="15641" y="4561"/>
                  </a:cubicBezTo>
                  <a:lnTo>
                    <a:pt x="15641" y="4561"/>
                  </a:lnTo>
                  <a:cubicBezTo>
                    <a:pt x="15641" y="4562"/>
                    <a:pt x="15641" y="4562"/>
                    <a:pt x="15642" y="4563"/>
                  </a:cubicBezTo>
                  <a:lnTo>
                    <a:pt x="15642" y="4563"/>
                  </a:lnTo>
                  <a:lnTo>
                    <a:pt x="8456" y="327"/>
                  </a:lnTo>
                  <a:cubicBezTo>
                    <a:pt x="8426" y="310"/>
                    <a:pt x="8397" y="286"/>
                    <a:pt x="8367" y="274"/>
                  </a:cubicBezTo>
                  <a:cubicBezTo>
                    <a:pt x="8361" y="262"/>
                    <a:pt x="8343" y="262"/>
                    <a:pt x="8337" y="256"/>
                  </a:cubicBezTo>
                  <a:cubicBezTo>
                    <a:pt x="8313" y="250"/>
                    <a:pt x="8296" y="238"/>
                    <a:pt x="8278" y="227"/>
                  </a:cubicBezTo>
                  <a:cubicBezTo>
                    <a:pt x="8260" y="221"/>
                    <a:pt x="8254" y="221"/>
                    <a:pt x="8242" y="215"/>
                  </a:cubicBezTo>
                  <a:cubicBezTo>
                    <a:pt x="8218" y="209"/>
                    <a:pt x="8201" y="197"/>
                    <a:pt x="8183" y="185"/>
                  </a:cubicBezTo>
                  <a:cubicBezTo>
                    <a:pt x="8165" y="179"/>
                    <a:pt x="8159" y="179"/>
                    <a:pt x="8147" y="167"/>
                  </a:cubicBezTo>
                  <a:cubicBezTo>
                    <a:pt x="8123" y="161"/>
                    <a:pt x="8106" y="155"/>
                    <a:pt x="8088" y="149"/>
                  </a:cubicBezTo>
                  <a:cubicBezTo>
                    <a:pt x="8070" y="137"/>
                    <a:pt x="8052" y="137"/>
                    <a:pt x="8046" y="131"/>
                  </a:cubicBezTo>
                  <a:cubicBezTo>
                    <a:pt x="8028" y="126"/>
                    <a:pt x="8011" y="120"/>
                    <a:pt x="7987" y="108"/>
                  </a:cubicBezTo>
                  <a:cubicBezTo>
                    <a:pt x="7975" y="102"/>
                    <a:pt x="7957" y="102"/>
                    <a:pt x="7945" y="96"/>
                  </a:cubicBezTo>
                  <a:cubicBezTo>
                    <a:pt x="7921" y="90"/>
                    <a:pt x="7910" y="78"/>
                    <a:pt x="7886" y="78"/>
                  </a:cubicBezTo>
                  <a:cubicBezTo>
                    <a:pt x="7868" y="72"/>
                    <a:pt x="7856" y="72"/>
                    <a:pt x="7850" y="72"/>
                  </a:cubicBezTo>
                  <a:cubicBezTo>
                    <a:pt x="7826" y="66"/>
                    <a:pt x="7803" y="66"/>
                    <a:pt x="7779" y="60"/>
                  </a:cubicBezTo>
                  <a:cubicBezTo>
                    <a:pt x="7767" y="60"/>
                    <a:pt x="7761" y="48"/>
                    <a:pt x="7743" y="48"/>
                  </a:cubicBezTo>
                  <a:cubicBezTo>
                    <a:pt x="7714" y="42"/>
                    <a:pt x="7690" y="42"/>
                    <a:pt x="7660" y="36"/>
                  </a:cubicBezTo>
                  <a:cubicBezTo>
                    <a:pt x="7654" y="36"/>
                    <a:pt x="7648" y="36"/>
                    <a:pt x="7642" y="31"/>
                  </a:cubicBezTo>
                  <a:cubicBezTo>
                    <a:pt x="7601" y="19"/>
                    <a:pt x="7565" y="13"/>
                    <a:pt x="7536" y="13"/>
                  </a:cubicBezTo>
                  <a:lnTo>
                    <a:pt x="7512" y="13"/>
                  </a:lnTo>
                  <a:cubicBezTo>
                    <a:pt x="7482" y="13"/>
                    <a:pt x="7464" y="7"/>
                    <a:pt x="7435" y="7"/>
                  </a:cubicBezTo>
                  <a:lnTo>
                    <a:pt x="7393" y="7"/>
                  </a:lnTo>
                  <a:cubicBezTo>
                    <a:pt x="7375" y="7"/>
                    <a:pt x="7351" y="7"/>
                    <a:pt x="7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5">
              <a:extLst>
                <a:ext uri="{FF2B5EF4-FFF2-40B4-BE49-F238E27FC236}">
                  <a16:creationId xmlns:a16="http://schemas.microsoft.com/office/drawing/2014/main" id="{928F01B3-3457-16A0-7BB9-0EE722033340}"/>
                </a:ext>
              </a:extLst>
            </p:cNvPr>
            <p:cNvSpPr/>
            <p:nvPr/>
          </p:nvSpPr>
          <p:spPr>
            <a:xfrm>
              <a:off x="5644057" y="-1244429"/>
              <a:ext cx="2654533" cy="3338463"/>
            </a:xfrm>
            <a:custGeom>
              <a:avLst/>
              <a:gdLst/>
              <a:ahLst/>
              <a:cxnLst/>
              <a:rect l="l" t="t" r="r" b="b"/>
              <a:pathLst>
                <a:path w="12234" h="15861" extrusionOk="0">
                  <a:moveTo>
                    <a:pt x="4959" y="1"/>
                  </a:moveTo>
                  <a:cubicBezTo>
                    <a:pt x="4924" y="24"/>
                    <a:pt x="4876" y="48"/>
                    <a:pt x="4840" y="66"/>
                  </a:cubicBezTo>
                  <a:cubicBezTo>
                    <a:pt x="4834" y="78"/>
                    <a:pt x="4817" y="84"/>
                    <a:pt x="4811" y="90"/>
                  </a:cubicBezTo>
                  <a:cubicBezTo>
                    <a:pt x="4781" y="107"/>
                    <a:pt x="4751" y="125"/>
                    <a:pt x="4722" y="143"/>
                  </a:cubicBezTo>
                  <a:cubicBezTo>
                    <a:pt x="4710" y="149"/>
                    <a:pt x="4698" y="155"/>
                    <a:pt x="4686" y="167"/>
                  </a:cubicBezTo>
                  <a:cubicBezTo>
                    <a:pt x="4656" y="179"/>
                    <a:pt x="4633" y="202"/>
                    <a:pt x="4603" y="214"/>
                  </a:cubicBezTo>
                  <a:cubicBezTo>
                    <a:pt x="4591" y="226"/>
                    <a:pt x="4573" y="232"/>
                    <a:pt x="4567" y="238"/>
                  </a:cubicBezTo>
                  <a:cubicBezTo>
                    <a:pt x="4538" y="256"/>
                    <a:pt x="4514" y="274"/>
                    <a:pt x="4484" y="291"/>
                  </a:cubicBezTo>
                  <a:cubicBezTo>
                    <a:pt x="4472" y="297"/>
                    <a:pt x="4460" y="303"/>
                    <a:pt x="4448" y="315"/>
                  </a:cubicBezTo>
                  <a:lnTo>
                    <a:pt x="4359" y="381"/>
                  </a:lnTo>
                  <a:cubicBezTo>
                    <a:pt x="4353" y="387"/>
                    <a:pt x="4342" y="392"/>
                    <a:pt x="4336" y="392"/>
                  </a:cubicBezTo>
                  <a:cubicBezTo>
                    <a:pt x="4264" y="446"/>
                    <a:pt x="4187" y="499"/>
                    <a:pt x="4116" y="559"/>
                  </a:cubicBezTo>
                  <a:lnTo>
                    <a:pt x="4104" y="565"/>
                  </a:lnTo>
                  <a:cubicBezTo>
                    <a:pt x="4063" y="600"/>
                    <a:pt x="4009" y="642"/>
                    <a:pt x="3968" y="677"/>
                  </a:cubicBezTo>
                  <a:cubicBezTo>
                    <a:pt x="3950" y="683"/>
                    <a:pt x="3938" y="701"/>
                    <a:pt x="3920" y="713"/>
                  </a:cubicBezTo>
                  <a:cubicBezTo>
                    <a:pt x="3884" y="743"/>
                    <a:pt x="3855" y="772"/>
                    <a:pt x="3819" y="802"/>
                  </a:cubicBezTo>
                  <a:cubicBezTo>
                    <a:pt x="3801" y="820"/>
                    <a:pt x="3789" y="832"/>
                    <a:pt x="3766" y="850"/>
                  </a:cubicBezTo>
                  <a:cubicBezTo>
                    <a:pt x="3730" y="879"/>
                    <a:pt x="3700" y="909"/>
                    <a:pt x="3659" y="939"/>
                  </a:cubicBezTo>
                  <a:lnTo>
                    <a:pt x="3623" y="974"/>
                  </a:lnTo>
                  <a:cubicBezTo>
                    <a:pt x="3582" y="1010"/>
                    <a:pt x="3534" y="1057"/>
                    <a:pt x="3492" y="1099"/>
                  </a:cubicBezTo>
                  <a:lnTo>
                    <a:pt x="3451" y="1135"/>
                  </a:lnTo>
                  <a:cubicBezTo>
                    <a:pt x="3415" y="1164"/>
                    <a:pt x="3386" y="1206"/>
                    <a:pt x="3350" y="1236"/>
                  </a:cubicBezTo>
                  <a:lnTo>
                    <a:pt x="3302" y="1277"/>
                  </a:lnTo>
                  <a:cubicBezTo>
                    <a:pt x="3267" y="1307"/>
                    <a:pt x="3237" y="1343"/>
                    <a:pt x="3202" y="1372"/>
                  </a:cubicBezTo>
                  <a:lnTo>
                    <a:pt x="3166" y="1414"/>
                  </a:lnTo>
                  <a:lnTo>
                    <a:pt x="3029" y="1544"/>
                  </a:lnTo>
                  <a:lnTo>
                    <a:pt x="2994" y="1580"/>
                  </a:lnTo>
                  <a:cubicBezTo>
                    <a:pt x="2964" y="1622"/>
                    <a:pt x="2928" y="1651"/>
                    <a:pt x="2899" y="1687"/>
                  </a:cubicBezTo>
                  <a:lnTo>
                    <a:pt x="2851" y="1728"/>
                  </a:lnTo>
                  <a:cubicBezTo>
                    <a:pt x="2821" y="1770"/>
                    <a:pt x="2786" y="1806"/>
                    <a:pt x="2756" y="1841"/>
                  </a:cubicBezTo>
                  <a:lnTo>
                    <a:pt x="2721" y="1877"/>
                  </a:lnTo>
                  <a:cubicBezTo>
                    <a:pt x="2673" y="1924"/>
                    <a:pt x="2637" y="1978"/>
                    <a:pt x="2590" y="2025"/>
                  </a:cubicBezTo>
                  <a:cubicBezTo>
                    <a:pt x="2584" y="2043"/>
                    <a:pt x="2572" y="2049"/>
                    <a:pt x="2560" y="2067"/>
                  </a:cubicBezTo>
                  <a:cubicBezTo>
                    <a:pt x="2531" y="2103"/>
                    <a:pt x="2501" y="2138"/>
                    <a:pt x="2465" y="2174"/>
                  </a:cubicBezTo>
                  <a:cubicBezTo>
                    <a:pt x="2453" y="2192"/>
                    <a:pt x="2436" y="2204"/>
                    <a:pt x="2430" y="2227"/>
                  </a:cubicBezTo>
                  <a:cubicBezTo>
                    <a:pt x="2400" y="2263"/>
                    <a:pt x="2370" y="2304"/>
                    <a:pt x="2341" y="2346"/>
                  </a:cubicBezTo>
                  <a:cubicBezTo>
                    <a:pt x="2335" y="2364"/>
                    <a:pt x="2317" y="2370"/>
                    <a:pt x="2311" y="2382"/>
                  </a:cubicBezTo>
                  <a:cubicBezTo>
                    <a:pt x="2275" y="2435"/>
                    <a:pt x="2228" y="2489"/>
                    <a:pt x="2192" y="2542"/>
                  </a:cubicBezTo>
                  <a:cubicBezTo>
                    <a:pt x="2186" y="2554"/>
                    <a:pt x="2168" y="2560"/>
                    <a:pt x="2162" y="2578"/>
                  </a:cubicBezTo>
                  <a:cubicBezTo>
                    <a:pt x="2133" y="2625"/>
                    <a:pt x="2103" y="2661"/>
                    <a:pt x="2073" y="2702"/>
                  </a:cubicBezTo>
                  <a:cubicBezTo>
                    <a:pt x="2055" y="2720"/>
                    <a:pt x="2050" y="2738"/>
                    <a:pt x="2038" y="2756"/>
                  </a:cubicBezTo>
                  <a:cubicBezTo>
                    <a:pt x="2008" y="2797"/>
                    <a:pt x="1978" y="2839"/>
                    <a:pt x="1949" y="2880"/>
                  </a:cubicBezTo>
                  <a:cubicBezTo>
                    <a:pt x="1937" y="2898"/>
                    <a:pt x="1931" y="2910"/>
                    <a:pt x="1919" y="2916"/>
                  </a:cubicBezTo>
                  <a:cubicBezTo>
                    <a:pt x="1877" y="2970"/>
                    <a:pt x="1842" y="3029"/>
                    <a:pt x="1806" y="3082"/>
                  </a:cubicBezTo>
                  <a:cubicBezTo>
                    <a:pt x="1800" y="3094"/>
                    <a:pt x="1788" y="3106"/>
                    <a:pt x="1782" y="3118"/>
                  </a:cubicBezTo>
                  <a:cubicBezTo>
                    <a:pt x="1753" y="3165"/>
                    <a:pt x="1723" y="3207"/>
                    <a:pt x="1699" y="3255"/>
                  </a:cubicBezTo>
                  <a:cubicBezTo>
                    <a:pt x="1693" y="3266"/>
                    <a:pt x="1681" y="3290"/>
                    <a:pt x="1670" y="3302"/>
                  </a:cubicBezTo>
                  <a:cubicBezTo>
                    <a:pt x="1640" y="3350"/>
                    <a:pt x="1622" y="3391"/>
                    <a:pt x="1592" y="3439"/>
                  </a:cubicBezTo>
                  <a:cubicBezTo>
                    <a:pt x="1580" y="3450"/>
                    <a:pt x="1575" y="3468"/>
                    <a:pt x="1569" y="3474"/>
                  </a:cubicBezTo>
                  <a:cubicBezTo>
                    <a:pt x="1533" y="3534"/>
                    <a:pt x="1503" y="3587"/>
                    <a:pt x="1462" y="3646"/>
                  </a:cubicBezTo>
                  <a:cubicBezTo>
                    <a:pt x="1456" y="3658"/>
                    <a:pt x="1450" y="3670"/>
                    <a:pt x="1444" y="3682"/>
                  </a:cubicBezTo>
                  <a:cubicBezTo>
                    <a:pt x="1414" y="3730"/>
                    <a:pt x="1390" y="3771"/>
                    <a:pt x="1361" y="3825"/>
                  </a:cubicBezTo>
                  <a:cubicBezTo>
                    <a:pt x="1355" y="3836"/>
                    <a:pt x="1337" y="3860"/>
                    <a:pt x="1331" y="3878"/>
                  </a:cubicBezTo>
                  <a:cubicBezTo>
                    <a:pt x="1307" y="3920"/>
                    <a:pt x="1278" y="3967"/>
                    <a:pt x="1254" y="4009"/>
                  </a:cubicBezTo>
                  <a:cubicBezTo>
                    <a:pt x="1248" y="4026"/>
                    <a:pt x="1242" y="4038"/>
                    <a:pt x="1236" y="4044"/>
                  </a:cubicBezTo>
                  <a:lnTo>
                    <a:pt x="1147" y="4222"/>
                  </a:lnTo>
                  <a:cubicBezTo>
                    <a:pt x="1135" y="4240"/>
                    <a:pt x="1129" y="4246"/>
                    <a:pt x="1129" y="4264"/>
                  </a:cubicBezTo>
                  <a:cubicBezTo>
                    <a:pt x="1105" y="4306"/>
                    <a:pt x="1076" y="4359"/>
                    <a:pt x="1058" y="4401"/>
                  </a:cubicBezTo>
                  <a:cubicBezTo>
                    <a:pt x="1046" y="4418"/>
                    <a:pt x="1040" y="4442"/>
                    <a:pt x="1028" y="4454"/>
                  </a:cubicBezTo>
                  <a:cubicBezTo>
                    <a:pt x="1004" y="4501"/>
                    <a:pt x="981" y="4549"/>
                    <a:pt x="957" y="4597"/>
                  </a:cubicBezTo>
                  <a:lnTo>
                    <a:pt x="939" y="4638"/>
                  </a:lnTo>
                  <a:cubicBezTo>
                    <a:pt x="909" y="4697"/>
                    <a:pt x="886" y="4757"/>
                    <a:pt x="856" y="4816"/>
                  </a:cubicBezTo>
                  <a:cubicBezTo>
                    <a:pt x="850" y="4834"/>
                    <a:pt x="850" y="4840"/>
                    <a:pt x="838" y="4858"/>
                  </a:cubicBezTo>
                  <a:cubicBezTo>
                    <a:pt x="820" y="4905"/>
                    <a:pt x="797" y="4953"/>
                    <a:pt x="773" y="5006"/>
                  </a:cubicBezTo>
                  <a:cubicBezTo>
                    <a:pt x="767" y="5018"/>
                    <a:pt x="761" y="5042"/>
                    <a:pt x="749" y="5054"/>
                  </a:cubicBezTo>
                  <a:cubicBezTo>
                    <a:pt x="731" y="5101"/>
                    <a:pt x="714" y="5155"/>
                    <a:pt x="690" y="5196"/>
                  </a:cubicBezTo>
                  <a:cubicBezTo>
                    <a:pt x="684" y="5214"/>
                    <a:pt x="678" y="5226"/>
                    <a:pt x="678" y="5244"/>
                  </a:cubicBezTo>
                  <a:cubicBezTo>
                    <a:pt x="654" y="5303"/>
                    <a:pt x="630" y="5362"/>
                    <a:pt x="601" y="5428"/>
                  </a:cubicBezTo>
                  <a:cubicBezTo>
                    <a:pt x="595" y="5434"/>
                    <a:pt x="595" y="5452"/>
                    <a:pt x="589" y="5458"/>
                  </a:cubicBezTo>
                  <a:cubicBezTo>
                    <a:pt x="565" y="5511"/>
                    <a:pt x="553" y="5558"/>
                    <a:pt x="535" y="5606"/>
                  </a:cubicBezTo>
                  <a:cubicBezTo>
                    <a:pt x="529" y="5618"/>
                    <a:pt x="524" y="5642"/>
                    <a:pt x="512" y="5659"/>
                  </a:cubicBezTo>
                  <a:cubicBezTo>
                    <a:pt x="500" y="5701"/>
                    <a:pt x="482" y="5754"/>
                    <a:pt x="464" y="5796"/>
                  </a:cubicBezTo>
                  <a:cubicBezTo>
                    <a:pt x="452" y="5814"/>
                    <a:pt x="452" y="5826"/>
                    <a:pt x="446" y="5843"/>
                  </a:cubicBezTo>
                  <a:cubicBezTo>
                    <a:pt x="423" y="5903"/>
                    <a:pt x="411" y="5968"/>
                    <a:pt x="387" y="6028"/>
                  </a:cubicBezTo>
                  <a:cubicBezTo>
                    <a:pt x="387" y="6033"/>
                    <a:pt x="381" y="6051"/>
                    <a:pt x="381" y="6057"/>
                  </a:cubicBezTo>
                  <a:lnTo>
                    <a:pt x="333" y="6212"/>
                  </a:lnTo>
                  <a:cubicBezTo>
                    <a:pt x="333" y="6224"/>
                    <a:pt x="328" y="6229"/>
                    <a:pt x="328" y="6235"/>
                  </a:cubicBezTo>
                  <a:cubicBezTo>
                    <a:pt x="328" y="6241"/>
                    <a:pt x="322" y="6259"/>
                    <a:pt x="322" y="6265"/>
                  </a:cubicBezTo>
                  <a:cubicBezTo>
                    <a:pt x="304" y="6313"/>
                    <a:pt x="292" y="6360"/>
                    <a:pt x="286" y="6408"/>
                  </a:cubicBezTo>
                  <a:cubicBezTo>
                    <a:pt x="274" y="6419"/>
                    <a:pt x="274" y="6437"/>
                    <a:pt x="268" y="6449"/>
                  </a:cubicBezTo>
                  <a:cubicBezTo>
                    <a:pt x="256" y="6509"/>
                    <a:pt x="238" y="6568"/>
                    <a:pt x="227" y="6639"/>
                  </a:cubicBezTo>
                  <a:cubicBezTo>
                    <a:pt x="227" y="6645"/>
                    <a:pt x="215" y="6657"/>
                    <a:pt x="215" y="6669"/>
                  </a:cubicBezTo>
                  <a:cubicBezTo>
                    <a:pt x="203" y="6716"/>
                    <a:pt x="197" y="6770"/>
                    <a:pt x="179" y="6817"/>
                  </a:cubicBezTo>
                  <a:cubicBezTo>
                    <a:pt x="173" y="6835"/>
                    <a:pt x="173" y="6853"/>
                    <a:pt x="167" y="6877"/>
                  </a:cubicBezTo>
                  <a:cubicBezTo>
                    <a:pt x="155" y="6918"/>
                    <a:pt x="143" y="6966"/>
                    <a:pt x="138" y="7013"/>
                  </a:cubicBezTo>
                  <a:cubicBezTo>
                    <a:pt x="138" y="7031"/>
                    <a:pt x="126" y="7043"/>
                    <a:pt x="126" y="7061"/>
                  </a:cubicBezTo>
                  <a:cubicBezTo>
                    <a:pt x="114" y="7120"/>
                    <a:pt x="108" y="7180"/>
                    <a:pt x="96" y="7239"/>
                  </a:cubicBezTo>
                  <a:cubicBezTo>
                    <a:pt x="96" y="7245"/>
                    <a:pt x="96" y="7263"/>
                    <a:pt x="90" y="7269"/>
                  </a:cubicBezTo>
                  <a:cubicBezTo>
                    <a:pt x="84" y="7322"/>
                    <a:pt x="78" y="7364"/>
                    <a:pt x="66" y="7417"/>
                  </a:cubicBezTo>
                  <a:cubicBezTo>
                    <a:pt x="66" y="7441"/>
                    <a:pt x="60" y="7453"/>
                    <a:pt x="60" y="7470"/>
                  </a:cubicBezTo>
                  <a:cubicBezTo>
                    <a:pt x="54" y="7512"/>
                    <a:pt x="48" y="7560"/>
                    <a:pt x="48" y="7601"/>
                  </a:cubicBezTo>
                  <a:cubicBezTo>
                    <a:pt x="48" y="7619"/>
                    <a:pt x="37" y="7631"/>
                    <a:pt x="37" y="7649"/>
                  </a:cubicBezTo>
                  <a:cubicBezTo>
                    <a:pt x="31" y="7708"/>
                    <a:pt x="25" y="7767"/>
                    <a:pt x="25" y="7827"/>
                  </a:cubicBezTo>
                  <a:lnTo>
                    <a:pt x="25" y="7833"/>
                  </a:lnTo>
                  <a:cubicBezTo>
                    <a:pt x="25" y="7856"/>
                    <a:pt x="19" y="7886"/>
                    <a:pt x="19" y="7904"/>
                  </a:cubicBezTo>
                  <a:cubicBezTo>
                    <a:pt x="19" y="7928"/>
                    <a:pt x="19" y="7951"/>
                    <a:pt x="7" y="7975"/>
                  </a:cubicBezTo>
                  <a:cubicBezTo>
                    <a:pt x="7" y="8005"/>
                    <a:pt x="7" y="8035"/>
                    <a:pt x="1" y="8064"/>
                  </a:cubicBezTo>
                  <a:lnTo>
                    <a:pt x="1" y="8124"/>
                  </a:lnTo>
                  <a:lnTo>
                    <a:pt x="1" y="8219"/>
                  </a:lnTo>
                  <a:lnTo>
                    <a:pt x="1" y="8260"/>
                  </a:lnTo>
                  <a:lnTo>
                    <a:pt x="1" y="8403"/>
                  </a:lnTo>
                  <a:lnTo>
                    <a:pt x="1" y="8539"/>
                  </a:lnTo>
                  <a:lnTo>
                    <a:pt x="1" y="8581"/>
                  </a:lnTo>
                  <a:lnTo>
                    <a:pt x="1" y="8670"/>
                  </a:lnTo>
                  <a:lnTo>
                    <a:pt x="1" y="8717"/>
                  </a:lnTo>
                  <a:cubicBezTo>
                    <a:pt x="1" y="8747"/>
                    <a:pt x="1" y="8777"/>
                    <a:pt x="7" y="8795"/>
                  </a:cubicBezTo>
                  <a:lnTo>
                    <a:pt x="7" y="8842"/>
                  </a:lnTo>
                  <a:cubicBezTo>
                    <a:pt x="7" y="8872"/>
                    <a:pt x="19" y="8902"/>
                    <a:pt x="19" y="8937"/>
                  </a:cubicBezTo>
                  <a:lnTo>
                    <a:pt x="19" y="8967"/>
                  </a:lnTo>
                  <a:cubicBezTo>
                    <a:pt x="19" y="9014"/>
                    <a:pt x="25" y="9050"/>
                    <a:pt x="31" y="9092"/>
                  </a:cubicBezTo>
                  <a:lnTo>
                    <a:pt x="31" y="9115"/>
                  </a:lnTo>
                  <a:cubicBezTo>
                    <a:pt x="37" y="9145"/>
                    <a:pt x="37" y="9181"/>
                    <a:pt x="48" y="9210"/>
                  </a:cubicBezTo>
                  <a:cubicBezTo>
                    <a:pt x="48" y="9228"/>
                    <a:pt x="48" y="9234"/>
                    <a:pt x="54" y="9252"/>
                  </a:cubicBezTo>
                  <a:cubicBezTo>
                    <a:pt x="54" y="9264"/>
                    <a:pt x="60" y="9282"/>
                    <a:pt x="60" y="9293"/>
                  </a:cubicBezTo>
                  <a:cubicBezTo>
                    <a:pt x="60" y="9311"/>
                    <a:pt x="66" y="9317"/>
                    <a:pt x="66" y="9329"/>
                  </a:cubicBezTo>
                  <a:cubicBezTo>
                    <a:pt x="66" y="9347"/>
                    <a:pt x="78" y="9353"/>
                    <a:pt x="78" y="9371"/>
                  </a:cubicBezTo>
                  <a:cubicBezTo>
                    <a:pt x="84" y="9400"/>
                    <a:pt x="84" y="9430"/>
                    <a:pt x="90" y="9460"/>
                  </a:cubicBezTo>
                  <a:cubicBezTo>
                    <a:pt x="90" y="9466"/>
                    <a:pt x="90" y="9472"/>
                    <a:pt x="96" y="9489"/>
                  </a:cubicBezTo>
                  <a:lnTo>
                    <a:pt x="120" y="9596"/>
                  </a:lnTo>
                  <a:lnTo>
                    <a:pt x="120" y="9614"/>
                  </a:lnTo>
                  <a:cubicBezTo>
                    <a:pt x="126" y="9644"/>
                    <a:pt x="138" y="9679"/>
                    <a:pt x="143" y="9709"/>
                  </a:cubicBezTo>
                  <a:cubicBezTo>
                    <a:pt x="143" y="9715"/>
                    <a:pt x="149" y="9733"/>
                    <a:pt x="149" y="9739"/>
                  </a:cubicBezTo>
                  <a:cubicBezTo>
                    <a:pt x="155" y="9763"/>
                    <a:pt x="167" y="9792"/>
                    <a:pt x="173" y="9816"/>
                  </a:cubicBezTo>
                  <a:cubicBezTo>
                    <a:pt x="173" y="9828"/>
                    <a:pt x="179" y="9834"/>
                    <a:pt x="179" y="9852"/>
                  </a:cubicBezTo>
                  <a:cubicBezTo>
                    <a:pt x="185" y="9881"/>
                    <a:pt x="197" y="9905"/>
                    <a:pt x="203" y="9935"/>
                  </a:cubicBezTo>
                  <a:cubicBezTo>
                    <a:pt x="203" y="9941"/>
                    <a:pt x="209" y="9947"/>
                    <a:pt x="209" y="9953"/>
                  </a:cubicBezTo>
                  <a:cubicBezTo>
                    <a:pt x="215" y="9994"/>
                    <a:pt x="233" y="10024"/>
                    <a:pt x="238" y="10059"/>
                  </a:cubicBezTo>
                  <a:cubicBezTo>
                    <a:pt x="238" y="10065"/>
                    <a:pt x="244" y="10071"/>
                    <a:pt x="244" y="10071"/>
                  </a:cubicBezTo>
                  <a:cubicBezTo>
                    <a:pt x="256" y="10101"/>
                    <a:pt x="268" y="10125"/>
                    <a:pt x="274" y="10154"/>
                  </a:cubicBezTo>
                  <a:cubicBezTo>
                    <a:pt x="286" y="10160"/>
                    <a:pt x="286" y="10178"/>
                    <a:pt x="292" y="10184"/>
                  </a:cubicBezTo>
                  <a:cubicBezTo>
                    <a:pt x="298" y="10208"/>
                    <a:pt x="304" y="10232"/>
                    <a:pt x="322" y="10249"/>
                  </a:cubicBezTo>
                  <a:cubicBezTo>
                    <a:pt x="328" y="10261"/>
                    <a:pt x="328" y="10273"/>
                    <a:pt x="333" y="10279"/>
                  </a:cubicBezTo>
                  <a:cubicBezTo>
                    <a:pt x="345" y="10303"/>
                    <a:pt x="357" y="10333"/>
                    <a:pt x="363" y="10356"/>
                  </a:cubicBezTo>
                  <a:cubicBezTo>
                    <a:pt x="363" y="10362"/>
                    <a:pt x="375" y="10368"/>
                    <a:pt x="375" y="10380"/>
                  </a:cubicBezTo>
                  <a:lnTo>
                    <a:pt x="417" y="10469"/>
                  </a:lnTo>
                  <a:cubicBezTo>
                    <a:pt x="417" y="10475"/>
                    <a:pt x="423" y="10481"/>
                    <a:pt x="423" y="10487"/>
                  </a:cubicBezTo>
                  <a:cubicBezTo>
                    <a:pt x="440" y="10511"/>
                    <a:pt x="446" y="10534"/>
                    <a:pt x="464" y="10558"/>
                  </a:cubicBezTo>
                  <a:cubicBezTo>
                    <a:pt x="470" y="10564"/>
                    <a:pt x="470" y="10570"/>
                    <a:pt x="476" y="10588"/>
                  </a:cubicBezTo>
                  <a:cubicBezTo>
                    <a:pt x="482" y="10606"/>
                    <a:pt x="500" y="10624"/>
                    <a:pt x="512" y="10647"/>
                  </a:cubicBezTo>
                  <a:cubicBezTo>
                    <a:pt x="524" y="10653"/>
                    <a:pt x="524" y="10659"/>
                    <a:pt x="529" y="10677"/>
                  </a:cubicBezTo>
                  <a:lnTo>
                    <a:pt x="571" y="10742"/>
                  </a:lnTo>
                  <a:cubicBezTo>
                    <a:pt x="571" y="10748"/>
                    <a:pt x="583" y="10748"/>
                    <a:pt x="583" y="10754"/>
                  </a:cubicBezTo>
                  <a:cubicBezTo>
                    <a:pt x="595" y="10784"/>
                    <a:pt x="619" y="10808"/>
                    <a:pt x="630" y="10837"/>
                  </a:cubicBezTo>
                  <a:cubicBezTo>
                    <a:pt x="642" y="10843"/>
                    <a:pt x="642" y="10855"/>
                    <a:pt x="648" y="10861"/>
                  </a:cubicBezTo>
                  <a:cubicBezTo>
                    <a:pt x="660" y="10885"/>
                    <a:pt x="678" y="10897"/>
                    <a:pt x="690" y="10920"/>
                  </a:cubicBezTo>
                  <a:cubicBezTo>
                    <a:pt x="702" y="10926"/>
                    <a:pt x="708" y="10932"/>
                    <a:pt x="708" y="10944"/>
                  </a:cubicBezTo>
                  <a:cubicBezTo>
                    <a:pt x="719" y="10956"/>
                    <a:pt x="737" y="10980"/>
                    <a:pt x="743" y="10992"/>
                  </a:cubicBezTo>
                  <a:cubicBezTo>
                    <a:pt x="749" y="11004"/>
                    <a:pt x="761" y="11009"/>
                    <a:pt x="761" y="11015"/>
                  </a:cubicBezTo>
                  <a:cubicBezTo>
                    <a:pt x="773" y="11039"/>
                    <a:pt x="797" y="11051"/>
                    <a:pt x="809" y="11075"/>
                  </a:cubicBezTo>
                  <a:lnTo>
                    <a:pt x="820" y="11081"/>
                  </a:lnTo>
                  <a:cubicBezTo>
                    <a:pt x="838" y="11104"/>
                    <a:pt x="856" y="11128"/>
                    <a:pt x="880" y="11152"/>
                  </a:cubicBezTo>
                  <a:lnTo>
                    <a:pt x="892" y="11164"/>
                  </a:lnTo>
                  <a:lnTo>
                    <a:pt x="939" y="11211"/>
                  </a:lnTo>
                  <a:lnTo>
                    <a:pt x="957" y="11229"/>
                  </a:lnTo>
                  <a:lnTo>
                    <a:pt x="1004" y="11277"/>
                  </a:lnTo>
                  <a:lnTo>
                    <a:pt x="1028" y="11300"/>
                  </a:lnTo>
                  <a:cubicBezTo>
                    <a:pt x="1046" y="11312"/>
                    <a:pt x="1064" y="11336"/>
                    <a:pt x="1088" y="11348"/>
                  </a:cubicBezTo>
                  <a:lnTo>
                    <a:pt x="1094" y="11360"/>
                  </a:lnTo>
                  <a:cubicBezTo>
                    <a:pt x="1117" y="11378"/>
                    <a:pt x="1135" y="11395"/>
                    <a:pt x="1159" y="11407"/>
                  </a:cubicBezTo>
                  <a:cubicBezTo>
                    <a:pt x="1165" y="11419"/>
                    <a:pt x="1177" y="11419"/>
                    <a:pt x="1183" y="11425"/>
                  </a:cubicBezTo>
                  <a:cubicBezTo>
                    <a:pt x="1194" y="11437"/>
                    <a:pt x="1218" y="11449"/>
                    <a:pt x="1236" y="11461"/>
                  </a:cubicBezTo>
                  <a:cubicBezTo>
                    <a:pt x="1242" y="11467"/>
                    <a:pt x="1248" y="11479"/>
                    <a:pt x="1254" y="11479"/>
                  </a:cubicBezTo>
                  <a:cubicBezTo>
                    <a:pt x="1272" y="11490"/>
                    <a:pt x="1295" y="11496"/>
                    <a:pt x="1307" y="11514"/>
                  </a:cubicBezTo>
                  <a:cubicBezTo>
                    <a:pt x="1313" y="11520"/>
                    <a:pt x="1325" y="11520"/>
                    <a:pt x="1331" y="11526"/>
                  </a:cubicBezTo>
                  <a:cubicBezTo>
                    <a:pt x="1355" y="11544"/>
                    <a:pt x="1385" y="11556"/>
                    <a:pt x="1402" y="11574"/>
                  </a:cubicBezTo>
                  <a:lnTo>
                    <a:pt x="8605" y="15819"/>
                  </a:lnTo>
                  <a:lnTo>
                    <a:pt x="8605" y="15819"/>
                  </a:lnTo>
                  <a:cubicBezTo>
                    <a:pt x="8605" y="15807"/>
                    <a:pt x="8599" y="15807"/>
                    <a:pt x="8587" y="15795"/>
                  </a:cubicBezTo>
                  <a:cubicBezTo>
                    <a:pt x="8575" y="15784"/>
                    <a:pt x="8552" y="15778"/>
                    <a:pt x="8540" y="15760"/>
                  </a:cubicBezTo>
                  <a:cubicBezTo>
                    <a:pt x="8528" y="15754"/>
                    <a:pt x="8522" y="15748"/>
                    <a:pt x="8516" y="15748"/>
                  </a:cubicBezTo>
                  <a:cubicBezTo>
                    <a:pt x="8498" y="15730"/>
                    <a:pt x="8480" y="15724"/>
                    <a:pt x="8463" y="15706"/>
                  </a:cubicBezTo>
                  <a:cubicBezTo>
                    <a:pt x="8457" y="15700"/>
                    <a:pt x="8451" y="15700"/>
                    <a:pt x="8439" y="15695"/>
                  </a:cubicBezTo>
                  <a:cubicBezTo>
                    <a:pt x="8421" y="15677"/>
                    <a:pt x="8397" y="15653"/>
                    <a:pt x="8373" y="15641"/>
                  </a:cubicBezTo>
                  <a:cubicBezTo>
                    <a:pt x="8373" y="15641"/>
                    <a:pt x="8368" y="15641"/>
                    <a:pt x="8368" y="15635"/>
                  </a:cubicBezTo>
                  <a:cubicBezTo>
                    <a:pt x="8344" y="15617"/>
                    <a:pt x="8332" y="15594"/>
                    <a:pt x="8308" y="15582"/>
                  </a:cubicBezTo>
                  <a:lnTo>
                    <a:pt x="8284" y="15558"/>
                  </a:lnTo>
                  <a:lnTo>
                    <a:pt x="8243" y="15516"/>
                  </a:lnTo>
                  <a:lnTo>
                    <a:pt x="8219" y="15493"/>
                  </a:lnTo>
                  <a:lnTo>
                    <a:pt x="8172" y="15445"/>
                  </a:lnTo>
                  <a:lnTo>
                    <a:pt x="8160" y="15433"/>
                  </a:lnTo>
                  <a:cubicBezTo>
                    <a:pt x="8136" y="15409"/>
                    <a:pt x="8124" y="15386"/>
                    <a:pt x="8100" y="15368"/>
                  </a:cubicBezTo>
                  <a:cubicBezTo>
                    <a:pt x="8100" y="15368"/>
                    <a:pt x="8094" y="15356"/>
                    <a:pt x="8094" y="15350"/>
                  </a:cubicBezTo>
                  <a:cubicBezTo>
                    <a:pt x="8077" y="15326"/>
                    <a:pt x="8065" y="15314"/>
                    <a:pt x="8041" y="15291"/>
                  </a:cubicBezTo>
                  <a:lnTo>
                    <a:pt x="8017" y="15267"/>
                  </a:lnTo>
                  <a:cubicBezTo>
                    <a:pt x="8005" y="15255"/>
                    <a:pt x="7993" y="15237"/>
                    <a:pt x="7982" y="15219"/>
                  </a:cubicBezTo>
                  <a:lnTo>
                    <a:pt x="7958" y="15196"/>
                  </a:lnTo>
                  <a:cubicBezTo>
                    <a:pt x="7946" y="15178"/>
                    <a:pt x="7928" y="15160"/>
                    <a:pt x="7922" y="15142"/>
                  </a:cubicBezTo>
                  <a:cubicBezTo>
                    <a:pt x="7916" y="15136"/>
                    <a:pt x="7916" y="15130"/>
                    <a:pt x="7904" y="15119"/>
                  </a:cubicBezTo>
                  <a:cubicBezTo>
                    <a:pt x="7892" y="15101"/>
                    <a:pt x="7869" y="15071"/>
                    <a:pt x="7857" y="15047"/>
                  </a:cubicBezTo>
                  <a:cubicBezTo>
                    <a:pt x="7845" y="15041"/>
                    <a:pt x="7845" y="15029"/>
                    <a:pt x="7845" y="15029"/>
                  </a:cubicBezTo>
                  <a:cubicBezTo>
                    <a:pt x="7833" y="15012"/>
                    <a:pt x="7815" y="14988"/>
                    <a:pt x="7809" y="14964"/>
                  </a:cubicBezTo>
                  <a:cubicBezTo>
                    <a:pt x="7803" y="14958"/>
                    <a:pt x="7797" y="14940"/>
                    <a:pt x="7797" y="14934"/>
                  </a:cubicBezTo>
                  <a:cubicBezTo>
                    <a:pt x="7786" y="14923"/>
                    <a:pt x="7774" y="14899"/>
                    <a:pt x="7768" y="14875"/>
                  </a:cubicBezTo>
                  <a:cubicBezTo>
                    <a:pt x="7756" y="14869"/>
                    <a:pt x="7750" y="14851"/>
                    <a:pt x="7750" y="14845"/>
                  </a:cubicBezTo>
                  <a:cubicBezTo>
                    <a:pt x="7738" y="14822"/>
                    <a:pt x="7726" y="14804"/>
                    <a:pt x="7720" y="14780"/>
                  </a:cubicBezTo>
                  <a:cubicBezTo>
                    <a:pt x="7714" y="14774"/>
                    <a:pt x="7714" y="14762"/>
                    <a:pt x="7708" y="14756"/>
                  </a:cubicBezTo>
                  <a:lnTo>
                    <a:pt x="7661" y="14667"/>
                  </a:lnTo>
                  <a:cubicBezTo>
                    <a:pt x="7655" y="14661"/>
                    <a:pt x="7655" y="14655"/>
                    <a:pt x="7655" y="14644"/>
                  </a:cubicBezTo>
                  <a:cubicBezTo>
                    <a:pt x="7649" y="14626"/>
                    <a:pt x="7631" y="14602"/>
                    <a:pt x="7625" y="14578"/>
                  </a:cubicBezTo>
                  <a:cubicBezTo>
                    <a:pt x="7619" y="14566"/>
                    <a:pt x="7619" y="14554"/>
                    <a:pt x="7607" y="14543"/>
                  </a:cubicBezTo>
                  <a:cubicBezTo>
                    <a:pt x="7602" y="14519"/>
                    <a:pt x="7596" y="14495"/>
                    <a:pt x="7590" y="14483"/>
                  </a:cubicBezTo>
                  <a:cubicBezTo>
                    <a:pt x="7578" y="14465"/>
                    <a:pt x="7578" y="14459"/>
                    <a:pt x="7572" y="14448"/>
                  </a:cubicBezTo>
                  <a:cubicBezTo>
                    <a:pt x="7566" y="14424"/>
                    <a:pt x="7560" y="14400"/>
                    <a:pt x="7542" y="14370"/>
                  </a:cubicBezTo>
                  <a:cubicBezTo>
                    <a:pt x="7542" y="14364"/>
                    <a:pt x="7536" y="14358"/>
                    <a:pt x="7536" y="14341"/>
                  </a:cubicBezTo>
                  <a:cubicBezTo>
                    <a:pt x="7518" y="14311"/>
                    <a:pt x="7512" y="14275"/>
                    <a:pt x="7507" y="14246"/>
                  </a:cubicBezTo>
                  <a:cubicBezTo>
                    <a:pt x="7507" y="14240"/>
                    <a:pt x="7501" y="14222"/>
                    <a:pt x="7501" y="14216"/>
                  </a:cubicBezTo>
                  <a:cubicBezTo>
                    <a:pt x="7489" y="14192"/>
                    <a:pt x="7483" y="14168"/>
                    <a:pt x="7477" y="14139"/>
                  </a:cubicBezTo>
                  <a:cubicBezTo>
                    <a:pt x="7471" y="14127"/>
                    <a:pt x="7471" y="14115"/>
                    <a:pt x="7459" y="14103"/>
                  </a:cubicBezTo>
                  <a:cubicBezTo>
                    <a:pt x="7453" y="14079"/>
                    <a:pt x="7447" y="14062"/>
                    <a:pt x="7447" y="14038"/>
                  </a:cubicBezTo>
                  <a:cubicBezTo>
                    <a:pt x="7447" y="14026"/>
                    <a:pt x="7441" y="14008"/>
                    <a:pt x="7441" y="14002"/>
                  </a:cubicBezTo>
                  <a:cubicBezTo>
                    <a:pt x="7429" y="13973"/>
                    <a:pt x="7423" y="13949"/>
                    <a:pt x="7417" y="13919"/>
                  </a:cubicBezTo>
                  <a:cubicBezTo>
                    <a:pt x="7417" y="13913"/>
                    <a:pt x="7411" y="13895"/>
                    <a:pt x="7411" y="13889"/>
                  </a:cubicBezTo>
                  <a:cubicBezTo>
                    <a:pt x="7400" y="13854"/>
                    <a:pt x="7394" y="13818"/>
                    <a:pt x="7388" y="13788"/>
                  </a:cubicBezTo>
                  <a:cubicBezTo>
                    <a:pt x="7388" y="13771"/>
                    <a:pt x="7382" y="13759"/>
                    <a:pt x="7382" y="13747"/>
                  </a:cubicBezTo>
                  <a:cubicBezTo>
                    <a:pt x="7370" y="13729"/>
                    <a:pt x="7370" y="13699"/>
                    <a:pt x="7364" y="13676"/>
                  </a:cubicBezTo>
                  <a:cubicBezTo>
                    <a:pt x="7364" y="13658"/>
                    <a:pt x="7358" y="13646"/>
                    <a:pt x="7358" y="13628"/>
                  </a:cubicBezTo>
                  <a:cubicBezTo>
                    <a:pt x="7352" y="13610"/>
                    <a:pt x="7352" y="13587"/>
                    <a:pt x="7352" y="13563"/>
                  </a:cubicBezTo>
                  <a:cubicBezTo>
                    <a:pt x="7352" y="13551"/>
                    <a:pt x="7340" y="13533"/>
                    <a:pt x="7340" y="13521"/>
                  </a:cubicBezTo>
                  <a:cubicBezTo>
                    <a:pt x="7340" y="13492"/>
                    <a:pt x="7334" y="13468"/>
                    <a:pt x="7334" y="13438"/>
                  </a:cubicBezTo>
                  <a:cubicBezTo>
                    <a:pt x="7334" y="13420"/>
                    <a:pt x="7334" y="13414"/>
                    <a:pt x="7328" y="13397"/>
                  </a:cubicBezTo>
                  <a:cubicBezTo>
                    <a:pt x="7322" y="13361"/>
                    <a:pt x="7322" y="13319"/>
                    <a:pt x="7311" y="13278"/>
                  </a:cubicBezTo>
                  <a:lnTo>
                    <a:pt x="7311" y="13242"/>
                  </a:lnTo>
                  <a:cubicBezTo>
                    <a:pt x="7311" y="13212"/>
                    <a:pt x="7305" y="13183"/>
                    <a:pt x="7305" y="13153"/>
                  </a:cubicBezTo>
                  <a:lnTo>
                    <a:pt x="7305" y="13112"/>
                  </a:lnTo>
                  <a:cubicBezTo>
                    <a:pt x="7305" y="13082"/>
                    <a:pt x="7305" y="13058"/>
                    <a:pt x="7299" y="13028"/>
                  </a:cubicBezTo>
                  <a:lnTo>
                    <a:pt x="7299" y="12981"/>
                  </a:lnTo>
                  <a:lnTo>
                    <a:pt x="7299" y="12892"/>
                  </a:lnTo>
                  <a:lnTo>
                    <a:pt x="7299" y="12850"/>
                  </a:lnTo>
                  <a:lnTo>
                    <a:pt x="7299" y="12714"/>
                  </a:lnTo>
                  <a:lnTo>
                    <a:pt x="7299" y="12565"/>
                  </a:lnTo>
                  <a:lnTo>
                    <a:pt x="7299" y="12524"/>
                  </a:lnTo>
                  <a:cubicBezTo>
                    <a:pt x="7299" y="12488"/>
                    <a:pt x="7299" y="12458"/>
                    <a:pt x="7305" y="12417"/>
                  </a:cubicBezTo>
                  <a:lnTo>
                    <a:pt x="7305" y="12369"/>
                  </a:lnTo>
                  <a:cubicBezTo>
                    <a:pt x="7305" y="12340"/>
                    <a:pt x="7305" y="12298"/>
                    <a:pt x="7311" y="12268"/>
                  </a:cubicBezTo>
                  <a:cubicBezTo>
                    <a:pt x="7311" y="12256"/>
                    <a:pt x="7311" y="12233"/>
                    <a:pt x="7322" y="12221"/>
                  </a:cubicBezTo>
                  <a:cubicBezTo>
                    <a:pt x="7322" y="12191"/>
                    <a:pt x="7328" y="12161"/>
                    <a:pt x="7328" y="12132"/>
                  </a:cubicBezTo>
                  <a:cubicBezTo>
                    <a:pt x="7334" y="12072"/>
                    <a:pt x="7340" y="12013"/>
                    <a:pt x="7340" y="11954"/>
                  </a:cubicBezTo>
                  <a:cubicBezTo>
                    <a:pt x="7340" y="11936"/>
                    <a:pt x="7352" y="11912"/>
                    <a:pt x="7352" y="11900"/>
                  </a:cubicBezTo>
                  <a:cubicBezTo>
                    <a:pt x="7358" y="11853"/>
                    <a:pt x="7358" y="11811"/>
                    <a:pt x="7364" y="11764"/>
                  </a:cubicBezTo>
                  <a:cubicBezTo>
                    <a:pt x="7364" y="11746"/>
                    <a:pt x="7370" y="11728"/>
                    <a:pt x="7370" y="11704"/>
                  </a:cubicBezTo>
                  <a:cubicBezTo>
                    <a:pt x="7382" y="11663"/>
                    <a:pt x="7388" y="11609"/>
                    <a:pt x="7394" y="11568"/>
                  </a:cubicBezTo>
                  <a:cubicBezTo>
                    <a:pt x="7394" y="11550"/>
                    <a:pt x="7400" y="11538"/>
                    <a:pt x="7400" y="11526"/>
                  </a:cubicBezTo>
                  <a:cubicBezTo>
                    <a:pt x="7411" y="11467"/>
                    <a:pt x="7423" y="11407"/>
                    <a:pt x="7429" y="11348"/>
                  </a:cubicBezTo>
                  <a:cubicBezTo>
                    <a:pt x="7429" y="11336"/>
                    <a:pt x="7441" y="11312"/>
                    <a:pt x="7441" y="11300"/>
                  </a:cubicBezTo>
                  <a:cubicBezTo>
                    <a:pt x="7447" y="11253"/>
                    <a:pt x="7453" y="11211"/>
                    <a:pt x="7471" y="11164"/>
                  </a:cubicBezTo>
                  <a:cubicBezTo>
                    <a:pt x="7477" y="11140"/>
                    <a:pt x="7477" y="11128"/>
                    <a:pt x="7483" y="11104"/>
                  </a:cubicBezTo>
                  <a:cubicBezTo>
                    <a:pt x="7489" y="11063"/>
                    <a:pt x="7507" y="11009"/>
                    <a:pt x="7512" y="10962"/>
                  </a:cubicBezTo>
                  <a:cubicBezTo>
                    <a:pt x="7512" y="10950"/>
                    <a:pt x="7518" y="10938"/>
                    <a:pt x="7518" y="10920"/>
                  </a:cubicBezTo>
                  <a:lnTo>
                    <a:pt x="7566" y="10742"/>
                  </a:lnTo>
                  <a:cubicBezTo>
                    <a:pt x="7572" y="10724"/>
                    <a:pt x="7572" y="10707"/>
                    <a:pt x="7578" y="10689"/>
                  </a:cubicBezTo>
                  <a:cubicBezTo>
                    <a:pt x="7596" y="10647"/>
                    <a:pt x="7602" y="10600"/>
                    <a:pt x="7619" y="10558"/>
                  </a:cubicBezTo>
                  <a:cubicBezTo>
                    <a:pt x="7625" y="10534"/>
                    <a:pt x="7631" y="10517"/>
                    <a:pt x="7631" y="10499"/>
                  </a:cubicBezTo>
                  <a:cubicBezTo>
                    <a:pt x="7649" y="10451"/>
                    <a:pt x="7661" y="10398"/>
                    <a:pt x="7679" y="10356"/>
                  </a:cubicBezTo>
                  <a:cubicBezTo>
                    <a:pt x="7685" y="10344"/>
                    <a:pt x="7685" y="10327"/>
                    <a:pt x="7691" y="10309"/>
                  </a:cubicBezTo>
                  <a:cubicBezTo>
                    <a:pt x="7714" y="10249"/>
                    <a:pt x="7726" y="10190"/>
                    <a:pt x="7750" y="10131"/>
                  </a:cubicBezTo>
                  <a:cubicBezTo>
                    <a:pt x="7756" y="10119"/>
                    <a:pt x="7768" y="10095"/>
                    <a:pt x="7768" y="10083"/>
                  </a:cubicBezTo>
                  <a:lnTo>
                    <a:pt x="7809" y="9947"/>
                  </a:lnTo>
                  <a:cubicBezTo>
                    <a:pt x="7815" y="9923"/>
                    <a:pt x="7827" y="9911"/>
                    <a:pt x="7833" y="9887"/>
                  </a:cubicBezTo>
                  <a:cubicBezTo>
                    <a:pt x="7845" y="9846"/>
                    <a:pt x="7869" y="9792"/>
                    <a:pt x="7887" y="9751"/>
                  </a:cubicBezTo>
                  <a:cubicBezTo>
                    <a:pt x="7892" y="9733"/>
                    <a:pt x="7892" y="9721"/>
                    <a:pt x="7898" y="9703"/>
                  </a:cubicBezTo>
                  <a:lnTo>
                    <a:pt x="7964" y="9525"/>
                  </a:lnTo>
                  <a:cubicBezTo>
                    <a:pt x="7976" y="9513"/>
                    <a:pt x="7982" y="9489"/>
                    <a:pt x="7987" y="9472"/>
                  </a:cubicBezTo>
                  <a:cubicBezTo>
                    <a:pt x="8005" y="9430"/>
                    <a:pt x="8023" y="9382"/>
                    <a:pt x="8041" y="9341"/>
                  </a:cubicBezTo>
                  <a:cubicBezTo>
                    <a:pt x="8047" y="9317"/>
                    <a:pt x="8053" y="9305"/>
                    <a:pt x="8065" y="9282"/>
                  </a:cubicBezTo>
                  <a:cubicBezTo>
                    <a:pt x="8082" y="9234"/>
                    <a:pt x="8100" y="9192"/>
                    <a:pt x="8124" y="9145"/>
                  </a:cubicBezTo>
                  <a:lnTo>
                    <a:pt x="8142" y="9103"/>
                  </a:lnTo>
                  <a:cubicBezTo>
                    <a:pt x="8172" y="9044"/>
                    <a:pt x="8195" y="8985"/>
                    <a:pt x="8225" y="8925"/>
                  </a:cubicBezTo>
                  <a:cubicBezTo>
                    <a:pt x="8231" y="8907"/>
                    <a:pt x="8243" y="8884"/>
                    <a:pt x="8249" y="8872"/>
                  </a:cubicBezTo>
                  <a:cubicBezTo>
                    <a:pt x="8272" y="8824"/>
                    <a:pt x="8290" y="8783"/>
                    <a:pt x="8308" y="8747"/>
                  </a:cubicBezTo>
                  <a:cubicBezTo>
                    <a:pt x="8314" y="8723"/>
                    <a:pt x="8332" y="8711"/>
                    <a:pt x="8338" y="8688"/>
                  </a:cubicBezTo>
                  <a:lnTo>
                    <a:pt x="8403" y="8551"/>
                  </a:lnTo>
                  <a:lnTo>
                    <a:pt x="8427" y="8510"/>
                  </a:lnTo>
                  <a:cubicBezTo>
                    <a:pt x="8457" y="8450"/>
                    <a:pt x="8486" y="8397"/>
                    <a:pt x="8516" y="8337"/>
                  </a:cubicBezTo>
                  <a:cubicBezTo>
                    <a:pt x="8522" y="8320"/>
                    <a:pt x="8528" y="8308"/>
                    <a:pt x="8546" y="8284"/>
                  </a:cubicBezTo>
                  <a:cubicBezTo>
                    <a:pt x="8569" y="8242"/>
                    <a:pt x="8587" y="8201"/>
                    <a:pt x="8611" y="8159"/>
                  </a:cubicBezTo>
                  <a:cubicBezTo>
                    <a:pt x="8617" y="8136"/>
                    <a:pt x="8635" y="8124"/>
                    <a:pt x="8641" y="8100"/>
                  </a:cubicBezTo>
                  <a:cubicBezTo>
                    <a:pt x="8664" y="8052"/>
                    <a:pt x="8694" y="8011"/>
                    <a:pt x="8718" y="7975"/>
                  </a:cubicBezTo>
                  <a:lnTo>
                    <a:pt x="8736" y="7928"/>
                  </a:lnTo>
                  <a:cubicBezTo>
                    <a:pt x="8765" y="7868"/>
                    <a:pt x="8807" y="7815"/>
                    <a:pt x="8837" y="7767"/>
                  </a:cubicBezTo>
                  <a:cubicBezTo>
                    <a:pt x="8843" y="7750"/>
                    <a:pt x="8854" y="7738"/>
                    <a:pt x="8866" y="7720"/>
                  </a:cubicBezTo>
                  <a:cubicBezTo>
                    <a:pt x="8884" y="7678"/>
                    <a:pt x="8914" y="7637"/>
                    <a:pt x="8938" y="7595"/>
                  </a:cubicBezTo>
                  <a:cubicBezTo>
                    <a:pt x="8955" y="7571"/>
                    <a:pt x="8961" y="7560"/>
                    <a:pt x="8973" y="7536"/>
                  </a:cubicBezTo>
                  <a:cubicBezTo>
                    <a:pt x="9003" y="7488"/>
                    <a:pt x="9027" y="7453"/>
                    <a:pt x="9056" y="7411"/>
                  </a:cubicBezTo>
                  <a:cubicBezTo>
                    <a:pt x="9062" y="7393"/>
                    <a:pt x="9080" y="7381"/>
                    <a:pt x="9086" y="7364"/>
                  </a:cubicBezTo>
                  <a:cubicBezTo>
                    <a:pt x="9122" y="7310"/>
                    <a:pt x="9163" y="7263"/>
                    <a:pt x="9199" y="7203"/>
                  </a:cubicBezTo>
                  <a:cubicBezTo>
                    <a:pt x="9205" y="7185"/>
                    <a:pt x="9223" y="7174"/>
                    <a:pt x="9229" y="7156"/>
                  </a:cubicBezTo>
                  <a:cubicBezTo>
                    <a:pt x="9258" y="7120"/>
                    <a:pt x="9288" y="7073"/>
                    <a:pt x="9312" y="7037"/>
                  </a:cubicBezTo>
                  <a:cubicBezTo>
                    <a:pt x="9324" y="7025"/>
                    <a:pt x="9329" y="7001"/>
                    <a:pt x="9347" y="6984"/>
                  </a:cubicBezTo>
                  <a:cubicBezTo>
                    <a:pt x="9377" y="6948"/>
                    <a:pt x="9407" y="6906"/>
                    <a:pt x="9436" y="6865"/>
                  </a:cubicBezTo>
                  <a:cubicBezTo>
                    <a:pt x="9442" y="6853"/>
                    <a:pt x="9460" y="6835"/>
                    <a:pt x="9466" y="6829"/>
                  </a:cubicBezTo>
                  <a:cubicBezTo>
                    <a:pt x="9502" y="6776"/>
                    <a:pt x="9549" y="6728"/>
                    <a:pt x="9585" y="6675"/>
                  </a:cubicBezTo>
                  <a:cubicBezTo>
                    <a:pt x="9591" y="6657"/>
                    <a:pt x="9609" y="6651"/>
                    <a:pt x="9614" y="6639"/>
                  </a:cubicBezTo>
                  <a:cubicBezTo>
                    <a:pt x="9644" y="6598"/>
                    <a:pt x="9674" y="6556"/>
                    <a:pt x="9704" y="6520"/>
                  </a:cubicBezTo>
                  <a:cubicBezTo>
                    <a:pt x="9715" y="6503"/>
                    <a:pt x="9733" y="6491"/>
                    <a:pt x="9739" y="6467"/>
                  </a:cubicBezTo>
                  <a:cubicBezTo>
                    <a:pt x="9769" y="6431"/>
                    <a:pt x="9804" y="6384"/>
                    <a:pt x="9834" y="6348"/>
                  </a:cubicBezTo>
                  <a:cubicBezTo>
                    <a:pt x="9846" y="6330"/>
                    <a:pt x="9858" y="6324"/>
                    <a:pt x="9864" y="6313"/>
                  </a:cubicBezTo>
                  <a:cubicBezTo>
                    <a:pt x="9911" y="6259"/>
                    <a:pt x="9947" y="6212"/>
                    <a:pt x="9994" y="6164"/>
                  </a:cubicBezTo>
                  <a:cubicBezTo>
                    <a:pt x="10000" y="6146"/>
                    <a:pt x="10012" y="6140"/>
                    <a:pt x="10024" y="6123"/>
                  </a:cubicBezTo>
                  <a:cubicBezTo>
                    <a:pt x="10054" y="6087"/>
                    <a:pt x="10090" y="6051"/>
                    <a:pt x="10125" y="6016"/>
                  </a:cubicBezTo>
                  <a:cubicBezTo>
                    <a:pt x="10143" y="5998"/>
                    <a:pt x="10155" y="5986"/>
                    <a:pt x="10161" y="5968"/>
                  </a:cubicBezTo>
                  <a:cubicBezTo>
                    <a:pt x="10202" y="5933"/>
                    <a:pt x="10232" y="5897"/>
                    <a:pt x="10268" y="5855"/>
                  </a:cubicBezTo>
                  <a:lnTo>
                    <a:pt x="10297" y="5826"/>
                  </a:lnTo>
                  <a:cubicBezTo>
                    <a:pt x="10339" y="5784"/>
                    <a:pt x="10386" y="5737"/>
                    <a:pt x="10428" y="5689"/>
                  </a:cubicBezTo>
                  <a:lnTo>
                    <a:pt x="10458" y="5659"/>
                  </a:lnTo>
                  <a:lnTo>
                    <a:pt x="10570" y="5547"/>
                  </a:lnTo>
                  <a:lnTo>
                    <a:pt x="10606" y="5511"/>
                  </a:lnTo>
                  <a:cubicBezTo>
                    <a:pt x="10648" y="5469"/>
                    <a:pt x="10683" y="5434"/>
                    <a:pt x="10719" y="5404"/>
                  </a:cubicBezTo>
                  <a:cubicBezTo>
                    <a:pt x="10725" y="5398"/>
                    <a:pt x="10743" y="5392"/>
                    <a:pt x="10749" y="5374"/>
                  </a:cubicBezTo>
                  <a:cubicBezTo>
                    <a:pt x="10796" y="5333"/>
                    <a:pt x="10844" y="5285"/>
                    <a:pt x="10891" y="5250"/>
                  </a:cubicBezTo>
                  <a:cubicBezTo>
                    <a:pt x="10897" y="5244"/>
                    <a:pt x="10903" y="5232"/>
                    <a:pt x="10921" y="5226"/>
                  </a:cubicBezTo>
                  <a:cubicBezTo>
                    <a:pt x="10956" y="5190"/>
                    <a:pt x="10992" y="5161"/>
                    <a:pt x="11040" y="5125"/>
                  </a:cubicBezTo>
                  <a:cubicBezTo>
                    <a:pt x="11051" y="5107"/>
                    <a:pt x="11069" y="5101"/>
                    <a:pt x="11075" y="5083"/>
                  </a:cubicBezTo>
                  <a:cubicBezTo>
                    <a:pt x="11111" y="5054"/>
                    <a:pt x="11158" y="5018"/>
                    <a:pt x="11194" y="4988"/>
                  </a:cubicBezTo>
                  <a:cubicBezTo>
                    <a:pt x="11200" y="4982"/>
                    <a:pt x="11212" y="4977"/>
                    <a:pt x="11224" y="4965"/>
                  </a:cubicBezTo>
                  <a:cubicBezTo>
                    <a:pt x="11277" y="4929"/>
                    <a:pt x="11319" y="4887"/>
                    <a:pt x="11372" y="4846"/>
                  </a:cubicBezTo>
                  <a:lnTo>
                    <a:pt x="11461" y="4781"/>
                  </a:lnTo>
                  <a:cubicBezTo>
                    <a:pt x="11479" y="4775"/>
                    <a:pt x="11485" y="4769"/>
                    <a:pt x="11497" y="4757"/>
                  </a:cubicBezTo>
                  <a:cubicBezTo>
                    <a:pt x="11538" y="4739"/>
                    <a:pt x="11568" y="4709"/>
                    <a:pt x="11604" y="4686"/>
                  </a:cubicBezTo>
                  <a:cubicBezTo>
                    <a:pt x="11616" y="4680"/>
                    <a:pt x="11633" y="4662"/>
                    <a:pt x="11645" y="4656"/>
                  </a:cubicBezTo>
                  <a:cubicBezTo>
                    <a:pt x="11669" y="4638"/>
                    <a:pt x="11699" y="4620"/>
                    <a:pt x="11722" y="4602"/>
                  </a:cubicBezTo>
                  <a:cubicBezTo>
                    <a:pt x="11734" y="4597"/>
                    <a:pt x="11752" y="4579"/>
                    <a:pt x="11764" y="4573"/>
                  </a:cubicBezTo>
                  <a:lnTo>
                    <a:pt x="11835" y="4531"/>
                  </a:lnTo>
                  <a:cubicBezTo>
                    <a:pt x="11847" y="4519"/>
                    <a:pt x="11865" y="4507"/>
                    <a:pt x="11883" y="4501"/>
                  </a:cubicBezTo>
                  <a:lnTo>
                    <a:pt x="11954" y="4454"/>
                  </a:lnTo>
                  <a:cubicBezTo>
                    <a:pt x="11966" y="4448"/>
                    <a:pt x="11984" y="4430"/>
                    <a:pt x="11996" y="4424"/>
                  </a:cubicBezTo>
                  <a:cubicBezTo>
                    <a:pt x="12019" y="4412"/>
                    <a:pt x="12049" y="4395"/>
                    <a:pt x="12073" y="4383"/>
                  </a:cubicBezTo>
                  <a:lnTo>
                    <a:pt x="12114" y="4359"/>
                  </a:lnTo>
                  <a:cubicBezTo>
                    <a:pt x="12150" y="4335"/>
                    <a:pt x="12197" y="4311"/>
                    <a:pt x="12233" y="4294"/>
                  </a:cubicBezTo>
                  <a:lnTo>
                    <a:pt x="4959" y="1"/>
                  </a:lnTo>
                  <a:close/>
                  <a:moveTo>
                    <a:pt x="8605" y="15819"/>
                  </a:moveTo>
                  <a:cubicBezTo>
                    <a:pt x="8605" y="15819"/>
                    <a:pt x="8605" y="15819"/>
                    <a:pt x="8605" y="15819"/>
                  </a:cubicBezTo>
                  <a:cubicBezTo>
                    <a:pt x="8607" y="15820"/>
                    <a:pt x="8609" y="15821"/>
                    <a:pt x="8610" y="15822"/>
                  </a:cubicBezTo>
                  <a:lnTo>
                    <a:pt x="8610" y="15822"/>
                  </a:lnTo>
                  <a:lnTo>
                    <a:pt x="8605" y="15819"/>
                  </a:lnTo>
                  <a:close/>
                  <a:moveTo>
                    <a:pt x="8610" y="15822"/>
                  </a:moveTo>
                  <a:lnTo>
                    <a:pt x="8676" y="15861"/>
                  </a:lnTo>
                  <a:cubicBezTo>
                    <a:pt x="8660" y="15850"/>
                    <a:pt x="8633" y="15834"/>
                    <a:pt x="8610" y="15822"/>
                  </a:cubicBezTo>
                  <a:close/>
                </a:path>
              </a:pathLst>
            </a:custGeom>
            <a:solidFill>
              <a:srgbClr val="979797">
                <a:alpha val="4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5">
              <a:extLst>
                <a:ext uri="{FF2B5EF4-FFF2-40B4-BE49-F238E27FC236}">
                  <a16:creationId xmlns:a16="http://schemas.microsoft.com/office/drawing/2014/main" id="{7DDBB588-BFD7-2C9A-6A2D-81D7E8A4BE3E}"/>
                </a:ext>
              </a:extLst>
            </p:cNvPr>
            <p:cNvSpPr/>
            <p:nvPr/>
          </p:nvSpPr>
          <p:spPr>
            <a:xfrm>
              <a:off x="9706338" y="-1666865"/>
              <a:ext cx="130405" cy="2622401"/>
            </a:xfrm>
            <a:custGeom>
              <a:avLst/>
              <a:gdLst/>
              <a:ahLst/>
              <a:cxnLst/>
              <a:rect l="l" t="t" r="r" b="b"/>
              <a:pathLst>
                <a:path w="601" h="12459" extrusionOk="0">
                  <a:moveTo>
                    <a:pt x="1" y="1"/>
                  </a:moveTo>
                  <a:lnTo>
                    <a:pt x="30" y="12132"/>
                  </a:lnTo>
                  <a:lnTo>
                    <a:pt x="600" y="12458"/>
                  </a:lnTo>
                  <a:lnTo>
                    <a:pt x="565"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5">
              <a:extLst>
                <a:ext uri="{FF2B5EF4-FFF2-40B4-BE49-F238E27FC236}">
                  <a16:creationId xmlns:a16="http://schemas.microsoft.com/office/drawing/2014/main" id="{1B427D12-6FDF-1203-53C2-87FFBE2F9222}"/>
                </a:ext>
              </a:extLst>
            </p:cNvPr>
            <p:cNvSpPr/>
            <p:nvPr/>
          </p:nvSpPr>
          <p:spPr>
            <a:xfrm>
              <a:off x="9706338" y="-4241474"/>
              <a:ext cx="4718447" cy="2643660"/>
            </a:xfrm>
            <a:custGeom>
              <a:avLst/>
              <a:gdLst/>
              <a:ahLst/>
              <a:cxnLst/>
              <a:rect l="l" t="t" r="r" b="b"/>
              <a:pathLst>
                <a:path w="21746" h="12560" extrusionOk="0">
                  <a:moveTo>
                    <a:pt x="21175" y="0"/>
                  </a:moveTo>
                  <a:lnTo>
                    <a:pt x="1" y="12233"/>
                  </a:lnTo>
                  <a:lnTo>
                    <a:pt x="565" y="12559"/>
                  </a:lnTo>
                  <a:lnTo>
                    <a:pt x="21745" y="333"/>
                  </a:lnTo>
                  <a:lnTo>
                    <a:pt x="211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5">
              <a:extLst>
                <a:ext uri="{FF2B5EF4-FFF2-40B4-BE49-F238E27FC236}">
                  <a16:creationId xmlns:a16="http://schemas.microsoft.com/office/drawing/2014/main" id="{32339352-12C3-B31D-948D-425488882B06}"/>
                </a:ext>
              </a:extLst>
            </p:cNvPr>
            <p:cNvSpPr/>
            <p:nvPr/>
          </p:nvSpPr>
          <p:spPr>
            <a:xfrm>
              <a:off x="9828714" y="-4171594"/>
              <a:ext cx="4602363" cy="5127143"/>
            </a:xfrm>
            <a:custGeom>
              <a:avLst/>
              <a:gdLst/>
              <a:ahLst/>
              <a:cxnLst/>
              <a:rect l="l" t="t" r="r" b="b"/>
              <a:pathLst>
                <a:path w="21211" h="24359" extrusionOk="0">
                  <a:moveTo>
                    <a:pt x="21181" y="1"/>
                  </a:moveTo>
                  <a:lnTo>
                    <a:pt x="1" y="12227"/>
                  </a:lnTo>
                  <a:lnTo>
                    <a:pt x="36" y="24358"/>
                  </a:lnTo>
                  <a:lnTo>
                    <a:pt x="21211" y="12132"/>
                  </a:lnTo>
                  <a:lnTo>
                    <a:pt x="211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5">
              <a:extLst>
                <a:ext uri="{FF2B5EF4-FFF2-40B4-BE49-F238E27FC236}">
                  <a16:creationId xmlns:a16="http://schemas.microsoft.com/office/drawing/2014/main" id="{EE1E8901-43EA-7050-B1B9-E8A21C620536}"/>
                </a:ext>
              </a:extLst>
            </p:cNvPr>
            <p:cNvSpPr/>
            <p:nvPr/>
          </p:nvSpPr>
          <p:spPr>
            <a:xfrm>
              <a:off x="9931779" y="-4022784"/>
              <a:ext cx="4396232" cy="4830784"/>
            </a:xfrm>
            <a:custGeom>
              <a:avLst/>
              <a:gdLst/>
              <a:ahLst/>
              <a:cxnLst/>
              <a:rect l="l" t="t" r="r" b="b"/>
              <a:pathLst>
                <a:path w="20261" h="22951" extrusionOk="0">
                  <a:moveTo>
                    <a:pt x="20261" y="0"/>
                  </a:moveTo>
                  <a:lnTo>
                    <a:pt x="1" y="11698"/>
                  </a:lnTo>
                  <a:lnTo>
                    <a:pt x="1" y="22951"/>
                  </a:lnTo>
                  <a:lnTo>
                    <a:pt x="20261" y="11253"/>
                  </a:lnTo>
                  <a:lnTo>
                    <a:pt x="202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5">
              <a:extLst>
                <a:ext uri="{FF2B5EF4-FFF2-40B4-BE49-F238E27FC236}">
                  <a16:creationId xmlns:a16="http://schemas.microsoft.com/office/drawing/2014/main" id="{25A2DAFC-3E53-0243-27D4-82D80FC70684}"/>
                </a:ext>
              </a:extLst>
            </p:cNvPr>
            <p:cNvSpPr/>
            <p:nvPr/>
          </p:nvSpPr>
          <p:spPr>
            <a:xfrm>
              <a:off x="9875147" y="-3484162"/>
              <a:ext cx="4508410" cy="2543681"/>
            </a:xfrm>
            <a:custGeom>
              <a:avLst/>
              <a:gdLst/>
              <a:ahLst/>
              <a:cxnLst/>
              <a:rect l="l" t="t" r="r" b="b"/>
              <a:pathLst>
                <a:path w="20778" h="12085" extrusionOk="0">
                  <a:moveTo>
                    <a:pt x="20700" y="1"/>
                  </a:moveTo>
                  <a:lnTo>
                    <a:pt x="0" y="11948"/>
                  </a:lnTo>
                  <a:lnTo>
                    <a:pt x="78" y="12084"/>
                  </a:lnTo>
                  <a:lnTo>
                    <a:pt x="20777"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5">
              <a:extLst>
                <a:ext uri="{FF2B5EF4-FFF2-40B4-BE49-F238E27FC236}">
                  <a16:creationId xmlns:a16="http://schemas.microsoft.com/office/drawing/2014/main" id="{CB2D2BC0-6CB5-7111-93DD-820B1FCCAD70}"/>
                </a:ext>
              </a:extLst>
            </p:cNvPr>
            <p:cNvSpPr/>
            <p:nvPr/>
          </p:nvSpPr>
          <p:spPr>
            <a:xfrm>
              <a:off x="9875147" y="-2879238"/>
              <a:ext cx="4508410" cy="2543681"/>
            </a:xfrm>
            <a:custGeom>
              <a:avLst/>
              <a:gdLst/>
              <a:ahLst/>
              <a:cxnLst/>
              <a:rect l="l" t="t" r="r" b="b"/>
              <a:pathLst>
                <a:path w="20778" h="12085" extrusionOk="0">
                  <a:moveTo>
                    <a:pt x="20700" y="1"/>
                  </a:moveTo>
                  <a:lnTo>
                    <a:pt x="0" y="11942"/>
                  </a:lnTo>
                  <a:lnTo>
                    <a:pt x="78" y="12084"/>
                  </a:lnTo>
                  <a:lnTo>
                    <a:pt x="20777"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5">
              <a:extLst>
                <a:ext uri="{FF2B5EF4-FFF2-40B4-BE49-F238E27FC236}">
                  <a16:creationId xmlns:a16="http://schemas.microsoft.com/office/drawing/2014/main" id="{6C25339F-5489-DBFB-ECD4-E75CFB0435C9}"/>
                </a:ext>
              </a:extLst>
            </p:cNvPr>
            <p:cNvSpPr/>
            <p:nvPr/>
          </p:nvSpPr>
          <p:spPr>
            <a:xfrm>
              <a:off x="9873845" y="-2275577"/>
              <a:ext cx="4509712" cy="2544944"/>
            </a:xfrm>
            <a:custGeom>
              <a:avLst/>
              <a:gdLst/>
              <a:ahLst/>
              <a:cxnLst/>
              <a:rect l="l" t="t" r="r" b="b"/>
              <a:pathLst>
                <a:path w="20784" h="12091" extrusionOk="0">
                  <a:moveTo>
                    <a:pt x="20700" y="1"/>
                  </a:moveTo>
                  <a:lnTo>
                    <a:pt x="1" y="11948"/>
                  </a:lnTo>
                  <a:lnTo>
                    <a:pt x="84" y="12090"/>
                  </a:lnTo>
                  <a:lnTo>
                    <a:pt x="20783"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5">
              <a:extLst>
                <a:ext uri="{FF2B5EF4-FFF2-40B4-BE49-F238E27FC236}">
                  <a16:creationId xmlns:a16="http://schemas.microsoft.com/office/drawing/2014/main" id="{08F6845B-FFB7-AEC7-97FC-CE7EAE1DB548}"/>
                </a:ext>
              </a:extLst>
            </p:cNvPr>
            <p:cNvSpPr/>
            <p:nvPr/>
          </p:nvSpPr>
          <p:spPr>
            <a:xfrm>
              <a:off x="13607610" y="-3656546"/>
              <a:ext cx="36236" cy="2419917"/>
            </a:xfrm>
            <a:custGeom>
              <a:avLst/>
              <a:gdLst/>
              <a:ahLst/>
              <a:cxnLst/>
              <a:rect l="l" t="t" r="r" b="b"/>
              <a:pathLst>
                <a:path w="167" h="11497" extrusionOk="0">
                  <a:moveTo>
                    <a:pt x="1" y="0"/>
                  </a:moveTo>
                  <a:lnTo>
                    <a:pt x="1" y="11496"/>
                  </a:lnTo>
                  <a:lnTo>
                    <a:pt x="167" y="11496"/>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5">
              <a:extLst>
                <a:ext uri="{FF2B5EF4-FFF2-40B4-BE49-F238E27FC236}">
                  <a16:creationId xmlns:a16="http://schemas.microsoft.com/office/drawing/2014/main" id="{A5B9E4D1-C984-92A1-B1A6-9C3832FAB22A}"/>
                </a:ext>
              </a:extLst>
            </p:cNvPr>
            <p:cNvSpPr/>
            <p:nvPr/>
          </p:nvSpPr>
          <p:spPr>
            <a:xfrm>
              <a:off x="12860336" y="-3237899"/>
              <a:ext cx="36236" cy="2419917"/>
            </a:xfrm>
            <a:custGeom>
              <a:avLst/>
              <a:gdLst/>
              <a:ahLst/>
              <a:cxnLst/>
              <a:rect l="l" t="t" r="r" b="b"/>
              <a:pathLst>
                <a:path w="167" h="11497" extrusionOk="0">
                  <a:moveTo>
                    <a:pt x="1" y="1"/>
                  </a:moveTo>
                  <a:lnTo>
                    <a:pt x="1" y="11496"/>
                  </a:lnTo>
                  <a:lnTo>
                    <a:pt x="167" y="11496"/>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5">
              <a:extLst>
                <a:ext uri="{FF2B5EF4-FFF2-40B4-BE49-F238E27FC236}">
                  <a16:creationId xmlns:a16="http://schemas.microsoft.com/office/drawing/2014/main" id="{42363F77-0FDC-DC6D-D9EF-3E7CC523C61A}"/>
                </a:ext>
              </a:extLst>
            </p:cNvPr>
            <p:cNvSpPr/>
            <p:nvPr/>
          </p:nvSpPr>
          <p:spPr>
            <a:xfrm>
              <a:off x="12111761" y="-2816725"/>
              <a:ext cx="36236" cy="2419917"/>
            </a:xfrm>
            <a:custGeom>
              <a:avLst/>
              <a:gdLst/>
              <a:ahLst/>
              <a:cxnLst/>
              <a:rect l="l" t="t" r="r" b="b"/>
              <a:pathLst>
                <a:path w="167" h="11497" extrusionOk="0">
                  <a:moveTo>
                    <a:pt x="1" y="1"/>
                  </a:moveTo>
                  <a:lnTo>
                    <a:pt x="1" y="11496"/>
                  </a:lnTo>
                  <a:lnTo>
                    <a:pt x="167" y="11496"/>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5">
              <a:extLst>
                <a:ext uri="{FF2B5EF4-FFF2-40B4-BE49-F238E27FC236}">
                  <a16:creationId xmlns:a16="http://schemas.microsoft.com/office/drawing/2014/main" id="{F06B13EC-304A-BA74-B28F-1018DA95D7A1}"/>
                </a:ext>
              </a:extLst>
            </p:cNvPr>
            <p:cNvSpPr/>
            <p:nvPr/>
          </p:nvSpPr>
          <p:spPr>
            <a:xfrm>
              <a:off x="11363185" y="-2399340"/>
              <a:ext cx="35151" cy="2421180"/>
            </a:xfrm>
            <a:custGeom>
              <a:avLst/>
              <a:gdLst/>
              <a:ahLst/>
              <a:cxnLst/>
              <a:rect l="l" t="t" r="r" b="b"/>
              <a:pathLst>
                <a:path w="162" h="11503" extrusionOk="0">
                  <a:moveTo>
                    <a:pt x="1" y="1"/>
                  </a:moveTo>
                  <a:lnTo>
                    <a:pt x="1" y="11503"/>
                  </a:lnTo>
                  <a:lnTo>
                    <a:pt x="161" y="11503"/>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5">
              <a:extLst>
                <a:ext uri="{FF2B5EF4-FFF2-40B4-BE49-F238E27FC236}">
                  <a16:creationId xmlns:a16="http://schemas.microsoft.com/office/drawing/2014/main" id="{3CA20A64-DCD5-066D-68DA-BB6E3C5A641F}"/>
                </a:ext>
              </a:extLst>
            </p:cNvPr>
            <p:cNvSpPr/>
            <p:nvPr/>
          </p:nvSpPr>
          <p:spPr>
            <a:xfrm>
              <a:off x="10614610" y="-1979219"/>
              <a:ext cx="35151" cy="2419707"/>
            </a:xfrm>
            <a:custGeom>
              <a:avLst/>
              <a:gdLst/>
              <a:ahLst/>
              <a:cxnLst/>
              <a:rect l="l" t="t" r="r" b="b"/>
              <a:pathLst>
                <a:path w="162" h="11496" extrusionOk="0">
                  <a:moveTo>
                    <a:pt x="1" y="0"/>
                  </a:moveTo>
                  <a:lnTo>
                    <a:pt x="1" y="11496"/>
                  </a:lnTo>
                  <a:lnTo>
                    <a:pt x="161" y="11496"/>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5">
              <a:extLst>
                <a:ext uri="{FF2B5EF4-FFF2-40B4-BE49-F238E27FC236}">
                  <a16:creationId xmlns:a16="http://schemas.microsoft.com/office/drawing/2014/main" id="{9E6A3C3B-52E7-B359-26B0-8FF6AACC4162}"/>
                </a:ext>
              </a:extLst>
            </p:cNvPr>
            <p:cNvSpPr/>
            <p:nvPr/>
          </p:nvSpPr>
          <p:spPr>
            <a:xfrm>
              <a:off x="9042818" y="-851881"/>
              <a:ext cx="768109" cy="505368"/>
            </a:xfrm>
            <a:custGeom>
              <a:avLst/>
              <a:gdLst/>
              <a:ahLst/>
              <a:cxnLst/>
              <a:rect l="l" t="t" r="r" b="b"/>
              <a:pathLst>
                <a:path w="3540" h="2401" extrusionOk="0">
                  <a:moveTo>
                    <a:pt x="476" y="2292"/>
                  </a:moveTo>
                  <a:cubicBezTo>
                    <a:pt x="482" y="2292"/>
                    <a:pt x="482" y="2292"/>
                    <a:pt x="476" y="2304"/>
                  </a:cubicBezTo>
                  <a:lnTo>
                    <a:pt x="476" y="2292"/>
                  </a:lnTo>
                  <a:close/>
                  <a:moveTo>
                    <a:pt x="470" y="2316"/>
                  </a:moveTo>
                  <a:cubicBezTo>
                    <a:pt x="476" y="2316"/>
                    <a:pt x="470" y="2316"/>
                    <a:pt x="470" y="2322"/>
                  </a:cubicBezTo>
                  <a:lnTo>
                    <a:pt x="470" y="2316"/>
                  </a:lnTo>
                  <a:close/>
                  <a:moveTo>
                    <a:pt x="3154" y="0"/>
                  </a:moveTo>
                  <a:cubicBezTo>
                    <a:pt x="3148" y="0"/>
                    <a:pt x="3142" y="6"/>
                    <a:pt x="3142" y="6"/>
                  </a:cubicBezTo>
                  <a:lnTo>
                    <a:pt x="72" y="1787"/>
                  </a:lnTo>
                  <a:cubicBezTo>
                    <a:pt x="30" y="1811"/>
                    <a:pt x="1" y="1871"/>
                    <a:pt x="1" y="1942"/>
                  </a:cubicBezTo>
                  <a:cubicBezTo>
                    <a:pt x="6" y="2102"/>
                    <a:pt x="107" y="2286"/>
                    <a:pt x="244" y="2369"/>
                  </a:cubicBezTo>
                  <a:cubicBezTo>
                    <a:pt x="281" y="2390"/>
                    <a:pt x="320" y="2400"/>
                    <a:pt x="354" y="2400"/>
                  </a:cubicBezTo>
                  <a:cubicBezTo>
                    <a:pt x="381" y="2400"/>
                    <a:pt x="404" y="2394"/>
                    <a:pt x="422" y="2381"/>
                  </a:cubicBezTo>
                  <a:lnTo>
                    <a:pt x="416" y="2381"/>
                  </a:lnTo>
                  <a:lnTo>
                    <a:pt x="3480" y="600"/>
                  </a:lnTo>
                  <a:cubicBezTo>
                    <a:pt x="3486" y="600"/>
                    <a:pt x="3486" y="594"/>
                    <a:pt x="3498" y="594"/>
                  </a:cubicBezTo>
                  <a:lnTo>
                    <a:pt x="3504" y="588"/>
                  </a:lnTo>
                  <a:lnTo>
                    <a:pt x="3510" y="576"/>
                  </a:lnTo>
                  <a:lnTo>
                    <a:pt x="3516" y="570"/>
                  </a:lnTo>
                  <a:lnTo>
                    <a:pt x="3528" y="564"/>
                  </a:lnTo>
                  <a:lnTo>
                    <a:pt x="3528" y="558"/>
                  </a:lnTo>
                  <a:cubicBezTo>
                    <a:pt x="3528" y="546"/>
                    <a:pt x="3534" y="546"/>
                    <a:pt x="3534" y="540"/>
                  </a:cubicBezTo>
                  <a:lnTo>
                    <a:pt x="3534" y="534"/>
                  </a:lnTo>
                  <a:cubicBezTo>
                    <a:pt x="3534" y="529"/>
                    <a:pt x="3540" y="529"/>
                    <a:pt x="3540" y="517"/>
                  </a:cubicBezTo>
                  <a:lnTo>
                    <a:pt x="3540" y="511"/>
                  </a:lnTo>
                  <a:lnTo>
                    <a:pt x="3540" y="499"/>
                  </a:lnTo>
                  <a:lnTo>
                    <a:pt x="3540" y="487"/>
                  </a:lnTo>
                  <a:lnTo>
                    <a:pt x="3540" y="481"/>
                  </a:lnTo>
                  <a:lnTo>
                    <a:pt x="3540" y="475"/>
                  </a:lnTo>
                  <a:lnTo>
                    <a:pt x="3540" y="469"/>
                  </a:lnTo>
                  <a:lnTo>
                    <a:pt x="3540" y="445"/>
                  </a:lnTo>
                  <a:lnTo>
                    <a:pt x="3540" y="416"/>
                  </a:lnTo>
                  <a:cubicBezTo>
                    <a:pt x="3540" y="410"/>
                    <a:pt x="3540" y="392"/>
                    <a:pt x="3534" y="386"/>
                  </a:cubicBezTo>
                  <a:lnTo>
                    <a:pt x="3534" y="368"/>
                  </a:lnTo>
                  <a:cubicBezTo>
                    <a:pt x="3534" y="362"/>
                    <a:pt x="3534" y="356"/>
                    <a:pt x="3528" y="350"/>
                  </a:cubicBezTo>
                  <a:lnTo>
                    <a:pt x="3528" y="339"/>
                  </a:lnTo>
                  <a:lnTo>
                    <a:pt x="3528" y="333"/>
                  </a:lnTo>
                  <a:cubicBezTo>
                    <a:pt x="3528" y="327"/>
                    <a:pt x="3516" y="309"/>
                    <a:pt x="3516" y="303"/>
                  </a:cubicBezTo>
                  <a:lnTo>
                    <a:pt x="3516" y="297"/>
                  </a:lnTo>
                  <a:cubicBezTo>
                    <a:pt x="3510" y="279"/>
                    <a:pt x="3510" y="273"/>
                    <a:pt x="3504" y="261"/>
                  </a:cubicBezTo>
                  <a:cubicBezTo>
                    <a:pt x="3504" y="249"/>
                    <a:pt x="3504" y="249"/>
                    <a:pt x="3498" y="244"/>
                  </a:cubicBezTo>
                  <a:cubicBezTo>
                    <a:pt x="3486" y="238"/>
                    <a:pt x="3486" y="232"/>
                    <a:pt x="3480" y="220"/>
                  </a:cubicBezTo>
                  <a:cubicBezTo>
                    <a:pt x="3480" y="214"/>
                    <a:pt x="3474" y="214"/>
                    <a:pt x="3474" y="208"/>
                  </a:cubicBezTo>
                  <a:cubicBezTo>
                    <a:pt x="3468" y="202"/>
                    <a:pt x="3456" y="184"/>
                    <a:pt x="3456" y="178"/>
                  </a:cubicBezTo>
                  <a:lnTo>
                    <a:pt x="3456" y="172"/>
                  </a:lnTo>
                  <a:cubicBezTo>
                    <a:pt x="3450" y="160"/>
                    <a:pt x="3445" y="148"/>
                    <a:pt x="3439" y="143"/>
                  </a:cubicBezTo>
                  <a:lnTo>
                    <a:pt x="3427" y="131"/>
                  </a:lnTo>
                  <a:cubicBezTo>
                    <a:pt x="3421" y="125"/>
                    <a:pt x="3415" y="119"/>
                    <a:pt x="3415" y="113"/>
                  </a:cubicBezTo>
                  <a:lnTo>
                    <a:pt x="3409" y="101"/>
                  </a:lnTo>
                  <a:lnTo>
                    <a:pt x="3385" y="83"/>
                  </a:lnTo>
                  <a:cubicBezTo>
                    <a:pt x="3379" y="71"/>
                    <a:pt x="3361" y="65"/>
                    <a:pt x="3355" y="59"/>
                  </a:cubicBezTo>
                  <a:lnTo>
                    <a:pt x="3350" y="53"/>
                  </a:lnTo>
                  <a:lnTo>
                    <a:pt x="3338" y="42"/>
                  </a:lnTo>
                  <a:cubicBezTo>
                    <a:pt x="3332" y="36"/>
                    <a:pt x="3326" y="36"/>
                    <a:pt x="3320" y="30"/>
                  </a:cubicBezTo>
                  <a:cubicBezTo>
                    <a:pt x="3308" y="24"/>
                    <a:pt x="3302" y="24"/>
                    <a:pt x="3296" y="12"/>
                  </a:cubicBezTo>
                  <a:cubicBezTo>
                    <a:pt x="3290" y="6"/>
                    <a:pt x="3272" y="6"/>
                    <a:pt x="3266" y="6"/>
                  </a:cubicBezTo>
                  <a:lnTo>
                    <a:pt x="3260" y="6"/>
                  </a:lnTo>
                  <a:cubicBezTo>
                    <a:pt x="3249" y="6"/>
                    <a:pt x="3243" y="6"/>
                    <a:pt x="32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5">
              <a:extLst>
                <a:ext uri="{FF2B5EF4-FFF2-40B4-BE49-F238E27FC236}">
                  <a16:creationId xmlns:a16="http://schemas.microsoft.com/office/drawing/2014/main" id="{0ADFF2F6-8B11-1F52-D55F-AC4CC44F511A}"/>
                </a:ext>
              </a:extLst>
            </p:cNvPr>
            <p:cNvSpPr/>
            <p:nvPr/>
          </p:nvSpPr>
          <p:spPr>
            <a:xfrm>
              <a:off x="6390040" y="-975644"/>
              <a:ext cx="4133469" cy="3953703"/>
            </a:xfrm>
            <a:custGeom>
              <a:avLst/>
              <a:gdLst/>
              <a:ahLst/>
              <a:cxnLst/>
              <a:rect l="l" t="t" r="r" b="b"/>
              <a:pathLst>
                <a:path w="19050" h="18784" extrusionOk="0">
                  <a:moveTo>
                    <a:pt x="16442" y="4780"/>
                  </a:moveTo>
                  <a:cubicBezTo>
                    <a:pt x="16448" y="4780"/>
                    <a:pt x="16454" y="4780"/>
                    <a:pt x="16472" y="4792"/>
                  </a:cubicBezTo>
                  <a:cubicBezTo>
                    <a:pt x="16454" y="4792"/>
                    <a:pt x="16448" y="4792"/>
                    <a:pt x="16442" y="4780"/>
                  </a:cubicBezTo>
                  <a:close/>
                  <a:moveTo>
                    <a:pt x="15534" y="4792"/>
                  </a:moveTo>
                  <a:cubicBezTo>
                    <a:pt x="15522" y="4798"/>
                    <a:pt x="15504" y="4798"/>
                    <a:pt x="15492" y="4798"/>
                  </a:cubicBezTo>
                  <a:cubicBezTo>
                    <a:pt x="15504" y="4798"/>
                    <a:pt x="15522" y="4792"/>
                    <a:pt x="15534" y="4792"/>
                  </a:cubicBezTo>
                  <a:close/>
                  <a:moveTo>
                    <a:pt x="16561" y="4804"/>
                  </a:moveTo>
                  <a:cubicBezTo>
                    <a:pt x="16566" y="4804"/>
                    <a:pt x="16571" y="4804"/>
                    <a:pt x="16580" y="4808"/>
                  </a:cubicBezTo>
                  <a:lnTo>
                    <a:pt x="16580" y="4808"/>
                  </a:lnTo>
                  <a:cubicBezTo>
                    <a:pt x="16572" y="4806"/>
                    <a:pt x="16562" y="4804"/>
                    <a:pt x="16555" y="4804"/>
                  </a:cubicBezTo>
                  <a:close/>
                  <a:moveTo>
                    <a:pt x="16680" y="4828"/>
                  </a:moveTo>
                  <a:cubicBezTo>
                    <a:pt x="16692" y="4828"/>
                    <a:pt x="16704" y="4834"/>
                    <a:pt x="16716" y="4834"/>
                  </a:cubicBezTo>
                  <a:cubicBezTo>
                    <a:pt x="16704" y="4834"/>
                    <a:pt x="16686" y="4828"/>
                    <a:pt x="16674" y="4828"/>
                  </a:cubicBezTo>
                  <a:close/>
                  <a:moveTo>
                    <a:pt x="16799" y="4857"/>
                  </a:moveTo>
                  <a:cubicBezTo>
                    <a:pt x="16805" y="4857"/>
                    <a:pt x="16822" y="4863"/>
                    <a:pt x="16828" y="4863"/>
                  </a:cubicBezTo>
                  <a:cubicBezTo>
                    <a:pt x="16811" y="4863"/>
                    <a:pt x="16805" y="4857"/>
                    <a:pt x="16793" y="4857"/>
                  </a:cubicBezTo>
                  <a:close/>
                  <a:moveTo>
                    <a:pt x="16912" y="4887"/>
                  </a:moveTo>
                  <a:cubicBezTo>
                    <a:pt x="16918" y="4887"/>
                    <a:pt x="16923" y="4893"/>
                    <a:pt x="16929" y="4893"/>
                  </a:cubicBezTo>
                  <a:cubicBezTo>
                    <a:pt x="16923" y="4893"/>
                    <a:pt x="16912" y="4887"/>
                    <a:pt x="16900" y="4887"/>
                  </a:cubicBezTo>
                  <a:close/>
                  <a:moveTo>
                    <a:pt x="15023" y="4893"/>
                  </a:moveTo>
                  <a:cubicBezTo>
                    <a:pt x="15011" y="4893"/>
                    <a:pt x="14994" y="4899"/>
                    <a:pt x="14982" y="4899"/>
                  </a:cubicBezTo>
                  <a:cubicBezTo>
                    <a:pt x="14994" y="4893"/>
                    <a:pt x="15011" y="4893"/>
                    <a:pt x="15023" y="4893"/>
                  </a:cubicBezTo>
                  <a:close/>
                  <a:moveTo>
                    <a:pt x="17018" y="4923"/>
                  </a:moveTo>
                  <a:cubicBezTo>
                    <a:pt x="17030" y="4923"/>
                    <a:pt x="17030" y="4923"/>
                    <a:pt x="17036" y="4929"/>
                  </a:cubicBezTo>
                  <a:cubicBezTo>
                    <a:pt x="17030" y="4923"/>
                    <a:pt x="17018" y="4923"/>
                    <a:pt x="17018" y="4923"/>
                  </a:cubicBezTo>
                  <a:close/>
                  <a:moveTo>
                    <a:pt x="14893" y="4929"/>
                  </a:moveTo>
                  <a:cubicBezTo>
                    <a:pt x="14875" y="4941"/>
                    <a:pt x="14863" y="4941"/>
                    <a:pt x="14845" y="4947"/>
                  </a:cubicBezTo>
                  <a:cubicBezTo>
                    <a:pt x="14845" y="4941"/>
                    <a:pt x="14851" y="4941"/>
                    <a:pt x="14851" y="4941"/>
                  </a:cubicBezTo>
                  <a:cubicBezTo>
                    <a:pt x="14869" y="4941"/>
                    <a:pt x="14875" y="4929"/>
                    <a:pt x="14893" y="4929"/>
                  </a:cubicBezTo>
                  <a:close/>
                  <a:moveTo>
                    <a:pt x="14750" y="4970"/>
                  </a:moveTo>
                  <a:cubicBezTo>
                    <a:pt x="14744" y="4976"/>
                    <a:pt x="14726" y="4982"/>
                    <a:pt x="14715" y="4982"/>
                  </a:cubicBezTo>
                  <a:cubicBezTo>
                    <a:pt x="14726" y="4976"/>
                    <a:pt x="14732" y="4976"/>
                    <a:pt x="14750" y="4970"/>
                  </a:cubicBezTo>
                  <a:close/>
                  <a:moveTo>
                    <a:pt x="14607" y="5016"/>
                  </a:moveTo>
                  <a:lnTo>
                    <a:pt x="14607" y="5016"/>
                  </a:lnTo>
                  <a:cubicBezTo>
                    <a:pt x="14599" y="5022"/>
                    <a:pt x="14593" y="5030"/>
                    <a:pt x="14584" y="5030"/>
                  </a:cubicBezTo>
                  <a:cubicBezTo>
                    <a:pt x="14592" y="5021"/>
                    <a:pt x="14601" y="5019"/>
                    <a:pt x="14607" y="5016"/>
                  </a:cubicBezTo>
                  <a:close/>
                  <a:moveTo>
                    <a:pt x="14483" y="5065"/>
                  </a:moveTo>
                  <a:cubicBezTo>
                    <a:pt x="14465" y="5071"/>
                    <a:pt x="14459" y="5077"/>
                    <a:pt x="14447" y="5077"/>
                  </a:cubicBezTo>
                  <a:cubicBezTo>
                    <a:pt x="14459" y="5071"/>
                    <a:pt x="14465" y="5071"/>
                    <a:pt x="14483" y="5065"/>
                  </a:cubicBezTo>
                  <a:close/>
                  <a:moveTo>
                    <a:pt x="17466" y="5131"/>
                  </a:moveTo>
                  <a:lnTo>
                    <a:pt x="17476" y="5137"/>
                  </a:lnTo>
                  <a:cubicBezTo>
                    <a:pt x="17476" y="5132"/>
                    <a:pt x="17469" y="5131"/>
                    <a:pt x="17466" y="5131"/>
                  </a:cubicBezTo>
                  <a:close/>
                  <a:moveTo>
                    <a:pt x="14177" y="5192"/>
                  </a:moveTo>
                  <a:lnTo>
                    <a:pt x="14177" y="5192"/>
                  </a:lnTo>
                  <a:cubicBezTo>
                    <a:pt x="14174" y="5193"/>
                    <a:pt x="14171" y="5194"/>
                    <a:pt x="14168" y="5196"/>
                  </a:cubicBezTo>
                  <a:cubicBezTo>
                    <a:pt x="14170" y="5194"/>
                    <a:pt x="14173" y="5193"/>
                    <a:pt x="14177" y="5192"/>
                  </a:cubicBezTo>
                  <a:close/>
                  <a:moveTo>
                    <a:pt x="8123" y="15552"/>
                  </a:moveTo>
                  <a:cubicBezTo>
                    <a:pt x="8129" y="15575"/>
                    <a:pt x="8129" y="15599"/>
                    <a:pt x="8129" y="15617"/>
                  </a:cubicBezTo>
                  <a:cubicBezTo>
                    <a:pt x="8129" y="15599"/>
                    <a:pt x="8123" y="15575"/>
                    <a:pt x="8123" y="15552"/>
                  </a:cubicBezTo>
                  <a:close/>
                  <a:moveTo>
                    <a:pt x="8135" y="15700"/>
                  </a:moveTo>
                  <a:cubicBezTo>
                    <a:pt x="8141" y="15724"/>
                    <a:pt x="8141" y="15736"/>
                    <a:pt x="8141" y="15754"/>
                  </a:cubicBezTo>
                  <a:cubicBezTo>
                    <a:pt x="8141" y="15736"/>
                    <a:pt x="8135" y="15718"/>
                    <a:pt x="8135" y="15700"/>
                  </a:cubicBezTo>
                  <a:close/>
                  <a:moveTo>
                    <a:pt x="8159" y="15849"/>
                  </a:moveTo>
                  <a:cubicBezTo>
                    <a:pt x="8165" y="15855"/>
                    <a:pt x="8165" y="15872"/>
                    <a:pt x="8165" y="15884"/>
                  </a:cubicBezTo>
                  <a:cubicBezTo>
                    <a:pt x="8165" y="15872"/>
                    <a:pt x="8159" y="15855"/>
                    <a:pt x="8159" y="15849"/>
                  </a:cubicBezTo>
                  <a:close/>
                  <a:moveTo>
                    <a:pt x="8242" y="16258"/>
                  </a:moveTo>
                  <a:lnTo>
                    <a:pt x="8242" y="16258"/>
                  </a:lnTo>
                  <a:cubicBezTo>
                    <a:pt x="8242" y="16270"/>
                    <a:pt x="8248" y="16288"/>
                    <a:pt x="8248" y="16300"/>
                  </a:cubicBezTo>
                  <a:cubicBezTo>
                    <a:pt x="8242" y="16288"/>
                    <a:pt x="8242" y="16270"/>
                    <a:pt x="8242" y="16258"/>
                  </a:cubicBezTo>
                  <a:close/>
                  <a:moveTo>
                    <a:pt x="8308" y="16508"/>
                  </a:moveTo>
                  <a:cubicBezTo>
                    <a:pt x="8312" y="16522"/>
                    <a:pt x="8313" y="16539"/>
                    <a:pt x="8316" y="16552"/>
                  </a:cubicBezTo>
                  <a:lnTo>
                    <a:pt x="8316" y="16552"/>
                  </a:lnTo>
                  <a:cubicBezTo>
                    <a:pt x="8316" y="16551"/>
                    <a:pt x="8315" y="16550"/>
                    <a:pt x="8313" y="16549"/>
                  </a:cubicBezTo>
                  <a:cubicBezTo>
                    <a:pt x="8313" y="16531"/>
                    <a:pt x="8308" y="16525"/>
                    <a:pt x="8308" y="16508"/>
                  </a:cubicBezTo>
                  <a:close/>
                  <a:moveTo>
                    <a:pt x="8391" y="16761"/>
                  </a:moveTo>
                  <a:cubicBezTo>
                    <a:pt x="8399" y="16777"/>
                    <a:pt x="8403" y="16794"/>
                    <a:pt x="8403" y="16799"/>
                  </a:cubicBezTo>
                  <a:cubicBezTo>
                    <a:pt x="8398" y="16784"/>
                    <a:pt x="8397" y="16774"/>
                    <a:pt x="8391" y="16761"/>
                  </a:cubicBezTo>
                  <a:close/>
                  <a:moveTo>
                    <a:pt x="8438" y="16887"/>
                  </a:moveTo>
                  <a:lnTo>
                    <a:pt x="8438" y="16887"/>
                  </a:lnTo>
                  <a:cubicBezTo>
                    <a:pt x="8440" y="16891"/>
                    <a:pt x="8443" y="16895"/>
                    <a:pt x="8444" y="16899"/>
                  </a:cubicBezTo>
                  <a:lnTo>
                    <a:pt x="8444" y="16899"/>
                  </a:lnTo>
                  <a:cubicBezTo>
                    <a:pt x="8442" y="16895"/>
                    <a:pt x="8440" y="16891"/>
                    <a:pt x="8438" y="16887"/>
                  </a:cubicBezTo>
                  <a:close/>
                  <a:moveTo>
                    <a:pt x="8485" y="17000"/>
                  </a:moveTo>
                  <a:cubicBezTo>
                    <a:pt x="8487" y="17004"/>
                    <a:pt x="8490" y="17008"/>
                    <a:pt x="8492" y="17012"/>
                  </a:cubicBezTo>
                  <a:lnTo>
                    <a:pt x="8492" y="17012"/>
                  </a:lnTo>
                  <a:cubicBezTo>
                    <a:pt x="8489" y="17009"/>
                    <a:pt x="8487" y="17005"/>
                    <a:pt x="8485" y="17000"/>
                  </a:cubicBezTo>
                  <a:close/>
                  <a:moveTo>
                    <a:pt x="8492" y="17012"/>
                  </a:moveTo>
                  <a:cubicBezTo>
                    <a:pt x="8498" y="17025"/>
                    <a:pt x="8503" y="17035"/>
                    <a:pt x="8509" y="17042"/>
                  </a:cubicBezTo>
                  <a:cubicBezTo>
                    <a:pt x="8498" y="17036"/>
                    <a:pt x="8498" y="17030"/>
                    <a:pt x="8492" y="17012"/>
                  </a:cubicBezTo>
                  <a:close/>
                  <a:moveTo>
                    <a:pt x="8527" y="17096"/>
                  </a:moveTo>
                  <a:cubicBezTo>
                    <a:pt x="8539" y="17119"/>
                    <a:pt x="8551" y="17131"/>
                    <a:pt x="8551" y="17143"/>
                  </a:cubicBezTo>
                  <a:lnTo>
                    <a:pt x="8527" y="17096"/>
                  </a:lnTo>
                  <a:close/>
                  <a:moveTo>
                    <a:pt x="8551" y="17143"/>
                  </a:moveTo>
                  <a:cubicBezTo>
                    <a:pt x="8554" y="17146"/>
                    <a:pt x="8554" y="17147"/>
                    <a:pt x="8553" y="17147"/>
                  </a:cubicBezTo>
                  <a:cubicBezTo>
                    <a:pt x="8552" y="17147"/>
                    <a:pt x="8551" y="17146"/>
                    <a:pt x="8551" y="17143"/>
                  </a:cubicBezTo>
                  <a:close/>
                  <a:moveTo>
                    <a:pt x="8587" y="17202"/>
                  </a:moveTo>
                  <a:lnTo>
                    <a:pt x="8610" y="17244"/>
                  </a:lnTo>
                  <a:cubicBezTo>
                    <a:pt x="8604" y="17244"/>
                    <a:pt x="8604" y="17244"/>
                    <a:pt x="8604" y="17238"/>
                  </a:cubicBezTo>
                  <a:cubicBezTo>
                    <a:pt x="8598" y="17220"/>
                    <a:pt x="8587" y="17214"/>
                    <a:pt x="8587" y="17202"/>
                  </a:cubicBezTo>
                  <a:close/>
                  <a:moveTo>
                    <a:pt x="8644" y="17312"/>
                  </a:moveTo>
                  <a:cubicBezTo>
                    <a:pt x="8650" y="17325"/>
                    <a:pt x="8659" y="17334"/>
                    <a:pt x="8664" y="17339"/>
                  </a:cubicBezTo>
                  <a:cubicBezTo>
                    <a:pt x="8664" y="17343"/>
                    <a:pt x="8664" y="17344"/>
                    <a:pt x="8664" y="17344"/>
                  </a:cubicBezTo>
                  <a:cubicBezTo>
                    <a:pt x="8663" y="17344"/>
                    <a:pt x="8662" y="17337"/>
                    <a:pt x="8658" y="17333"/>
                  </a:cubicBezTo>
                  <a:cubicBezTo>
                    <a:pt x="8649" y="17329"/>
                    <a:pt x="8647" y="17321"/>
                    <a:pt x="8644" y="17312"/>
                  </a:cubicBezTo>
                  <a:close/>
                  <a:moveTo>
                    <a:pt x="8699" y="17410"/>
                  </a:moveTo>
                  <a:lnTo>
                    <a:pt x="8699" y="17410"/>
                  </a:lnTo>
                  <a:cubicBezTo>
                    <a:pt x="8717" y="17428"/>
                    <a:pt x="8723" y="17446"/>
                    <a:pt x="8729" y="17458"/>
                  </a:cubicBezTo>
                  <a:cubicBezTo>
                    <a:pt x="8723" y="17452"/>
                    <a:pt x="8723" y="17446"/>
                    <a:pt x="8717" y="17440"/>
                  </a:cubicBezTo>
                  <a:cubicBezTo>
                    <a:pt x="8705" y="17428"/>
                    <a:pt x="8699" y="17416"/>
                    <a:pt x="8699" y="17410"/>
                  </a:cubicBezTo>
                  <a:close/>
                  <a:moveTo>
                    <a:pt x="8765" y="17511"/>
                  </a:moveTo>
                  <a:cubicBezTo>
                    <a:pt x="8767" y="17519"/>
                    <a:pt x="8772" y="17525"/>
                    <a:pt x="8777" y="17531"/>
                  </a:cubicBezTo>
                  <a:lnTo>
                    <a:pt x="8777" y="17531"/>
                  </a:lnTo>
                  <a:cubicBezTo>
                    <a:pt x="8772" y="17526"/>
                    <a:pt x="8768" y="17520"/>
                    <a:pt x="8765" y="17511"/>
                  </a:cubicBezTo>
                  <a:close/>
                  <a:moveTo>
                    <a:pt x="8788" y="17547"/>
                  </a:moveTo>
                  <a:cubicBezTo>
                    <a:pt x="8791" y="17551"/>
                    <a:pt x="8793" y="17554"/>
                    <a:pt x="8794" y="17559"/>
                  </a:cubicBezTo>
                  <a:lnTo>
                    <a:pt x="8788" y="17547"/>
                  </a:lnTo>
                  <a:close/>
                  <a:moveTo>
                    <a:pt x="8901" y="17689"/>
                  </a:moveTo>
                  <a:lnTo>
                    <a:pt x="8901" y="17689"/>
                  </a:lnTo>
                  <a:cubicBezTo>
                    <a:pt x="8907" y="17707"/>
                    <a:pt x="8919" y="17719"/>
                    <a:pt x="8931" y="17725"/>
                  </a:cubicBezTo>
                  <a:cubicBezTo>
                    <a:pt x="8919" y="17725"/>
                    <a:pt x="8913" y="17719"/>
                    <a:pt x="8913" y="17713"/>
                  </a:cubicBezTo>
                  <a:cubicBezTo>
                    <a:pt x="8907" y="17707"/>
                    <a:pt x="8901" y="17695"/>
                    <a:pt x="8901" y="17689"/>
                  </a:cubicBezTo>
                  <a:close/>
                  <a:moveTo>
                    <a:pt x="8964" y="17779"/>
                  </a:moveTo>
                  <a:cubicBezTo>
                    <a:pt x="8976" y="17798"/>
                    <a:pt x="8991" y="17809"/>
                    <a:pt x="8996" y="17814"/>
                  </a:cubicBezTo>
                  <a:lnTo>
                    <a:pt x="8978" y="17802"/>
                  </a:lnTo>
                  <a:cubicBezTo>
                    <a:pt x="8974" y="17793"/>
                    <a:pt x="8969" y="17787"/>
                    <a:pt x="8964" y="17779"/>
                  </a:cubicBezTo>
                  <a:close/>
                  <a:moveTo>
                    <a:pt x="9032" y="17862"/>
                  </a:moveTo>
                  <a:cubicBezTo>
                    <a:pt x="9041" y="17867"/>
                    <a:pt x="9047" y="17875"/>
                    <a:pt x="9052" y="17882"/>
                  </a:cubicBezTo>
                  <a:lnTo>
                    <a:pt x="9052" y="17882"/>
                  </a:lnTo>
                  <a:lnTo>
                    <a:pt x="9032" y="17862"/>
                  </a:lnTo>
                  <a:close/>
                  <a:moveTo>
                    <a:pt x="9353" y="18158"/>
                  </a:moveTo>
                  <a:lnTo>
                    <a:pt x="9353" y="18158"/>
                  </a:lnTo>
                  <a:cubicBezTo>
                    <a:pt x="9356" y="18160"/>
                    <a:pt x="9360" y="18163"/>
                    <a:pt x="9364" y="18166"/>
                  </a:cubicBezTo>
                  <a:lnTo>
                    <a:pt x="9364" y="18166"/>
                  </a:lnTo>
                  <a:cubicBezTo>
                    <a:pt x="9359" y="18163"/>
                    <a:pt x="9355" y="18161"/>
                    <a:pt x="9353" y="18158"/>
                  </a:cubicBezTo>
                  <a:close/>
                  <a:moveTo>
                    <a:pt x="9463" y="18238"/>
                  </a:moveTo>
                  <a:lnTo>
                    <a:pt x="9463" y="18238"/>
                  </a:lnTo>
                  <a:cubicBezTo>
                    <a:pt x="9468" y="18243"/>
                    <a:pt x="9472" y="18248"/>
                    <a:pt x="9477" y="18253"/>
                  </a:cubicBezTo>
                  <a:cubicBezTo>
                    <a:pt x="9471" y="18247"/>
                    <a:pt x="9465" y="18247"/>
                    <a:pt x="9465" y="18242"/>
                  </a:cubicBezTo>
                  <a:cubicBezTo>
                    <a:pt x="9465" y="18240"/>
                    <a:pt x="9464" y="18239"/>
                    <a:pt x="9463" y="18238"/>
                  </a:cubicBezTo>
                  <a:close/>
                  <a:moveTo>
                    <a:pt x="9596" y="18378"/>
                  </a:moveTo>
                  <a:cubicBezTo>
                    <a:pt x="9612" y="18389"/>
                    <a:pt x="9618" y="18394"/>
                    <a:pt x="9632" y="18400"/>
                  </a:cubicBezTo>
                  <a:lnTo>
                    <a:pt x="9632" y="18400"/>
                  </a:lnTo>
                  <a:cubicBezTo>
                    <a:pt x="9620" y="18393"/>
                    <a:pt x="9608" y="18385"/>
                    <a:pt x="9596" y="18378"/>
                  </a:cubicBezTo>
                  <a:close/>
                  <a:moveTo>
                    <a:pt x="7785" y="0"/>
                  </a:moveTo>
                  <a:cubicBezTo>
                    <a:pt x="7755" y="0"/>
                    <a:pt x="7732" y="0"/>
                    <a:pt x="7708" y="12"/>
                  </a:cubicBezTo>
                  <a:lnTo>
                    <a:pt x="7654" y="12"/>
                  </a:lnTo>
                  <a:cubicBezTo>
                    <a:pt x="7625" y="12"/>
                    <a:pt x="7601" y="18"/>
                    <a:pt x="7571" y="18"/>
                  </a:cubicBezTo>
                  <a:cubicBezTo>
                    <a:pt x="7559" y="18"/>
                    <a:pt x="7542" y="18"/>
                    <a:pt x="7518" y="24"/>
                  </a:cubicBezTo>
                  <a:cubicBezTo>
                    <a:pt x="7488" y="24"/>
                    <a:pt x="7458" y="30"/>
                    <a:pt x="7423" y="42"/>
                  </a:cubicBezTo>
                  <a:cubicBezTo>
                    <a:pt x="7417" y="42"/>
                    <a:pt x="7399" y="42"/>
                    <a:pt x="7393" y="48"/>
                  </a:cubicBezTo>
                  <a:lnTo>
                    <a:pt x="7363" y="48"/>
                  </a:lnTo>
                  <a:cubicBezTo>
                    <a:pt x="7334" y="54"/>
                    <a:pt x="7304" y="54"/>
                    <a:pt x="7268" y="60"/>
                  </a:cubicBezTo>
                  <a:cubicBezTo>
                    <a:pt x="7262" y="60"/>
                    <a:pt x="7251" y="60"/>
                    <a:pt x="7239" y="71"/>
                  </a:cubicBezTo>
                  <a:lnTo>
                    <a:pt x="7126" y="89"/>
                  </a:lnTo>
                  <a:cubicBezTo>
                    <a:pt x="7120" y="89"/>
                    <a:pt x="7114" y="89"/>
                    <a:pt x="7102" y="101"/>
                  </a:cubicBezTo>
                  <a:cubicBezTo>
                    <a:pt x="7072" y="107"/>
                    <a:pt x="7037" y="113"/>
                    <a:pt x="7007" y="119"/>
                  </a:cubicBezTo>
                  <a:cubicBezTo>
                    <a:pt x="7001" y="119"/>
                    <a:pt x="6995" y="131"/>
                    <a:pt x="6983" y="131"/>
                  </a:cubicBezTo>
                  <a:cubicBezTo>
                    <a:pt x="6948" y="137"/>
                    <a:pt x="6912" y="149"/>
                    <a:pt x="6876" y="161"/>
                  </a:cubicBezTo>
                  <a:cubicBezTo>
                    <a:pt x="6865" y="161"/>
                    <a:pt x="6859" y="166"/>
                    <a:pt x="6853" y="166"/>
                  </a:cubicBezTo>
                  <a:cubicBezTo>
                    <a:pt x="6817" y="172"/>
                    <a:pt x="6787" y="190"/>
                    <a:pt x="6746" y="196"/>
                  </a:cubicBezTo>
                  <a:cubicBezTo>
                    <a:pt x="6740" y="196"/>
                    <a:pt x="6734" y="202"/>
                    <a:pt x="6728" y="202"/>
                  </a:cubicBezTo>
                  <a:cubicBezTo>
                    <a:pt x="6686" y="220"/>
                    <a:pt x="6645" y="226"/>
                    <a:pt x="6609" y="238"/>
                  </a:cubicBezTo>
                  <a:cubicBezTo>
                    <a:pt x="6597" y="238"/>
                    <a:pt x="6591" y="250"/>
                    <a:pt x="6580" y="250"/>
                  </a:cubicBezTo>
                  <a:cubicBezTo>
                    <a:pt x="6538" y="261"/>
                    <a:pt x="6508" y="267"/>
                    <a:pt x="6473" y="285"/>
                  </a:cubicBezTo>
                  <a:cubicBezTo>
                    <a:pt x="6467" y="285"/>
                    <a:pt x="6461" y="291"/>
                    <a:pt x="6449" y="291"/>
                  </a:cubicBezTo>
                  <a:cubicBezTo>
                    <a:pt x="6413" y="309"/>
                    <a:pt x="6372" y="321"/>
                    <a:pt x="6330" y="339"/>
                  </a:cubicBezTo>
                  <a:cubicBezTo>
                    <a:pt x="6324" y="339"/>
                    <a:pt x="6312" y="345"/>
                    <a:pt x="6300" y="351"/>
                  </a:cubicBezTo>
                  <a:cubicBezTo>
                    <a:pt x="6265" y="368"/>
                    <a:pt x="6229" y="380"/>
                    <a:pt x="6200" y="398"/>
                  </a:cubicBezTo>
                  <a:cubicBezTo>
                    <a:pt x="6194" y="398"/>
                    <a:pt x="6182" y="404"/>
                    <a:pt x="6182" y="404"/>
                  </a:cubicBezTo>
                  <a:cubicBezTo>
                    <a:pt x="6146" y="416"/>
                    <a:pt x="6105" y="440"/>
                    <a:pt x="6063" y="457"/>
                  </a:cubicBezTo>
                  <a:cubicBezTo>
                    <a:pt x="6057" y="463"/>
                    <a:pt x="6045" y="463"/>
                    <a:pt x="6033" y="469"/>
                  </a:cubicBezTo>
                  <a:cubicBezTo>
                    <a:pt x="6021" y="475"/>
                    <a:pt x="6015" y="475"/>
                    <a:pt x="5998" y="487"/>
                  </a:cubicBezTo>
                  <a:lnTo>
                    <a:pt x="5956" y="505"/>
                  </a:lnTo>
                  <a:cubicBezTo>
                    <a:pt x="5932" y="517"/>
                    <a:pt x="5915" y="523"/>
                    <a:pt x="5897" y="535"/>
                  </a:cubicBezTo>
                  <a:cubicBezTo>
                    <a:pt x="5867" y="552"/>
                    <a:pt x="5843" y="564"/>
                    <a:pt x="5814" y="576"/>
                  </a:cubicBezTo>
                  <a:cubicBezTo>
                    <a:pt x="5796" y="582"/>
                    <a:pt x="5778" y="588"/>
                    <a:pt x="5760" y="606"/>
                  </a:cubicBezTo>
                  <a:lnTo>
                    <a:pt x="5671" y="647"/>
                  </a:lnTo>
                  <a:lnTo>
                    <a:pt x="5629" y="671"/>
                  </a:lnTo>
                  <a:cubicBezTo>
                    <a:pt x="5582" y="695"/>
                    <a:pt x="5540" y="725"/>
                    <a:pt x="5493" y="742"/>
                  </a:cubicBezTo>
                  <a:cubicBezTo>
                    <a:pt x="5451" y="766"/>
                    <a:pt x="5404" y="796"/>
                    <a:pt x="5362" y="820"/>
                  </a:cubicBezTo>
                  <a:lnTo>
                    <a:pt x="5315" y="843"/>
                  </a:lnTo>
                  <a:cubicBezTo>
                    <a:pt x="5285" y="855"/>
                    <a:pt x="5255" y="879"/>
                    <a:pt x="5226" y="891"/>
                  </a:cubicBezTo>
                  <a:cubicBezTo>
                    <a:pt x="5214" y="903"/>
                    <a:pt x="5196" y="915"/>
                    <a:pt x="5172" y="921"/>
                  </a:cubicBezTo>
                  <a:cubicBezTo>
                    <a:pt x="5143" y="938"/>
                    <a:pt x="5113" y="962"/>
                    <a:pt x="5095" y="974"/>
                  </a:cubicBezTo>
                  <a:cubicBezTo>
                    <a:pt x="5077" y="980"/>
                    <a:pt x="5065" y="998"/>
                    <a:pt x="5042" y="1004"/>
                  </a:cubicBezTo>
                  <a:cubicBezTo>
                    <a:pt x="5012" y="1027"/>
                    <a:pt x="4982" y="1039"/>
                    <a:pt x="4959" y="1063"/>
                  </a:cubicBezTo>
                  <a:cubicBezTo>
                    <a:pt x="4947" y="1069"/>
                    <a:pt x="4929" y="1087"/>
                    <a:pt x="4917" y="1093"/>
                  </a:cubicBezTo>
                  <a:cubicBezTo>
                    <a:pt x="4887" y="1117"/>
                    <a:pt x="4858" y="1140"/>
                    <a:pt x="4816" y="1158"/>
                  </a:cubicBezTo>
                  <a:cubicBezTo>
                    <a:pt x="4804" y="1170"/>
                    <a:pt x="4798" y="1176"/>
                    <a:pt x="4780" y="1182"/>
                  </a:cubicBezTo>
                  <a:lnTo>
                    <a:pt x="4537" y="1360"/>
                  </a:lnTo>
                  <a:lnTo>
                    <a:pt x="4531" y="1366"/>
                  </a:lnTo>
                  <a:cubicBezTo>
                    <a:pt x="4478" y="1413"/>
                    <a:pt x="4424" y="1449"/>
                    <a:pt x="4371" y="1497"/>
                  </a:cubicBezTo>
                  <a:cubicBezTo>
                    <a:pt x="4359" y="1502"/>
                    <a:pt x="4341" y="1514"/>
                    <a:pt x="4335" y="1526"/>
                  </a:cubicBezTo>
                  <a:cubicBezTo>
                    <a:pt x="4299" y="1556"/>
                    <a:pt x="4252" y="1592"/>
                    <a:pt x="4216" y="1621"/>
                  </a:cubicBezTo>
                  <a:cubicBezTo>
                    <a:pt x="4204" y="1633"/>
                    <a:pt x="4181" y="1651"/>
                    <a:pt x="4163" y="1663"/>
                  </a:cubicBezTo>
                  <a:cubicBezTo>
                    <a:pt x="4127" y="1704"/>
                    <a:pt x="4086" y="1734"/>
                    <a:pt x="4044" y="1770"/>
                  </a:cubicBezTo>
                  <a:cubicBezTo>
                    <a:pt x="4032" y="1776"/>
                    <a:pt x="4026" y="1793"/>
                    <a:pt x="4008" y="1799"/>
                  </a:cubicBezTo>
                  <a:cubicBezTo>
                    <a:pt x="3955" y="1841"/>
                    <a:pt x="3907" y="1888"/>
                    <a:pt x="3854" y="1942"/>
                  </a:cubicBezTo>
                  <a:lnTo>
                    <a:pt x="3818" y="1978"/>
                  </a:lnTo>
                  <a:cubicBezTo>
                    <a:pt x="3777" y="2013"/>
                    <a:pt x="3735" y="2049"/>
                    <a:pt x="3700" y="2090"/>
                  </a:cubicBezTo>
                  <a:cubicBezTo>
                    <a:pt x="3682" y="2102"/>
                    <a:pt x="3670" y="2120"/>
                    <a:pt x="3646" y="2132"/>
                  </a:cubicBezTo>
                  <a:lnTo>
                    <a:pt x="3527" y="2251"/>
                  </a:lnTo>
                  <a:lnTo>
                    <a:pt x="3492" y="2286"/>
                  </a:lnTo>
                  <a:cubicBezTo>
                    <a:pt x="3438" y="2340"/>
                    <a:pt x="3391" y="2393"/>
                    <a:pt x="3343" y="2435"/>
                  </a:cubicBezTo>
                  <a:lnTo>
                    <a:pt x="3302" y="2476"/>
                  </a:lnTo>
                  <a:cubicBezTo>
                    <a:pt x="3266" y="2512"/>
                    <a:pt x="3231" y="2554"/>
                    <a:pt x="3195" y="2595"/>
                  </a:cubicBezTo>
                  <a:cubicBezTo>
                    <a:pt x="3177" y="2607"/>
                    <a:pt x="3165" y="2631"/>
                    <a:pt x="3147" y="2643"/>
                  </a:cubicBezTo>
                  <a:cubicBezTo>
                    <a:pt x="3112" y="2690"/>
                    <a:pt x="3076" y="2726"/>
                    <a:pt x="3035" y="2773"/>
                  </a:cubicBezTo>
                  <a:lnTo>
                    <a:pt x="2999" y="2809"/>
                  </a:lnTo>
                  <a:cubicBezTo>
                    <a:pt x="2957" y="2862"/>
                    <a:pt x="2904" y="2922"/>
                    <a:pt x="2856" y="2969"/>
                  </a:cubicBezTo>
                  <a:cubicBezTo>
                    <a:pt x="2851" y="2987"/>
                    <a:pt x="2839" y="2993"/>
                    <a:pt x="2827" y="3011"/>
                  </a:cubicBezTo>
                  <a:lnTo>
                    <a:pt x="2720" y="3141"/>
                  </a:lnTo>
                  <a:cubicBezTo>
                    <a:pt x="2702" y="3159"/>
                    <a:pt x="2690" y="3177"/>
                    <a:pt x="2672" y="3195"/>
                  </a:cubicBezTo>
                  <a:cubicBezTo>
                    <a:pt x="2637" y="3236"/>
                    <a:pt x="2601" y="3284"/>
                    <a:pt x="2571" y="3325"/>
                  </a:cubicBezTo>
                  <a:cubicBezTo>
                    <a:pt x="2560" y="3343"/>
                    <a:pt x="2548" y="3355"/>
                    <a:pt x="2542" y="3367"/>
                  </a:cubicBezTo>
                  <a:cubicBezTo>
                    <a:pt x="2494" y="3426"/>
                    <a:pt x="2453" y="3486"/>
                    <a:pt x="2405" y="3533"/>
                  </a:cubicBezTo>
                  <a:cubicBezTo>
                    <a:pt x="2399" y="3551"/>
                    <a:pt x="2381" y="3557"/>
                    <a:pt x="2376" y="3575"/>
                  </a:cubicBezTo>
                  <a:cubicBezTo>
                    <a:pt x="2340" y="3616"/>
                    <a:pt x="2310" y="3670"/>
                    <a:pt x="2275" y="3711"/>
                  </a:cubicBezTo>
                  <a:cubicBezTo>
                    <a:pt x="2257" y="3729"/>
                    <a:pt x="2251" y="3753"/>
                    <a:pt x="2233" y="3765"/>
                  </a:cubicBezTo>
                  <a:cubicBezTo>
                    <a:pt x="2197" y="3812"/>
                    <a:pt x="2168" y="3860"/>
                    <a:pt x="2138" y="3907"/>
                  </a:cubicBezTo>
                  <a:cubicBezTo>
                    <a:pt x="2132" y="3919"/>
                    <a:pt x="2114" y="3937"/>
                    <a:pt x="2108" y="3943"/>
                  </a:cubicBezTo>
                  <a:cubicBezTo>
                    <a:pt x="2067" y="4002"/>
                    <a:pt x="2025" y="4062"/>
                    <a:pt x="1984" y="4127"/>
                  </a:cubicBezTo>
                  <a:cubicBezTo>
                    <a:pt x="1978" y="4145"/>
                    <a:pt x="1966" y="4151"/>
                    <a:pt x="1960" y="4169"/>
                  </a:cubicBezTo>
                  <a:cubicBezTo>
                    <a:pt x="1930" y="4216"/>
                    <a:pt x="1895" y="4264"/>
                    <a:pt x="1865" y="4317"/>
                  </a:cubicBezTo>
                  <a:cubicBezTo>
                    <a:pt x="1847" y="4329"/>
                    <a:pt x="1841" y="4353"/>
                    <a:pt x="1829" y="4365"/>
                  </a:cubicBezTo>
                  <a:cubicBezTo>
                    <a:pt x="1800" y="4418"/>
                    <a:pt x="1770" y="4466"/>
                    <a:pt x="1728" y="4513"/>
                  </a:cubicBezTo>
                  <a:lnTo>
                    <a:pt x="1710" y="4561"/>
                  </a:lnTo>
                  <a:cubicBezTo>
                    <a:pt x="1669" y="4626"/>
                    <a:pt x="1633" y="4685"/>
                    <a:pt x="1598" y="4751"/>
                  </a:cubicBezTo>
                  <a:cubicBezTo>
                    <a:pt x="1592" y="4768"/>
                    <a:pt x="1580" y="4774"/>
                    <a:pt x="1574" y="4792"/>
                  </a:cubicBezTo>
                  <a:lnTo>
                    <a:pt x="1485" y="4947"/>
                  </a:lnTo>
                  <a:cubicBezTo>
                    <a:pt x="1479" y="4970"/>
                    <a:pt x="1461" y="4982"/>
                    <a:pt x="1455" y="5006"/>
                  </a:cubicBezTo>
                  <a:cubicBezTo>
                    <a:pt x="1425" y="5059"/>
                    <a:pt x="1396" y="5107"/>
                    <a:pt x="1372" y="5160"/>
                  </a:cubicBezTo>
                  <a:lnTo>
                    <a:pt x="1354" y="5208"/>
                  </a:lnTo>
                  <a:cubicBezTo>
                    <a:pt x="1313" y="5273"/>
                    <a:pt x="1283" y="5338"/>
                    <a:pt x="1247" y="5404"/>
                  </a:cubicBezTo>
                  <a:cubicBezTo>
                    <a:pt x="1241" y="5422"/>
                    <a:pt x="1235" y="5427"/>
                    <a:pt x="1235" y="5445"/>
                  </a:cubicBezTo>
                  <a:cubicBezTo>
                    <a:pt x="1206" y="5493"/>
                    <a:pt x="1182" y="5552"/>
                    <a:pt x="1152" y="5606"/>
                  </a:cubicBezTo>
                  <a:cubicBezTo>
                    <a:pt x="1146" y="5629"/>
                    <a:pt x="1129" y="5641"/>
                    <a:pt x="1123" y="5665"/>
                  </a:cubicBezTo>
                  <a:cubicBezTo>
                    <a:pt x="1099" y="5718"/>
                    <a:pt x="1069" y="5772"/>
                    <a:pt x="1045" y="5819"/>
                  </a:cubicBezTo>
                  <a:lnTo>
                    <a:pt x="1028" y="5867"/>
                  </a:lnTo>
                  <a:lnTo>
                    <a:pt x="939" y="6069"/>
                  </a:lnTo>
                  <a:cubicBezTo>
                    <a:pt x="927" y="6081"/>
                    <a:pt x="927" y="6087"/>
                    <a:pt x="921" y="6104"/>
                  </a:cubicBezTo>
                  <a:cubicBezTo>
                    <a:pt x="897" y="6164"/>
                    <a:pt x="867" y="6217"/>
                    <a:pt x="849" y="6277"/>
                  </a:cubicBezTo>
                  <a:cubicBezTo>
                    <a:pt x="838" y="6294"/>
                    <a:pt x="832" y="6312"/>
                    <a:pt x="826" y="6336"/>
                  </a:cubicBezTo>
                  <a:cubicBezTo>
                    <a:pt x="802" y="6383"/>
                    <a:pt x="778" y="6437"/>
                    <a:pt x="760" y="6496"/>
                  </a:cubicBezTo>
                  <a:cubicBezTo>
                    <a:pt x="749" y="6514"/>
                    <a:pt x="743" y="6526"/>
                    <a:pt x="743" y="6544"/>
                  </a:cubicBezTo>
                  <a:cubicBezTo>
                    <a:pt x="713" y="6609"/>
                    <a:pt x="689" y="6674"/>
                    <a:pt x="659" y="6752"/>
                  </a:cubicBezTo>
                  <a:cubicBezTo>
                    <a:pt x="654" y="6764"/>
                    <a:pt x="654" y="6769"/>
                    <a:pt x="648" y="6787"/>
                  </a:cubicBezTo>
                  <a:cubicBezTo>
                    <a:pt x="624" y="6847"/>
                    <a:pt x="600" y="6900"/>
                    <a:pt x="588" y="6959"/>
                  </a:cubicBezTo>
                  <a:cubicBezTo>
                    <a:pt x="582" y="6977"/>
                    <a:pt x="570" y="6995"/>
                    <a:pt x="564" y="7019"/>
                  </a:cubicBezTo>
                  <a:cubicBezTo>
                    <a:pt x="541" y="7066"/>
                    <a:pt x="529" y="7126"/>
                    <a:pt x="511" y="7179"/>
                  </a:cubicBezTo>
                  <a:cubicBezTo>
                    <a:pt x="505" y="7197"/>
                    <a:pt x="505" y="7209"/>
                    <a:pt x="499" y="7227"/>
                  </a:cubicBezTo>
                  <a:cubicBezTo>
                    <a:pt x="475" y="7292"/>
                    <a:pt x="452" y="7357"/>
                    <a:pt x="434" y="7434"/>
                  </a:cubicBezTo>
                  <a:cubicBezTo>
                    <a:pt x="434" y="7446"/>
                    <a:pt x="422" y="7452"/>
                    <a:pt x="422" y="7470"/>
                  </a:cubicBezTo>
                  <a:cubicBezTo>
                    <a:pt x="410" y="7530"/>
                    <a:pt x="386" y="7583"/>
                    <a:pt x="374" y="7642"/>
                  </a:cubicBezTo>
                  <a:cubicBezTo>
                    <a:pt x="374" y="7648"/>
                    <a:pt x="363" y="7660"/>
                    <a:pt x="363" y="7672"/>
                  </a:cubicBezTo>
                  <a:lnTo>
                    <a:pt x="345" y="7737"/>
                  </a:lnTo>
                  <a:cubicBezTo>
                    <a:pt x="345" y="7749"/>
                    <a:pt x="333" y="7761"/>
                    <a:pt x="333" y="7773"/>
                  </a:cubicBezTo>
                  <a:cubicBezTo>
                    <a:pt x="321" y="7826"/>
                    <a:pt x="303" y="7868"/>
                    <a:pt x="297" y="7921"/>
                  </a:cubicBezTo>
                  <a:cubicBezTo>
                    <a:pt x="297" y="7939"/>
                    <a:pt x="291" y="7951"/>
                    <a:pt x="291" y="7957"/>
                  </a:cubicBezTo>
                  <a:cubicBezTo>
                    <a:pt x="285" y="8005"/>
                    <a:pt x="268" y="8040"/>
                    <a:pt x="262" y="8088"/>
                  </a:cubicBezTo>
                  <a:cubicBezTo>
                    <a:pt x="262" y="8094"/>
                    <a:pt x="256" y="8105"/>
                    <a:pt x="256" y="8117"/>
                  </a:cubicBezTo>
                  <a:cubicBezTo>
                    <a:pt x="238" y="8165"/>
                    <a:pt x="232" y="8212"/>
                    <a:pt x="214" y="8266"/>
                  </a:cubicBezTo>
                  <a:cubicBezTo>
                    <a:pt x="214" y="8278"/>
                    <a:pt x="208" y="8284"/>
                    <a:pt x="208" y="8301"/>
                  </a:cubicBezTo>
                  <a:cubicBezTo>
                    <a:pt x="202" y="8343"/>
                    <a:pt x="196" y="8385"/>
                    <a:pt x="178" y="8426"/>
                  </a:cubicBezTo>
                  <a:cubicBezTo>
                    <a:pt x="178" y="8432"/>
                    <a:pt x="173" y="8450"/>
                    <a:pt x="173" y="8456"/>
                  </a:cubicBezTo>
                  <a:cubicBezTo>
                    <a:pt x="167" y="8509"/>
                    <a:pt x="149" y="8551"/>
                    <a:pt x="143" y="8604"/>
                  </a:cubicBezTo>
                  <a:cubicBezTo>
                    <a:pt x="143" y="8622"/>
                    <a:pt x="137" y="8628"/>
                    <a:pt x="137" y="8640"/>
                  </a:cubicBezTo>
                  <a:cubicBezTo>
                    <a:pt x="125" y="8687"/>
                    <a:pt x="119" y="8723"/>
                    <a:pt x="113" y="8771"/>
                  </a:cubicBezTo>
                  <a:cubicBezTo>
                    <a:pt x="113" y="8776"/>
                    <a:pt x="113" y="8782"/>
                    <a:pt x="107" y="8788"/>
                  </a:cubicBezTo>
                  <a:cubicBezTo>
                    <a:pt x="95" y="8842"/>
                    <a:pt x="89" y="8889"/>
                    <a:pt x="83" y="8937"/>
                  </a:cubicBezTo>
                  <a:cubicBezTo>
                    <a:pt x="83" y="8955"/>
                    <a:pt x="83" y="8961"/>
                    <a:pt x="78" y="8978"/>
                  </a:cubicBezTo>
                  <a:cubicBezTo>
                    <a:pt x="66" y="9020"/>
                    <a:pt x="60" y="9067"/>
                    <a:pt x="60" y="9109"/>
                  </a:cubicBezTo>
                  <a:lnTo>
                    <a:pt x="60" y="9133"/>
                  </a:lnTo>
                  <a:cubicBezTo>
                    <a:pt x="54" y="9186"/>
                    <a:pt x="48" y="9228"/>
                    <a:pt x="48" y="9281"/>
                  </a:cubicBezTo>
                  <a:lnTo>
                    <a:pt x="48" y="9311"/>
                  </a:lnTo>
                  <a:cubicBezTo>
                    <a:pt x="36" y="9352"/>
                    <a:pt x="36" y="9400"/>
                    <a:pt x="30" y="9442"/>
                  </a:cubicBezTo>
                  <a:lnTo>
                    <a:pt x="30" y="9459"/>
                  </a:lnTo>
                  <a:lnTo>
                    <a:pt x="30" y="9465"/>
                  </a:lnTo>
                  <a:cubicBezTo>
                    <a:pt x="30" y="9495"/>
                    <a:pt x="24" y="9525"/>
                    <a:pt x="24" y="9560"/>
                  </a:cubicBezTo>
                  <a:cubicBezTo>
                    <a:pt x="24" y="9584"/>
                    <a:pt x="24" y="9608"/>
                    <a:pt x="18" y="9620"/>
                  </a:cubicBezTo>
                  <a:cubicBezTo>
                    <a:pt x="18" y="9661"/>
                    <a:pt x="6" y="9691"/>
                    <a:pt x="6" y="9727"/>
                  </a:cubicBezTo>
                  <a:lnTo>
                    <a:pt x="6" y="9786"/>
                  </a:lnTo>
                  <a:cubicBezTo>
                    <a:pt x="6" y="9822"/>
                    <a:pt x="6" y="9869"/>
                    <a:pt x="0" y="9905"/>
                  </a:cubicBezTo>
                  <a:lnTo>
                    <a:pt x="0" y="9940"/>
                  </a:lnTo>
                  <a:lnTo>
                    <a:pt x="0" y="10107"/>
                  </a:lnTo>
                  <a:lnTo>
                    <a:pt x="0" y="10255"/>
                  </a:lnTo>
                  <a:lnTo>
                    <a:pt x="0" y="10297"/>
                  </a:lnTo>
                  <a:lnTo>
                    <a:pt x="0" y="10403"/>
                  </a:lnTo>
                  <a:lnTo>
                    <a:pt x="0" y="10445"/>
                  </a:lnTo>
                  <a:cubicBezTo>
                    <a:pt x="0" y="10481"/>
                    <a:pt x="0" y="10510"/>
                    <a:pt x="6" y="10540"/>
                  </a:cubicBezTo>
                  <a:lnTo>
                    <a:pt x="6" y="10588"/>
                  </a:lnTo>
                  <a:cubicBezTo>
                    <a:pt x="6" y="10623"/>
                    <a:pt x="18" y="10659"/>
                    <a:pt x="18" y="10700"/>
                  </a:cubicBezTo>
                  <a:lnTo>
                    <a:pt x="18" y="10730"/>
                  </a:lnTo>
                  <a:cubicBezTo>
                    <a:pt x="24" y="10772"/>
                    <a:pt x="24" y="10819"/>
                    <a:pt x="30" y="10867"/>
                  </a:cubicBezTo>
                  <a:lnTo>
                    <a:pt x="30" y="10896"/>
                  </a:lnTo>
                  <a:cubicBezTo>
                    <a:pt x="36" y="10938"/>
                    <a:pt x="36" y="10974"/>
                    <a:pt x="48" y="11003"/>
                  </a:cubicBezTo>
                  <a:cubicBezTo>
                    <a:pt x="48" y="11015"/>
                    <a:pt x="54" y="11033"/>
                    <a:pt x="54" y="11045"/>
                  </a:cubicBezTo>
                  <a:cubicBezTo>
                    <a:pt x="54" y="11063"/>
                    <a:pt x="60" y="11086"/>
                    <a:pt x="60" y="11098"/>
                  </a:cubicBezTo>
                  <a:cubicBezTo>
                    <a:pt x="60" y="11116"/>
                    <a:pt x="66" y="11122"/>
                    <a:pt x="66" y="11134"/>
                  </a:cubicBezTo>
                  <a:cubicBezTo>
                    <a:pt x="66" y="11152"/>
                    <a:pt x="78" y="11164"/>
                    <a:pt x="78" y="11181"/>
                  </a:cubicBezTo>
                  <a:cubicBezTo>
                    <a:pt x="83" y="11211"/>
                    <a:pt x="83" y="11241"/>
                    <a:pt x="89" y="11276"/>
                  </a:cubicBezTo>
                  <a:cubicBezTo>
                    <a:pt x="89" y="11294"/>
                    <a:pt x="95" y="11300"/>
                    <a:pt x="95" y="11312"/>
                  </a:cubicBezTo>
                  <a:cubicBezTo>
                    <a:pt x="107" y="11359"/>
                    <a:pt x="113" y="11395"/>
                    <a:pt x="119" y="11443"/>
                  </a:cubicBezTo>
                  <a:cubicBezTo>
                    <a:pt x="119" y="11449"/>
                    <a:pt x="119" y="11454"/>
                    <a:pt x="125" y="11460"/>
                  </a:cubicBezTo>
                  <a:cubicBezTo>
                    <a:pt x="137" y="11502"/>
                    <a:pt x="143" y="11532"/>
                    <a:pt x="149" y="11561"/>
                  </a:cubicBezTo>
                  <a:cubicBezTo>
                    <a:pt x="149" y="11573"/>
                    <a:pt x="155" y="11591"/>
                    <a:pt x="155" y="11597"/>
                  </a:cubicBezTo>
                  <a:cubicBezTo>
                    <a:pt x="167" y="11627"/>
                    <a:pt x="173" y="11650"/>
                    <a:pt x="178" y="11680"/>
                  </a:cubicBezTo>
                  <a:cubicBezTo>
                    <a:pt x="178" y="11692"/>
                    <a:pt x="184" y="11710"/>
                    <a:pt x="184" y="11716"/>
                  </a:cubicBezTo>
                  <a:lnTo>
                    <a:pt x="208" y="11805"/>
                  </a:lnTo>
                  <a:cubicBezTo>
                    <a:pt x="208" y="11811"/>
                    <a:pt x="214" y="11829"/>
                    <a:pt x="214" y="11835"/>
                  </a:cubicBezTo>
                  <a:cubicBezTo>
                    <a:pt x="232" y="11870"/>
                    <a:pt x="238" y="11906"/>
                    <a:pt x="256" y="11947"/>
                  </a:cubicBezTo>
                  <a:cubicBezTo>
                    <a:pt x="256" y="11953"/>
                    <a:pt x="262" y="11959"/>
                    <a:pt x="262" y="11965"/>
                  </a:cubicBezTo>
                  <a:cubicBezTo>
                    <a:pt x="268" y="11995"/>
                    <a:pt x="285" y="12025"/>
                    <a:pt x="291" y="12054"/>
                  </a:cubicBezTo>
                  <a:cubicBezTo>
                    <a:pt x="297" y="12072"/>
                    <a:pt x="297" y="12078"/>
                    <a:pt x="303" y="12096"/>
                  </a:cubicBezTo>
                  <a:cubicBezTo>
                    <a:pt x="315" y="12114"/>
                    <a:pt x="327" y="12143"/>
                    <a:pt x="333" y="12167"/>
                  </a:cubicBezTo>
                  <a:cubicBezTo>
                    <a:pt x="345" y="12185"/>
                    <a:pt x="345" y="12191"/>
                    <a:pt x="351" y="12203"/>
                  </a:cubicBezTo>
                  <a:cubicBezTo>
                    <a:pt x="363" y="12232"/>
                    <a:pt x="374" y="12256"/>
                    <a:pt x="386" y="12286"/>
                  </a:cubicBezTo>
                  <a:cubicBezTo>
                    <a:pt x="386" y="12292"/>
                    <a:pt x="392" y="12304"/>
                    <a:pt x="392" y="12310"/>
                  </a:cubicBezTo>
                  <a:cubicBezTo>
                    <a:pt x="410" y="12345"/>
                    <a:pt x="422" y="12375"/>
                    <a:pt x="440" y="12405"/>
                  </a:cubicBezTo>
                  <a:cubicBezTo>
                    <a:pt x="446" y="12410"/>
                    <a:pt x="446" y="12422"/>
                    <a:pt x="452" y="12428"/>
                  </a:cubicBezTo>
                  <a:cubicBezTo>
                    <a:pt x="469" y="12452"/>
                    <a:pt x="475" y="12482"/>
                    <a:pt x="493" y="12500"/>
                  </a:cubicBezTo>
                  <a:cubicBezTo>
                    <a:pt x="499" y="12511"/>
                    <a:pt x="505" y="12523"/>
                    <a:pt x="505" y="12529"/>
                  </a:cubicBezTo>
                  <a:cubicBezTo>
                    <a:pt x="523" y="12553"/>
                    <a:pt x="529" y="12577"/>
                    <a:pt x="541" y="12601"/>
                  </a:cubicBezTo>
                  <a:cubicBezTo>
                    <a:pt x="553" y="12606"/>
                    <a:pt x="559" y="12618"/>
                    <a:pt x="559" y="12630"/>
                  </a:cubicBezTo>
                  <a:cubicBezTo>
                    <a:pt x="570" y="12648"/>
                    <a:pt x="588" y="12678"/>
                    <a:pt x="600" y="12701"/>
                  </a:cubicBezTo>
                  <a:cubicBezTo>
                    <a:pt x="600" y="12707"/>
                    <a:pt x="612" y="12707"/>
                    <a:pt x="612" y="12719"/>
                  </a:cubicBezTo>
                  <a:cubicBezTo>
                    <a:pt x="630" y="12749"/>
                    <a:pt x="648" y="12779"/>
                    <a:pt x="671" y="12808"/>
                  </a:cubicBezTo>
                  <a:cubicBezTo>
                    <a:pt x="677" y="12814"/>
                    <a:pt x="677" y="12820"/>
                    <a:pt x="683" y="12826"/>
                  </a:cubicBezTo>
                  <a:lnTo>
                    <a:pt x="731" y="12897"/>
                  </a:lnTo>
                  <a:cubicBezTo>
                    <a:pt x="737" y="12903"/>
                    <a:pt x="743" y="12909"/>
                    <a:pt x="749" y="12927"/>
                  </a:cubicBezTo>
                  <a:cubicBezTo>
                    <a:pt x="766" y="12945"/>
                    <a:pt x="778" y="12963"/>
                    <a:pt x="796" y="12986"/>
                  </a:cubicBezTo>
                  <a:lnTo>
                    <a:pt x="820" y="13004"/>
                  </a:lnTo>
                  <a:cubicBezTo>
                    <a:pt x="832" y="13028"/>
                    <a:pt x="855" y="13052"/>
                    <a:pt x="879" y="13076"/>
                  </a:cubicBezTo>
                  <a:lnTo>
                    <a:pt x="885" y="13081"/>
                  </a:lnTo>
                  <a:cubicBezTo>
                    <a:pt x="909" y="13105"/>
                    <a:pt x="927" y="13135"/>
                    <a:pt x="950" y="13153"/>
                  </a:cubicBezTo>
                  <a:lnTo>
                    <a:pt x="974" y="13176"/>
                  </a:lnTo>
                  <a:lnTo>
                    <a:pt x="1028" y="13230"/>
                  </a:lnTo>
                  <a:lnTo>
                    <a:pt x="1045" y="13254"/>
                  </a:lnTo>
                  <a:cubicBezTo>
                    <a:pt x="1063" y="13266"/>
                    <a:pt x="1087" y="13283"/>
                    <a:pt x="1099" y="13295"/>
                  </a:cubicBezTo>
                  <a:lnTo>
                    <a:pt x="1123" y="13319"/>
                  </a:lnTo>
                  <a:cubicBezTo>
                    <a:pt x="1146" y="13343"/>
                    <a:pt x="1164" y="13355"/>
                    <a:pt x="1188" y="13378"/>
                  </a:cubicBezTo>
                  <a:cubicBezTo>
                    <a:pt x="1188" y="13378"/>
                    <a:pt x="1194" y="13378"/>
                    <a:pt x="1194" y="13384"/>
                  </a:cubicBezTo>
                  <a:cubicBezTo>
                    <a:pt x="1218" y="13408"/>
                    <a:pt x="1247" y="13432"/>
                    <a:pt x="1271" y="13444"/>
                  </a:cubicBezTo>
                  <a:cubicBezTo>
                    <a:pt x="1277" y="13450"/>
                    <a:pt x="1283" y="13462"/>
                    <a:pt x="1295" y="13462"/>
                  </a:cubicBezTo>
                  <a:cubicBezTo>
                    <a:pt x="1313" y="13473"/>
                    <a:pt x="1330" y="13491"/>
                    <a:pt x="1354" y="13503"/>
                  </a:cubicBezTo>
                  <a:cubicBezTo>
                    <a:pt x="1360" y="13509"/>
                    <a:pt x="1366" y="13521"/>
                    <a:pt x="1384" y="13527"/>
                  </a:cubicBezTo>
                  <a:cubicBezTo>
                    <a:pt x="1402" y="13539"/>
                    <a:pt x="1420" y="13551"/>
                    <a:pt x="1443" y="13562"/>
                  </a:cubicBezTo>
                  <a:cubicBezTo>
                    <a:pt x="1449" y="13568"/>
                    <a:pt x="1455" y="13568"/>
                    <a:pt x="1461" y="13580"/>
                  </a:cubicBezTo>
                  <a:cubicBezTo>
                    <a:pt x="1491" y="13592"/>
                    <a:pt x="1515" y="13616"/>
                    <a:pt x="1544" y="13628"/>
                  </a:cubicBezTo>
                  <a:lnTo>
                    <a:pt x="9638" y="18402"/>
                  </a:lnTo>
                  <a:cubicBezTo>
                    <a:pt x="9636" y="18401"/>
                    <a:pt x="9634" y="18400"/>
                    <a:pt x="9632" y="18400"/>
                  </a:cubicBezTo>
                  <a:lnTo>
                    <a:pt x="9632" y="18400"/>
                  </a:lnTo>
                  <a:cubicBezTo>
                    <a:pt x="10055" y="18652"/>
                    <a:pt x="10548" y="18783"/>
                    <a:pt x="11093" y="18783"/>
                  </a:cubicBezTo>
                  <a:cubicBezTo>
                    <a:pt x="11821" y="18783"/>
                    <a:pt x="12643" y="18548"/>
                    <a:pt x="13515" y="18052"/>
                  </a:cubicBezTo>
                  <a:cubicBezTo>
                    <a:pt x="16537" y="16341"/>
                    <a:pt x="19002" y="12143"/>
                    <a:pt x="19025" y="8687"/>
                  </a:cubicBezTo>
                  <a:cubicBezTo>
                    <a:pt x="19049" y="6918"/>
                    <a:pt x="18444" y="5701"/>
                    <a:pt x="17464" y="5131"/>
                  </a:cubicBezTo>
                  <a:lnTo>
                    <a:pt x="17464" y="5131"/>
                  </a:lnTo>
                  <a:cubicBezTo>
                    <a:pt x="17464" y="5131"/>
                    <a:pt x="17465" y="5131"/>
                    <a:pt x="17466" y="5131"/>
                  </a:cubicBezTo>
                  <a:lnTo>
                    <a:pt x="17466" y="5131"/>
                  </a:lnTo>
                  <a:lnTo>
                    <a:pt x="9382" y="368"/>
                  </a:lnTo>
                  <a:cubicBezTo>
                    <a:pt x="9353" y="345"/>
                    <a:pt x="9317" y="327"/>
                    <a:pt x="9287" y="309"/>
                  </a:cubicBezTo>
                  <a:cubicBezTo>
                    <a:pt x="9281" y="297"/>
                    <a:pt x="9264" y="291"/>
                    <a:pt x="9252" y="291"/>
                  </a:cubicBezTo>
                  <a:cubicBezTo>
                    <a:pt x="9228" y="279"/>
                    <a:pt x="9204" y="267"/>
                    <a:pt x="9180" y="256"/>
                  </a:cubicBezTo>
                  <a:lnTo>
                    <a:pt x="9139" y="232"/>
                  </a:lnTo>
                  <a:cubicBezTo>
                    <a:pt x="9115" y="226"/>
                    <a:pt x="9091" y="208"/>
                    <a:pt x="9068" y="202"/>
                  </a:cubicBezTo>
                  <a:cubicBezTo>
                    <a:pt x="9056" y="196"/>
                    <a:pt x="9038" y="190"/>
                    <a:pt x="9026" y="190"/>
                  </a:cubicBezTo>
                  <a:lnTo>
                    <a:pt x="8961" y="166"/>
                  </a:lnTo>
                  <a:cubicBezTo>
                    <a:pt x="8943" y="161"/>
                    <a:pt x="8931" y="149"/>
                    <a:pt x="8913" y="149"/>
                  </a:cubicBezTo>
                  <a:lnTo>
                    <a:pt x="8848" y="131"/>
                  </a:lnTo>
                  <a:cubicBezTo>
                    <a:pt x="8830" y="119"/>
                    <a:pt x="8818" y="119"/>
                    <a:pt x="8806" y="113"/>
                  </a:cubicBezTo>
                  <a:lnTo>
                    <a:pt x="8735" y="89"/>
                  </a:lnTo>
                  <a:cubicBezTo>
                    <a:pt x="8723" y="83"/>
                    <a:pt x="8705" y="83"/>
                    <a:pt x="8693" y="77"/>
                  </a:cubicBezTo>
                  <a:cubicBezTo>
                    <a:pt x="8670" y="71"/>
                    <a:pt x="8646" y="60"/>
                    <a:pt x="8616" y="60"/>
                  </a:cubicBezTo>
                  <a:cubicBezTo>
                    <a:pt x="8604" y="60"/>
                    <a:pt x="8587" y="54"/>
                    <a:pt x="8575" y="54"/>
                  </a:cubicBezTo>
                  <a:cubicBezTo>
                    <a:pt x="8545" y="48"/>
                    <a:pt x="8515" y="42"/>
                    <a:pt x="8486" y="42"/>
                  </a:cubicBezTo>
                  <a:cubicBezTo>
                    <a:pt x="8480" y="42"/>
                    <a:pt x="8462" y="30"/>
                    <a:pt x="8456" y="30"/>
                  </a:cubicBezTo>
                  <a:cubicBezTo>
                    <a:pt x="8420" y="24"/>
                    <a:pt x="8373" y="18"/>
                    <a:pt x="8337" y="18"/>
                  </a:cubicBezTo>
                  <a:lnTo>
                    <a:pt x="8308" y="18"/>
                  </a:lnTo>
                  <a:cubicBezTo>
                    <a:pt x="8278" y="12"/>
                    <a:pt x="8248" y="12"/>
                    <a:pt x="8218" y="12"/>
                  </a:cubicBezTo>
                  <a:lnTo>
                    <a:pt x="8171" y="12"/>
                  </a:lnTo>
                  <a:cubicBezTo>
                    <a:pt x="8141" y="12"/>
                    <a:pt x="8123" y="0"/>
                    <a:pt x="80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5">
              <a:extLst>
                <a:ext uri="{FF2B5EF4-FFF2-40B4-BE49-F238E27FC236}">
                  <a16:creationId xmlns:a16="http://schemas.microsoft.com/office/drawing/2014/main" id="{A4E26074-4D2B-D67F-53F3-A48025044A0B}"/>
                </a:ext>
              </a:extLst>
            </p:cNvPr>
            <p:cNvSpPr/>
            <p:nvPr/>
          </p:nvSpPr>
          <p:spPr>
            <a:xfrm>
              <a:off x="8246507" y="74659"/>
              <a:ext cx="3213691" cy="3186284"/>
            </a:xfrm>
            <a:custGeom>
              <a:avLst/>
              <a:gdLst/>
              <a:ahLst/>
              <a:cxnLst/>
              <a:rect l="l" t="t" r="r" b="b"/>
              <a:pathLst>
                <a:path w="14811" h="15138" extrusionOk="0">
                  <a:moveTo>
                    <a:pt x="7911" y="1"/>
                  </a:moveTo>
                  <a:cubicBezTo>
                    <a:pt x="7322" y="1"/>
                    <a:pt x="6672" y="154"/>
                    <a:pt x="5986" y="473"/>
                  </a:cubicBezTo>
                  <a:cubicBezTo>
                    <a:pt x="5980" y="473"/>
                    <a:pt x="5969" y="485"/>
                    <a:pt x="5963" y="485"/>
                  </a:cubicBezTo>
                  <a:lnTo>
                    <a:pt x="5743" y="592"/>
                  </a:lnTo>
                  <a:cubicBezTo>
                    <a:pt x="5731" y="604"/>
                    <a:pt x="5725" y="604"/>
                    <a:pt x="5707" y="610"/>
                  </a:cubicBezTo>
                  <a:cubicBezTo>
                    <a:pt x="5630" y="651"/>
                    <a:pt x="5553" y="693"/>
                    <a:pt x="5470" y="734"/>
                  </a:cubicBezTo>
                  <a:cubicBezTo>
                    <a:pt x="2453" y="2462"/>
                    <a:pt x="13" y="6666"/>
                    <a:pt x="1" y="10122"/>
                  </a:cubicBezTo>
                  <a:cubicBezTo>
                    <a:pt x="1" y="11844"/>
                    <a:pt x="601" y="13056"/>
                    <a:pt x="1574" y="13626"/>
                  </a:cubicBezTo>
                  <a:lnTo>
                    <a:pt x="8255" y="14879"/>
                  </a:lnTo>
                  <a:cubicBezTo>
                    <a:pt x="8249" y="14873"/>
                    <a:pt x="8243" y="14873"/>
                    <a:pt x="8237" y="14867"/>
                  </a:cubicBezTo>
                  <a:lnTo>
                    <a:pt x="8237" y="14867"/>
                  </a:lnTo>
                  <a:cubicBezTo>
                    <a:pt x="8532" y="15045"/>
                    <a:pt x="8880" y="15138"/>
                    <a:pt x="9265" y="15138"/>
                  </a:cubicBezTo>
                  <a:cubicBezTo>
                    <a:pt x="9779" y="15138"/>
                    <a:pt x="10360" y="14973"/>
                    <a:pt x="10974" y="14623"/>
                  </a:cubicBezTo>
                  <a:cubicBezTo>
                    <a:pt x="13088" y="13412"/>
                    <a:pt x="14804" y="10473"/>
                    <a:pt x="14804" y="8044"/>
                  </a:cubicBezTo>
                  <a:cubicBezTo>
                    <a:pt x="14810" y="6850"/>
                    <a:pt x="14388" y="5995"/>
                    <a:pt x="13700" y="5603"/>
                  </a:cubicBezTo>
                  <a:lnTo>
                    <a:pt x="9353" y="372"/>
                  </a:lnTo>
                  <a:cubicBezTo>
                    <a:pt x="8936" y="128"/>
                    <a:pt x="8449" y="1"/>
                    <a:pt x="79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5">
              <a:extLst>
                <a:ext uri="{FF2B5EF4-FFF2-40B4-BE49-F238E27FC236}">
                  <a16:creationId xmlns:a16="http://schemas.microsoft.com/office/drawing/2014/main" id="{52BEAAAE-50B3-7E0E-4CA5-1A5BEEA4DBFE}"/>
                </a:ext>
              </a:extLst>
            </p:cNvPr>
            <p:cNvSpPr/>
            <p:nvPr/>
          </p:nvSpPr>
          <p:spPr>
            <a:xfrm>
              <a:off x="9476992" y="111704"/>
              <a:ext cx="4583052" cy="5620725"/>
            </a:xfrm>
            <a:custGeom>
              <a:avLst/>
              <a:gdLst/>
              <a:ahLst/>
              <a:cxnLst/>
              <a:rect l="l" t="t" r="r" b="b"/>
              <a:pathLst>
                <a:path w="21122" h="26704" extrusionOk="0">
                  <a:moveTo>
                    <a:pt x="15077" y="0"/>
                  </a:moveTo>
                  <a:cubicBezTo>
                    <a:pt x="14798" y="0"/>
                    <a:pt x="14430" y="24"/>
                    <a:pt x="14157" y="54"/>
                  </a:cubicBezTo>
                  <a:cubicBezTo>
                    <a:pt x="13658" y="107"/>
                    <a:pt x="12999" y="238"/>
                    <a:pt x="12518" y="386"/>
                  </a:cubicBezTo>
                  <a:cubicBezTo>
                    <a:pt x="12215" y="481"/>
                    <a:pt x="11805" y="624"/>
                    <a:pt x="11502" y="742"/>
                  </a:cubicBezTo>
                  <a:cubicBezTo>
                    <a:pt x="11241" y="849"/>
                    <a:pt x="10897" y="998"/>
                    <a:pt x="10647" y="1122"/>
                  </a:cubicBezTo>
                  <a:cubicBezTo>
                    <a:pt x="10154" y="1366"/>
                    <a:pt x="9513" y="1716"/>
                    <a:pt x="9050" y="2019"/>
                  </a:cubicBezTo>
                  <a:cubicBezTo>
                    <a:pt x="8807" y="2185"/>
                    <a:pt x="8480" y="2399"/>
                    <a:pt x="8242" y="2577"/>
                  </a:cubicBezTo>
                  <a:cubicBezTo>
                    <a:pt x="7957" y="2791"/>
                    <a:pt x="7583" y="3076"/>
                    <a:pt x="7316" y="3308"/>
                  </a:cubicBezTo>
                  <a:cubicBezTo>
                    <a:pt x="7091" y="3498"/>
                    <a:pt x="6794" y="3753"/>
                    <a:pt x="6580" y="3949"/>
                  </a:cubicBezTo>
                  <a:cubicBezTo>
                    <a:pt x="6336" y="4181"/>
                    <a:pt x="6016" y="4483"/>
                    <a:pt x="5784" y="4727"/>
                  </a:cubicBezTo>
                  <a:cubicBezTo>
                    <a:pt x="5570" y="4958"/>
                    <a:pt x="5279" y="5261"/>
                    <a:pt x="5078" y="5499"/>
                  </a:cubicBezTo>
                  <a:cubicBezTo>
                    <a:pt x="4893" y="5724"/>
                    <a:pt x="4644" y="6021"/>
                    <a:pt x="4466" y="6241"/>
                  </a:cubicBezTo>
                  <a:cubicBezTo>
                    <a:pt x="4276" y="6473"/>
                    <a:pt x="4038" y="6787"/>
                    <a:pt x="3872" y="7031"/>
                  </a:cubicBezTo>
                  <a:cubicBezTo>
                    <a:pt x="3546" y="7500"/>
                    <a:pt x="3136" y="8135"/>
                    <a:pt x="2833" y="8616"/>
                  </a:cubicBezTo>
                  <a:cubicBezTo>
                    <a:pt x="2673" y="8866"/>
                    <a:pt x="2506" y="9204"/>
                    <a:pt x="2364" y="9453"/>
                  </a:cubicBezTo>
                  <a:cubicBezTo>
                    <a:pt x="2239" y="9673"/>
                    <a:pt x="1824" y="10504"/>
                    <a:pt x="1544" y="11164"/>
                  </a:cubicBezTo>
                  <a:cubicBezTo>
                    <a:pt x="1426" y="11431"/>
                    <a:pt x="1289" y="11805"/>
                    <a:pt x="1182" y="12078"/>
                  </a:cubicBezTo>
                  <a:cubicBezTo>
                    <a:pt x="1081" y="12351"/>
                    <a:pt x="969" y="12713"/>
                    <a:pt x="873" y="12992"/>
                  </a:cubicBezTo>
                  <a:cubicBezTo>
                    <a:pt x="784" y="13266"/>
                    <a:pt x="683" y="13646"/>
                    <a:pt x="606" y="13925"/>
                  </a:cubicBezTo>
                  <a:cubicBezTo>
                    <a:pt x="523" y="14228"/>
                    <a:pt x="434" y="14637"/>
                    <a:pt x="369" y="14952"/>
                  </a:cubicBezTo>
                  <a:cubicBezTo>
                    <a:pt x="309" y="15237"/>
                    <a:pt x="238" y="15635"/>
                    <a:pt x="197" y="15920"/>
                  </a:cubicBezTo>
                  <a:cubicBezTo>
                    <a:pt x="137" y="16258"/>
                    <a:pt x="90" y="16704"/>
                    <a:pt x="60" y="17036"/>
                  </a:cubicBezTo>
                  <a:cubicBezTo>
                    <a:pt x="42" y="17327"/>
                    <a:pt x="18" y="17719"/>
                    <a:pt x="12" y="18016"/>
                  </a:cubicBezTo>
                  <a:cubicBezTo>
                    <a:pt x="1" y="18366"/>
                    <a:pt x="12" y="18823"/>
                    <a:pt x="24" y="19174"/>
                  </a:cubicBezTo>
                  <a:cubicBezTo>
                    <a:pt x="36" y="19459"/>
                    <a:pt x="72" y="19833"/>
                    <a:pt x="108" y="20112"/>
                  </a:cubicBezTo>
                  <a:cubicBezTo>
                    <a:pt x="149" y="20456"/>
                    <a:pt x="238" y="21169"/>
                    <a:pt x="505" y="22030"/>
                  </a:cubicBezTo>
                  <a:cubicBezTo>
                    <a:pt x="755" y="22832"/>
                    <a:pt x="1010" y="23324"/>
                    <a:pt x="1200" y="23681"/>
                  </a:cubicBezTo>
                  <a:cubicBezTo>
                    <a:pt x="1325" y="23918"/>
                    <a:pt x="1509" y="24227"/>
                    <a:pt x="1681" y="24435"/>
                  </a:cubicBezTo>
                  <a:cubicBezTo>
                    <a:pt x="1717" y="24482"/>
                    <a:pt x="1752" y="24536"/>
                    <a:pt x="1800" y="24583"/>
                  </a:cubicBezTo>
                  <a:cubicBezTo>
                    <a:pt x="1919" y="24726"/>
                    <a:pt x="2037" y="24880"/>
                    <a:pt x="2150" y="24999"/>
                  </a:cubicBezTo>
                  <a:cubicBezTo>
                    <a:pt x="2310" y="25171"/>
                    <a:pt x="2542" y="25385"/>
                    <a:pt x="2726" y="25545"/>
                  </a:cubicBezTo>
                  <a:cubicBezTo>
                    <a:pt x="3647" y="26302"/>
                    <a:pt x="4799" y="26703"/>
                    <a:pt x="6110" y="26703"/>
                  </a:cubicBezTo>
                  <a:cubicBezTo>
                    <a:pt x="7455" y="26703"/>
                    <a:pt x="8968" y="26281"/>
                    <a:pt x="10570" y="25385"/>
                  </a:cubicBezTo>
                  <a:cubicBezTo>
                    <a:pt x="16294" y="22202"/>
                    <a:pt x="20991" y="14245"/>
                    <a:pt x="21074" y="7619"/>
                  </a:cubicBezTo>
                  <a:cubicBezTo>
                    <a:pt x="21122" y="3842"/>
                    <a:pt x="19655" y="1307"/>
                    <a:pt x="17322" y="404"/>
                  </a:cubicBezTo>
                  <a:cubicBezTo>
                    <a:pt x="17215" y="362"/>
                    <a:pt x="17090" y="321"/>
                    <a:pt x="16965" y="285"/>
                  </a:cubicBezTo>
                  <a:cubicBezTo>
                    <a:pt x="16852" y="244"/>
                    <a:pt x="16740" y="208"/>
                    <a:pt x="16645" y="184"/>
                  </a:cubicBezTo>
                  <a:cubicBezTo>
                    <a:pt x="16407" y="137"/>
                    <a:pt x="16081" y="77"/>
                    <a:pt x="15837" y="48"/>
                  </a:cubicBezTo>
                  <a:cubicBezTo>
                    <a:pt x="15605" y="24"/>
                    <a:pt x="15303" y="0"/>
                    <a:pt x="150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5">
              <a:extLst>
                <a:ext uri="{FF2B5EF4-FFF2-40B4-BE49-F238E27FC236}">
                  <a16:creationId xmlns:a16="http://schemas.microsoft.com/office/drawing/2014/main" id="{11F74649-4C64-9B2A-4D07-78653B121A7F}"/>
                </a:ext>
              </a:extLst>
            </p:cNvPr>
            <p:cNvSpPr/>
            <p:nvPr/>
          </p:nvSpPr>
          <p:spPr>
            <a:xfrm>
              <a:off x="9480897" y="111704"/>
              <a:ext cx="4000677" cy="5224386"/>
            </a:xfrm>
            <a:custGeom>
              <a:avLst/>
              <a:gdLst/>
              <a:ahLst/>
              <a:cxnLst/>
              <a:rect l="l" t="t" r="r" b="b"/>
              <a:pathLst>
                <a:path w="18438" h="24821" extrusionOk="0">
                  <a:moveTo>
                    <a:pt x="15077" y="0"/>
                  </a:moveTo>
                  <a:cubicBezTo>
                    <a:pt x="14792" y="0"/>
                    <a:pt x="14430" y="24"/>
                    <a:pt x="14156" y="54"/>
                  </a:cubicBezTo>
                  <a:cubicBezTo>
                    <a:pt x="13658" y="107"/>
                    <a:pt x="12999" y="238"/>
                    <a:pt x="12512" y="386"/>
                  </a:cubicBezTo>
                  <a:cubicBezTo>
                    <a:pt x="12209" y="481"/>
                    <a:pt x="11799" y="624"/>
                    <a:pt x="11496" y="742"/>
                  </a:cubicBezTo>
                  <a:cubicBezTo>
                    <a:pt x="11235" y="849"/>
                    <a:pt x="10897" y="998"/>
                    <a:pt x="10641" y="1122"/>
                  </a:cubicBezTo>
                  <a:cubicBezTo>
                    <a:pt x="10154" y="1366"/>
                    <a:pt x="9507" y="1716"/>
                    <a:pt x="9050" y="2019"/>
                  </a:cubicBezTo>
                  <a:cubicBezTo>
                    <a:pt x="8800" y="2185"/>
                    <a:pt x="8474" y="2399"/>
                    <a:pt x="8236" y="2577"/>
                  </a:cubicBezTo>
                  <a:cubicBezTo>
                    <a:pt x="7957" y="2791"/>
                    <a:pt x="7577" y="3076"/>
                    <a:pt x="7310" y="3308"/>
                  </a:cubicBezTo>
                  <a:cubicBezTo>
                    <a:pt x="7090" y="3498"/>
                    <a:pt x="6793" y="3753"/>
                    <a:pt x="6574" y="3949"/>
                  </a:cubicBezTo>
                  <a:cubicBezTo>
                    <a:pt x="6330" y="4181"/>
                    <a:pt x="6010" y="4483"/>
                    <a:pt x="5778" y="4727"/>
                  </a:cubicBezTo>
                  <a:cubicBezTo>
                    <a:pt x="5564" y="4958"/>
                    <a:pt x="5279" y="5261"/>
                    <a:pt x="5077" y="5499"/>
                  </a:cubicBezTo>
                  <a:cubicBezTo>
                    <a:pt x="4887" y="5724"/>
                    <a:pt x="4638" y="6021"/>
                    <a:pt x="4460" y="6241"/>
                  </a:cubicBezTo>
                  <a:cubicBezTo>
                    <a:pt x="4276" y="6473"/>
                    <a:pt x="4038" y="6787"/>
                    <a:pt x="3866" y="7031"/>
                  </a:cubicBezTo>
                  <a:cubicBezTo>
                    <a:pt x="3539" y="7500"/>
                    <a:pt x="3130" y="8135"/>
                    <a:pt x="2827" y="8616"/>
                  </a:cubicBezTo>
                  <a:cubicBezTo>
                    <a:pt x="2673" y="8866"/>
                    <a:pt x="2500" y="9204"/>
                    <a:pt x="2358" y="9453"/>
                  </a:cubicBezTo>
                  <a:cubicBezTo>
                    <a:pt x="2233" y="9673"/>
                    <a:pt x="1817" y="10504"/>
                    <a:pt x="1544" y="11164"/>
                  </a:cubicBezTo>
                  <a:cubicBezTo>
                    <a:pt x="1426" y="11431"/>
                    <a:pt x="1283" y="11805"/>
                    <a:pt x="1176" y="12078"/>
                  </a:cubicBezTo>
                  <a:cubicBezTo>
                    <a:pt x="1075" y="12351"/>
                    <a:pt x="962" y="12713"/>
                    <a:pt x="867" y="12992"/>
                  </a:cubicBezTo>
                  <a:cubicBezTo>
                    <a:pt x="778" y="13266"/>
                    <a:pt x="683" y="13646"/>
                    <a:pt x="600" y="13925"/>
                  </a:cubicBezTo>
                  <a:cubicBezTo>
                    <a:pt x="517" y="14228"/>
                    <a:pt x="428" y="14637"/>
                    <a:pt x="363" y="14952"/>
                  </a:cubicBezTo>
                  <a:cubicBezTo>
                    <a:pt x="303" y="15237"/>
                    <a:pt x="238" y="15635"/>
                    <a:pt x="190" y="15920"/>
                  </a:cubicBezTo>
                  <a:cubicBezTo>
                    <a:pt x="131" y="16258"/>
                    <a:pt x="90" y="16704"/>
                    <a:pt x="60" y="17036"/>
                  </a:cubicBezTo>
                  <a:cubicBezTo>
                    <a:pt x="36" y="17327"/>
                    <a:pt x="12" y="17719"/>
                    <a:pt x="6" y="18016"/>
                  </a:cubicBezTo>
                  <a:cubicBezTo>
                    <a:pt x="0" y="18366"/>
                    <a:pt x="6" y="18823"/>
                    <a:pt x="18" y="19174"/>
                  </a:cubicBezTo>
                  <a:cubicBezTo>
                    <a:pt x="36" y="19459"/>
                    <a:pt x="66" y="19833"/>
                    <a:pt x="101" y="20112"/>
                  </a:cubicBezTo>
                  <a:cubicBezTo>
                    <a:pt x="149" y="20456"/>
                    <a:pt x="238" y="21169"/>
                    <a:pt x="505" y="22030"/>
                  </a:cubicBezTo>
                  <a:cubicBezTo>
                    <a:pt x="749" y="22832"/>
                    <a:pt x="1010" y="23324"/>
                    <a:pt x="1194" y="23681"/>
                  </a:cubicBezTo>
                  <a:cubicBezTo>
                    <a:pt x="1319" y="23918"/>
                    <a:pt x="1509" y="24227"/>
                    <a:pt x="1675" y="24435"/>
                  </a:cubicBezTo>
                  <a:cubicBezTo>
                    <a:pt x="1716" y="24482"/>
                    <a:pt x="1752" y="24536"/>
                    <a:pt x="1794" y="24583"/>
                  </a:cubicBezTo>
                  <a:cubicBezTo>
                    <a:pt x="2310" y="24740"/>
                    <a:pt x="2865" y="24820"/>
                    <a:pt x="3450" y="24820"/>
                  </a:cubicBezTo>
                  <a:cubicBezTo>
                    <a:pt x="4797" y="24820"/>
                    <a:pt x="6308" y="24396"/>
                    <a:pt x="7910" y="23503"/>
                  </a:cubicBezTo>
                  <a:cubicBezTo>
                    <a:pt x="13628" y="20308"/>
                    <a:pt x="18325" y="12363"/>
                    <a:pt x="18408" y="5730"/>
                  </a:cubicBezTo>
                  <a:cubicBezTo>
                    <a:pt x="18438" y="3432"/>
                    <a:pt x="17903" y="1592"/>
                    <a:pt x="16959" y="285"/>
                  </a:cubicBezTo>
                  <a:cubicBezTo>
                    <a:pt x="16846" y="244"/>
                    <a:pt x="16739" y="208"/>
                    <a:pt x="16639" y="184"/>
                  </a:cubicBezTo>
                  <a:cubicBezTo>
                    <a:pt x="16401" y="137"/>
                    <a:pt x="16074" y="77"/>
                    <a:pt x="15831" y="48"/>
                  </a:cubicBezTo>
                  <a:cubicBezTo>
                    <a:pt x="15599" y="24"/>
                    <a:pt x="15297" y="0"/>
                    <a:pt x="15077" y="0"/>
                  </a:cubicBez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5">
              <a:extLst>
                <a:ext uri="{FF2B5EF4-FFF2-40B4-BE49-F238E27FC236}">
                  <a16:creationId xmlns:a16="http://schemas.microsoft.com/office/drawing/2014/main" id="{2752682B-AA75-39D6-6AD7-CF1815836218}"/>
                </a:ext>
              </a:extLst>
            </p:cNvPr>
            <p:cNvSpPr/>
            <p:nvPr/>
          </p:nvSpPr>
          <p:spPr>
            <a:xfrm>
              <a:off x="9327494" y="12988"/>
              <a:ext cx="3954461" cy="5553160"/>
            </a:xfrm>
            <a:custGeom>
              <a:avLst/>
              <a:gdLst/>
              <a:ahLst/>
              <a:cxnLst/>
              <a:rect l="l" t="t" r="r" b="b"/>
              <a:pathLst>
                <a:path w="18225" h="26383" extrusionOk="0">
                  <a:moveTo>
                    <a:pt x="17813" y="343"/>
                  </a:moveTo>
                  <a:cubicBezTo>
                    <a:pt x="17955" y="390"/>
                    <a:pt x="18102" y="440"/>
                    <a:pt x="18224" y="481"/>
                  </a:cubicBezTo>
                  <a:cubicBezTo>
                    <a:pt x="18090" y="430"/>
                    <a:pt x="17953" y="383"/>
                    <a:pt x="17813" y="343"/>
                  </a:cubicBezTo>
                  <a:close/>
                  <a:moveTo>
                    <a:pt x="15695" y="0"/>
                  </a:moveTo>
                  <a:cubicBezTo>
                    <a:pt x="15338" y="0"/>
                    <a:pt x="14863" y="24"/>
                    <a:pt x="14507" y="65"/>
                  </a:cubicBezTo>
                  <a:cubicBezTo>
                    <a:pt x="14252" y="83"/>
                    <a:pt x="13913" y="137"/>
                    <a:pt x="13658" y="190"/>
                  </a:cubicBezTo>
                  <a:cubicBezTo>
                    <a:pt x="13278" y="273"/>
                    <a:pt x="12773" y="398"/>
                    <a:pt x="12405" y="511"/>
                  </a:cubicBezTo>
                  <a:cubicBezTo>
                    <a:pt x="11871" y="665"/>
                    <a:pt x="11182" y="956"/>
                    <a:pt x="10665" y="1188"/>
                  </a:cubicBezTo>
                  <a:cubicBezTo>
                    <a:pt x="10576" y="1229"/>
                    <a:pt x="9781" y="1597"/>
                    <a:pt x="8884" y="2179"/>
                  </a:cubicBezTo>
                  <a:cubicBezTo>
                    <a:pt x="8641" y="2334"/>
                    <a:pt x="8314" y="2559"/>
                    <a:pt x="8076" y="2726"/>
                  </a:cubicBezTo>
                  <a:cubicBezTo>
                    <a:pt x="7780" y="2939"/>
                    <a:pt x="7394" y="3230"/>
                    <a:pt x="7120" y="3468"/>
                  </a:cubicBezTo>
                  <a:cubicBezTo>
                    <a:pt x="6841" y="3699"/>
                    <a:pt x="6129" y="4317"/>
                    <a:pt x="5618" y="4863"/>
                  </a:cubicBezTo>
                  <a:cubicBezTo>
                    <a:pt x="5410" y="5089"/>
                    <a:pt x="5131" y="5374"/>
                    <a:pt x="4935" y="5606"/>
                  </a:cubicBezTo>
                  <a:cubicBezTo>
                    <a:pt x="4579" y="6039"/>
                    <a:pt x="4104" y="6615"/>
                    <a:pt x="3777" y="7066"/>
                  </a:cubicBezTo>
                  <a:cubicBezTo>
                    <a:pt x="3178" y="7909"/>
                    <a:pt x="2762" y="8628"/>
                    <a:pt x="2756" y="8634"/>
                  </a:cubicBezTo>
                  <a:cubicBezTo>
                    <a:pt x="2477" y="9115"/>
                    <a:pt x="2138" y="9774"/>
                    <a:pt x="1883" y="10267"/>
                  </a:cubicBezTo>
                  <a:cubicBezTo>
                    <a:pt x="1758" y="10522"/>
                    <a:pt x="1610" y="10861"/>
                    <a:pt x="1509" y="11116"/>
                  </a:cubicBezTo>
                  <a:cubicBezTo>
                    <a:pt x="1396" y="11383"/>
                    <a:pt x="1254" y="11728"/>
                    <a:pt x="1159" y="11995"/>
                  </a:cubicBezTo>
                  <a:cubicBezTo>
                    <a:pt x="1064" y="12262"/>
                    <a:pt x="945" y="12618"/>
                    <a:pt x="856" y="12885"/>
                  </a:cubicBezTo>
                  <a:cubicBezTo>
                    <a:pt x="767" y="13153"/>
                    <a:pt x="666" y="13527"/>
                    <a:pt x="589" y="13800"/>
                  </a:cubicBezTo>
                  <a:cubicBezTo>
                    <a:pt x="589" y="13806"/>
                    <a:pt x="339" y="14691"/>
                    <a:pt x="185" y="15753"/>
                  </a:cubicBezTo>
                  <a:cubicBezTo>
                    <a:pt x="66" y="16537"/>
                    <a:pt x="7" y="17309"/>
                    <a:pt x="1" y="18063"/>
                  </a:cubicBezTo>
                  <a:cubicBezTo>
                    <a:pt x="1" y="18348"/>
                    <a:pt x="1" y="18746"/>
                    <a:pt x="13" y="19031"/>
                  </a:cubicBezTo>
                  <a:cubicBezTo>
                    <a:pt x="36" y="19417"/>
                    <a:pt x="84" y="19922"/>
                    <a:pt x="131" y="20308"/>
                  </a:cubicBezTo>
                  <a:cubicBezTo>
                    <a:pt x="173" y="20587"/>
                    <a:pt x="232" y="20943"/>
                    <a:pt x="292" y="21216"/>
                  </a:cubicBezTo>
                  <a:cubicBezTo>
                    <a:pt x="369" y="21585"/>
                    <a:pt x="506" y="22083"/>
                    <a:pt x="618" y="22451"/>
                  </a:cubicBezTo>
                  <a:cubicBezTo>
                    <a:pt x="767" y="22932"/>
                    <a:pt x="1040" y="23544"/>
                    <a:pt x="1272" y="24001"/>
                  </a:cubicBezTo>
                  <a:cubicBezTo>
                    <a:pt x="1432" y="24310"/>
                    <a:pt x="1687" y="24702"/>
                    <a:pt x="1883" y="24999"/>
                  </a:cubicBezTo>
                  <a:cubicBezTo>
                    <a:pt x="2020" y="25195"/>
                    <a:pt x="2222" y="25426"/>
                    <a:pt x="2370" y="25610"/>
                  </a:cubicBezTo>
                  <a:cubicBezTo>
                    <a:pt x="2499" y="25772"/>
                    <a:pt x="2677" y="25948"/>
                    <a:pt x="2853" y="26108"/>
                  </a:cubicBezTo>
                  <a:lnTo>
                    <a:pt x="2853" y="26108"/>
                  </a:lnTo>
                  <a:cubicBezTo>
                    <a:pt x="1490" y="24795"/>
                    <a:pt x="698" y="22636"/>
                    <a:pt x="737" y="19791"/>
                  </a:cubicBezTo>
                  <a:cubicBezTo>
                    <a:pt x="814" y="12957"/>
                    <a:pt x="5672" y="4745"/>
                    <a:pt x="11562" y="1461"/>
                  </a:cubicBezTo>
                  <a:cubicBezTo>
                    <a:pt x="13215" y="551"/>
                    <a:pt x="14776" y="116"/>
                    <a:pt x="16163" y="116"/>
                  </a:cubicBezTo>
                  <a:cubicBezTo>
                    <a:pt x="16745" y="116"/>
                    <a:pt x="17297" y="192"/>
                    <a:pt x="17813" y="343"/>
                  </a:cubicBezTo>
                  <a:lnTo>
                    <a:pt x="17813" y="343"/>
                  </a:lnTo>
                  <a:cubicBezTo>
                    <a:pt x="17707" y="308"/>
                    <a:pt x="17603" y="275"/>
                    <a:pt x="17512" y="250"/>
                  </a:cubicBezTo>
                  <a:cubicBezTo>
                    <a:pt x="17209" y="172"/>
                    <a:pt x="16793" y="89"/>
                    <a:pt x="16479" y="54"/>
                  </a:cubicBezTo>
                  <a:cubicBezTo>
                    <a:pt x="16241" y="24"/>
                    <a:pt x="15932" y="0"/>
                    <a:pt x="15695" y="0"/>
                  </a:cubicBezTo>
                  <a:close/>
                  <a:moveTo>
                    <a:pt x="2853" y="26108"/>
                  </a:moveTo>
                  <a:lnTo>
                    <a:pt x="2853" y="26108"/>
                  </a:lnTo>
                  <a:cubicBezTo>
                    <a:pt x="2952" y="26204"/>
                    <a:pt x="3054" y="26296"/>
                    <a:pt x="3160" y="26382"/>
                  </a:cubicBezTo>
                  <a:cubicBezTo>
                    <a:pt x="3067" y="26301"/>
                    <a:pt x="2961" y="26207"/>
                    <a:pt x="2853" y="2610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5">
              <a:extLst>
                <a:ext uri="{FF2B5EF4-FFF2-40B4-BE49-F238E27FC236}">
                  <a16:creationId xmlns:a16="http://schemas.microsoft.com/office/drawing/2014/main" id="{22344A69-44E9-E4AF-C86D-D18598E097A0}"/>
                </a:ext>
              </a:extLst>
            </p:cNvPr>
            <p:cNvSpPr/>
            <p:nvPr/>
          </p:nvSpPr>
          <p:spPr>
            <a:xfrm>
              <a:off x="9473520" y="36562"/>
              <a:ext cx="4660947" cy="5784691"/>
            </a:xfrm>
            <a:custGeom>
              <a:avLst/>
              <a:gdLst/>
              <a:ahLst/>
              <a:cxnLst/>
              <a:rect l="l" t="t" r="r" b="b"/>
              <a:pathLst>
                <a:path w="21481" h="27483" extrusionOk="0">
                  <a:moveTo>
                    <a:pt x="15352" y="425"/>
                  </a:moveTo>
                  <a:cubicBezTo>
                    <a:pt x="18802" y="425"/>
                    <a:pt x="21150" y="3210"/>
                    <a:pt x="21090" y="7976"/>
                  </a:cubicBezTo>
                  <a:cubicBezTo>
                    <a:pt x="21007" y="14602"/>
                    <a:pt x="16310" y="22559"/>
                    <a:pt x="10598" y="25742"/>
                  </a:cubicBezTo>
                  <a:cubicBezTo>
                    <a:pt x="8991" y="26640"/>
                    <a:pt x="7474" y="27065"/>
                    <a:pt x="6126" y="27065"/>
                  </a:cubicBezTo>
                  <a:cubicBezTo>
                    <a:pt x="2677" y="27065"/>
                    <a:pt x="331" y="24283"/>
                    <a:pt x="391" y="19519"/>
                  </a:cubicBezTo>
                  <a:cubicBezTo>
                    <a:pt x="462" y="12886"/>
                    <a:pt x="5171" y="4929"/>
                    <a:pt x="10883" y="1747"/>
                  </a:cubicBezTo>
                  <a:cubicBezTo>
                    <a:pt x="12489" y="850"/>
                    <a:pt x="14004" y="425"/>
                    <a:pt x="15352" y="425"/>
                  </a:cubicBezTo>
                  <a:close/>
                  <a:moveTo>
                    <a:pt x="15501" y="0"/>
                  </a:moveTo>
                  <a:cubicBezTo>
                    <a:pt x="14112" y="0"/>
                    <a:pt x="12550" y="437"/>
                    <a:pt x="10895" y="1361"/>
                  </a:cubicBezTo>
                  <a:cubicBezTo>
                    <a:pt x="4999" y="4650"/>
                    <a:pt x="147" y="12857"/>
                    <a:pt x="64" y="19697"/>
                  </a:cubicBezTo>
                  <a:cubicBezTo>
                    <a:pt x="0" y="24613"/>
                    <a:pt x="2421" y="27483"/>
                    <a:pt x="5979" y="27483"/>
                  </a:cubicBezTo>
                  <a:cubicBezTo>
                    <a:pt x="7368" y="27483"/>
                    <a:pt x="8931" y="27046"/>
                    <a:pt x="10586" y="26122"/>
                  </a:cubicBezTo>
                  <a:cubicBezTo>
                    <a:pt x="16482" y="22832"/>
                    <a:pt x="21334" y="14632"/>
                    <a:pt x="21417" y="7792"/>
                  </a:cubicBezTo>
                  <a:cubicBezTo>
                    <a:pt x="21481" y="2871"/>
                    <a:pt x="19060" y="0"/>
                    <a:pt x="15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5">
              <a:extLst>
                <a:ext uri="{FF2B5EF4-FFF2-40B4-BE49-F238E27FC236}">
                  <a16:creationId xmlns:a16="http://schemas.microsoft.com/office/drawing/2014/main" id="{6B8E7DB4-2CBF-2550-FAA6-857E88D13A24}"/>
                </a:ext>
              </a:extLst>
            </p:cNvPr>
            <p:cNvSpPr/>
            <p:nvPr/>
          </p:nvSpPr>
          <p:spPr>
            <a:xfrm>
              <a:off x="11382496" y="3155055"/>
              <a:ext cx="274697" cy="316355"/>
            </a:xfrm>
            <a:custGeom>
              <a:avLst/>
              <a:gdLst/>
              <a:ahLst/>
              <a:cxnLst/>
              <a:rect l="l" t="t" r="r" b="b"/>
              <a:pathLst>
                <a:path w="1266" h="1503" extrusionOk="0">
                  <a:moveTo>
                    <a:pt x="1" y="0"/>
                  </a:moveTo>
                  <a:lnTo>
                    <a:pt x="939" y="1306"/>
                  </a:lnTo>
                  <a:lnTo>
                    <a:pt x="1266" y="1502"/>
                  </a:lnTo>
                  <a:lnTo>
                    <a:pt x="1266" y="1502"/>
                  </a:lnTo>
                  <a:lnTo>
                    <a:pt x="333" y="19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5">
              <a:extLst>
                <a:ext uri="{FF2B5EF4-FFF2-40B4-BE49-F238E27FC236}">
                  <a16:creationId xmlns:a16="http://schemas.microsoft.com/office/drawing/2014/main" id="{ACDD6188-298F-BCD9-980E-5B4B7EFBC4FB}"/>
                </a:ext>
              </a:extLst>
            </p:cNvPr>
            <p:cNvSpPr/>
            <p:nvPr/>
          </p:nvSpPr>
          <p:spPr>
            <a:xfrm>
              <a:off x="11382496" y="2653688"/>
              <a:ext cx="272093" cy="541571"/>
            </a:xfrm>
            <a:custGeom>
              <a:avLst/>
              <a:gdLst/>
              <a:ahLst/>
              <a:cxnLst/>
              <a:rect l="l" t="t" r="r" b="b"/>
              <a:pathLst>
                <a:path w="1254" h="2573" extrusionOk="0">
                  <a:moveTo>
                    <a:pt x="927" y="1"/>
                  </a:moveTo>
                  <a:lnTo>
                    <a:pt x="1" y="2382"/>
                  </a:lnTo>
                  <a:lnTo>
                    <a:pt x="333" y="2572"/>
                  </a:lnTo>
                  <a:lnTo>
                    <a:pt x="1254" y="185"/>
                  </a:lnTo>
                  <a:lnTo>
                    <a:pt x="9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5">
              <a:extLst>
                <a:ext uri="{FF2B5EF4-FFF2-40B4-BE49-F238E27FC236}">
                  <a16:creationId xmlns:a16="http://schemas.microsoft.com/office/drawing/2014/main" id="{A676C88F-F3F8-B386-68F1-33B6AAC039FA}"/>
                </a:ext>
              </a:extLst>
            </p:cNvPr>
            <p:cNvSpPr/>
            <p:nvPr/>
          </p:nvSpPr>
          <p:spPr>
            <a:xfrm>
              <a:off x="11583635" y="2427631"/>
              <a:ext cx="474318" cy="265208"/>
            </a:xfrm>
            <a:custGeom>
              <a:avLst/>
              <a:gdLst/>
              <a:ahLst/>
              <a:cxnLst/>
              <a:rect l="l" t="t" r="r" b="b"/>
              <a:pathLst>
                <a:path w="2186" h="1260" extrusionOk="0">
                  <a:moveTo>
                    <a:pt x="1859" y="0"/>
                  </a:moveTo>
                  <a:lnTo>
                    <a:pt x="0" y="1075"/>
                  </a:lnTo>
                  <a:lnTo>
                    <a:pt x="327" y="1259"/>
                  </a:lnTo>
                  <a:lnTo>
                    <a:pt x="2185" y="190"/>
                  </a:lnTo>
                  <a:lnTo>
                    <a:pt x="18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5">
              <a:extLst>
                <a:ext uri="{FF2B5EF4-FFF2-40B4-BE49-F238E27FC236}">
                  <a16:creationId xmlns:a16="http://schemas.microsoft.com/office/drawing/2014/main" id="{0191D04D-C3F8-CB0D-CAA6-B62B24703F3F}"/>
                </a:ext>
              </a:extLst>
            </p:cNvPr>
            <p:cNvSpPr/>
            <p:nvPr/>
          </p:nvSpPr>
          <p:spPr>
            <a:xfrm>
              <a:off x="11454750" y="2467623"/>
              <a:ext cx="805430" cy="1003791"/>
            </a:xfrm>
            <a:custGeom>
              <a:avLst/>
              <a:gdLst/>
              <a:ahLst/>
              <a:cxnLst/>
              <a:rect l="l" t="t" r="r" b="b"/>
              <a:pathLst>
                <a:path w="3712" h="4769" extrusionOk="0">
                  <a:moveTo>
                    <a:pt x="2779" y="0"/>
                  </a:moveTo>
                  <a:lnTo>
                    <a:pt x="921" y="1069"/>
                  </a:lnTo>
                  <a:lnTo>
                    <a:pt x="0" y="3456"/>
                  </a:lnTo>
                  <a:lnTo>
                    <a:pt x="933" y="4768"/>
                  </a:lnTo>
                  <a:lnTo>
                    <a:pt x="2791" y="3700"/>
                  </a:lnTo>
                  <a:lnTo>
                    <a:pt x="3712" y="1318"/>
                  </a:lnTo>
                  <a:lnTo>
                    <a:pt x="27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5">
              <a:extLst>
                <a:ext uri="{FF2B5EF4-FFF2-40B4-BE49-F238E27FC236}">
                  <a16:creationId xmlns:a16="http://schemas.microsoft.com/office/drawing/2014/main" id="{A434297E-E6A6-9EC0-C99B-756528FC1A7E}"/>
                </a:ext>
              </a:extLst>
            </p:cNvPr>
            <p:cNvSpPr/>
            <p:nvPr/>
          </p:nvSpPr>
          <p:spPr>
            <a:xfrm>
              <a:off x="6449275" y="1983936"/>
              <a:ext cx="770713" cy="503685"/>
            </a:xfrm>
            <a:custGeom>
              <a:avLst/>
              <a:gdLst/>
              <a:ahLst/>
              <a:cxnLst/>
              <a:rect l="l" t="t" r="r" b="b"/>
              <a:pathLst>
                <a:path w="3552" h="2393" extrusionOk="0">
                  <a:moveTo>
                    <a:pt x="3159" y="0"/>
                  </a:moveTo>
                  <a:cubicBezTo>
                    <a:pt x="3148" y="0"/>
                    <a:pt x="3142" y="6"/>
                    <a:pt x="3142" y="6"/>
                  </a:cubicBezTo>
                  <a:lnTo>
                    <a:pt x="78" y="1788"/>
                  </a:lnTo>
                  <a:cubicBezTo>
                    <a:pt x="30" y="1811"/>
                    <a:pt x="12" y="1871"/>
                    <a:pt x="0" y="1942"/>
                  </a:cubicBezTo>
                  <a:cubicBezTo>
                    <a:pt x="0" y="2096"/>
                    <a:pt x="107" y="2286"/>
                    <a:pt x="238" y="2358"/>
                  </a:cubicBezTo>
                  <a:cubicBezTo>
                    <a:pt x="281" y="2379"/>
                    <a:pt x="323" y="2392"/>
                    <a:pt x="358" y="2392"/>
                  </a:cubicBezTo>
                  <a:cubicBezTo>
                    <a:pt x="380" y="2392"/>
                    <a:pt x="400" y="2387"/>
                    <a:pt x="416" y="2375"/>
                  </a:cubicBezTo>
                  <a:lnTo>
                    <a:pt x="410" y="2375"/>
                  </a:lnTo>
                  <a:lnTo>
                    <a:pt x="3474" y="594"/>
                  </a:lnTo>
                  <a:cubicBezTo>
                    <a:pt x="3486" y="594"/>
                    <a:pt x="3486" y="582"/>
                    <a:pt x="3492" y="582"/>
                  </a:cubicBezTo>
                  <a:lnTo>
                    <a:pt x="3498" y="582"/>
                  </a:lnTo>
                  <a:lnTo>
                    <a:pt x="3504" y="576"/>
                  </a:lnTo>
                  <a:lnTo>
                    <a:pt x="3516" y="570"/>
                  </a:lnTo>
                  <a:cubicBezTo>
                    <a:pt x="3522" y="547"/>
                    <a:pt x="3522" y="547"/>
                    <a:pt x="3528" y="541"/>
                  </a:cubicBezTo>
                  <a:cubicBezTo>
                    <a:pt x="3534" y="535"/>
                    <a:pt x="3545" y="517"/>
                    <a:pt x="3545" y="505"/>
                  </a:cubicBezTo>
                  <a:lnTo>
                    <a:pt x="3545" y="499"/>
                  </a:lnTo>
                  <a:cubicBezTo>
                    <a:pt x="3545" y="487"/>
                    <a:pt x="3545" y="487"/>
                    <a:pt x="3551" y="481"/>
                  </a:cubicBezTo>
                  <a:lnTo>
                    <a:pt x="3551" y="475"/>
                  </a:lnTo>
                  <a:lnTo>
                    <a:pt x="3551" y="463"/>
                  </a:lnTo>
                  <a:lnTo>
                    <a:pt x="3551" y="452"/>
                  </a:lnTo>
                  <a:lnTo>
                    <a:pt x="3551" y="446"/>
                  </a:lnTo>
                  <a:lnTo>
                    <a:pt x="3551" y="422"/>
                  </a:lnTo>
                  <a:lnTo>
                    <a:pt x="3551" y="392"/>
                  </a:lnTo>
                  <a:cubicBezTo>
                    <a:pt x="3551" y="374"/>
                    <a:pt x="3551" y="368"/>
                    <a:pt x="3545" y="357"/>
                  </a:cubicBezTo>
                  <a:lnTo>
                    <a:pt x="3545" y="345"/>
                  </a:lnTo>
                  <a:cubicBezTo>
                    <a:pt x="3545" y="339"/>
                    <a:pt x="3545" y="333"/>
                    <a:pt x="3534" y="327"/>
                  </a:cubicBezTo>
                  <a:lnTo>
                    <a:pt x="3534" y="315"/>
                  </a:lnTo>
                  <a:lnTo>
                    <a:pt x="3534" y="309"/>
                  </a:lnTo>
                  <a:cubicBezTo>
                    <a:pt x="3534" y="303"/>
                    <a:pt x="3528" y="285"/>
                    <a:pt x="3528" y="279"/>
                  </a:cubicBezTo>
                  <a:lnTo>
                    <a:pt x="3528" y="273"/>
                  </a:lnTo>
                  <a:cubicBezTo>
                    <a:pt x="3522" y="256"/>
                    <a:pt x="3522" y="250"/>
                    <a:pt x="3516" y="238"/>
                  </a:cubicBezTo>
                  <a:cubicBezTo>
                    <a:pt x="3516" y="238"/>
                    <a:pt x="3516" y="226"/>
                    <a:pt x="3504" y="226"/>
                  </a:cubicBezTo>
                  <a:cubicBezTo>
                    <a:pt x="3498" y="220"/>
                    <a:pt x="3498" y="214"/>
                    <a:pt x="3492" y="208"/>
                  </a:cubicBezTo>
                  <a:lnTo>
                    <a:pt x="3486" y="196"/>
                  </a:lnTo>
                  <a:cubicBezTo>
                    <a:pt x="3474" y="190"/>
                    <a:pt x="3468" y="178"/>
                    <a:pt x="3468" y="167"/>
                  </a:cubicBezTo>
                  <a:cubicBezTo>
                    <a:pt x="3462" y="161"/>
                    <a:pt x="3456" y="149"/>
                    <a:pt x="3444" y="137"/>
                  </a:cubicBezTo>
                  <a:lnTo>
                    <a:pt x="3439" y="131"/>
                  </a:lnTo>
                  <a:cubicBezTo>
                    <a:pt x="3433" y="125"/>
                    <a:pt x="3427" y="119"/>
                    <a:pt x="3427" y="113"/>
                  </a:cubicBezTo>
                  <a:lnTo>
                    <a:pt x="3415" y="101"/>
                  </a:lnTo>
                  <a:lnTo>
                    <a:pt x="3397" y="83"/>
                  </a:lnTo>
                  <a:cubicBezTo>
                    <a:pt x="3385" y="71"/>
                    <a:pt x="3379" y="66"/>
                    <a:pt x="3367" y="60"/>
                  </a:cubicBezTo>
                  <a:cubicBezTo>
                    <a:pt x="3355" y="60"/>
                    <a:pt x="3355" y="54"/>
                    <a:pt x="3349" y="54"/>
                  </a:cubicBezTo>
                  <a:cubicBezTo>
                    <a:pt x="3349" y="54"/>
                    <a:pt x="3344" y="54"/>
                    <a:pt x="3344" y="42"/>
                  </a:cubicBezTo>
                  <a:cubicBezTo>
                    <a:pt x="3338" y="36"/>
                    <a:pt x="3326" y="36"/>
                    <a:pt x="3320" y="30"/>
                  </a:cubicBezTo>
                  <a:cubicBezTo>
                    <a:pt x="3314" y="18"/>
                    <a:pt x="3308" y="18"/>
                    <a:pt x="3296" y="12"/>
                  </a:cubicBezTo>
                  <a:cubicBezTo>
                    <a:pt x="3290" y="6"/>
                    <a:pt x="3278" y="6"/>
                    <a:pt x="3266" y="6"/>
                  </a:cubicBezTo>
                  <a:lnTo>
                    <a:pt x="3260" y="6"/>
                  </a:lnTo>
                  <a:cubicBezTo>
                    <a:pt x="3254" y="6"/>
                    <a:pt x="3249" y="6"/>
                    <a:pt x="32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5">
              <a:extLst>
                <a:ext uri="{FF2B5EF4-FFF2-40B4-BE49-F238E27FC236}">
                  <a16:creationId xmlns:a16="http://schemas.microsoft.com/office/drawing/2014/main" id="{03146B1C-627C-CB7E-877A-7F5DE2FB6C49}"/>
                </a:ext>
              </a:extLst>
            </p:cNvPr>
            <p:cNvSpPr/>
            <p:nvPr/>
          </p:nvSpPr>
          <p:spPr>
            <a:xfrm>
              <a:off x="6261154" y="711576"/>
              <a:ext cx="772015" cy="504527"/>
            </a:xfrm>
            <a:custGeom>
              <a:avLst/>
              <a:gdLst/>
              <a:ahLst/>
              <a:cxnLst/>
              <a:rect l="l" t="t" r="r" b="b"/>
              <a:pathLst>
                <a:path w="3558" h="2397" extrusionOk="0">
                  <a:moveTo>
                    <a:pt x="232" y="1776"/>
                  </a:moveTo>
                  <a:cubicBezTo>
                    <a:pt x="238" y="1776"/>
                    <a:pt x="244" y="1782"/>
                    <a:pt x="256" y="1794"/>
                  </a:cubicBezTo>
                  <a:cubicBezTo>
                    <a:pt x="244" y="1782"/>
                    <a:pt x="238" y="1782"/>
                    <a:pt x="232" y="1776"/>
                  </a:cubicBezTo>
                  <a:close/>
                  <a:moveTo>
                    <a:pt x="482" y="2275"/>
                  </a:moveTo>
                  <a:cubicBezTo>
                    <a:pt x="493" y="2275"/>
                    <a:pt x="493" y="2275"/>
                    <a:pt x="482" y="2281"/>
                  </a:cubicBezTo>
                  <a:lnTo>
                    <a:pt x="482" y="2275"/>
                  </a:lnTo>
                  <a:close/>
                  <a:moveTo>
                    <a:pt x="476" y="2298"/>
                  </a:moveTo>
                  <a:cubicBezTo>
                    <a:pt x="482" y="2298"/>
                    <a:pt x="476" y="2298"/>
                    <a:pt x="476" y="2304"/>
                  </a:cubicBezTo>
                  <a:lnTo>
                    <a:pt x="476" y="2298"/>
                  </a:lnTo>
                  <a:close/>
                  <a:moveTo>
                    <a:pt x="3154" y="0"/>
                  </a:moveTo>
                  <a:cubicBezTo>
                    <a:pt x="3148" y="0"/>
                    <a:pt x="3142" y="6"/>
                    <a:pt x="3142" y="6"/>
                  </a:cubicBezTo>
                  <a:lnTo>
                    <a:pt x="78" y="1788"/>
                  </a:lnTo>
                  <a:cubicBezTo>
                    <a:pt x="30" y="1811"/>
                    <a:pt x="6" y="1871"/>
                    <a:pt x="1" y="1948"/>
                  </a:cubicBezTo>
                  <a:cubicBezTo>
                    <a:pt x="1" y="2102"/>
                    <a:pt x="107" y="2287"/>
                    <a:pt x="238" y="2364"/>
                  </a:cubicBezTo>
                  <a:cubicBezTo>
                    <a:pt x="280" y="2386"/>
                    <a:pt x="317" y="2397"/>
                    <a:pt x="348" y="2397"/>
                  </a:cubicBezTo>
                  <a:cubicBezTo>
                    <a:pt x="372" y="2397"/>
                    <a:pt x="393" y="2391"/>
                    <a:pt x="411" y="2379"/>
                  </a:cubicBezTo>
                  <a:lnTo>
                    <a:pt x="411" y="2379"/>
                  </a:lnTo>
                  <a:cubicBezTo>
                    <a:pt x="410" y="2380"/>
                    <a:pt x="410" y="2381"/>
                    <a:pt x="410" y="2382"/>
                  </a:cubicBezTo>
                  <a:lnTo>
                    <a:pt x="3492" y="582"/>
                  </a:lnTo>
                  <a:cubicBezTo>
                    <a:pt x="3498" y="582"/>
                    <a:pt x="3498" y="576"/>
                    <a:pt x="3504" y="576"/>
                  </a:cubicBezTo>
                  <a:lnTo>
                    <a:pt x="3510" y="576"/>
                  </a:lnTo>
                  <a:lnTo>
                    <a:pt x="3522" y="565"/>
                  </a:lnTo>
                  <a:lnTo>
                    <a:pt x="3528" y="559"/>
                  </a:lnTo>
                  <a:lnTo>
                    <a:pt x="3534" y="553"/>
                  </a:lnTo>
                  <a:cubicBezTo>
                    <a:pt x="3540" y="541"/>
                    <a:pt x="3545" y="529"/>
                    <a:pt x="3545" y="511"/>
                  </a:cubicBezTo>
                  <a:lnTo>
                    <a:pt x="3545" y="505"/>
                  </a:lnTo>
                  <a:cubicBezTo>
                    <a:pt x="3545" y="499"/>
                    <a:pt x="3545" y="499"/>
                    <a:pt x="3557" y="493"/>
                  </a:cubicBezTo>
                  <a:lnTo>
                    <a:pt x="3557" y="481"/>
                  </a:lnTo>
                  <a:lnTo>
                    <a:pt x="3557" y="475"/>
                  </a:lnTo>
                  <a:lnTo>
                    <a:pt x="3557" y="470"/>
                  </a:lnTo>
                  <a:lnTo>
                    <a:pt x="3557" y="464"/>
                  </a:lnTo>
                  <a:lnTo>
                    <a:pt x="3557" y="440"/>
                  </a:lnTo>
                  <a:lnTo>
                    <a:pt x="3557" y="410"/>
                  </a:lnTo>
                  <a:cubicBezTo>
                    <a:pt x="3557" y="392"/>
                    <a:pt x="3557" y="386"/>
                    <a:pt x="3545" y="375"/>
                  </a:cubicBezTo>
                  <a:lnTo>
                    <a:pt x="3545" y="363"/>
                  </a:lnTo>
                  <a:cubicBezTo>
                    <a:pt x="3545" y="357"/>
                    <a:pt x="3540" y="351"/>
                    <a:pt x="3540" y="333"/>
                  </a:cubicBezTo>
                  <a:lnTo>
                    <a:pt x="3540" y="327"/>
                  </a:lnTo>
                  <a:lnTo>
                    <a:pt x="3540" y="321"/>
                  </a:lnTo>
                  <a:cubicBezTo>
                    <a:pt x="3540" y="303"/>
                    <a:pt x="3534" y="297"/>
                    <a:pt x="3528" y="285"/>
                  </a:cubicBezTo>
                  <a:cubicBezTo>
                    <a:pt x="3522" y="268"/>
                    <a:pt x="3522" y="262"/>
                    <a:pt x="3510" y="244"/>
                  </a:cubicBezTo>
                  <a:cubicBezTo>
                    <a:pt x="3510" y="244"/>
                    <a:pt x="3510" y="238"/>
                    <a:pt x="3504" y="238"/>
                  </a:cubicBezTo>
                  <a:cubicBezTo>
                    <a:pt x="3498" y="232"/>
                    <a:pt x="3498" y="226"/>
                    <a:pt x="3486" y="208"/>
                  </a:cubicBezTo>
                  <a:cubicBezTo>
                    <a:pt x="3486" y="208"/>
                    <a:pt x="3486" y="202"/>
                    <a:pt x="3480" y="202"/>
                  </a:cubicBezTo>
                  <a:cubicBezTo>
                    <a:pt x="3474" y="196"/>
                    <a:pt x="3468" y="179"/>
                    <a:pt x="3468" y="173"/>
                  </a:cubicBezTo>
                  <a:cubicBezTo>
                    <a:pt x="3462" y="167"/>
                    <a:pt x="3450" y="149"/>
                    <a:pt x="3445" y="143"/>
                  </a:cubicBezTo>
                  <a:lnTo>
                    <a:pt x="3439" y="137"/>
                  </a:lnTo>
                  <a:cubicBezTo>
                    <a:pt x="3433" y="125"/>
                    <a:pt x="3421" y="119"/>
                    <a:pt x="3421" y="113"/>
                  </a:cubicBezTo>
                  <a:lnTo>
                    <a:pt x="3415" y="107"/>
                  </a:lnTo>
                  <a:lnTo>
                    <a:pt x="3391" y="84"/>
                  </a:lnTo>
                  <a:cubicBezTo>
                    <a:pt x="3385" y="78"/>
                    <a:pt x="3379" y="66"/>
                    <a:pt x="3361" y="60"/>
                  </a:cubicBezTo>
                  <a:cubicBezTo>
                    <a:pt x="3355" y="60"/>
                    <a:pt x="3355" y="54"/>
                    <a:pt x="3350" y="54"/>
                  </a:cubicBezTo>
                  <a:cubicBezTo>
                    <a:pt x="3350" y="54"/>
                    <a:pt x="3344" y="54"/>
                    <a:pt x="3344" y="48"/>
                  </a:cubicBezTo>
                  <a:cubicBezTo>
                    <a:pt x="3332" y="36"/>
                    <a:pt x="3326" y="36"/>
                    <a:pt x="3320" y="30"/>
                  </a:cubicBezTo>
                  <a:cubicBezTo>
                    <a:pt x="3314" y="24"/>
                    <a:pt x="3302" y="24"/>
                    <a:pt x="3296" y="18"/>
                  </a:cubicBezTo>
                  <a:cubicBezTo>
                    <a:pt x="3290" y="6"/>
                    <a:pt x="3272" y="6"/>
                    <a:pt x="3266" y="6"/>
                  </a:cubicBezTo>
                  <a:lnTo>
                    <a:pt x="3260" y="6"/>
                  </a:lnTo>
                  <a:cubicBezTo>
                    <a:pt x="3255" y="6"/>
                    <a:pt x="3243" y="6"/>
                    <a:pt x="32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5">
              <a:extLst>
                <a:ext uri="{FF2B5EF4-FFF2-40B4-BE49-F238E27FC236}">
                  <a16:creationId xmlns:a16="http://schemas.microsoft.com/office/drawing/2014/main" id="{8AFA0F4D-B23A-227E-40A4-168BF39F386E}"/>
                </a:ext>
              </a:extLst>
            </p:cNvPr>
            <p:cNvSpPr/>
            <p:nvPr/>
          </p:nvSpPr>
          <p:spPr>
            <a:xfrm>
              <a:off x="1880577" y="2777451"/>
              <a:ext cx="130405" cy="2623664"/>
            </a:xfrm>
            <a:custGeom>
              <a:avLst/>
              <a:gdLst/>
              <a:ahLst/>
              <a:cxnLst/>
              <a:rect l="l" t="t" r="r" b="b"/>
              <a:pathLst>
                <a:path w="601" h="12465" extrusionOk="0">
                  <a:moveTo>
                    <a:pt x="1" y="1"/>
                  </a:moveTo>
                  <a:lnTo>
                    <a:pt x="30" y="12126"/>
                  </a:lnTo>
                  <a:lnTo>
                    <a:pt x="600" y="12465"/>
                  </a:lnTo>
                  <a:lnTo>
                    <a:pt x="571"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5">
              <a:extLst>
                <a:ext uri="{FF2B5EF4-FFF2-40B4-BE49-F238E27FC236}">
                  <a16:creationId xmlns:a16="http://schemas.microsoft.com/office/drawing/2014/main" id="{BB69C814-6629-9D6F-A031-B1677BDAAF53}"/>
                </a:ext>
              </a:extLst>
            </p:cNvPr>
            <p:cNvSpPr/>
            <p:nvPr/>
          </p:nvSpPr>
          <p:spPr>
            <a:xfrm>
              <a:off x="1880577" y="202842"/>
              <a:ext cx="4719749" cy="2643660"/>
            </a:xfrm>
            <a:custGeom>
              <a:avLst/>
              <a:gdLst/>
              <a:ahLst/>
              <a:cxnLst/>
              <a:rect l="l" t="t" r="r" b="b"/>
              <a:pathLst>
                <a:path w="21752" h="12560" extrusionOk="0">
                  <a:moveTo>
                    <a:pt x="21175" y="1"/>
                  </a:moveTo>
                  <a:lnTo>
                    <a:pt x="1" y="12233"/>
                  </a:lnTo>
                  <a:lnTo>
                    <a:pt x="571" y="12559"/>
                  </a:lnTo>
                  <a:lnTo>
                    <a:pt x="21751" y="333"/>
                  </a:lnTo>
                  <a:lnTo>
                    <a:pt x="211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5">
              <a:extLst>
                <a:ext uri="{FF2B5EF4-FFF2-40B4-BE49-F238E27FC236}">
                  <a16:creationId xmlns:a16="http://schemas.microsoft.com/office/drawing/2014/main" id="{8EFF3D1A-09EC-2038-1959-5723497CA8E6}"/>
                </a:ext>
              </a:extLst>
            </p:cNvPr>
            <p:cNvSpPr/>
            <p:nvPr/>
          </p:nvSpPr>
          <p:spPr>
            <a:xfrm>
              <a:off x="2004254" y="272932"/>
              <a:ext cx="4602363" cy="5128196"/>
            </a:xfrm>
            <a:custGeom>
              <a:avLst/>
              <a:gdLst/>
              <a:ahLst/>
              <a:cxnLst/>
              <a:rect l="l" t="t" r="r" b="b"/>
              <a:pathLst>
                <a:path w="21211" h="24364" extrusionOk="0">
                  <a:moveTo>
                    <a:pt x="21181" y="0"/>
                  </a:moveTo>
                  <a:lnTo>
                    <a:pt x="1" y="12226"/>
                  </a:lnTo>
                  <a:lnTo>
                    <a:pt x="30" y="24364"/>
                  </a:lnTo>
                  <a:lnTo>
                    <a:pt x="21211" y="12137"/>
                  </a:lnTo>
                  <a:lnTo>
                    <a:pt x="211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5">
              <a:extLst>
                <a:ext uri="{FF2B5EF4-FFF2-40B4-BE49-F238E27FC236}">
                  <a16:creationId xmlns:a16="http://schemas.microsoft.com/office/drawing/2014/main" id="{910440D0-D250-B10C-1D1E-D174E5DEEB79}"/>
                </a:ext>
              </a:extLst>
            </p:cNvPr>
            <p:cNvSpPr/>
            <p:nvPr/>
          </p:nvSpPr>
          <p:spPr>
            <a:xfrm>
              <a:off x="2107319" y="421532"/>
              <a:ext cx="4396232" cy="4830784"/>
            </a:xfrm>
            <a:custGeom>
              <a:avLst/>
              <a:gdLst/>
              <a:ahLst/>
              <a:cxnLst/>
              <a:rect l="l" t="t" r="r" b="b"/>
              <a:pathLst>
                <a:path w="20261" h="22951" extrusionOk="0">
                  <a:moveTo>
                    <a:pt x="20261" y="1"/>
                  </a:moveTo>
                  <a:lnTo>
                    <a:pt x="1" y="11699"/>
                  </a:lnTo>
                  <a:lnTo>
                    <a:pt x="1" y="22951"/>
                  </a:lnTo>
                  <a:lnTo>
                    <a:pt x="20261" y="11253"/>
                  </a:lnTo>
                  <a:lnTo>
                    <a:pt x="2026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5">
              <a:extLst>
                <a:ext uri="{FF2B5EF4-FFF2-40B4-BE49-F238E27FC236}">
                  <a16:creationId xmlns:a16="http://schemas.microsoft.com/office/drawing/2014/main" id="{9DCC2D53-DF8E-B1C9-27C5-5C5D214AB630}"/>
                </a:ext>
              </a:extLst>
            </p:cNvPr>
            <p:cNvSpPr/>
            <p:nvPr/>
          </p:nvSpPr>
          <p:spPr>
            <a:xfrm>
              <a:off x="2050688" y="960365"/>
              <a:ext cx="4509712" cy="2543471"/>
            </a:xfrm>
            <a:custGeom>
              <a:avLst/>
              <a:gdLst/>
              <a:ahLst/>
              <a:cxnLst/>
              <a:rect l="l" t="t" r="r" b="b"/>
              <a:pathLst>
                <a:path w="20784" h="12084" extrusionOk="0">
                  <a:moveTo>
                    <a:pt x="20700" y="0"/>
                  </a:moveTo>
                  <a:lnTo>
                    <a:pt x="0" y="11941"/>
                  </a:lnTo>
                  <a:lnTo>
                    <a:pt x="84" y="12084"/>
                  </a:lnTo>
                  <a:lnTo>
                    <a:pt x="20783" y="137"/>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5">
              <a:extLst>
                <a:ext uri="{FF2B5EF4-FFF2-40B4-BE49-F238E27FC236}">
                  <a16:creationId xmlns:a16="http://schemas.microsoft.com/office/drawing/2014/main" id="{737316A5-8D60-6DD1-D106-0CFA5CA442A1}"/>
                </a:ext>
              </a:extLst>
            </p:cNvPr>
            <p:cNvSpPr/>
            <p:nvPr/>
          </p:nvSpPr>
          <p:spPr>
            <a:xfrm>
              <a:off x="2050688" y="1564026"/>
              <a:ext cx="4509712" cy="2544733"/>
            </a:xfrm>
            <a:custGeom>
              <a:avLst/>
              <a:gdLst/>
              <a:ahLst/>
              <a:cxnLst/>
              <a:rect l="l" t="t" r="r" b="b"/>
              <a:pathLst>
                <a:path w="20784" h="12090" extrusionOk="0">
                  <a:moveTo>
                    <a:pt x="20700" y="0"/>
                  </a:moveTo>
                  <a:lnTo>
                    <a:pt x="0" y="11947"/>
                  </a:lnTo>
                  <a:lnTo>
                    <a:pt x="84" y="12090"/>
                  </a:lnTo>
                  <a:lnTo>
                    <a:pt x="20783" y="143"/>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5">
              <a:extLst>
                <a:ext uri="{FF2B5EF4-FFF2-40B4-BE49-F238E27FC236}">
                  <a16:creationId xmlns:a16="http://schemas.microsoft.com/office/drawing/2014/main" id="{CA6290BA-0A8C-964A-2CA7-2F9673C860A5}"/>
                </a:ext>
              </a:extLst>
            </p:cNvPr>
            <p:cNvSpPr/>
            <p:nvPr/>
          </p:nvSpPr>
          <p:spPr>
            <a:xfrm>
              <a:off x="2050688" y="2168949"/>
              <a:ext cx="4509712" cy="2544733"/>
            </a:xfrm>
            <a:custGeom>
              <a:avLst/>
              <a:gdLst/>
              <a:ahLst/>
              <a:cxnLst/>
              <a:rect l="l" t="t" r="r" b="b"/>
              <a:pathLst>
                <a:path w="20784" h="12090" extrusionOk="0">
                  <a:moveTo>
                    <a:pt x="20700" y="0"/>
                  </a:moveTo>
                  <a:lnTo>
                    <a:pt x="0" y="11947"/>
                  </a:lnTo>
                  <a:lnTo>
                    <a:pt x="84" y="12090"/>
                  </a:lnTo>
                  <a:lnTo>
                    <a:pt x="20783" y="143"/>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5">
              <a:extLst>
                <a:ext uri="{FF2B5EF4-FFF2-40B4-BE49-F238E27FC236}">
                  <a16:creationId xmlns:a16="http://schemas.microsoft.com/office/drawing/2014/main" id="{5AA95F9D-6C31-7DD1-945C-BE5C9C8F14E2}"/>
                </a:ext>
              </a:extLst>
            </p:cNvPr>
            <p:cNvSpPr/>
            <p:nvPr/>
          </p:nvSpPr>
          <p:spPr>
            <a:xfrm>
              <a:off x="5784453" y="787770"/>
              <a:ext cx="36236" cy="2421180"/>
            </a:xfrm>
            <a:custGeom>
              <a:avLst/>
              <a:gdLst/>
              <a:ahLst/>
              <a:cxnLst/>
              <a:rect l="l" t="t" r="r" b="b"/>
              <a:pathLst>
                <a:path w="167" h="11503" extrusionOk="0">
                  <a:moveTo>
                    <a:pt x="1" y="1"/>
                  </a:moveTo>
                  <a:lnTo>
                    <a:pt x="1" y="11502"/>
                  </a:lnTo>
                  <a:lnTo>
                    <a:pt x="167" y="11502"/>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5">
              <a:extLst>
                <a:ext uri="{FF2B5EF4-FFF2-40B4-BE49-F238E27FC236}">
                  <a16:creationId xmlns:a16="http://schemas.microsoft.com/office/drawing/2014/main" id="{7F9FC045-BAF6-73A4-1D37-5220C47E8918}"/>
                </a:ext>
              </a:extLst>
            </p:cNvPr>
            <p:cNvSpPr/>
            <p:nvPr/>
          </p:nvSpPr>
          <p:spPr>
            <a:xfrm>
              <a:off x="5035877" y="1207681"/>
              <a:ext cx="34934" cy="2419917"/>
            </a:xfrm>
            <a:custGeom>
              <a:avLst/>
              <a:gdLst/>
              <a:ahLst/>
              <a:cxnLst/>
              <a:rect l="l" t="t" r="r" b="b"/>
              <a:pathLst>
                <a:path w="161" h="11497" extrusionOk="0">
                  <a:moveTo>
                    <a:pt x="1" y="1"/>
                  </a:moveTo>
                  <a:lnTo>
                    <a:pt x="1" y="11497"/>
                  </a:lnTo>
                  <a:lnTo>
                    <a:pt x="161" y="11497"/>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5">
              <a:extLst>
                <a:ext uri="{FF2B5EF4-FFF2-40B4-BE49-F238E27FC236}">
                  <a16:creationId xmlns:a16="http://schemas.microsoft.com/office/drawing/2014/main" id="{E1FBA021-012F-E262-E33E-3A2331640456}"/>
                </a:ext>
              </a:extLst>
            </p:cNvPr>
            <p:cNvSpPr/>
            <p:nvPr/>
          </p:nvSpPr>
          <p:spPr>
            <a:xfrm>
              <a:off x="4286000" y="1626328"/>
              <a:ext cx="36236" cy="2419917"/>
            </a:xfrm>
            <a:custGeom>
              <a:avLst/>
              <a:gdLst/>
              <a:ahLst/>
              <a:cxnLst/>
              <a:rect l="l" t="t" r="r" b="b"/>
              <a:pathLst>
                <a:path w="167" h="11497" extrusionOk="0">
                  <a:moveTo>
                    <a:pt x="1" y="1"/>
                  </a:moveTo>
                  <a:lnTo>
                    <a:pt x="1" y="11497"/>
                  </a:lnTo>
                  <a:lnTo>
                    <a:pt x="167" y="11497"/>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5">
              <a:extLst>
                <a:ext uri="{FF2B5EF4-FFF2-40B4-BE49-F238E27FC236}">
                  <a16:creationId xmlns:a16="http://schemas.microsoft.com/office/drawing/2014/main" id="{945D730B-C380-FCEA-C413-56049C2EEDED}"/>
                </a:ext>
              </a:extLst>
            </p:cNvPr>
            <p:cNvSpPr/>
            <p:nvPr/>
          </p:nvSpPr>
          <p:spPr>
            <a:xfrm>
              <a:off x="3540028" y="2046449"/>
              <a:ext cx="34934" cy="2419707"/>
            </a:xfrm>
            <a:custGeom>
              <a:avLst/>
              <a:gdLst/>
              <a:ahLst/>
              <a:cxnLst/>
              <a:rect l="l" t="t" r="r" b="b"/>
              <a:pathLst>
                <a:path w="161" h="11496" extrusionOk="0">
                  <a:moveTo>
                    <a:pt x="1" y="0"/>
                  </a:moveTo>
                  <a:lnTo>
                    <a:pt x="1" y="11496"/>
                  </a:lnTo>
                  <a:lnTo>
                    <a:pt x="161" y="11496"/>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5">
              <a:extLst>
                <a:ext uri="{FF2B5EF4-FFF2-40B4-BE49-F238E27FC236}">
                  <a16:creationId xmlns:a16="http://schemas.microsoft.com/office/drawing/2014/main" id="{5521445C-E346-D007-15B2-B0EDD0E3FFB1}"/>
                </a:ext>
              </a:extLst>
            </p:cNvPr>
            <p:cNvSpPr/>
            <p:nvPr/>
          </p:nvSpPr>
          <p:spPr>
            <a:xfrm>
              <a:off x="2790150" y="2465097"/>
              <a:ext cx="36453" cy="2419917"/>
            </a:xfrm>
            <a:custGeom>
              <a:avLst/>
              <a:gdLst/>
              <a:ahLst/>
              <a:cxnLst/>
              <a:rect l="l" t="t" r="r" b="b"/>
              <a:pathLst>
                <a:path w="168" h="11497" extrusionOk="0">
                  <a:moveTo>
                    <a:pt x="1" y="0"/>
                  </a:moveTo>
                  <a:lnTo>
                    <a:pt x="1" y="11496"/>
                  </a:lnTo>
                  <a:lnTo>
                    <a:pt x="167" y="11496"/>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5">
              <a:extLst>
                <a:ext uri="{FF2B5EF4-FFF2-40B4-BE49-F238E27FC236}">
                  <a16:creationId xmlns:a16="http://schemas.microsoft.com/office/drawing/2014/main" id="{3B7A664E-478D-430C-3449-9A6E77C03565}"/>
                </a:ext>
              </a:extLst>
            </p:cNvPr>
            <p:cNvSpPr/>
            <p:nvPr/>
          </p:nvSpPr>
          <p:spPr>
            <a:xfrm>
              <a:off x="11650465" y="3098646"/>
              <a:ext cx="686959" cy="476532"/>
            </a:xfrm>
            <a:custGeom>
              <a:avLst/>
              <a:gdLst/>
              <a:ahLst/>
              <a:cxnLst/>
              <a:rect l="l" t="t" r="r" b="b"/>
              <a:pathLst>
                <a:path w="3166" h="2264" extrusionOk="0">
                  <a:moveTo>
                    <a:pt x="1" y="1"/>
                  </a:moveTo>
                  <a:lnTo>
                    <a:pt x="512" y="725"/>
                  </a:lnTo>
                  <a:lnTo>
                    <a:pt x="3166" y="2263"/>
                  </a:lnTo>
                  <a:lnTo>
                    <a:pt x="3166" y="2263"/>
                  </a:lnTo>
                  <a:lnTo>
                    <a:pt x="2655" y="154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5">
              <a:extLst>
                <a:ext uri="{FF2B5EF4-FFF2-40B4-BE49-F238E27FC236}">
                  <a16:creationId xmlns:a16="http://schemas.microsoft.com/office/drawing/2014/main" id="{D1606E93-967E-D452-743B-4D663CF9F41B}"/>
                </a:ext>
              </a:extLst>
            </p:cNvPr>
            <p:cNvSpPr/>
            <p:nvPr/>
          </p:nvSpPr>
          <p:spPr>
            <a:xfrm>
              <a:off x="11650465" y="2823757"/>
              <a:ext cx="685657" cy="600086"/>
            </a:xfrm>
            <a:custGeom>
              <a:avLst/>
              <a:gdLst/>
              <a:ahLst/>
              <a:cxnLst/>
              <a:rect l="l" t="t" r="r" b="b"/>
              <a:pathLst>
                <a:path w="3160" h="2851" extrusionOk="0">
                  <a:moveTo>
                    <a:pt x="506" y="1"/>
                  </a:moveTo>
                  <a:lnTo>
                    <a:pt x="1" y="1307"/>
                  </a:lnTo>
                  <a:lnTo>
                    <a:pt x="2655" y="2851"/>
                  </a:lnTo>
                  <a:lnTo>
                    <a:pt x="3160" y="1544"/>
                  </a:lnTo>
                  <a:lnTo>
                    <a:pt x="5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5">
              <a:extLst>
                <a:ext uri="{FF2B5EF4-FFF2-40B4-BE49-F238E27FC236}">
                  <a16:creationId xmlns:a16="http://schemas.microsoft.com/office/drawing/2014/main" id="{C818C86F-86DD-A17C-68A6-8C92ED2EA752}"/>
                </a:ext>
              </a:extLst>
            </p:cNvPr>
            <p:cNvSpPr/>
            <p:nvPr/>
          </p:nvSpPr>
          <p:spPr>
            <a:xfrm>
              <a:off x="11760039" y="2699994"/>
              <a:ext cx="796534" cy="448959"/>
            </a:xfrm>
            <a:custGeom>
              <a:avLst/>
              <a:gdLst/>
              <a:ahLst/>
              <a:cxnLst/>
              <a:rect l="l" t="t" r="r" b="b"/>
              <a:pathLst>
                <a:path w="3671" h="2133" extrusionOk="0">
                  <a:moveTo>
                    <a:pt x="1016" y="1"/>
                  </a:moveTo>
                  <a:lnTo>
                    <a:pt x="1" y="589"/>
                  </a:lnTo>
                  <a:lnTo>
                    <a:pt x="2655" y="2132"/>
                  </a:lnTo>
                  <a:lnTo>
                    <a:pt x="3670" y="1550"/>
                  </a:lnTo>
                  <a:lnTo>
                    <a:pt x="10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5">
              <a:extLst>
                <a:ext uri="{FF2B5EF4-FFF2-40B4-BE49-F238E27FC236}">
                  <a16:creationId xmlns:a16="http://schemas.microsoft.com/office/drawing/2014/main" id="{94982947-5B0C-206D-F3BD-AB1416488EB6}"/>
                </a:ext>
              </a:extLst>
            </p:cNvPr>
            <p:cNvSpPr/>
            <p:nvPr/>
          </p:nvSpPr>
          <p:spPr>
            <a:xfrm>
              <a:off x="12226542" y="3026241"/>
              <a:ext cx="441988" cy="548938"/>
            </a:xfrm>
            <a:custGeom>
              <a:avLst/>
              <a:gdLst/>
              <a:ahLst/>
              <a:cxnLst/>
              <a:rect l="l" t="t" r="r" b="b"/>
              <a:pathLst>
                <a:path w="2037" h="2608" extrusionOk="0">
                  <a:moveTo>
                    <a:pt x="1520" y="0"/>
                  </a:moveTo>
                  <a:lnTo>
                    <a:pt x="505" y="582"/>
                  </a:lnTo>
                  <a:lnTo>
                    <a:pt x="0" y="1889"/>
                  </a:lnTo>
                  <a:lnTo>
                    <a:pt x="511" y="2607"/>
                  </a:lnTo>
                  <a:lnTo>
                    <a:pt x="1532" y="2025"/>
                  </a:lnTo>
                  <a:lnTo>
                    <a:pt x="2037" y="719"/>
                  </a:lnTo>
                  <a:lnTo>
                    <a:pt x="15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5">
              <a:extLst>
                <a:ext uri="{FF2B5EF4-FFF2-40B4-BE49-F238E27FC236}">
                  <a16:creationId xmlns:a16="http://schemas.microsoft.com/office/drawing/2014/main" id="{F1E85759-E116-758D-8626-D8927461BD47}"/>
                </a:ext>
              </a:extLst>
            </p:cNvPr>
            <p:cNvSpPr/>
            <p:nvPr/>
          </p:nvSpPr>
          <p:spPr>
            <a:xfrm>
              <a:off x="12355211" y="3371220"/>
              <a:ext cx="1094230" cy="661336"/>
            </a:xfrm>
            <a:custGeom>
              <a:avLst/>
              <a:gdLst/>
              <a:ahLst/>
              <a:cxnLst/>
              <a:rect l="l" t="t" r="r" b="b"/>
              <a:pathLst>
                <a:path w="5043" h="3142" extrusionOk="0">
                  <a:moveTo>
                    <a:pt x="1" y="0"/>
                  </a:moveTo>
                  <a:lnTo>
                    <a:pt x="262" y="357"/>
                  </a:lnTo>
                  <a:lnTo>
                    <a:pt x="5042" y="3142"/>
                  </a:lnTo>
                  <a:lnTo>
                    <a:pt x="4787" y="278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5">
              <a:extLst>
                <a:ext uri="{FF2B5EF4-FFF2-40B4-BE49-F238E27FC236}">
                  <a16:creationId xmlns:a16="http://schemas.microsoft.com/office/drawing/2014/main" id="{2A186D93-659F-DF6F-5EFE-A920194CAE78}"/>
                </a:ext>
              </a:extLst>
            </p:cNvPr>
            <p:cNvSpPr/>
            <p:nvPr/>
          </p:nvSpPr>
          <p:spPr>
            <a:xfrm>
              <a:off x="12355211" y="3235038"/>
              <a:ext cx="1094230" cy="722586"/>
            </a:xfrm>
            <a:custGeom>
              <a:avLst/>
              <a:gdLst/>
              <a:ahLst/>
              <a:cxnLst/>
              <a:rect l="l" t="t" r="r" b="b"/>
              <a:pathLst>
                <a:path w="5043" h="3433" extrusionOk="0">
                  <a:moveTo>
                    <a:pt x="256" y="0"/>
                  </a:moveTo>
                  <a:lnTo>
                    <a:pt x="1" y="647"/>
                  </a:lnTo>
                  <a:lnTo>
                    <a:pt x="4787" y="3432"/>
                  </a:lnTo>
                  <a:lnTo>
                    <a:pt x="5042" y="2779"/>
                  </a:lnTo>
                  <a:lnTo>
                    <a:pt x="2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5">
              <a:extLst>
                <a:ext uri="{FF2B5EF4-FFF2-40B4-BE49-F238E27FC236}">
                  <a16:creationId xmlns:a16="http://schemas.microsoft.com/office/drawing/2014/main" id="{BDCC27E3-22E5-915D-1467-792B901EE882}"/>
                </a:ext>
              </a:extLst>
            </p:cNvPr>
            <p:cNvSpPr/>
            <p:nvPr/>
          </p:nvSpPr>
          <p:spPr>
            <a:xfrm>
              <a:off x="12410757" y="3172525"/>
              <a:ext cx="1148041" cy="647655"/>
            </a:xfrm>
            <a:custGeom>
              <a:avLst/>
              <a:gdLst/>
              <a:ahLst/>
              <a:cxnLst/>
              <a:rect l="l" t="t" r="r" b="b"/>
              <a:pathLst>
                <a:path w="5291" h="3077" extrusionOk="0">
                  <a:moveTo>
                    <a:pt x="505" y="0"/>
                  </a:moveTo>
                  <a:lnTo>
                    <a:pt x="0" y="297"/>
                  </a:lnTo>
                  <a:lnTo>
                    <a:pt x="4786" y="3076"/>
                  </a:lnTo>
                  <a:lnTo>
                    <a:pt x="5291" y="2785"/>
                  </a:lnTo>
                  <a:lnTo>
                    <a:pt x="5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5">
              <a:extLst>
                <a:ext uri="{FF2B5EF4-FFF2-40B4-BE49-F238E27FC236}">
                  <a16:creationId xmlns:a16="http://schemas.microsoft.com/office/drawing/2014/main" id="{32F7BB53-55FE-045C-D26B-78C40FCF0C90}"/>
                </a:ext>
              </a:extLst>
            </p:cNvPr>
            <p:cNvSpPr/>
            <p:nvPr/>
          </p:nvSpPr>
          <p:spPr>
            <a:xfrm>
              <a:off x="13393669" y="3758716"/>
              <a:ext cx="219367" cy="273838"/>
            </a:xfrm>
            <a:custGeom>
              <a:avLst/>
              <a:gdLst/>
              <a:ahLst/>
              <a:cxnLst/>
              <a:rect l="l" t="t" r="r" b="b"/>
              <a:pathLst>
                <a:path w="1011" h="1301" extrusionOk="0">
                  <a:moveTo>
                    <a:pt x="761" y="0"/>
                  </a:moveTo>
                  <a:lnTo>
                    <a:pt x="256" y="291"/>
                  </a:lnTo>
                  <a:lnTo>
                    <a:pt x="1" y="944"/>
                  </a:lnTo>
                  <a:lnTo>
                    <a:pt x="256" y="1301"/>
                  </a:lnTo>
                  <a:lnTo>
                    <a:pt x="761" y="1010"/>
                  </a:lnTo>
                  <a:lnTo>
                    <a:pt x="1010" y="356"/>
                  </a:lnTo>
                  <a:lnTo>
                    <a:pt x="7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5">
              <a:extLst>
                <a:ext uri="{FF2B5EF4-FFF2-40B4-BE49-F238E27FC236}">
                  <a16:creationId xmlns:a16="http://schemas.microsoft.com/office/drawing/2014/main" id="{CCA6DA5F-5E65-A91A-22D4-AC42ABA77E63}"/>
                </a:ext>
              </a:extLst>
            </p:cNvPr>
            <p:cNvSpPr/>
            <p:nvPr/>
          </p:nvSpPr>
          <p:spPr>
            <a:xfrm>
              <a:off x="13464621" y="3821229"/>
              <a:ext cx="1318154" cy="811831"/>
            </a:xfrm>
            <a:custGeom>
              <a:avLst/>
              <a:gdLst/>
              <a:ahLst/>
              <a:cxnLst/>
              <a:rect l="l" t="t" r="r" b="b"/>
              <a:pathLst>
                <a:path w="6075" h="3857" extrusionOk="0">
                  <a:moveTo>
                    <a:pt x="5535" y="3741"/>
                  </a:moveTo>
                  <a:cubicBezTo>
                    <a:pt x="5541" y="3741"/>
                    <a:pt x="5541" y="3747"/>
                    <a:pt x="5541" y="3753"/>
                  </a:cubicBezTo>
                  <a:cubicBezTo>
                    <a:pt x="5541" y="3747"/>
                    <a:pt x="5541" y="3747"/>
                    <a:pt x="5535" y="3741"/>
                  </a:cubicBezTo>
                  <a:close/>
                  <a:moveTo>
                    <a:pt x="5541" y="3765"/>
                  </a:moveTo>
                  <a:cubicBezTo>
                    <a:pt x="5544" y="3768"/>
                    <a:pt x="5546" y="3772"/>
                    <a:pt x="5546" y="3774"/>
                  </a:cubicBezTo>
                  <a:lnTo>
                    <a:pt x="5546" y="3774"/>
                  </a:lnTo>
                  <a:cubicBezTo>
                    <a:pt x="5545" y="3771"/>
                    <a:pt x="5541" y="3770"/>
                    <a:pt x="5541" y="3765"/>
                  </a:cubicBezTo>
                  <a:close/>
                  <a:moveTo>
                    <a:pt x="345" y="0"/>
                  </a:moveTo>
                  <a:cubicBezTo>
                    <a:pt x="339" y="0"/>
                    <a:pt x="327" y="6"/>
                    <a:pt x="321" y="6"/>
                  </a:cubicBezTo>
                  <a:lnTo>
                    <a:pt x="315" y="6"/>
                  </a:lnTo>
                  <a:cubicBezTo>
                    <a:pt x="309" y="6"/>
                    <a:pt x="297" y="12"/>
                    <a:pt x="291" y="12"/>
                  </a:cubicBezTo>
                  <a:cubicBezTo>
                    <a:pt x="286" y="24"/>
                    <a:pt x="280" y="24"/>
                    <a:pt x="268" y="30"/>
                  </a:cubicBezTo>
                  <a:cubicBezTo>
                    <a:pt x="262" y="36"/>
                    <a:pt x="256" y="36"/>
                    <a:pt x="238" y="42"/>
                  </a:cubicBezTo>
                  <a:cubicBezTo>
                    <a:pt x="238" y="42"/>
                    <a:pt x="232" y="42"/>
                    <a:pt x="232" y="53"/>
                  </a:cubicBezTo>
                  <a:cubicBezTo>
                    <a:pt x="226" y="53"/>
                    <a:pt x="226" y="59"/>
                    <a:pt x="220" y="59"/>
                  </a:cubicBezTo>
                  <a:cubicBezTo>
                    <a:pt x="208" y="65"/>
                    <a:pt x="196" y="71"/>
                    <a:pt x="191" y="89"/>
                  </a:cubicBezTo>
                  <a:lnTo>
                    <a:pt x="179" y="95"/>
                  </a:lnTo>
                  <a:lnTo>
                    <a:pt x="161" y="119"/>
                  </a:lnTo>
                  <a:lnTo>
                    <a:pt x="149" y="125"/>
                  </a:lnTo>
                  <a:lnTo>
                    <a:pt x="131" y="148"/>
                  </a:lnTo>
                  <a:lnTo>
                    <a:pt x="119" y="154"/>
                  </a:lnTo>
                  <a:cubicBezTo>
                    <a:pt x="113" y="172"/>
                    <a:pt x="107" y="178"/>
                    <a:pt x="101" y="190"/>
                  </a:cubicBezTo>
                  <a:cubicBezTo>
                    <a:pt x="90" y="208"/>
                    <a:pt x="84" y="214"/>
                    <a:pt x="78" y="232"/>
                  </a:cubicBezTo>
                  <a:cubicBezTo>
                    <a:pt x="78" y="238"/>
                    <a:pt x="72" y="238"/>
                    <a:pt x="72" y="243"/>
                  </a:cubicBezTo>
                  <a:cubicBezTo>
                    <a:pt x="60" y="249"/>
                    <a:pt x="60" y="267"/>
                    <a:pt x="54" y="273"/>
                  </a:cubicBezTo>
                  <a:cubicBezTo>
                    <a:pt x="54" y="273"/>
                    <a:pt x="54" y="279"/>
                    <a:pt x="48" y="279"/>
                  </a:cubicBezTo>
                  <a:cubicBezTo>
                    <a:pt x="42" y="297"/>
                    <a:pt x="30" y="309"/>
                    <a:pt x="30" y="321"/>
                  </a:cubicBezTo>
                  <a:cubicBezTo>
                    <a:pt x="24" y="333"/>
                    <a:pt x="24" y="338"/>
                    <a:pt x="18" y="356"/>
                  </a:cubicBezTo>
                  <a:lnTo>
                    <a:pt x="18" y="362"/>
                  </a:lnTo>
                  <a:lnTo>
                    <a:pt x="18" y="368"/>
                  </a:lnTo>
                  <a:cubicBezTo>
                    <a:pt x="18" y="380"/>
                    <a:pt x="12" y="392"/>
                    <a:pt x="12" y="398"/>
                  </a:cubicBezTo>
                  <a:lnTo>
                    <a:pt x="12" y="410"/>
                  </a:lnTo>
                  <a:cubicBezTo>
                    <a:pt x="12" y="422"/>
                    <a:pt x="1" y="439"/>
                    <a:pt x="1" y="445"/>
                  </a:cubicBezTo>
                  <a:lnTo>
                    <a:pt x="1" y="475"/>
                  </a:lnTo>
                  <a:lnTo>
                    <a:pt x="1" y="505"/>
                  </a:lnTo>
                  <a:lnTo>
                    <a:pt x="1" y="511"/>
                  </a:lnTo>
                  <a:lnTo>
                    <a:pt x="1" y="528"/>
                  </a:lnTo>
                  <a:lnTo>
                    <a:pt x="1" y="534"/>
                  </a:lnTo>
                  <a:lnTo>
                    <a:pt x="1" y="540"/>
                  </a:lnTo>
                  <a:cubicBezTo>
                    <a:pt x="1" y="546"/>
                    <a:pt x="1" y="546"/>
                    <a:pt x="12" y="558"/>
                  </a:cubicBezTo>
                  <a:lnTo>
                    <a:pt x="12" y="564"/>
                  </a:lnTo>
                  <a:cubicBezTo>
                    <a:pt x="12" y="570"/>
                    <a:pt x="18" y="576"/>
                    <a:pt x="18" y="588"/>
                  </a:cubicBezTo>
                  <a:cubicBezTo>
                    <a:pt x="18" y="594"/>
                    <a:pt x="24" y="600"/>
                    <a:pt x="24" y="606"/>
                  </a:cubicBezTo>
                  <a:lnTo>
                    <a:pt x="24" y="618"/>
                  </a:lnTo>
                  <a:cubicBezTo>
                    <a:pt x="24" y="624"/>
                    <a:pt x="30" y="624"/>
                    <a:pt x="30" y="629"/>
                  </a:cubicBezTo>
                  <a:lnTo>
                    <a:pt x="42" y="635"/>
                  </a:lnTo>
                  <a:lnTo>
                    <a:pt x="48" y="647"/>
                  </a:lnTo>
                  <a:lnTo>
                    <a:pt x="54" y="653"/>
                  </a:lnTo>
                  <a:cubicBezTo>
                    <a:pt x="60" y="659"/>
                    <a:pt x="60" y="659"/>
                    <a:pt x="72" y="659"/>
                  </a:cubicBezTo>
                  <a:lnTo>
                    <a:pt x="5554" y="3796"/>
                  </a:lnTo>
                  <a:lnTo>
                    <a:pt x="5554" y="3796"/>
                  </a:lnTo>
                  <a:cubicBezTo>
                    <a:pt x="5555" y="3798"/>
                    <a:pt x="5557" y="3800"/>
                    <a:pt x="5561" y="3800"/>
                  </a:cubicBezTo>
                  <a:lnTo>
                    <a:pt x="5561" y="3800"/>
                  </a:lnTo>
                  <a:lnTo>
                    <a:pt x="5624" y="3836"/>
                  </a:lnTo>
                  <a:cubicBezTo>
                    <a:pt x="5612" y="3836"/>
                    <a:pt x="5612" y="3830"/>
                    <a:pt x="5606" y="3830"/>
                  </a:cubicBezTo>
                  <a:lnTo>
                    <a:pt x="5606" y="3830"/>
                  </a:lnTo>
                  <a:cubicBezTo>
                    <a:pt x="5632" y="3847"/>
                    <a:pt x="5661" y="3856"/>
                    <a:pt x="5694" y="3856"/>
                  </a:cubicBezTo>
                  <a:cubicBezTo>
                    <a:pt x="5729" y="3856"/>
                    <a:pt x="5768" y="3846"/>
                    <a:pt x="5808" y="3824"/>
                  </a:cubicBezTo>
                  <a:cubicBezTo>
                    <a:pt x="5956" y="3735"/>
                    <a:pt x="6075" y="3527"/>
                    <a:pt x="6075" y="3355"/>
                  </a:cubicBezTo>
                  <a:cubicBezTo>
                    <a:pt x="6069" y="3272"/>
                    <a:pt x="6039" y="3212"/>
                    <a:pt x="5992" y="3183"/>
                  </a:cubicBezTo>
                  <a:lnTo>
                    <a:pt x="446" y="6"/>
                  </a:lnTo>
                  <a:cubicBezTo>
                    <a:pt x="440" y="0"/>
                    <a:pt x="434" y="0"/>
                    <a:pt x="4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5">
              <a:extLst>
                <a:ext uri="{FF2B5EF4-FFF2-40B4-BE49-F238E27FC236}">
                  <a16:creationId xmlns:a16="http://schemas.microsoft.com/office/drawing/2014/main" id="{574665D2-8966-1974-060B-F52A6B0FCEF8}"/>
                </a:ext>
              </a:extLst>
            </p:cNvPr>
            <p:cNvSpPr/>
            <p:nvPr/>
          </p:nvSpPr>
          <p:spPr>
            <a:xfrm>
              <a:off x="14383308" y="4721037"/>
              <a:ext cx="212640" cy="243949"/>
            </a:xfrm>
            <a:custGeom>
              <a:avLst/>
              <a:gdLst/>
              <a:ahLst/>
              <a:cxnLst/>
              <a:rect l="l" t="t" r="r" b="b"/>
              <a:pathLst>
                <a:path w="980" h="1159" extrusionOk="0">
                  <a:moveTo>
                    <a:pt x="0" y="0"/>
                  </a:moveTo>
                  <a:lnTo>
                    <a:pt x="725" y="1010"/>
                  </a:lnTo>
                  <a:lnTo>
                    <a:pt x="980" y="1158"/>
                  </a:lnTo>
                  <a:lnTo>
                    <a:pt x="262" y="149"/>
                  </a:lnTo>
                  <a:lnTo>
                    <a:pt x="0" y="0"/>
                  </a:lnTo>
                  <a:close/>
                  <a:moveTo>
                    <a:pt x="980" y="1158"/>
                  </a:moveTo>
                  <a:lnTo>
                    <a:pt x="980" y="1158"/>
                  </a:lnTo>
                  <a:lnTo>
                    <a:pt x="980" y="115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5">
              <a:extLst>
                <a:ext uri="{FF2B5EF4-FFF2-40B4-BE49-F238E27FC236}">
                  <a16:creationId xmlns:a16="http://schemas.microsoft.com/office/drawing/2014/main" id="{E5071D57-7C7C-EED4-5113-8556C47CA5B6}"/>
                </a:ext>
              </a:extLst>
            </p:cNvPr>
            <p:cNvSpPr/>
            <p:nvPr/>
          </p:nvSpPr>
          <p:spPr>
            <a:xfrm>
              <a:off x="14383308" y="4332278"/>
              <a:ext cx="211555" cy="420123"/>
            </a:xfrm>
            <a:custGeom>
              <a:avLst/>
              <a:gdLst/>
              <a:ahLst/>
              <a:cxnLst/>
              <a:rect l="l" t="t" r="r" b="b"/>
              <a:pathLst>
                <a:path w="975" h="1996" extrusionOk="0">
                  <a:moveTo>
                    <a:pt x="719" y="1"/>
                  </a:moveTo>
                  <a:lnTo>
                    <a:pt x="0" y="1847"/>
                  </a:lnTo>
                  <a:lnTo>
                    <a:pt x="262" y="1996"/>
                  </a:lnTo>
                  <a:lnTo>
                    <a:pt x="974" y="149"/>
                  </a:lnTo>
                  <a:lnTo>
                    <a:pt x="7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5">
              <a:extLst>
                <a:ext uri="{FF2B5EF4-FFF2-40B4-BE49-F238E27FC236}">
                  <a16:creationId xmlns:a16="http://schemas.microsoft.com/office/drawing/2014/main" id="{62075492-9DE2-6B27-C318-3AB015AE6DDE}"/>
                </a:ext>
              </a:extLst>
            </p:cNvPr>
            <p:cNvSpPr/>
            <p:nvPr/>
          </p:nvSpPr>
          <p:spPr>
            <a:xfrm>
              <a:off x="14539099" y="4158631"/>
              <a:ext cx="366262" cy="205220"/>
            </a:xfrm>
            <a:custGeom>
              <a:avLst/>
              <a:gdLst/>
              <a:ahLst/>
              <a:cxnLst/>
              <a:rect l="l" t="t" r="r" b="b"/>
              <a:pathLst>
                <a:path w="1688" h="975" extrusionOk="0">
                  <a:moveTo>
                    <a:pt x="1432" y="0"/>
                  </a:moveTo>
                  <a:lnTo>
                    <a:pt x="1" y="826"/>
                  </a:lnTo>
                  <a:lnTo>
                    <a:pt x="256" y="974"/>
                  </a:lnTo>
                  <a:lnTo>
                    <a:pt x="1687" y="149"/>
                  </a:lnTo>
                  <a:lnTo>
                    <a:pt x="14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5">
              <a:extLst>
                <a:ext uri="{FF2B5EF4-FFF2-40B4-BE49-F238E27FC236}">
                  <a16:creationId xmlns:a16="http://schemas.microsoft.com/office/drawing/2014/main" id="{793DA9D4-A394-FBEC-3E5B-3E76F5608E60}"/>
                </a:ext>
              </a:extLst>
            </p:cNvPr>
            <p:cNvSpPr/>
            <p:nvPr/>
          </p:nvSpPr>
          <p:spPr>
            <a:xfrm>
              <a:off x="14439939" y="4189782"/>
              <a:ext cx="622516" cy="775207"/>
            </a:xfrm>
            <a:custGeom>
              <a:avLst/>
              <a:gdLst/>
              <a:ahLst/>
              <a:cxnLst/>
              <a:rect l="l" t="t" r="r" b="b"/>
              <a:pathLst>
                <a:path w="2869" h="3683" extrusionOk="0">
                  <a:moveTo>
                    <a:pt x="2144" y="1"/>
                  </a:moveTo>
                  <a:lnTo>
                    <a:pt x="713" y="826"/>
                  </a:lnTo>
                  <a:lnTo>
                    <a:pt x="1" y="2673"/>
                  </a:lnTo>
                  <a:lnTo>
                    <a:pt x="719" y="3682"/>
                  </a:lnTo>
                  <a:lnTo>
                    <a:pt x="2150" y="2857"/>
                  </a:lnTo>
                  <a:lnTo>
                    <a:pt x="2869" y="1010"/>
                  </a:lnTo>
                  <a:lnTo>
                    <a:pt x="2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5">
              <a:extLst>
                <a:ext uri="{FF2B5EF4-FFF2-40B4-BE49-F238E27FC236}">
                  <a16:creationId xmlns:a16="http://schemas.microsoft.com/office/drawing/2014/main" id="{F3FBB0E5-2464-9FDA-7A35-C2CFCE348783}"/>
                </a:ext>
              </a:extLst>
            </p:cNvPr>
            <p:cNvSpPr/>
            <p:nvPr/>
          </p:nvSpPr>
          <p:spPr>
            <a:xfrm>
              <a:off x="11382496" y="3160618"/>
              <a:ext cx="274697" cy="316355"/>
            </a:xfrm>
            <a:custGeom>
              <a:avLst/>
              <a:gdLst/>
              <a:ahLst/>
              <a:cxnLst/>
              <a:rect l="l" t="t" r="r" b="b"/>
              <a:pathLst>
                <a:path w="1266" h="1503" extrusionOk="0">
                  <a:moveTo>
                    <a:pt x="1" y="0"/>
                  </a:moveTo>
                  <a:lnTo>
                    <a:pt x="939" y="1306"/>
                  </a:lnTo>
                  <a:lnTo>
                    <a:pt x="1266" y="1502"/>
                  </a:lnTo>
                  <a:lnTo>
                    <a:pt x="1266" y="1502"/>
                  </a:lnTo>
                  <a:lnTo>
                    <a:pt x="333" y="190"/>
                  </a:lnTo>
                  <a:lnTo>
                    <a:pt x="1"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5">
              <a:extLst>
                <a:ext uri="{FF2B5EF4-FFF2-40B4-BE49-F238E27FC236}">
                  <a16:creationId xmlns:a16="http://schemas.microsoft.com/office/drawing/2014/main" id="{BDB53E40-2CBA-9869-383E-A51153045720}"/>
                </a:ext>
              </a:extLst>
            </p:cNvPr>
            <p:cNvSpPr/>
            <p:nvPr/>
          </p:nvSpPr>
          <p:spPr>
            <a:xfrm>
              <a:off x="11382496" y="2659251"/>
              <a:ext cx="272093" cy="541571"/>
            </a:xfrm>
            <a:custGeom>
              <a:avLst/>
              <a:gdLst/>
              <a:ahLst/>
              <a:cxnLst/>
              <a:rect l="l" t="t" r="r" b="b"/>
              <a:pathLst>
                <a:path w="1254" h="2573" extrusionOk="0">
                  <a:moveTo>
                    <a:pt x="927" y="1"/>
                  </a:moveTo>
                  <a:lnTo>
                    <a:pt x="1" y="2382"/>
                  </a:lnTo>
                  <a:lnTo>
                    <a:pt x="333" y="2572"/>
                  </a:lnTo>
                  <a:lnTo>
                    <a:pt x="1254" y="185"/>
                  </a:lnTo>
                  <a:lnTo>
                    <a:pt x="927"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5">
              <a:extLst>
                <a:ext uri="{FF2B5EF4-FFF2-40B4-BE49-F238E27FC236}">
                  <a16:creationId xmlns:a16="http://schemas.microsoft.com/office/drawing/2014/main" id="{21AC3347-0338-80B9-6794-5404C92F0EBB}"/>
                </a:ext>
              </a:extLst>
            </p:cNvPr>
            <p:cNvSpPr/>
            <p:nvPr/>
          </p:nvSpPr>
          <p:spPr>
            <a:xfrm>
              <a:off x="11583635" y="2433194"/>
              <a:ext cx="474318" cy="265208"/>
            </a:xfrm>
            <a:custGeom>
              <a:avLst/>
              <a:gdLst/>
              <a:ahLst/>
              <a:cxnLst/>
              <a:rect l="l" t="t" r="r" b="b"/>
              <a:pathLst>
                <a:path w="2186" h="1260" extrusionOk="0">
                  <a:moveTo>
                    <a:pt x="1859" y="0"/>
                  </a:moveTo>
                  <a:lnTo>
                    <a:pt x="0" y="1075"/>
                  </a:lnTo>
                  <a:lnTo>
                    <a:pt x="327" y="1259"/>
                  </a:lnTo>
                  <a:lnTo>
                    <a:pt x="2185" y="190"/>
                  </a:lnTo>
                  <a:lnTo>
                    <a:pt x="1859"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5">
              <a:extLst>
                <a:ext uri="{FF2B5EF4-FFF2-40B4-BE49-F238E27FC236}">
                  <a16:creationId xmlns:a16="http://schemas.microsoft.com/office/drawing/2014/main" id="{2D739089-9B7D-6ABE-4702-59E9662B8974}"/>
                </a:ext>
              </a:extLst>
            </p:cNvPr>
            <p:cNvSpPr/>
            <p:nvPr/>
          </p:nvSpPr>
          <p:spPr>
            <a:xfrm>
              <a:off x="11650465" y="3104209"/>
              <a:ext cx="686959" cy="476532"/>
            </a:xfrm>
            <a:custGeom>
              <a:avLst/>
              <a:gdLst/>
              <a:ahLst/>
              <a:cxnLst/>
              <a:rect l="l" t="t" r="r" b="b"/>
              <a:pathLst>
                <a:path w="3166" h="2264" extrusionOk="0">
                  <a:moveTo>
                    <a:pt x="1" y="1"/>
                  </a:moveTo>
                  <a:lnTo>
                    <a:pt x="512" y="725"/>
                  </a:lnTo>
                  <a:lnTo>
                    <a:pt x="3166" y="2263"/>
                  </a:lnTo>
                  <a:lnTo>
                    <a:pt x="3166" y="2263"/>
                  </a:lnTo>
                  <a:lnTo>
                    <a:pt x="2655" y="1545"/>
                  </a:lnTo>
                  <a:lnTo>
                    <a:pt x="1" y="1"/>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5">
              <a:extLst>
                <a:ext uri="{FF2B5EF4-FFF2-40B4-BE49-F238E27FC236}">
                  <a16:creationId xmlns:a16="http://schemas.microsoft.com/office/drawing/2014/main" id="{372562B3-64A0-9BBB-FE34-955E3D356D38}"/>
                </a:ext>
              </a:extLst>
            </p:cNvPr>
            <p:cNvSpPr/>
            <p:nvPr/>
          </p:nvSpPr>
          <p:spPr>
            <a:xfrm>
              <a:off x="11650465" y="2829320"/>
              <a:ext cx="685657" cy="600086"/>
            </a:xfrm>
            <a:custGeom>
              <a:avLst/>
              <a:gdLst/>
              <a:ahLst/>
              <a:cxnLst/>
              <a:rect l="l" t="t" r="r" b="b"/>
              <a:pathLst>
                <a:path w="3160" h="2851" extrusionOk="0">
                  <a:moveTo>
                    <a:pt x="506" y="1"/>
                  </a:moveTo>
                  <a:lnTo>
                    <a:pt x="1" y="1307"/>
                  </a:lnTo>
                  <a:lnTo>
                    <a:pt x="2655" y="2851"/>
                  </a:lnTo>
                  <a:lnTo>
                    <a:pt x="3160" y="1544"/>
                  </a:lnTo>
                  <a:lnTo>
                    <a:pt x="506"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5">
              <a:extLst>
                <a:ext uri="{FF2B5EF4-FFF2-40B4-BE49-F238E27FC236}">
                  <a16:creationId xmlns:a16="http://schemas.microsoft.com/office/drawing/2014/main" id="{2234208E-1EB5-7E58-391D-88CE48A3C8B1}"/>
                </a:ext>
              </a:extLst>
            </p:cNvPr>
            <p:cNvSpPr/>
            <p:nvPr/>
          </p:nvSpPr>
          <p:spPr>
            <a:xfrm>
              <a:off x="11760039" y="2705557"/>
              <a:ext cx="796534" cy="448959"/>
            </a:xfrm>
            <a:custGeom>
              <a:avLst/>
              <a:gdLst/>
              <a:ahLst/>
              <a:cxnLst/>
              <a:rect l="l" t="t" r="r" b="b"/>
              <a:pathLst>
                <a:path w="3671" h="2133" extrusionOk="0">
                  <a:moveTo>
                    <a:pt x="1016" y="1"/>
                  </a:moveTo>
                  <a:lnTo>
                    <a:pt x="1" y="589"/>
                  </a:lnTo>
                  <a:lnTo>
                    <a:pt x="2655" y="2132"/>
                  </a:lnTo>
                  <a:lnTo>
                    <a:pt x="3670" y="1550"/>
                  </a:lnTo>
                  <a:lnTo>
                    <a:pt x="1016" y="1"/>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5">
              <a:extLst>
                <a:ext uri="{FF2B5EF4-FFF2-40B4-BE49-F238E27FC236}">
                  <a16:creationId xmlns:a16="http://schemas.microsoft.com/office/drawing/2014/main" id="{E4086A04-4D08-382E-2D36-8A69AB5DF9E5}"/>
                </a:ext>
              </a:extLst>
            </p:cNvPr>
            <p:cNvSpPr/>
            <p:nvPr/>
          </p:nvSpPr>
          <p:spPr>
            <a:xfrm>
              <a:off x="12355211" y="3376783"/>
              <a:ext cx="1094230" cy="661336"/>
            </a:xfrm>
            <a:custGeom>
              <a:avLst/>
              <a:gdLst/>
              <a:ahLst/>
              <a:cxnLst/>
              <a:rect l="l" t="t" r="r" b="b"/>
              <a:pathLst>
                <a:path w="5043" h="3142" extrusionOk="0">
                  <a:moveTo>
                    <a:pt x="1" y="0"/>
                  </a:moveTo>
                  <a:lnTo>
                    <a:pt x="262" y="357"/>
                  </a:lnTo>
                  <a:lnTo>
                    <a:pt x="5042" y="3142"/>
                  </a:lnTo>
                  <a:lnTo>
                    <a:pt x="4787" y="2785"/>
                  </a:lnTo>
                  <a:lnTo>
                    <a:pt x="1"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5">
              <a:extLst>
                <a:ext uri="{FF2B5EF4-FFF2-40B4-BE49-F238E27FC236}">
                  <a16:creationId xmlns:a16="http://schemas.microsoft.com/office/drawing/2014/main" id="{E5D2B4F9-9168-5B4F-F3F8-4DEFDD75E527}"/>
                </a:ext>
              </a:extLst>
            </p:cNvPr>
            <p:cNvSpPr/>
            <p:nvPr/>
          </p:nvSpPr>
          <p:spPr>
            <a:xfrm>
              <a:off x="12355211" y="3240601"/>
              <a:ext cx="1094230" cy="722586"/>
            </a:xfrm>
            <a:custGeom>
              <a:avLst/>
              <a:gdLst/>
              <a:ahLst/>
              <a:cxnLst/>
              <a:rect l="l" t="t" r="r" b="b"/>
              <a:pathLst>
                <a:path w="5043" h="3433" extrusionOk="0">
                  <a:moveTo>
                    <a:pt x="256" y="0"/>
                  </a:moveTo>
                  <a:lnTo>
                    <a:pt x="1" y="647"/>
                  </a:lnTo>
                  <a:lnTo>
                    <a:pt x="4787" y="3432"/>
                  </a:lnTo>
                  <a:lnTo>
                    <a:pt x="5042" y="2779"/>
                  </a:lnTo>
                  <a:lnTo>
                    <a:pt x="256" y="0"/>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5">
              <a:extLst>
                <a:ext uri="{FF2B5EF4-FFF2-40B4-BE49-F238E27FC236}">
                  <a16:creationId xmlns:a16="http://schemas.microsoft.com/office/drawing/2014/main" id="{832804A2-F5DC-453F-8DDF-BFCCE11D4EC1}"/>
                </a:ext>
              </a:extLst>
            </p:cNvPr>
            <p:cNvSpPr/>
            <p:nvPr/>
          </p:nvSpPr>
          <p:spPr>
            <a:xfrm>
              <a:off x="12410757" y="3178088"/>
              <a:ext cx="1148041" cy="647655"/>
            </a:xfrm>
            <a:custGeom>
              <a:avLst/>
              <a:gdLst/>
              <a:ahLst/>
              <a:cxnLst/>
              <a:rect l="l" t="t" r="r" b="b"/>
              <a:pathLst>
                <a:path w="5291" h="3077" extrusionOk="0">
                  <a:moveTo>
                    <a:pt x="505" y="0"/>
                  </a:moveTo>
                  <a:lnTo>
                    <a:pt x="0" y="297"/>
                  </a:lnTo>
                  <a:lnTo>
                    <a:pt x="4786" y="3076"/>
                  </a:lnTo>
                  <a:lnTo>
                    <a:pt x="5291" y="2785"/>
                  </a:lnTo>
                  <a:lnTo>
                    <a:pt x="505"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5">
              <a:extLst>
                <a:ext uri="{FF2B5EF4-FFF2-40B4-BE49-F238E27FC236}">
                  <a16:creationId xmlns:a16="http://schemas.microsoft.com/office/drawing/2014/main" id="{E7F460F0-4749-CC36-460E-7417BCD88A73}"/>
                </a:ext>
              </a:extLst>
            </p:cNvPr>
            <p:cNvSpPr/>
            <p:nvPr/>
          </p:nvSpPr>
          <p:spPr>
            <a:xfrm>
              <a:off x="14383308" y="4726600"/>
              <a:ext cx="212640" cy="243949"/>
            </a:xfrm>
            <a:custGeom>
              <a:avLst/>
              <a:gdLst/>
              <a:ahLst/>
              <a:cxnLst/>
              <a:rect l="l" t="t" r="r" b="b"/>
              <a:pathLst>
                <a:path w="980" h="1159" extrusionOk="0">
                  <a:moveTo>
                    <a:pt x="0" y="0"/>
                  </a:moveTo>
                  <a:lnTo>
                    <a:pt x="725" y="1010"/>
                  </a:lnTo>
                  <a:lnTo>
                    <a:pt x="980" y="1158"/>
                  </a:lnTo>
                  <a:lnTo>
                    <a:pt x="262" y="149"/>
                  </a:lnTo>
                  <a:lnTo>
                    <a:pt x="0" y="0"/>
                  </a:lnTo>
                  <a:close/>
                  <a:moveTo>
                    <a:pt x="980" y="1158"/>
                  </a:moveTo>
                  <a:lnTo>
                    <a:pt x="980" y="1158"/>
                  </a:lnTo>
                  <a:lnTo>
                    <a:pt x="980" y="1158"/>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5">
              <a:extLst>
                <a:ext uri="{FF2B5EF4-FFF2-40B4-BE49-F238E27FC236}">
                  <a16:creationId xmlns:a16="http://schemas.microsoft.com/office/drawing/2014/main" id="{7DEA6E7F-3F2B-B8C3-EA25-3D84BCAE5EDE}"/>
                </a:ext>
              </a:extLst>
            </p:cNvPr>
            <p:cNvSpPr/>
            <p:nvPr/>
          </p:nvSpPr>
          <p:spPr>
            <a:xfrm>
              <a:off x="14383308" y="4337841"/>
              <a:ext cx="211555" cy="420123"/>
            </a:xfrm>
            <a:custGeom>
              <a:avLst/>
              <a:gdLst/>
              <a:ahLst/>
              <a:cxnLst/>
              <a:rect l="l" t="t" r="r" b="b"/>
              <a:pathLst>
                <a:path w="975" h="1996" extrusionOk="0">
                  <a:moveTo>
                    <a:pt x="719" y="1"/>
                  </a:moveTo>
                  <a:lnTo>
                    <a:pt x="0" y="1847"/>
                  </a:lnTo>
                  <a:lnTo>
                    <a:pt x="262" y="1996"/>
                  </a:lnTo>
                  <a:lnTo>
                    <a:pt x="974" y="149"/>
                  </a:lnTo>
                  <a:lnTo>
                    <a:pt x="719"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5">
              <a:extLst>
                <a:ext uri="{FF2B5EF4-FFF2-40B4-BE49-F238E27FC236}">
                  <a16:creationId xmlns:a16="http://schemas.microsoft.com/office/drawing/2014/main" id="{9BCD1651-9484-D9D5-887A-AC30D0A3E4A0}"/>
                </a:ext>
              </a:extLst>
            </p:cNvPr>
            <p:cNvSpPr/>
            <p:nvPr/>
          </p:nvSpPr>
          <p:spPr>
            <a:xfrm>
              <a:off x="14539099" y="4164194"/>
              <a:ext cx="366262" cy="205220"/>
            </a:xfrm>
            <a:custGeom>
              <a:avLst/>
              <a:gdLst/>
              <a:ahLst/>
              <a:cxnLst/>
              <a:rect l="l" t="t" r="r" b="b"/>
              <a:pathLst>
                <a:path w="1688" h="975" extrusionOk="0">
                  <a:moveTo>
                    <a:pt x="1432" y="0"/>
                  </a:moveTo>
                  <a:lnTo>
                    <a:pt x="1" y="826"/>
                  </a:lnTo>
                  <a:lnTo>
                    <a:pt x="256" y="974"/>
                  </a:lnTo>
                  <a:lnTo>
                    <a:pt x="1687" y="149"/>
                  </a:lnTo>
                  <a:lnTo>
                    <a:pt x="1432"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5">
              <a:extLst>
                <a:ext uri="{FF2B5EF4-FFF2-40B4-BE49-F238E27FC236}">
                  <a16:creationId xmlns:a16="http://schemas.microsoft.com/office/drawing/2014/main" id="{42B9F550-626E-1CCB-F645-A921853E2DFA}"/>
                </a:ext>
              </a:extLst>
            </p:cNvPr>
            <p:cNvSpPr/>
            <p:nvPr/>
          </p:nvSpPr>
          <p:spPr>
            <a:xfrm>
              <a:off x="1882175" y="2775750"/>
              <a:ext cx="122900" cy="74550"/>
            </a:xfrm>
            <a:custGeom>
              <a:avLst/>
              <a:gdLst/>
              <a:ahLst/>
              <a:cxnLst/>
              <a:rect l="l" t="t" r="r" b="b"/>
              <a:pathLst>
                <a:path w="4916" h="2982" extrusionOk="0">
                  <a:moveTo>
                    <a:pt x="119" y="0"/>
                  </a:moveTo>
                  <a:lnTo>
                    <a:pt x="4916" y="2391"/>
                  </a:lnTo>
                  <a:lnTo>
                    <a:pt x="4916" y="2833"/>
                  </a:lnTo>
                  <a:lnTo>
                    <a:pt x="4076" y="2982"/>
                  </a:lnTo>
                  <a:lnTo>
                    <a:pt x="0" y="238"/>
                  </a:lnTo>
                  <a:close/>
                </a:path>
              </a:pathLst>
            </a:custGeom>
            <a:solidFill>
              <a:schemeClr val="lt1"/>
            </a:solidFill>
            <a:ln>
              <a:noFill/>
            </a:ln>
          </p:spPr>
          <p:txBody>
            <a:bodyPr/>
            <a:lstStyle/>
            <a:p>
              <a:endParaRPr lang="en-PK"/>
            </a:p>
          </p:txBody>
        </p:sp>
        <p:sp>
          <p:nvSpPr>
            <p:cNvPr id="1299" name="Google Shape;1299;p45">
              <a:extLst>
                <a:ext uri="{FF2B5EF4-FFF2-40B4-BE49-F238E27FC236}">
                  <a16:creationId xmlns:a16="http://schemas.microsoft.com/office/drawing/2014/main" id="{D89CCE74-696B-A4E8-D20F-F6BAB963F7AB}"/>
                </a:ext>
              </a:extLst>
            </p:cNvPr>
            <p:cNvSpPr/>
            <p:nvPr/>
          </p:nvSpPr>
          <p:spPr>
            <a:xfrm>
              <a:off x="9708860" y="-1666675"/>
              <a:ext cx="121106" cy="76743"/>
            </a:xfrm>
            <a:custGeom>
              <a:avLst/>
              <a:gdLst/>
              <a:ahLst/>
              <a:cxnLst/>
              <a:rect l="l" t="t" r="r" b="b"/>
              <a:pathLst>
                <a:path w="3025" h="1976" extrusionOk="0">
                  <a:moveTo>
                    <a:pt x="0" y="0"/>
                  </a:moveTo>
                  <a:lnTo>
                    <a:pt x="3025" y="1476"/>
                  </a:lnTo>
                  <a:lnTo>
                    <a:pt x="2953" y="1786"/>
                  </a:lnTo>
                  <a:lnTo>
                    <a:pt x="2215" y="1976"/>
                  </a:lnTo>
                  <a:lnTo>
                    <a:pt x="24" y="286"/>
                  </a:lnTo>
                  <a:close/>
                </a:path>
              </a:pathLst>
            </a:custGeom>
            <a:solidFill>
              <a:schemeClr val="lt1"/>
            </a:solidFill>
            <a:ln>
              <a:noFill/>
            </a:ln>
          </p:spPr>
          <p:txBody>
            <a:bodyPr/>
            <a:lstStyle/>
            <a:p>
              <a:endParaRPr lang="en-PK"/>
            </a:p>
          </p:txBody>
        </p:sp>
      </p:grpSp>
    </p:spTree>
    <p:extLst>
      <p:ext uri="{BB962C8B-B14F-4D97-AF65-F5344CB8AC3E}">
        <p14:creationId xmlns:p14="http://schemas.microsoft.com/office/powerpoint/2010/main" val="2927038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10">
          <a:extLst>
            <a:ext uri="{FF2B5EF4-FFF2-40B4-BE49-F238E27FC236}">
              <a16:creationId xmlns:a16="http://schemas.microsoft.com/office/drawing/2014/main" id="{25630429-BAEB-3FF0-063C-751CD51A70A2}"/>
            </a:ext>
          </a:extLst>
        </p:cNvPr>
        <p:cNvGrpSpPr/>
        <p:nvPr/>
      </p:nvGrpSpPr>
      <p:grpSpPr>
        <a:xfrm>
          <a:off x="0" y="0"/>
          <a:ext cx="0" cy="0"/>
          <a:chOff x="0" y="0"/>
          <a:chExt cx="0" cy="0"/>
        </a:xfrm>
      </p:grpSpPr>
      <p:sp>
        <p:nvSpPr>
          <p:cNvPr id="511" name="Google Shape;511;p24">
            <a:extLst>
              <a:ext uri="{FF2B5EF4-FFF2-40B4-BE49-F238E27FC236}">
                <a16:creationId xmlns:a16="http://schemas.microsoft.com/office/drawing/2014/main" id="{ADA9189E-B0DD-5CF7-600C-C7849A789695}"/>
              </a:ext>
            </a:extLst>
          </p:cNvPr>
          <p:cNvSpPr txBox="1">
            <a:spLocks noGrp="1"/>
          </p:cNvSpPr>
          <p:nvPr>
            <p:ph type="title"/>
          </p:nvPr>
        </p:nvSpPr>
        <p:spPr>
          <a:xfrm>
            <a:off x="0" y="64953"/>
            <a:ext cx="4779283"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b="1" dirty="0">
                <a:solidFill>
                  <a:srgbClr val="00B050"/>
                </a:solidFill>
              </a:rPr>
              <a:t>Stakeholders in JWST Project</a:t>
            </a:r>
            <a:r>
              <a:rPr lang="en" b="1" dirty="0">
                <a:solidFill>
                  <a:srgbClr val="00B050"/>
                </a:solidFill>
              </a:rPr>
              <a:t>:</a:t>
            </a:r>
            <a:endParaRPr b="1" dirty="0">
              <a:solidFill>
                <a:srgbClr val="00B050"/>
              </a:solidFill>
            </a:endParaRPr>
          </a:p>
        </p:txBody>
      </p:sp>
      <p:sp>
        <p:nvSpPr>
          <p:cNvPr id="14" name="Google Shape;1047;p34">
            <a:extLst>
              <a:ext uri="{FF2B5EF4-FFF2-40B4-BE49-F238E27FC236}">
                <a16:creationId xmlns:a16="http://schemas.microsoft.com/office/drawing/2014/main" id="{4C9B0D13-97C9-BF52-B67F-5A0607C76F86}"/>
              </a:ext>
            </a:extLst>
          </p:cNvPr>
          <p:cNvSpPr txBox="1"/>
          <p:nvPr/>
        </p:nvSpPr>
        <p:spPr>
          <a:xfrm>
            <a:off x="1310489" y="4548286"/>
            <a:ext cx="6523021" cy="429600"/>
          </a:xfrm>
          <a:prstGeom prst="rect">
            <a:avLst/>
          </a:prstGeom>
          <a:noFill/>
          <a:ln>
            <a:noFill/>
          </a:ln>
        </p:spPr>
        <p:txBody>
          <a:bodyPr spcFirstLastPara="1" wrap="square" lIns="91425" tIns="91425" rIns="91425" bIns="91425" anchor="ctr" anchorCtr="0">
            <a:noAutofit/>
          </a:bodyPr>
          <a:lstStyle/>
          <a:p>
            <a:pPr lvl="0" algn="ctr"/>
            <a:r>
              <a:rPr lang="en-US" sz="1700" b="1" dirty="0">
                <a:solidFill>
                  <a:schemeClr val="accent3"/>
                </a:solidFill>
                <a:latin typeface="Fira Sans Extra Condensed Medium"/>
                <a:ea typeface="Fira Sans Extra Condensed Medium"/>
                <a:cs typeface="Fira Sans Extra Condensed Medium"/>
                <a:sym typeface="Fira Sans Extra Condensed Medium"/>
              </a:rPr>
              <a:t>“JWST success depended on balancing the needs and influence of a diverse, global stakeholder network.”</a:t>
            </a:r>
            <a:endParaRPr sz="1700" b="1" dirty="0">
              <a:solidFill>
                <a:schemeClr val="accent3"/>
              </a:solidFill>
              <a:latin typeface="Fira Sans Extra Condensed Medium"/>
              <a:ea typeface="Fira Sans Extra Condensed Medium"/>
              <a:cs typeface="Fira Sans Extra Condensed Medium"/>
              <a:sym typeface="Fira Sans Extra Condensed Medium"/>
            </a:endParaRPr>
          </a:p>
        </p:txBody>
      </p:sp>
      <p:sp>
        <p:nvSpPr>
          <p:cNvPr id="3" name="TextBox 2">
            <a:extLst>
              <a:ext uri="{FF2B5EF4-FFF2-40B4-BE49-F238E27FC236}">
                <a16:creationId xmlns:a16="http://schemas.microsoft.com/office/drawing/2014/main" id="{F3CF1F5F-9111-A25E-1A23-5D2B8E8D0123}"/>
              </a:ext>
            </a:extLst>
          </p:cNvPr>
          <p:cNvSpPr txBox="1"/>
          <p:nvPr/>
        </p:nvSpPr>
        <p:spPr>
          <a:xfrm>
            <a:off x="443857" y="546153"/>
            <a:ext cx="6233389" cy="1169551"/>
          </a:xfrm>
          <a:prstGeom prst="rect">
            <a:avLst/>
          </a:prstGeom>
          <a:noFill/>
        </p:spPr>
        <p:txBody>
          <a:bodyPr wrap="square">
            <a:spAutoFit/>
          </a:bodyPr>
          <a:lstStyle/>
          <a:p>
            <a:pPr algn="just"/>
            <a:r>
              <a:rPr lang="en-US" dirty="0"/>
              <a:t>The JWST project involved a complex network of stakeholders. These stakeholders included agencies responsible for funding, technical execution, international collaboration, and end-users of the telescope’s data. Managing their expectations and coordinating their activities was crucial for project success.</a:t>
            </a:r>
            <a:endParaRPr lang="en-PK" dirty="0"/>
          </a:p>
        </p:txBody>
      </p:sp>
      <p:pic>
        <p:nvPicPr>
          <p:cNvPr id="6146" name="Picture 2" descr="International Collaboration | ESA/Webb">
            <a:extLst>
              <a:ext uri="{FF2B5EF4-FFF2-40B4-BE49-F238E27FC236}">
                <a16:creationId xmlns:a16="http://schemas.microsoft.com/office/drawing/2014/main" id="{92BC7EE9-CF27-8944-65D1-E1862CCBDD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6135" y="1409989"/>
            <a:ext cx="2967865" cy="296786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03494FD-8C79-267D-1371-80E64BAB8408}"/>
              </a:ext>
            </a:extLst>
          </p:cNvPr>
          <p:cNvSpPr txBox="1"/>
          <p:nvPr/>
        </p:nvSpPr>
        <p:spPr>
          <a:xfrm>
            <a:off x="681866" y="1715704"/>
            <a:ext cx="5570078" cy="2677656"/>
          </a:xfrm>
          <a:prstGeom prst="rect">
            <a:avLst/>
          </a:prstGeom>
          <a:noFill/>
        </p:spPr>
        <p:txBody>
          <a:bodyPr wrap="square">
            <a:spAutoFit/>
          </a:bodyPr>
          <a:lstStyle/>
          <a:p>
            <a:pPr marL="285750" indent="-285750">
              <a:buFont typeface="Arial" panose="020B0604020202020204" pitchFamily="34" charset="0"/>
              <a:buChar char="•"/>
            </a:pPr>
            <a:r>
              <a:rPr lang="en-PK" b="1" dirty="0"/>
              <a:t>Primary stakeholders:</a:t>
            </a:r>
            <a:r>
              <a:rPr lang="en-PK" dirty="0"/>
              <a:t> NASA (National Aeronautics and Space Administration), ESA (European Space Agency), CSA (Canadian Space Agency)</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b="1" dirty="0"/>
              <a:t>Contractors:</a:t>
            </a:r>
            <a:r>
              <a:rPr lang="en-PK" dirty="0"/>
              <a:t> Northrop Grumman, Ball Aerospace, Lockheed Martin</a:t>
            </a:r>
            <a:r>
              <a:rPr lang="en-US" dirty="0"/>
              <a:t>.</a:t>
            </a:r>
            <a:r>
              <a:rPr lang="en-PK" dirty="0"/>
              <a:t> </a:t>
            </a:r>
            <a:r>
              <a:rPr lang="en-US" dirty="0"/>
              <a:t>(R</a:t>
            </a:r>
            <a:r>
              <a:rPr lang="en-PK" dirty="0" err="1"/>
              <a:t>esponsible</a:t>
            </a:r>
            <a:r>
              <a:rPr lang="en-PK" dirty="0"/>
              <a:t> for integration, testing, and manufacturing</a:t>
            </a:r>
            <a:r>
              <a:rPr lang="en-US" dirty="0"/>
              <a:t>)</a:t>
            </a:r>
            <a:endParaRPr lang="en-PK" dirty="0"/>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b="1" dirty="0"/>
              <a:t>End-users:</a:t>
            </a:r>
            <a:r>
              <a:rPr lang="en-PK" dirty="0"/>
              <a:t> Scientists, universities, and research institutions that define requirements</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b="1" dirty="0"/>
              <a:t>Oversight bodies: </a:t>
            </a:r>
            <a:r>
              <a:rPr lang="en-PK" dirty="0"/>
              <a:t>US Congress, funding agencies, international partners</a:t>
            </a:r>
          </a:p>
        </p:txBody>
      </p:sp>
    </p:spTree>
    <p:extLst>
      <p:ext uri="{BB962C8B-B14F-4D97-AF65-F5344CB8AC3E}">
        <p14:creationId xmlns:p14="http://schemas.microsoft.com/office/powerpoint/2010/main" val="1142584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0">
          <a:extLst>
            <a:ext uri="{FF2B5EF4-FFF2-40B4-BE49-F238E27FC236}">
              <a16:creationId xmlns:a16="http://schemas.microsoft.com/office/drawing/2014/main" id="{E8569379-49CA-0656-D491-FE13DE6704A5}"/>
            </a:ext>
          </a:extLst>
        </p:cNvPr>
        <p:cNvGrpSpPr/>
        <p:nvPr/>
      </p:nvGrpSpPr>
      <p:grpSpPr>
        <a:xfrm>
          <a:off x="0" y="0"/>
          <a:ext cx="0" cy="0"/>
          <a:chOff x="0" y="0"/>
          <a:chExt cx="0" cy="0"/>
        </a:xfrm>
      </p:grpSpPr>
      <p:sp>
        <p:nvSpPr>
          <p:cNvPr id="511" name="Google Shape;511;p24">
            <a:extLst>
              <a:ext uri="{FF2B5EF4-FFF2-40B4-BE49-F238E27FC236}">
                <a16:creationId xmlns:a16="http://schemas.microsoft.com/office/drawing/2014/main" id="{F3A3AAFE-D033-BE20-024B-4B4CEBA1DBA1}"/>
              </a:ext>
            </a:extLst>
          </p:cNvPr>
          <p:cNvSpPr txBox="1">
            <a:spLocks noGrp="1"/>
          </p:cNvSpPr>
          <p:nvPr>
            <p:ph type="title"/>
          </p:nvPr>
        </p:nvSpPr>
        <p:spPr>
          <a:xfrm>
            <a:off x="-850604" y="183077"/>
            <a:ext cx="4779283"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b="1" dirty="0">
                <a:solidFill>
                  <a:srgbClr val="00B050"/>
                </a:solidFill>
              </a:rPr>
              <a:t>Stakeholder Map</a:t>
            </a:r>
            <a:endParaRPr b="1" dirty="0">
              <a:solidFill>
                <a:srgbClr val="00B050"/>
              </a:solidFill>
            </a:endParaRPr>
          </a:p>
        </p:txBody>
      </p:sp>
      <p:sp>
        <p:nvSpPr>
          <p:cNvPr id="4" name="TextBox 3">
            <a:extLst>
              <a:ext uri="{FF2B5EF4-FFF2-40B4-BE49-F238E27FC236}">
                <a16:creationId xmlns:a16="http://schemas.microsoft.com/office/drawing/2014/main" id="{615CE592-1667-7E4C-BABB-B8D131CBEE19}"/>
              </a:ext>
            </a:extLst>
          </p:cNvPr>
          <p:cNvSpPr txBox="1"/>
          <p:nvPr/>
        </p:nvSpPr>
        <p:spPr>
          <a:xfrm>
            <a:off x="681863" y="663552"/>
            <a:ext cx="7983669" cy="738664"/>
          </a:xfrm>
          <a:prstGeom prst="rect">
            <a:avLst/>
          </a:prstGeom>
          <a:noFill/>
        </p:spPr>
        <p:txBody>
          <a:bodyPr wrap="square">
            <a:spAutoFit/>
          </a:bodyPr>
          <a:lstStyle/>
          <a:p>
            <a:r>
              <a:rPr lang="en-US" dirty="0"/>
              <a:t>A stakeholder map helps visualize each stakeholder’s level of influence and interest. For JWST, this map guided engagement and resource allocation, ensuring key players stayed aligned while indirect stakeholders were appropriately informed.</a:t>
            </a:r>
            <a:endParaRPr lang="en-PK" dirty="0"/>
          </a:p>
        </p:txBody>
      </p:sp>
      <p:pic>
        <p:nvPicPr>
          <p:cNvPr id="5" name="Picture 2" descr="Stakeholder Analysis for UX Projects - NN/G">
            <a:extLst>
              <a:ext uri="{FF2B5EF4-FFF2-40B4-BE49-F238E27FC236}">
                <a16:creationId xmlns:a16="http://schemas.microsoft.com/office/drawing/2014/main" id="{9B911E37-F531-E95B-50AC-0F9D11BEC35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789" b="9664"/>
          <a:stretch>
            <a:fillRect/>
          </a:stretch>
        </p:blipFill>
        <p:spPr bwMode="auto">
          <a:xfrm>
            <a:off x="2284055" y="1455170"/>
            <a:ext cx="4779283" cy="350525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11673900-270B-E44C-3B00-8BBC56AE0527}"/>
              </a:ext>
            </a:extLst>
          </p:cNvPr>
          <p:cNvPicPr>
            <a:picLocks noChangeAspect="1"/>
          </p:cNvPicPr>
          <p:nvPr/>
        </p:nvPicPr>
        <p:blipFill>
          <a:blip r:embed="rId4"/>
          <a:stretch>
            <a:fillRect/>
          </a:stretch>
        </p:blipFill>
        <p:spPr>
          <a:xfrm>
            <a:off x="3514725" y="2314575"/>
            <a:ext cx="1057275" cy="598746"/>
          </a:xfrm>
          <a:prstGeom prst="rect">
            <a:avLst/>
          </a:prstGeom>
        </p:spPr>
      </p:pic>
      <p:pic>
        <p:nvPicPr>
          <p:cNvPr id="10" name="Picture 9">
            <a:extLst>
              <a:ext uri="{FF2B5EF4-FFF2-40B4-BE49-F238E27FC236}">
                <a16:creationId xmlns:a16="http://schemas.microsoft.com/office/drawing/2014/main" id="{0D56CC1C-94FE-B7B5-D01D-877444CF80DC}"/>
              </a:ext>
            </a:extLst>
          </p:cNvPr>
          <p:cNvPicPr>
            <a:picLocks noChangeAspect="1"/>
          </p:cNvPicPr>
          <p:nvPr/>
        </p:nvPicPr>
        <p:blipFill>
          <a:blip r:embed="rId4"/>
          <a:stretch>
            <a:fillRect/>
          </a:stretch>
        </p:blipFill>
        <p:spPr>
          <a:xfrm>
            <a:off x="5181045" y="3559580"/>
            <a:ext cx="1057275" cy="821034"/>
          </a:xfrm>
          <a:prstGeom prst="rect">
            <a:avLst/>
          </a:prstGeom>
        </p:spPr>
      </p:pic>
      <p:pic>
        <p:nvPicPr>
          <p:cNvPr id="12" name="Picture 11">
            <a:extLst>
              <a:ext uri="{FF2B5EF4-FFF2-40B4-BE49-F238E27FC236}">
                <a16:creationId xmlns:a16="http://schemas.microsoft.com/office/drawing/2014/main" id="{D39A7F64-4DD5-B883-8E7F-BCE61F1F7045}"/>
              </a:ext>
            </a:extLst>
          </p:cNvPr>
          <p:cNvPicPr>
            <a:picLocks noChangeAspect="1"/>
          </p:cNvPicPr>
          <p:nvPr/>
        </p:nvPicPr>
        <p:blipFill>
          <a:blip r:embed="rId5"/>
          <a:stretch>
            <a:fillRect/>
          </a:stretch>
        </p:blipFill>
        <p:spPr>
          <a:xfrm>
            <a:off x="5061098" y="2231150"/>
            <a:ext cx="1322908" cy="682171"/>
          </a:xfrm>
          <a:prstGeom prst="rect">
            <a:avLst/>
          </a:prstGeom>
        </p:spPr>
      </p:pic>
      <p:pic>
        <p:nvPicPr>
          <p:cNvPr id="13" name="Picture 12">
            <a:extLst>
              <a:ext uri="{FF2B5EF4-FFF2-40B4-BE49-F238E27FC236}">
                <a16:creationId xmlns:a16="http://schemas.microsoft.com/office/drawing/2014/main" id="{D63BBAE0-D8B0-249D-B1C9-62770415DDC2}"/>
              </a:ext>
            </a:extLst>
          </p:cNvPr>
          <p:cNvPicPr>
            <a:picLocks noChangeAspect="1"/>
          </p:cNvPicPr>
          <p:nvPr/>
        </p:nvPicPr>
        <p:blipFill>
          <a:blip r:embed="rId5"/>
          <a:stretch>
            <a:fillRect/>
          </a:stretch>
        </p:blipFill>
        <p:spPr>
          <a:xfrm>
            <a:off x="3301502" y="3797777"/>
            <a:ext cx="1322908" cy="682171"/>
          </a:xfrm>
          <a:prstGeom prst="rect">
            <a:avLst/>
          </a:prstGeom>
        </p:spPr>
      </p:pic>
      <p:sp>
        <p:nvSpPr>
          <p:cNvPr id="15" name="Rectangle 14">
            <a:extLst>
              <a:ext uri="{FF2B5EF4-FFF2-40B4-BE49-F238E27FC236}">
                <a16:creationId xmlns:a16="http://schemas.microsoft.com/office/drawing/2014/main" id="{04406D52-D356-B188-4C48-AB70AEA687F6}"/>
              </a:ext>
            </a:extLst>
          </p:cNvPr>
          <p:cNvSpPr/>
          <p:nvPr/>
        </p:nvSpPr>
        <p:spPr>
          <a:xfrm>
            <a:off x="4940091" y="2106116"/>
            <a:ext cx="1393330" cy="1015663"/>
          </a:xfrm>
          <a:prstGeom prst="rect">
            <a:avLst/>
          </a:prstGeom>
          <a:noFill/>
        </p:spPr>
        <p:txBody>
          <a:bodyPr wrap="none" lIns="91440" tIns="45720" rIns="91440" bIns="45720">
            <a:spAutoFit/>
          </a:bodyPr>
          <a:lstStyle/>
          <a:p>
            <a:pPr algn="ctr"/>
            <a:r>
              <a:rPr lang="es-ES" sz="1500" b="1" dirty="0"/>
              <a:t>NASA,</a:t>
            </a:r>
            <a:br>
              <a:rPr lang="es-ES" sz="1500" b="1" dirty="0"/>
            </a:br>
            <a:r>
              <a:rPr lang="es-ES" sz="1500" b="1" dirty="0"/>
              <a:t> ESA,</a:t>
            </a:r>
            <a:br>
              <a:rPr lang="es-ES" sz="1500" b="1" dirty="0"/>
            </a:br>
            <a:r>
              <a:rPr lang="es-ES" sz="1500" b="1" dirty="0"/>
              <a:t> CSA, </a:t>
            </a:r>
            <a:br>
              <a:rPr lang="es-ES" sz="1500" b="1" dirty="0"/>
            </a:br>
            <a:r>
              <a:rPr lang="es-ES" sz="1500" b="1" dirty="0"/>
              <a:t>US </a:t>
            </a:r>
            <a:r>
              <a:rPr lang="es-ES" sz="1500" b="1" dirty="0" err="1"/>
              <a:t>Congress</a:t>
            </a:r>
            <a:endParaRPr lang="en-US" sz="1500" b="1" cap="none" spc="0" dirty="0">
              <a:ln w="0"/>
              <a:solidFill>
                <a:schemeClr val="tx1"/>
              </a:solidFill>
              <a:effectLst>
                <a:outerShdw blurRad="38100" dist="19050" dir="2700000" algn="tl" rotWithShape="0">
                  <a:schemeClr val="dk1">
                    <a:alpha val="40000"/>
                  </a:schemeClr>
                </a:outerShdw>
              </a:effectLst>
            </a:endParaRPr>
          </a:p>
        </p:txBody>
      </p:sp>
      <p:sp>
        <p:nvSpPr>
          <p:cNvPr id="16" name="Rectangle 15">
            <a:extLst>
              <a:ext uri="{FF2B5EF4-FFF2-40B4-BE49-F238E27FC236}">
                <a16:creationId xmlns:a16="http://schemas.microsoft.com/office/drawing/2014/main" id="{D0648B6F-A212-F288-E14C-B67C24E9B930}"/>
              </a:ext>
            </a:extLst>
          </p:cNvPr>
          <p:cNvSpPr/>
          <p:nvPr/>
        </p:nvSpPr>
        <p:spPr>
          <a:xfrm>
            <a:off x="3115964" y="2327043"/>
            <a:ext cx="1763623" cy="784830"/>
          </a:xfrm>
          <a:prstGeom prst="rect">
            <a:avLst/>
          </a:prstGeom>
          <a:noFill/>
        </p:spPr>
        <p:txBody>
          <a:bodyPr wrap="none" lIns="91440" tIns="45720" rIns="91440" bIns="45720">
            <a:spAutoFit/>
          </a:bodyPr>
          <a:lstStyle/>
          <a:p>
            <a:pPr algn="ctr"/>
            <a:r>
              <a:rPr lang="en-US" sz="1500" b="1" dirty="0"/>
              <a:t>Other govt </a:t>
            </a:r>
            <a:br>
              <a:rPr lang="en-US" sz="1500" b="1" dirty="0"/>
            </a:br>
            <a:r>
              <a:rPr lang="en-US" sz="1500" b="1" dirty="0"/>
              <a:t>or </a:t>
            </a:r>
            <a:br>
              <a:rPr lang="en-US" sz="1500" b="1" dirty="0"/>
            </a:br>
            <a:r>
              <a:rPr lang="en-US" sz="1500" b="1" dirty="0"/>
              <a:t>funding agencies</a:t>
            </a:r>
            <a:endParaRPr lang="en-US" sz="1500" b="1" cap="none" spc="0" dirty="0">
              <a:ln w="0"/>
              <a:solidFill>
                <a:schemeClr val="tx1"/>
              </a:solidFill>
              <a:effectLst>
                <a:outerShdw blurRad="38100" dist="19050" dir="2700000" algn="tl" rotWithShape="0">
                  <a:schemeClr val="dk1">
                    <a:alpha val="40000"/>
                  </a:schemeClr>
                </a:outerShdw>
              </a:effectLst>
            </a:endParaRPr>
          </a:p>
        </p:txBody>
      </p:sp>
      <p:sp>
        <p:nvSpPr>
          <p:cNvPr id="18" name="Rectangle 17">
            <a:extLst>
              <a:ext uri="{FF2B5EF4-FFF2-40B4-BE49-F238E27FC236}">
                <a16:creationId xmlns:a16="http://schemas.microsoft.com/office/drawing/2014/main" id="{8EA20D35-B12F-6E95-4BBD-7E68D8BD7155}"/>
              </a:ext>
            </a:extLst>
          </p:cNvPr>
          <p:cNvSpPr/>
          <p:nvPr/>
        </p:nvSpPr>
        <p:spPr>
          <a:xfrm>
            <a:off x="4983372" y="3544457"/>
            <a:ext cx="1306768" cy="784830"/>
          </a:xfrm>
          <a:prstGeom prst="rect">
            <a:avLst/>
          </a:prstGeom>
          <a:noFill/>
        </p:spPr>
        <p:txBody>
          <a:bodyPr wrap="none" lIns="91440" tIns="45720" rIns="91440" bIns="45720">
            <a:spAutoFit/>
          </a:bodyPr>
          <a:lstStyle/>
          <a:p>
            <a:pPr algn="ctr"/>
            <a:r>
              <a:rPr lang="es-ES" sz="1500" b="1" dirty="0"/>
              <a:t>Scientists</a:t>
            </a:r>
            <a:br>
              <a:rPr lang="es-ES" sz="1500" b="1" dirty="0"/>
            </a:br>
            <a:r>
              <a:rPr lang="es-ES" sz="1500" b="1" dirty="0"/>
              <a:t> &amp;</a:t>
            </a:r>
            <a:br>
              <a:rPr lang="es-ES" sz="1500" b="1" dirty="0"/>
            </a:br>
            <a:r>
              <a:rPr lang="es-ES" sz="1500" b="1" dirty="0"/>
              <a:t> universities</a:t>
            </a:r>
            <a:endParaRPr lang="en-US" sz="1500" b="1" cap="none" spc="0" dirty="0">
              <a:ln w="0"/>
              <a:solidFill>
                <a:schemeClr val="tx1"/>
              </a:solidFill>
              <a:effectLst>
                <a:outerShdw blurRad="38100" dist="19050" dir="2700000" algn="tl" rotWithShape="0">
                  <a:schemeClr val="dk1">
                    <a:alpha val="40000"/>
                  </a:schemeClr>
                </a:outerShdw>
              </a:effectLst>
            </a:endParaRPr>
          </a:p>
        </p:txBody>
      </p:sp>
      <p:sp>
        <p:nvSpPr>
          <p:cNvPr id="19" name="Rectangle 18">
            <a:extLst>
              <a:ext uri="{FF2B5EF4-FFF2-40B4-BE49-F238E27FC236}">
                <a16:creationId xmlns:a16="http://schemas.microsoft.com/office/drawing/2014/main" id="{F82A8EB6-5A09-F86D-FA18-190CC3F9A701}"/>
              </a:ext>
            </a:extLst>
          </p:cNvPr>
          <p:cNvSpPr/>
          <p:nvPr/>
        </p:nvSpPr>
        <p:spPr>
          <a:xfrm>
            <a:off x="3256124" y="3535078"/>
            <a:ext cx="1529586" cy="784830"/>
          </a:xfrm>
          <a:prstGeom prst="rect">
            <a:avLst/>
          </a:prstGeom>
          <a:noFill/>
        </p:spPr>
        <p:txBody>
          <a:bodyPr wrap="none" lIns="91440" tIns="45720" rIns="91440" bIns="45720">
            <a:spAutoFit/>
          </a:bodyPr>
          <a:lstStyle/>
          <a:p>
            <a:pPr algn="ctr"/>
            <a:r>
              <a:rPr lang="en-US" sz="1500" b="1" dirty="0"/>
              <a:t>Media</a:t>
            </a:r>
            <a:br>
              <a:rPr lang="en-US" sz="1500" b="1" dirty="0"/>
            </a:br>
            <a:r>
              <a:rPr lang="en-US" sz="1500" b="1" dirty="0"/>
              <a:t>&amp; </a:t>
            </a:r>
            <a:br>
              <a:rPr lang="en-US" sz="1500" b="1" dirty="0"/>
            </a:br>
            <a:r>
              <a:rPr lang="en-US" sz="1500" b="1" dirty="0"/>
              <a:t>General Public</a:t>
            </a:r>
            <a:endParaRPr lang="en-US" sz="1500" b="1" cap="none" spc="0" dirty="0">
              <a:ln w="0"/>
              <a:solidFill>
                <a:schemeClr val="tx1"/>
              </a:solidFill>
              <a:effectLst>
                <a:outerShdw blurRad="38100" dist="19050" dir="2700000" algn="tl" rotWithShape="0">
                  <a:schemeClr val="dk1">
                    <a:alpha val="40000"/>
                  </a:schemeClr>
                </a:outerShdw>
              </a:effectLst>
            </a:endParaRPr>
          </a:p>
        </p:txBody>
      </p:sp>
      <p:sp>
        <p:nvSpPr>
          <p:cNvPr id="20" name="Rectangle 19">
            <a:extLst>
              <a:ext uri="{FF2B5EF4-FFF2-40B4-BE49-F238E27FC236}">
                <a16:creationId xmlns:a16="http://schemas.microsoft.com/office/drawing/2014/main" id="{97DAF32F-B440-C63A-166D-BDE3D5A76A92}"/>
              </a:ext>
            </a:extLst>
          </p:cNvPr>
          <p:cNvSpPr/>
          <p:nvPr/>
        </p:nvSpPr>
        <p:spPr>
          <a:xfrm>
            <a:off x="2533753" y="1903838"/>
            <a:ext cx="582211" cy="323165"/>
          </a:xfrm>
          <a:prstGeom prst="rect">
            <a:avLst/>
          </a:prstGeom>
          <a:noFill/>
        </p:spPr>
        <p:txBody>
          <a:bodyPr wrap="none" lIns="91440" tIns="45720" rIns="91440" bIns="45720">
            <a:spAutoFit/>
          </a:bodyPr>
          <a:lstStyle/>
          <a:p>
            <a:pPr algn="ctr"/>
            <a:r>
              <a:rPr lang="en-US" sz="1500" b="0" cap="none" spc="0" dirty="0">
                <a:ln w="0"/>
                <a:solidFill>
                  <a:schemeClr val="tx1"/>
                </a:solidFill>
                <a:effectLst>
                  <a:outerShdw blurRad="38100" dist="19050" dir="2700000" algn="tl" rotWithShape="0">
                    <a:schemeClr val="dk1">
                      <a:alpha val="40000"/>
                    </a:schemeClr>
                  </a:outerShdw>
                </a:effectLst>
              </a:rPr>
              <a:t>High</a:t>
            </a:r>
          </a:p>
        </p:txBody>
      </p:sp>
      <p:sp>
        <p:nvSpPr>
          <p:cNvPr id="21" name="Rectangle 20">
            <a:extLst>
              <a:ext uri="{FF2B5EF4-FFF2-40B4-BE49-F238E27FC236}">
                <a16:creationId xmlns:a16="http://schemas.microsoft.com/office/drawing/2014/main" id="{F8A69C9B-FDCA-60CF-4B6D-2A094140C450}"/>
              </a:ext>
            </a:extLst>
          </p:cNvPr>
          <p:cNvSpPr/>
          <p:nvPr/>
        </p:nvSpPr>
        <p:spPr>
          <a:xfrm>
            <a:off x="6333421" y="4687014"/>
            <a:ext cx="582211" cy="323165"/>
          </a:xfrm>
          <a:prstGeom prst="rect">
            <a:avLst/>
          </a:prstGeom>
          <a:noFill/>
        </p:spPr>
        <p:txBody>
          <a:bodyPr wrap="none" lIns="91440" tIns="45720" rIns="91440" bIns="45720">
            <a:spAutoFit/>
          </a:bodyPr>
          <a:lstStyle/>
          <a:p>
            <a:pPr algn="ctr"/>
            <a:r>
              <a:rPr lang="en-US" sz="1500" b="0" cap="none" spc="0" dirty="0">
                <a:ln w="0"/>
                <a:solidFill>
                  <a:schemeClr val="tx1"/>
                </a:solidFill>
                <a:effectLst>
                  <a:outerShdw blurRad="38100" dist="19050" dir="2700000" algn="tl" rotWithShape="0">
                    <a:schemeClr val="dk1">
                      <a:alpha val="40000"/>
                    </a:schemeClr>
                  </a:outerShdw>
                </a:effectLst>
              </a:rPr>
              <a:t>High</a:t>
            </a:r>
          </a:p>
        </p:txBody>
      </p:sp>
      <p:sp>
        <p:nvSpPr>
          <p:cNvPr id="22" name="Rectangle 21">
            <a:extLst>
              <a:ext uri="{FF2B5EF4-FFF2-40B4-BE49-F238E27FC236}">
                <a16:creationId xmlns:a16="http://schemas.microsoft.com/office/drawing/2014/main" id="{F15A9CA5-8738-5E12-5ECC-9E4752FEB250}"/>
              </a:ext>
            </a:extLst>
          </p:cNvPr>
          <p:cNvSpPr/>
          <p:nvPr/>
        </p:nvSpPr>
        <p:spPr>
          <a:xfrm>
            <a:off x="2555394" y="4593241"/>
            <a:ext cx="538930" cy="323165"/>
          </a:xfrm>
          <a:prstGeom prst="rect">
            <a:avLst/>
          </a:prstGeom>
          <a:noFill/>
        </p:spPr>
        <p:txBody>
          <a:bodyPr wrap="none" lIns="91440" tIns="45720" rIns="91440" bIns="45720">
            <a:spAutoFit/>
          </a:bodyPr>
          <a:lstStyle/>
          <a:p>
            <a:pPr algn="ctr"/>
            <a:r>
              <a:rPr lang="en-US" sz="1500" b="0" cap="none" spc="0" dirty="0">
                <a:ln w="0"/>
                <a:solidFill>
                  <a:schemeClr val="tx1"/>
                </a:solidFill>
                <a:effectLst>
                  <a:outerShdw blurRad="38100" dist="19050" dir="2700000" algn="tl" rotWithShape="0">
                    <a:schemeClr val="dk1">
                      <a:alpha val="40000"/>
                    </a:schemeClr>
                  </a:outerShdw>
                </a:effectLst>
              </a:rPr>
              <a:t>Low</a:t>
            </a:r>
          </a:p>
        </p:txBody>
      </p:sp>
    </p:spTree>
    <p:extLst>
      <p:ext uri="{BB962C8B-B14F-4D97-AF65-F5344CB8AC3E}">
        <p14:creationId xmlns:p14="http://schemas.microsoft.com/office/powerpoint/2010/main" val="3226293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2">
          <a:extLst>
            <a:ext uri="{FF2B5EF4-FFF2-40B4-BE49-F238E27FC236}">
              <a16:creationId xmlns:a16="http://schemas.microsoft.com/office/drawing/2014/main" id="{9019930C-2A68-B5DC-6A32-82F615A9FE4C}"/>
            </a:ext>
          </a:extLst>
        </p:cNvPr>
        <p:cNvGrpSpPr/>
        <p:nvPr/>
      </p:nvGrpSpPr>
      <p:grpSpPr>
        <a:xfrm>
          <a:off x="0" y="0"/>
          <a:ext cx="0" cy="0"/>
          <a:chOff x="0" y="0"/>
          <a:chExt cx="0" cy="0"/>
        </a:xfrm>
      </p:grpSpPr>
      <p:sp>
        <p:nvSpPr>
          <p:cNvPr id="11" name="Google Shape;511;p24">
            <a:extLst>
              <a:ext uri="{FF2B5EF4-FFF2-40B4-BE49-F238E27FC236}">
                <a16:creationId xmlns:a16="http://schemas.microsoft.com/office/drawing/2014/main" id="{439D1977-34D7-BBCA-5C61-139447C3F9BF}"/>
              </a:ext>
            </a:extLst>
          </p:cNvPr>
          <p:cNvSpPr txBox="1">
            <a:spLocks/>
          </p:cNvSpPr>
          <p:nvPr/>
        </p:nvSpPr>
        <p:spPr>
          <a:xfrm>
            <a:off x="1599766" y="99967"/>
            <a:ext cx="6135248" cy="48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1pPr>
            <a:lvl2pPr marR="0" lvl="1"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pPr algn="ctr">
              <a:buClr>
                <a:schemeClr val="dk1"/>
              </a:buClr>
              <a:buSzPts val="1100"/>
              <a:buFont typeface="Arial"/>
              <a:buNone/>
            </a:pPr>
            <a:r>
              <a:rPr lang="en-US" b="1" dirty="0">
                <a:solidFill>
                  <a:srgbClr val="00B050"/>
                </a:solidFill>
              </a:rPr>
              <a:t>How Stakeholder Manages During Project</a:t>
            </a:r>
          </a:p>
        </p:txBody>
      </p:sp>
      <p:sp>
        <p:nvSpPr>
          <p:cNvPr id="3" name="TextBox 2">
            <a:extLst>
              <a:ext uri="{FF2B5EF4-FFF2-40B4-BE49-F238E27FC236}">
                <a16:creationId xmlns:a16="http://schemas.microsoft.com/office/drawing/2014/main" id="{C36DF2FC-6BCA-75EC-A29B-BD70A239BFB1}"/>
              </a:ext>
            </a:extLst>
          </p:cNvPr>
          <p:cNvSpPr txBox="1"/>
          <p:nvPr/>
        </p:nvSpPr>
        <p:spPr>
          <a:xfrm>
            <a:off x="404036" y="658014"/>
            <a:ext cx="8187071" cy="954107"/>
          </a:xfrm>
          <a:prstGeom prst="rect">
            <a:avLst/>
          </a:prstGeom>
          <a:noFill/>
        </p:spPr>
        <p:txBody>
          <a:bodyPr wrap="square">
            <a:spAutoFit/>
          </a:bodyPr>
          <a:lstStyle/>
          <a:p>
            <a:pPr algn="just"/>
            <a:r>
              <a:rPr lang="en-US" dirty="0"/>
              <a:t>During JWST’s execution, stakeholder mapping was not just a planning exercise, it was a living tool used to manage communications, decision-making, and risk. The project team continuously monitored stakeholder influence and interest to ensure alignment across agencies, contractors, and scientific users.</a:t>
            </a:r>
            <a:endParaRPr lang="en-PK" dirty="0"/>
          </a:p>
        </p:txBody>
      </p:sp>
      <p:sp>
        <p:nvSpPr>
          <p:cNvPr id="7" name="TextBox 6">
            <a:extLst>
              <a:ext uri="{FF2B5EF4-FFF2-40B4-BE49-F238E27FC236}">
                <a16:creationId xmlns:a16="http://schemas.microsoft.com/office/drawing/2014/main" id="{0955B257-B7D5-04C4-911A-E63F039684EA}"/>
              </a:ext>
            </a:extLst>
          </p:cNvPr>
          <p:cNvSpPr txBox="1"/>
          <p:nvPr/>
        </p:nvSpPr>
        <p:spPr>
          <a:xfrm>
            <a:off x="592927" y="1694390"/>
            <a:ext cx="5326989" cy="3108543"/>
          </a:xfrm>
          <a:prstGeom prst="rect">
            <a:avLst/>
          </a:prstGeom>
          <a:noFill/>
        </p:spPr>
        <p:txBody>
          <a:bodyPr wrap="square">
            <a:spAutoFit/>
          </a:bodyPr>
          <a:lstStyle/>
          <a:p>
            <a:pPr marL="285750" indent="-285750" algn="just">
              <a:buFont typeface="Arial" panose="020B0604020202020204" pitchFamily="34" charset="0"/>
              <a:buChar char="•"/>
            </a:pPr>
            <a:r>
              <a:rPr lang="en-PK" dirty="0"/>
              <a:t>Frequent technical and management reviews for high influence/high interest stakeholders (NASA, ESA, CSA)</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Integration meetings and milestone reporting with contractors to coordinate complex deliveries</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Requirement workshops and early testing feedback for scientific community</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Formal briefings for oversight bodies and funding agencies to maintain transparency</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Regular updates to the stakeholder map to reflect changing influence or interest over the 25-year timeline</a:t>
            </a:r>
          </a:p>
        </p:txBody>
      </p:sp>
      <p:pic>
        <p:nvPicPr>
          <p:cNvPr id="10243" name="Picture 3" descr="Managing Stakeholders: Going Beyond Conventional Wisdom">
            <a:extLst>
              <a:ext uri="{FF2B5EF4-FFF2-40B4-BE49-F238E27FC236}">
                <a16:creationId xmlns:a16="http://schemas.microsoft.com/office/drawing/2014/main" id="{8E3A950B-A134-AE1C-D632-27E0BA3B9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1713" y="2042788"/>
            <a:ext cx="2577408" cy="22092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4082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13">
          <a:extLst>
            <a:ext uri="{FF2B5EF4-FFF2-40B4-BE49-F238E27FC236}">
              <a16:creationId xmlns:a16="http://schemas.microsoft.com/office/drawing/2014/main" id="{C57CAA78-6498-867E-CF87-E35DA915AAFF}"/>
            </a:ext>
          </a:extLst>
        </p:cNvPr>
        <p:cNvGrpSpPr/>
        <p:nvPr/>
      </p:nvGrpSpPr>
      <p:grpSpPr>
        <a:xfrm>
          <a:off x="0" y="0"/>
          <a:ext cx="0" cy="0"/>
          <a:chOff x="0" y="0"/>
          <a:chExt cx="0" cy="0"/>
        </a:xfrm>
      </p:grpSpPr>
      <p:sp>
        <p:nvSpPr>
          <p:cNvPr id="1214" name="Google Shape;1214;p45">
            <a:extLst>
              <a:ext uri="{FF2B5EF4-FFF2-40B4-BE49-F238E27FC236}">
                <a16:creationId xmlns:a16="http://schemas.microsoft.com/office/drawing/2014/main" id="{4C254640-9AD6-5B87-F036-9AEAEEF74EAB}"/>
              </a:ext>
            </a:extLst>
          </p:cNvPr>
          <p:cNvSpPr txBox="1">
            <a:spLocks noGrp="1"/>
          </p:cNvSpPr>
          <p:nvPr>
            <p:ph type="title"/>
          </p:nvPr>
        </p:nvSpPr>
        <p:spPr>
          <a:xfrm>
            <a:off x="-466745" y="1446123"/>
            <a:ext cx="4731300" cy="53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KEY CHALLENGES</a:t>
            </a:r>
            <a:endParaRPr dirty="0"/>
          </a:p>
        </p:txBody>
      </p:sp>
      <p:sp>
        <p:nvSpPr>
          <p:cNvPr id="1216" name="Google Shape;1216;p45">
            <a:extLst>
              <a:ext uri="{FF2B5EF4-FFF2-40B4-BE49-F238E27FC236}">
                <a16:creationId xmlns:a16="http://schemas.microsoft.com/office/drawing/2014/main" id="{9157DDD3-E1A7-A559-630A-AD3019427AAF}"/>
              </a:ext>
            </a:extLst>
          </p:cNvPr>
          <p:cNvSpPr txBox="1">
            <a:spLocks noGrp="1"/>
          </p:cNvSpPr>
          <p:nvPr>
            <p:ph type="title" idx="2"/>
          </p:nvPr>
        </p:nvSpPr>
        <p:spPr>
          <a:xfrm>
            <a:off x="979105" y="396032"/>
            <a:ext cx="1839600" cy="115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03</a:t>
            </a:r>
            <a:endParaRPr dirty="0"/>
          </a:p>
        </p:txBody>
      </p:sp>
      <p:grpSp>
        <p:nvGrpSpPr>
          <p:cNvPr id="1217" name="Google Shape;1217;p45">
            <a:extLst>
              <a:ext uri="{FF2B5EF4-FFF2-40B4-BE49-F238E27FC236}">
                <a16:creationId xmlns:a16="http://schemas.microsoft.com/office/drawing/2014/main" id="{013F685D-1F3C-5CC6-D79F-0E1964D48EB0}"/>
              </a:ext>
            </a:extLst>
          </p:cNvPr>
          <p:cNvGrpSpPr/>
          <p:nvPr/>
        </p:nvGrpSpPr>
        <p:grpSpPr>
          <a:xfrm>
            <a:off x="2229327" y="0"/>
            <a:ext cx="7831882" cy="5214329"/>
            <a:chOff x="-2287178" y="355461"/>
            <a:chExt cx="7831882" cy="5214329"/>
          </a:xfrm>
        </p:grpSpPr>
        <p:grpSp>
          <p:nvGrpSpPr>
            <p:cNvPr id="1218" name="Google Shape;1218;p45">
              <a:extLst>
                <a:ext uri="{FF2B5EF4-FFF2-40B4-BE49-F238E27FC236}">
                  <a16:creationId xmlns:a16="http://schemas.microsoft.com/office/drawing/2014/main" id="{6B398387-103B-45D8-9917-E46250A74BC9}"/>
                </a:ext>
              </a:extLst>
            </p:cNvPr>
            <p:cNvGrpSpPr/>
            <p:nvPr/>
          </p:nvGrpSpPr>
          <p:grpSpPr>
            <a:xfrm rot="-1389532">
              <a:off x="766951" y="2008871"/>
              <a:ext cx="1659012" cy="1653911"/>
              <a:chOff x="991825" y="1680713"/>
              <a:chExt cx="1787560" cy="1782064"/>
            </a:xfrm>
          </p:grpSpPr>
          <p:sp>
            <p:nvSpPr>
              <p:cNvPr id="1219" name="Google Shape;1219;p45">
                <a:extLst>
                  <a:ext uri="{FF2B5EF4-FFF2-40B4-BE49-F238E27FC236}">
                    <a16:creationId xmlns:a16="http://schemas.microsoft.com/office/drawing/2014/main" id="{D2F2BE54-C729-E002-84A1-1426B104F248}"/>
                  </a:ext>
                </a:extLst>
              </p:cNvPr>
              <p:cNvSpPr/>
              <p:nvPr/>
            </p:nvSpPr>
            <p:spPr>
              <a:xfrm>
                <a:off x="997314" y="1680713"/>
                <a:ext cx="1782071" cy="1778380"/>
              </a:xfrm>
              <a:custGeom>
                <a:avLst/>
                <a:gdLst/>
                <a:ahLst/>
                <a:cxnLst/>
                <a:rect l="l" t="t" r="r" b="b"/>
                <a:pathLst>
                  <a:path w="18830" h="18791" extrusionOk="0">
                    <a:moveTo>
                      <a:pt x="9438" y="0"/>
                    </a:moveTo>
                    <a:cubicBezTo>
                      <a:pt x="9414" y="0"/>
                      <a:pt x="9390" y="0"/>
                      <a:pt x="9366" y="0"/>
                    </a:cubicBezTo>
                    <a:cubicBezTo>
                      <a:pt x="4176" y="20"/>
                      <a:pt x="1" y="4254"/>
                      <a:pt x="1" y="9425"/>
                    </a:cubicBezTo>
                    <a:cubicBezTo>
                      <a:pt x="20" y="14610"/>
                      <a:pt x="4196" y="18790"/>
                      <a:pt x="9372" y="18790"/>
                    </a:cubicBezTo>
                    <a:cubicBezTo>
                      <a:pt x="9396" y="18790"/>
                      <a:pt x="9420" y="18790"/>
                      <a:pt x="9445" y="18790"/>
                    </a:cubicBezTo>
                    <a:cubicBezTo>
                      <a:pt x="14635" y="18771"/>
                      <a:pt x="18830" y="14556"/>
                      <a:pt x="18810" y="9366"/>
                    </a:cubicBezTo>
                    <a:cubicBezTo>
                      <a:pt x="18771" y="4180"/>
                      <a:pt x="14595" y="0"/>
                      <a:pt x="94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5">
                <a:extLst>
                  <a:ext uri="{FF2B5EF4-FFF2-40B4-BE49-F238E27FC236}">
                    <a16:creationId xmlns:a16="http://schemas.microsoft.com/office/drawing/2014/main" id="{CBB01828-BEC5-EAE7-1FE4-D2C71F84DC0E}"/>
                  </a:ext>
                </a:extLst>
              </p:cNvPr>
              <p:cNvSpPr/>
              <p:nvPr/>
            </p:nvSpPr>
            <p:spPr>
              <a:xfrm>
                <a:off x="1036115" y="1682511"/>
                <a:ext cx="1743269" cy="927093"/>
              </a:xfrm>
              <a:custGeom>
                <a:avLst/>
                <a:gdLst/>
                <a:ahLst/>
                <a:cxnLst/>
                <a:rect l="l" t="t" r="r" b="b"/>
                <a:pathLst>
                  <a:path w="18420" h="9796" extrusionOk="0">
                    <a:moveTo>
                      <a:pt x="9012" y="1"/>
                    </a:moveTo>
                    <a:cubicBezTo>
                      <a:pt x="9000" y="1"/>
                      <a:pt x="8988" y="1"/>
                      <a:pt x="8976" y="1"/>
                    </a:cubicBezTo>
                    <a:cubicBezTo>
                      <a:pt x="4722" y="20"/>
                      <a:pt x="1152" y="2850"/>
                      <a:pt x="1" y="6732"/>
                    </a:cubicBezTo>
                    <a:lnTo>
                      <a:pt x="1" y="6732"/>
                    </a:lnTo>
                    <a:cubicBezTo>
                      <a:pt x="1425" y="3318"/>
                      <a:pt x="4839" y="898"/>
                      <a:pt x="8800" y="879"/>
                    </a:cubicBezTo>
                    <a:cubicBezTo>
                      <a:pt x="8813" y="879"/>
                      <a:pt x="8826" y="879"/>
                      <a:pt x="8838" y="879"/>
                    </a:cubicBezTo>
                    <a:cubicBezTo>
                      <a:pt x="13953" y="879"/>
                      <a:pt x="18128" y="4813"/>
                      <a:pt x="18420" y="9796"/>
                    </a:cubicBezTo>
                    <a:lnTo>
                      <a:pt x="18420" y="9367"/>
                    </a:lnTo>
                    <a:cubicBezTo>
                      <a:pt x="18400" y="4188"/>
                      <a:pt x="14186" y="1"/>
                      <a:pt x="9012" y="1"/>
                    </a:cubicBez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5">
                <a:extLst>
                  <a:ext uri="{FF2B5EF4-FFF2-40B4-BE49-F238E27FC236}">
                    <a16:creationId xmlns:a16="http://schemas.microsoft.com/office/drawing/2014/main" id="{E4792C9A-8B39-B99A-D900-61F11F0E27D6}"/>
                  </a:ext>
                </a:extLst>
              </p:cNvPr>
              <p:cNvSpPr/>
              <p:nvPr/>
            </p:nvSpPr>
            <p:spPr>
              <a:xfrm>
                <a:off x="997314" y="1926296"/>
                <a:ext cx="1673141" cy="1536480"/>
              </a:xfrm>
              <a:custGeom>
                <a:avLst/>
                <a:gdLst/>
                <a:ahLst/>
                <a:cxnLst/>
                <a:rect l="l" t="t" r="r" b="b"/>
                <a:pathLst>
                  <a:path w="17679" h="16235" extrusionOk="0">
                    <a:moveTo>
                      <a:pt x="2928" y="0"/>
                    </a:moveTo>
                    <a:lnTo>
                      <a:pt x="2928" y="0"/>
                    </a:lnTo>
                    <a:cubicBezTo>
                      <a:pt x="1113" y="1737"/>
                      <a:pt x="1" y="4156"/>
                      <a:pt x="1" y="6869"/>
                    </a:cubicBezTo>
                    <a:cubicBezTo>
                      <a:pt x="20" y="12047"/>
                      <a:pt x="4215" y="16234"/>
                      <a:pt x="9408" y="16234"/>
                    </a:cubicBezTo>
                    <a:cubicBezTo>
                      <a:pt x="9420" y="16234"/>
                      <a:pt x="9432" y="16234"/>
                      <a:pt x="9445" y="16234"/>
                    </a:cubicBezTo>
                    <a:cubicBezTo>
                      <a:pt x="12996" y="16234"/>
                      <a:pt x="16098" y="14224"/>
                      <a:pt x="17678" y="11278"/>
                    </a:cubicBezTo>
                    <a:lnTo>
                      <a:pt x="17678" y="11278"/>
                    </a:lnTo>
                    <a:cubicBezTo>
                      <a:pt x="16020" y="12859"/>
                      <a:pt x="13757" y="13854"/>
                      <a:pt x="11240" y="13854"/>
                    </a:cubicBezTo>
                    <a:cubicBezTo>
                      <a:pt x="11216" y="13854"/>
                      <a:pt x="11192" y="13854"/>
                      <a:pt x="11168" y="13854"/>
                    </a:cubicBezTo>
                    <a:cubicBezTo>
                      <a:pt x="6011" y="13854"/>
                      <a:pt x="1835" y="9674"/>
                      <a:pt x="1796" y="4488"/>
                    </a:cubicBezTo>
                    <a:cubicBezTo>
                      <a:pt x="1796" y="2869"/>
                      <a:pt x="2225" y="1347"/>
                      <a:pt x="2928" y="0"/>
                    </a:cubicBezTo>
                    <a:close/>
                  </a:path>
                </a:pathLst>
              </a:custGeom>
              <a:solidFill>
                <a:srgbClr val="052E3A">
                  <a:alpha val="21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5">
                <a:extLst>
                  <a:ext uri="{FF2B5EF4-FFF2-40B4-BE49-F238E27FC236}">
                    <a16:creationId xmlns:a16="http://schemas.microsoft.com/office/drawing/2014/main" id="{75BF14FA-0A9E-0D3B-57CF-16BE934D3CE7}"/>
                  </a:ext>
                </a:extLst>
              </p:cNvPr>
              <p:cNvSpPr/>
              <p:nvPr/>
            </p:nvSpPr>
            <p:spPr>
              <a:xfrm>
                <a:off x="997314" y="1841312"/>
                <a:ext cx="871729" cy="1412786"/>
              </a:xfrm>
              <a:custGeom>
                <a:avLst/>
                <a:gdLst/>
                <a:ahLst/>
                <a:cxnLst/>
                <a:rect l="l" t="t" r="r" b="b"/>
                <a:pathLst>
                  <a:path w="9211" h="14928" extrusionOk="0">
                    <a:moveTo>
                      <a:pt x="4098" y="1"/>
                    </a:moveTo>
                    <a:lnTo>
                      <a:pt x="3884" y="137"/>
                    </a:lnTo>
                    <a:lnTo>
                      <a:pt x="3825" y="196"/>
                    </a:lnTo>
                    <a:cubicBezTo>
                      <a:pt x="3747" y="235"/>
                      <a:pt x="3708" y="274"/>
                      <a:pt x="3650" y="313"/>
                    </a:cubicBezTo>
                    <a:cubicBezTo>
                      <a:pt x="3650" y="333"/>
                      <a:pt x="3630" y="333"/>
                      <a:pt x="3610" y="372"/>
                    </a:cubicBezTo>
                    <a:cubicBezTo>
                      <a:pt x="3552" y="391"/>
                      <a:pt x="3493" y="430"/>
                      <a:pt x="3435" y="489"/>
                    </a:cubicBezTo>
                    <a:cubicBezTo>
                      <a:pt x="3415" y="489"/>
                      <a:pt x="3415" y="508"/>
                      <a:pt x="3396" y="508"/>
                    </a:cubicBezTo>
                    <a:cubicBezTo>
                      <a:pt x="3259" y="606"/>
                      <a:pt x="3123" y="723"/>
                      <a:pt x="3006" y="859"/>
                    </a:cubicBezTo>
                    <a:lnTo>
                      <a:pt x="2947" y="898"/>
                    </a:lnTo>
                    <a:lnTo>
                      <a:pt x="2811" y="1055"/>
                    </a:lnTo>
                    <a:lnTo>
                      <a:pt x="2752" y="1094"/>
                    </a:lnTo>
                    <a:lnTo>
                      <a:pt x="2615" y="1250"/>
                    </a:lnTo>
                    <a:cubicBezTo>
                      <a:pt x="2576" y="1269"/>
                      <a:pt x="2557" y="1269"/>
                      <a:pt x="2557" y="1289"/>
                    </a:cubicBezTo>
                    <a:cubicBezTo>
                      <a:pt x="2440" y="1406"/>
                      <a:pt x="2323" y="1562"/>
                      <a:pt x="2186" y="1679"/>
                    </a:cubicBezTo>
                    <a:lnTo>
                      <a:pt x="2147" y="1737"/>
                    </a:lnTo>
                    <a:cubicBezTo>
                      <a:pt x="2089" y="1776"/>
                      <a:pt x="2069" y="1835"/>
                      <a:pt x="2030" y="1874"/>
                    </a:cubicBezTo>
                    <a:cubicBezTo>
                      <a:pt x="1991" y="1874"/>
                      <a:pt x="1991" y="1894"/>
                      <a:pt x="1971" y="1933"/>
                    </a:cubicBezTo>
                    <a:cubicBezTo>
                      <a:pt x="1932" y="1991"/>
                      <a:pt x="1893" y="2050"/>
                      <a:pt x="1854" y="2089"/>
                    </a:cubicBezTo>
                    <a:cubicBezTo>
                      <a:pt x="1854" y="2128"/>
                      <a:pt x="1835" y="2128"/>
                      <a:pt x="1835" y="2147"/>
                    </a:cubicBezTo>
                    <a:lnTo>
                      <a:pt x="1542" y="2576"/>
                    </a:lnTo>
                    <a:cubicBezTo>
                      <a:pt x="1503" y="2576"/>
                      <a:pt x="1503" y="2615"/>
                      <a:pt x="1484" y="2635"/>
                    </a:cubicBezTo>
                    <a:cubicBezTo>
                      <a:pt x="1464" y="2713"/>
                      <a:pt x="1406" y="2752"/>
                      <a:pt x="1386" y="2811"/>
                    </a:cubicBezTo>
                    <a:cubicBezTo>
                      <a:pt x="1367" y="2830"/>
                      <a:pt x="1367" y="2850"/>
                      <a:pt x="1347" y="2869"/>
                    </a:cubicBezTo>
                    <a:cubicBezTo>
                      <a:pt x="1308" y="2928"/>
                      <a:pt x="1269" y="3006"/>
                      <a:pt x="1250" y="3045"/>
                    </a:cubicBezTo>
                    <a:cubicBezTo>
                      <a:pt x="1250" y="3045"/>
                      <a:pt x="1211" y="3064"/>
                      <a:pt x="1211" y="3103"/>
                    </a:cubicBezTo>
                    <a:cubicBezTo>
                      <a:pt x="1172" y="3162"/>
                      <a:pt x="1152" y="3240"/>
                      <a:pt x="1093" y="3318"/>
                    </a:cubicBezTo>
                    <a:cubicBezTo>
                      <a:pt x="1054" y="3396"/>
                      <a:pt x="1015" y="3454"/>
                      <a:pt x="976" y="3533"/>
                    </a:cubicBezTo>
                    <a:cubicBezTo>
                      <a:pt x="976" y="3552"/>
                      <a:pt x="957" y="3591"/>
                      <a:pt x="957" y="3611"/>
                    </a:cubicBezTo>
                    <a:cubicBezTo>
                      <a:pt x="918" y="3650"/>
                      <a:pt x="898" y="3728"/>
                      <a:pt x="879" y="3786"/>
                    </a:cubicBezTo>
                    <a:cubicBezTo>
                      <a:pt x="879" y="3806"/>
                      <a:pt x="859" y="3825"/>
                      <a:pt x="859" y="3845"/>
                    </a:cubicBezTo>
                    <a:cubicBezTo>
                      <a:pt x="820" y="3903"/>
                      <a:pt x="801" y="3981"/>
                      <a:pt x="781" y="4020"/>
                    </a:cubicBezTo>
                    <a:cubicBezTo>
                      <a:pt x="781" y="4040"/>
                      <a:pt x="762" y="4079"/>
                      <a:pt x="762" y="4098"/>
                    </a:cubicBezTo>
                    <a:cubicBezTo>
                      <a:pt x="723" y="4176"/>
                      <a:pt x="684" y="4274"/>
                      <a:pt x="664" y="4333"/>
                    </a:cubicBezTo>
                    <a:cubicBezTo>
                      <a:pt x="606" y="4411"/>
                      <a:pt x="586" y="4508"/>
                      <a:pt x="567" y="4586"/>
                    </a:cubicBezTo>
                    <a:cubicBezTo>
                      <a:pt x="567" y="4606"/>
                      <a:pt x="528" y="4625"/>
                      <a:pt x="528" y="4664"/>
                    </a:cubicBezTo>
                    <a:cubicBezTo>
                      <a:pt x="528" y="4703"/>
                      <a:pt x="508" y="4781"/>
                      <a:pt x="489" y="4820"/>
                    </a:cubicBezTo>
                    <a:cubicBezTo>
                      <a:pt x="489" y="4859"/>
                      <a:pt x="469" y="4879"/>
                      <a:pt x="469" y="4898"/>
                    </a:cubicBezTo>
                    <a:cubicBezTo>
                      <a:pt x="430" y="4957"/>
                      <a:pt x="430" y="5015"/>
                      <a:pt x="411" y="5074"/>
                    </a:cubicBezTo>
                    <a:cubicBezTo>
                      <a:pt x="411" y="5093"/>
                      <a:pt x="391" y="5113"/>
                      <a:pt x="391" y="5152"/>
                    </a:cubicBezTo>
                    <a:cubicBezTo>
                      <a:pt x="372" y="5250"/>
                      <a:pt x="333" y="5308"/>
                      <a:pt x="313" y="5406"/>
                    </a:cubicBezTo>
                    <a:cubicBezTo>
                      <a:pt x="313" y="5484"/>
                      <a:pt x="293" y="5581"/>
                      <a:pt x="274" y="5659"/>
                    </a:cubicBezTo>
                    <a:cubicBezTo>
                      <a:pt x="235" y="5679"/>
                      <a:pt x="235" y="5698"/>
                      <a:pt x="235" y="5737"/>
                    </a:cubicBezTo>
                    <a:cubicBezTo>
                      <a:pt x="215" y="5796"/>
                      <a:pt x="215" y="5854"/>
                      <a:pt x="196" y="5932"/>
                    </a:cubicBezTo>
                    <a:cubicBezTo>
                      <a:pt x="176" y="5952"/>
                      <a:pt x="176" y="5991"/>
                      <a:pt x="176" y="6030"/>
                    </a:cubicBezTo>
                    <a:cubicBezTo>
                      <a:pt x="176" y="6089"/>
                      <a:pt x="137" y="6147"/>
                      <a:pt x="137" y="6225"/>
                    </a:cubicBezTo>
                    <a:cubicBezTo>
                      <a:pt x="118" y="6245"/>
                      <a:pt x="118" y="6264"/>
                      <a:pt x="118" y="6284"/>
                    </a:cubicBezTo>
                    <a:cubicBezTo>
                      <a:pt x="98" y="6381"/>
                      <a:pt x="79" y="6459"/>
                      <a:pt x="79" y="6557"/>
                    </a:cubicBezTo>
                    <a:cubicBezTo>
                      <a:pt x="79" y="6654"/>
                      <a:pt x="40" y="6732"/>
                      <a:pt x="40" y="6830"/>
                    </a:cubicBezTo>
                    <a:lnTo>
                      <a:pt x="40" y="6908"/>
                    </a:lnTo>
                    <a:cubicBezTo>
                      <a:pt x="20" y="6986"/>
                      <a:pt x="20" y="7025"/>
                      <a:pt x="20" y="7103"/>
                    </a:cubicBezTo>
                    <a:lnTo>
                      <a:pt x="20" y="7201"/>
                    </a:lnTo>
                    <a:lnTo>
                      <a:pt x="20" y="7396"/>
                    </a:lnTo>
                    <a:cubicBezTo>
                      <a:pt x="20" y="7415"/>
                      <a:pt x="1" y="7435"/>
                      <a:pt x="40" y="7630"/>
                    </a:cubicBezTo>
                    <a:lnTo>
                      <a:pt x="40" y="7903"/>
                    </a:lnTo>
                    <a:lnTo>
                      <a:pt x="40" y="8137"/>
                    </a:lnTo>
                    <a:lnTo>
                      <a:pt x="40" y="8215"/>
                    </a:lnTo>
                    <a:lnTo>
                      <a:pt x="40" y="8391"/>
                    </a:lnTo>
                    <a:lnTo>
                      <a:pt x="40" y="8489"/>
                    </a:lnTo>
                    <a:lnTo>
                      <a:pt x="40" y="8625"/>
                    </a:lnTo>
                    <a:lnTo>
                      <a:pt x="40" y="8723"/>
                    </a:lnTo>
                    <a:cubicBezTo>
                      <a:pt x="59" y="8781"/>
                      <a:pt x="59" y="8820"/>
                      <a:pt x="59" y="8879"/>
                    </a:cubicBezTo>
                    <a:lnTo>
                      <a:pt x="59" y="8976"/>
                    </a:lnTo>
                    <a:cubicBezTo>
                      <a:pt x="59" y="9015"/>
                      <a:pt x="98" y="9074"/>
                      <a:pt x="98" y="9113"/>
                    </a:cubicBezTo>
                    <a:cubicBezTo>
                      <a:pt x="118" y="9152"/>
                      <a:pt x="118" y="9191"/>
                      <a:pt x="118" y="9210"/>
                    </a:cubicBezTo>
                    <a:cubicBezTo>
                      <a:pt x="118" y="9269"/>
                      <a:pt x="137" y="9308"/>
                      <a:pt x="137" y="9367"/>
                    </a:cubicBezTo>
                    <a:cubicBezTo>
                      <a:pt x="157" y="9386"/>
                      <a:pt x="157" y="9445"/>
                      <a:pt x="157" y="9464"/>
                    </a:cubicBezTo>
                    <a:cubicBezTo>
                      <a:pt x="157" y="9503"/>
                      <a:pt x="196" y="9562"/>
                      <a:pt x="196" y="9601"/>
                    </a:cubicBezTo>
                    <a:cubicBezTo>
                      <a:pt x="196" y="9640"/>
                      <a:pt x="215" y="9679"/>
                      <a:pt x="215" y="9698"/>
                    </a:cubicBezTo>
                    <a:cubicBezTo>
                      <a:pt x="215" y="9757"/>
                      <a:pt x="235" y="9796"/>
                      <a:pt x="235" y="9854"/>
                    </a:cubicBezTo>
                    <a:cubicBezTo>
                      <a:pt x="254" y="9874"/>
                      <a:pt x="254" y="9893"/>
                      <a:pt x="254" y="9932"/>
                    </a:cubicBezTo>
                    <a:cubicBezTo>
                      <a:pt x="293" y="9971"/>
                      <a:pt x="293" y="10049"/>
                      <a:pt x="313" y="10088"/>
                    </a:cubicBezTo>
                    <a:cubicBezTo>
                      <a:pt x="333" y="10088"/>
                      <a:pt x="333" y="10127"/>
                      <a:pt x="333" y="10147"/>
                    </a:cubicBezTo>
                    <a:cubicBezTo>
                      <a:pt x="391" y="10323"/>
                      <a:pt x="430" y="10479"/>
                      <a:pt x="489" y="10635"/>
                    </a:cubicBezTo>
                    <a:cubicBezTo>
                      <a:pt x="508" y="10654"/>
                      <a:pt x="508" y="10654"/>
                      <a:pt x="508" y="10674"/>
                    </a:cubicBezTo>
                    <a:cubicBezTo>
                      <a:pt x="528" y="10752"/>
                      <a:pt x="547" y="10810"/>
                      <a:pt x="586" y="10869"/>
                    </a:cubicBezTo>
                    <a:cubicBezTo>
                      <a:pt x="586" y="10908"/>
                      <a:pt x="606" y="10927"/>
                      <a:pt x="606" y="10947"/>
                    </a:cubicBezTo>
                    <a:cubicBezTo>
                      <a:pt x="606" y="11025"/>
                      <a:pt x="625" y="11064"/>
                      <a:pt x="645" y="11123"/>
                    </a:cubicBezTo>
                    <a:cubicBezTo>
                      <a:pt x="645" y="11142"/>
                      <a:pt x="684" y="11162"/>
                      <a:pt x="684" y="11201"/>
                    </a:cubicBezTo>
                    <a:cubicBezTo>
                      <a:pt x="684" y="11240"/>
                      <a:pt x="703" y="11298"/>
                      <a:pt x="723" y="11337"/>
                    </a:cubicBezTo>
                    <a:cubicBezTo>
                      <a:pt x="723" y="11357"/>
                      <a:pt x="742" y="11396"/>
                      <a:pt x="742" y="11415"/>
                    </a:cubicBezTo>
                    <a:lnTo>
                      <a:pt x="820" y="11552"/>
                    </a:lnTo>
                    <a:cubicBezTo>
                      <a:pt x="820" y="11591"/>
                      <a:pt x="840" y="11610"/>
                      <a:pt x="840" y="11630"/>
                    </a:cubicBezTo>
                    <a:lnTo>
                      <a:pt x="918" y="11786"/>
                    </a:lnTo>
                    <a:cubicBezTo>
                      <a:pt x="918" y="11805"/>
                      <a:pt x="937" y="11825"/>
                      <a:pt x="937" y="11845"/>
                    </a:cubicBezTo>
                    <a:cubicBezTo>
                      <a:pt x="976" y="11923"/>
                      <a:pt x="996" y="11981"/>
                      <a:pt x="1015" y="12020"/>
                    </a:cubicBezTo>
                    <a:cubicBezTo>
                      <a:pt x="1015" y="12020"/>
                      <a:pt x="1054" y="12040"/>
                      <a:pt x="1054" y="12079"/>
                    </a:cubicBezTo>
                    <a:cubicBezTo>
                      <a:pt x="1074" y="12118"/>
                      <a:pt x="1113" y="12196"/>
                      <a:pt x="1152" y="12235"/>
                    </a:cubicBezTo>
                    <a:cubicBezTo>
                      <a:pt x="1152" y="12274"/>
                      <a:pt x="1172" y="12274"/>
                      <a:pt x="1172" y="12293"/>
                    </a:cubicBezTo>
                    <a:cubicBezTo>
                      <a:pt x="1308" y="12566"/>
                      <a:pt x="1484" y="12859"/>
                      <a:pt x="1679" y="13113"/>
                    </a:cubicBezTo>
                    <a:lnTo>
                      <a:pt x="1698" y="13152"/>
                    </a:lnTo>
                    <a:cubicBezTo>
                      <a:pt x="1757" y="13191"/>
                      <a:pt x="1776" y="13269"/>
                      <a:pt x="1835" y="13308"/>
                    </a:cubicBezTo>
                    <a:lnTo>
                      <a:pt x="1854" y="13347"/>
                    </a:lnTo>
                    <a:cubicBezTo>
                      <a:pt x="1893" y="13405"/>
                      <a:pt x="1932" y="13464"/>
                      <a:pt x="1971" y="13503"/>
                    </a:cubicBezTo>
                    <a:lnTo>
                      <a:pt x="1991" y="13542"/>
                    </a:lnTo>
                    <a:cubicBezTo>
                      <a:pt x="2050" y="13581"/>
                      <a:pt x="2069" y="13640"/>
                      <a:pt x="2128" y="13679"/>
                    </a:cubicBezTo>
                    <a:lnTo>
                      <a:pt x="2147" y="13698"/>
                    </a:lnTo>
                    <a:cubicBezTo>
                      <a:pt x="2167" y="13757"/>
                      <a:pt x="2225" y="13796"/>
                      <a:pt x="2264" y="13854"/>
                    </a:cubicBezTo>
                    <a:lnTo>
                      <a:pt x="2284" y="13874"/>
                    </a:lnTo>
                    <a:cubicBezTo>
                      <a:pt x="2342" y="13952"/>
                      <a:pt x="2381" y="13991"/>
                      <a:pt x="2440" y="14049"/>
                    </a:cubicBezTo>
                    <a:lnTo>
                      <a:pt x="2459" y="14069"/>
                    </a:lnTo>
                    <a:cubicBezTo>
                      <a:pt x="2537" y="14127"/>
                      <a:pt x="2576" y="14186"/>
                      <a:pt x="2635" y="14244"/>
                    </a:cubicBezTo>
                    <a:cubicBezTo>
                      <a:pt x="2850" y="14479"/>
                      <a:pt x="3103" y="14713"/>
                      <a:pt x="3337" y="14927"/>
                    </a:cubicBezTo>
                    <a:cubicBezTo>
                      <a:pt x="3259" y="14420"/>
                      <a:pt x="3025" y="13854"/>
                      <a:pt x="2752" y="13171"/>
                    </a:cubicBezTo>
                    <a:cubicBezTo>
                      <a:pt x="2342" y="12118"/>
                      <a:pt x="2811" y="12079"/>
                      <a:pt x="3240" y="11240"/>
                    </a:cubicBezTo>
                    <a:cubicBezTo>
                      <a:pt x="3689" y="10420"/>
                      <a:pt x="4469" y="10908"/>
                      <a:pt x="5308" y="9893"/>
                    </a:cubicBezTo>
                    <a:cubicBezTo>
                      <a:pt x="6167" y="8879"/>
                      <a:pt x="5464" y="7942"/>
                      <a:pt x="5796" y="7513"/>
                    </a:cubicBezTo>
                    <a:cubicBezTo>
                      <a:pt x="5863" y="7424"/>
                      <a:pt x="5946" y="7393"/>
                      <a:pt x="6045" y="7393"/>
                    </a:cubicBezTo>
                    <a:cubicBezTo>
                      <a:pt x="6255" y="7393"/>
                      <a:pt x="6536" y="7530"/>
                      <a:pt x="6881" y="7530"/>
                    </a:cubicBezTo>
                    <a:cubicBezTo>
                      <a:pt x="7225" y="7530"/>
                      <a:pt x="7633" y="7394"/>
                      <a:pt x="8098" y="6850"/>
                    </a:cubicBezTo>
                    <a:cubicBezTo>
                      <a:pt x="9210" y="5503"/>
                      <a:pt x="8313" y="4801"/>
                      <a:pt x="7786" y="4176"/>
                    </a:cubicBezTo>
                    <a:cubicBezTo>
                      <a:pt x="7220" y="3533"/>
                      <a:pt x="6674" y="4020"/>
                      <a:pt x="6362" y="2947"/>
                    </a:cubicBezTo>
                    <a:cubicBezTo>
                      <a:pt x="6049" y="1874"/>
                      <a:pt x="4996" y="2089"/>
                      <a:pt x="4508" y="1991"/>
                    </a:cubicBezTo>
                    <a:cubicBezTo>
                      <a:pt x="4020" y="1894"/>
                      <a:pt x="4098" y="1"/>
                      <a:pt x="40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5">
                <a:extLst>
                  <a:ext uri="{FF2B5EF4-FFF2-40B4-BE49-F238E27FC236}">
                    <a16:creationId xmlns:a16="http://schemas.microsoft.com/office/drawing/2014/main" id="{8C7075F6-FBB8-94CC-A995-B0278F15D6B9}"/>
                  </a:ext>
                </a:extLst>
              </p:cNvPr>
              <p:cNvSpPr/>
              <p:nvPr/>
            </p:nvSpPr>
            <p:spPr>
              <a:xfrm>
                <a:off x="991825" y="1931785"/>
                <a:ext cx="330578" cy="1320417"/>
              </a:xfrm>
              <a:custGeom>
                <a:avLst/>
                <a:gdLst/>
                <a:ahLst/>
                <a:cxnLst/>
                <a:rect l="l" t="t" r="r" b="b"/>
                <a:pathLst>
                  <a:path w="3493" h="13952" extrusionOk="0">
                    <a:moveTo>
                      <a:pt x="2869" y="1"/>
                    </a:moveTo>
                    <a:cubicBezTo>
                      <a:pt x="2866" y="5"/>
                      <a:pt x="2864" y="9"/>
                      <a:pt x="2862" y="12"/>
                    </a:cubicBezTo>
                    <a:lnTo>
                      <a:pt x="2862" y="12"/>
                    </a:lnTo>
                    <a:cubicBezTo>
                      <a:pt x="2866" y="9"/>
                      <a:pt x="2869" y="6"/>
                      <a:pt x="2869" y="1"/>
                    </a:cubicBezTo>
                    <a:close/>
                    <a:moveTo>
                      <a:pt x="2862" y="12"/>
                    </a:moveTo>
                    <a:cubicBezTo>
                      <a:pt x="2851" y="22"/>
                      <a:pt x="2825" y="25"/>
                      <a:pt x="2810" y="40"/>
                    </a:cubicBezTo>
                    <a:lnTo>
                      <a:pt x="2712" y="138"/>
                    </a:lnTo>
                    <a:lnTo>
                      <a:pt x="2615" y="235"/>
                    </a:lnTo>
                    <a:lnTo>
                      <a:pt x="2537" y="313"/>
                    </a:lnTo>
                    <a:cubicBezTo>
                      <a:pt x="2498" y="372"/>
                      <a:pt x="2420" y="411"/>
                      <a:pt x="2381" y="489"/>
                    </a:cubicBezTo>
                    <a:cubicBezTo>
                      <a:pt x="2381" y="508"/>
                      <a:pt x="2342" y="508"/>
                      <a:pt x="2342" y="528"/>
                    </a:cubicBezTo>
                    <a:cubicBezTo>
                      <a:pt x="2322" y="586"/>
                      <a:pt x="2283" y="625"/>
                      <a:pt x="2225" y="684"/>
                    </a:cubicBezTo>
                    <a:cubicBezTo>
                      <a:pt x="2205" y="703"/>
                      <a:pt x="2186" y="762"/>
                      <a:pt x="2147" y="781"/>
                    </a:cubicBezTo>
                    <a:cubicBezTo>
                      <a:pt x="2108" y="801"/>
                      <a:pt x="2088" y="859"/>
                      <a:pt x="2049" y="879"/>
                    </a:cubicBezTo>
                    <a:cubicBezTo>
                      <a:pt x="2029" y="899"/>
                      <a:pt x="2010" y="957"/>
                      <a:pt x="1990" y="977"/>
                    </a:cubicBezTo>
                    <a:cubicBezTo>
                      <a:pt x="1951" y="996"/>
                      <a:pt x="1932" y="1055"/>
                      <a:pt x="1912" y="1074"/>
                    </a:cubicBezTo>
                    <a:cubicBezTo>
                      <a:pt x="1893" y="1094"/>
                      <a:pt x="1854" y="1152"/>
                      <a:pt x="1834" y="1172"/>
                    </a:cubicBezTo>
                    <a:cubicBezTo>
                      <a:pt x="1815" y="1211"/>
                      <a:pt x="1756" y="1269"/>
                      <a:pt x="1737" y="1308"/>
                    </a:cubicBezTo>
                    <a:cubicBezTo>
                      <a:pt x="1717" y="1347"/>
                      <a:pt x="1698" y="1347"/>
                      <a:pt x="1698" y="1367"/>
                    </a:cubicBezTo>
                    <a:lnTo>
                      <a:pt x="1542" y="1581"/>
                    </a:lnTo>
                    <a:cubicBezTo>
                      <a:pt x="1542" y="1601"/>
                      <a:pt x="1522" y="1640"/>
                      <a:pt x="1503" y="1659"/>
                    </a:cubicBezTo>
                    <a:cubicBezTo>
                      <a:pt x="1464" y="1698"/>
                      <a:pt x="1444" y="1738"/>
                      <a:pt x="1425" y="1777"/>
                    </a:cubicBezTo>
                    <a:cubicBezTo>
                      <a:pt x="1405" y="1796"/>
                      <a:pt x="1366" y="1855"/>
                      <a:pt x="1347" y="1874"/>
                    </a:cubicBezTo>
                    <a:cubicBezTo>
                      <a:pt x="1327" y="1933"/>
                      <a:pt x="1308" y="1952"/>
                      <a:pt x="1269" y="1991"/>
                    </a:cubicBezTo>
                    <a:cubicBezTo>
                      <a:pt x="1269" y="2030"/>
                      <a:pt x="1249" y="2069"/>
                      <a:pt x="1230" y="2089"/>
                    </a:cubicBezTo>
                    <a:cubicBezTo>
                      <a:pt x="1210" y="2147"/>
                      <a:pt x="1171" y="2167"/>
                      <a:pt x="1151" y="2225"/>
                    </a:cubicBezTo>
                    <a:cubicBezTo>
                      <a:pt x="1151" y="2245"/>
                      <a:pt x="1132" y="2284"/>
                      <a:pt x="1112" y="2323"/>
                    </a:cubicBezTo>
                    <a:lnTo>
                      <a:pt x="1034" y="2459"/>
                    </a:lnTo>
                    <a:cubicBezTo>
                      <a:pt x="1034" y="2479"/>
                      <a:pt x="1015" y="2518"/>
                      <a:pt x="1015" y="2537"/>
                    </a:cubicBezTo>
                    <a:cubicBezTo>
                      <a:pt x="1015" y="2557"/>
                      <a:pt x="976" y="2557"/>
                      <a:pt x="976" y="2577"/>
                    </a:cubicBezTo>
                    <a:cubicBezTo>
                      <a:pt x="956" y="2635"/>
                      <a:pt x="937" y="2713"/>
                      <a:pt x="917" y="2752"/>
                    </a:cubicBezTo>
                    <a:cubicBezTo>
                      <a:pt x="917" y="2752"/>
                      <a:pt x="878" y="2772"/>
                      <a:pt x="878" y="2811"/>
                    </a:cubicBezTo>
                    <a:cubicBezTo>
                      <a:pt x="878" y="2830"/>
                      <a:pt x="859" y="2830"/>
                      <a:pt x="859" y="2850"/>
                    </a:cubicBezTo>
                    <a:lnTo>
                      <a:pt x="781" y="3006"/>
                    </a:lnTo>
                    <a:lnTo>
                      <a:pt x="781" y="3025"/>
                    </a:lnTo>
                    <a:cubicBezTo>
                      <a:pt x="761" y="3045"/>
                      <a:pt x="761" y="3103"/>
                      <a:pt x="742" y="3123"/>
                    </a:cubicBezTo>
                    <a:cubicBezTo>
                      <a:pt x="742" y="3162"/>
                      <a:pt x="722" y="3220"/>
                      <a:pt x="683" y="3259"/>
                    </a:cubicBezTo>
                    <a:cubicBezTo>
                      <a:pt x="664" y="3298"/>
                      <a:pt x="664" y="3337"/>
                      <a:pt x="644" y="3357"/>
                    </a:cubicBezTo>
                    <a:cubicBezTo>
                      <a:pt x="644" y="3416"/>
                      <a:pt x="625" y="3455"/>
                      <a:pt x="586" y="3513"/>
                    </a:cubicBezTo>
                    <a:cubicBezTo>
                      <a:pt x="586" y="3533"/>
                      <a:pt x="566" y="3552"/>
                      <a:pt x="566" y="3591"/>
                    </a:cubicBezTo>
                    <a:cubicBezTo>
                      <a:pt x="547" y="3611"/>
                      <a:pt x="547" y="3611"/>
                      <a:pt x="547" y="3630"/>
                    </a:cubicBezTo>
                    <a:cubicBezTo>
                      <a:pt x="547" y="3689"/>
                      <a:pt x="527" y="3747"/>
                      <a:pt x="488" y="3806"/>
                    </a:cubicBezTo>
                    <a:lnTo>
                      <a:pt x="488" y="3825"/>
                    </a:lnTo>
                    <a:cubicBezTo>
                      <a:pt x="488" y="3845"/>
                      <a:pt x="469" y="3884"/>
                      <a:pt x="469" y="3903"/>
                    </a:cubicBezTo>
                    <a:cubicBezTo>
                      <a:pt x="449" y="3942"/>
                      <a:pt x="449" y="4020"/>
                      <a:pt x="430" y="4079"/>
                    </a:cubicBezTo>
                    <a:cubicBezTo>
                      <a:pt x="391" y="4098"/>
                      <a:pt x="391" y="4098"/>
                      <a:pt x="391" y="4118"/>
                    </a:cubicBezTo>
                    <a:cubicBezTo>
                      <a:pt x="391" y="4137"/>
                      <a:pt x="371" y="4176"/>
                      <a:pt x="371" y="4196"/>
                    </a:cubicBezTo>
                    <a:cubicBezTo>
                      <a:pt x="351" y="4235"/>
                      <a:pt x="351" y="4313"/>
                      <a:pt x="332" y="4372"/>
                    </a:cubicBezTo>
                    <a:cubicBezTo>
                      <a:pt x="332" y="4391"/>
                      <a:pt x="293" y="4430"/>
                      <a:pt x="293" y="4469"/>
                    </a:cubicBezTo>
                    <a:cubicBezTo>
                      <a:pt x="273" y="4508"/>
                      <a:pt x="273" y="4586"/>
                      <a:pt x="254" y="4625"/>
                    </a:cubicBezTo>
                    <a:cubicBezTo>
                      <a:pt x="254" y="4684"/>
                      <a:pt x="234" y="4703"/>
                      <a:pt x="234" y="4723"/>
                    </a:cubicBezTo>
                    <a:lnTo>
                      <a:pt x="234" y="4762"/>
                    </a:lnTo>
                    <a:cubicBezTo>
                      <a:pt x="234" y="4820"/>
                      <a:pt x="195" y="4879"/>
                      <a:pt x="195" y="4918"/>
                    </a:cubicBezTo>
                    <a:lnTo>
                      <a:pt x="195" y="4976"/>
                    </a:lnTo>
                    <a:lnTo>
                      <a:pt x="195" y="5055"/>
                    </a:lnTo>
                    <a:cubicBezTo>
                      <a:pt x="195" y="5113"/>
                      <a:pt x="176" y="5172"/>
                      <a:pt x="176" y="5250"/>
                    </a:cubicBezTo>
                    <a:cubicBezTo>
                      <a:pt x="156" y="5269"/>
                      <a:pt x="156" y="5289"/>
                      <a:pt x="156" y="5308"/>
                    </a:cubicBezTo>
                    <a:cubicBezTo>
                      <a:pt x="156" y="5386"/>
                      <a:pt x="137" y="5484"/>
                      <a:pt x="137" y="5562"/>
                    </a:cubicBezTo>
                    <a:lnTo>
                      <a:pt x="137" y="5659"/>
                    </a:lnTo>
                    <a:cubicBezTo>
                      <a:pt x="137" y="5737"/>
                      <a:pt x="98" y="5776"/>
                      <a:pt x="98" y="5854"/>
                    </a:cubicBezTo>
                    <a:lnTo>
                      <a:pt x="98" y="5952"/>
                    </a:lnTo>
                    <a:cubicBezTo>
                      <a:pt x="78" y="5991"/>
                      <a:pt x="78" y="6069"/>
                      <a:pt x="78" y="6108"/>
                    </a:cubicBezTo>
                    <a:lnTo>
                      <a:pt x="78" y="6186"/>
                    </a:lnTo>
                    <a:lnTo>
                      <a:pt x="78" y="6225"/>
                    </a:lnTo>
                    <a:lnTo>
                      <a:pt x="78" y="6420"/>
                    </a:lnTo>
                    <a:lnTo>
                      <a:pt x="78" y="6459"/>
                    </a:lnTo>
                    <a:cubicBezTo>
                      <a:pt x="78" y="6479"/>
                      <a:pt x="59" y="6479"/>
                      <a:pt x="0" y="6596"/>
                    </a:cubicBezTo>
                    <a:lnTo>
                      <a:pt x="0" y="6869"/>
                    </a:lnTo>
                    <a:lnTo>
                      <a:pt x="0" y="7123"/>
                    </a:lnTo>
                    <a:lnTo>
                      <a:pt x="0" y="7201"/>
                    </a:lnTo>
                    <a:lnTo>
                      <a:pt x="0" y="7357"/>
                    </a:lnTo>
                    <a:lnTo>
                      <a:pt x="0" y="7415"/>
                    </a:lnTo>
                    <a:lnTo>
                      <a:pt x="0" y="7454"/>
                    </a:lnTo>
                    <a:lnTo>
                      <a:pt x="0" y="7611"/>
                    </a:lnTo>
                    <a:lnTo>
                      <a:pt x="0" y="7708"/>
                    </a:lnTo>
                    <a:cubicBezTo>
                      <a:pt x="20" y="7747"/>
                      <a:pt x="20" y="7806"/>
                      <a:pt x="20" y="7845"/>
                    </a:cubicBezTo>
                    <a:lnTo>
                      <a:pt x="20" y="7942"/>
                    </a:lnTo>
                    <a:cubicBezTo>
                      <a:pt x="20" y="8001"/>
                      <a:pt x="59" y="8040"/>
                      <a:pt x="59" y="8098"/>
                    </a:cubicBezTo>
                    <a:cubicBezTo>
                      <a:pt x="78" y="8118"/>
                      <a:pt x="78" y="8157"/>
                      <a:pt x="78" y="8196"/>
                    </a:cubicBezTo>
                    <a:cubicBezTo>
                      <a:pt x="78" y="8235"/>
                      <a:pt x="98" y="8293"/>
                      <a:pt x="98" y="8332"/>
                    </a:cubicBezTo>
                    <a:cubicBezTo>
                      <a:pt x="117" y="8352"/>
                      <a:pt x="117" y="8411"/>
                      <a:pt x="117" y="8430"/>
                    </a:cubicBezTo>
                    <a:cubicBezTo>
                      <a:pt x="117" y="8489"/>
                      <a:pt x="156" y="8528"/>
                      <a:pt x="156" y="8586"/>
                    </a:cubicBezTo>
                    <a:cubicBezTo>
                      <a:pt x="156" y="8606"/>
                      <a:pt x="176" y="8645"/>
                      <a:pt x="176" y="8684"/>
                    </a:cubicBezTo>
                    <a:cubicBezTo>
                      <a:pt x="176" y="8723"/>
                      <a:pt x="195" y="8781"/>
                      <a:pt x="195" y="8820"/>
                    </a:cubicBezTo>
                    <a:lnTo>
                      <a:pt x="195" y="8879"/>
                    </a:lnTo>
                    <a:lnTo>
                      <a:pt x="195" y="8918"/>
                    </a:lnTo>
                    <a:cubicBezTo>
                      <a:pt x="215" y="8976"/>
                      <a:pt x="215" y="9035"/>
                      <a:pt x="254" y="9093"/>
                    </a:cubicBezTo>
                    <a:cubicBezTo>
                      <a:pt x="273" y="9093"/>
                      <a:pt x="273" y="9113"/>
                      <a:pt x="273" y="9132"/>
                    </a:cubicBezTo>
                    <a:cubicBezTo>
                      <a:pt x="312" y="9308"/>
                      <a:pt x="371" y="9484"/>
                      <a:pt x="410" y="9620"/>
                    </a:cubicBezTo>
                    <a:cubicBezTo>
                      <a:pt x="449" y="9659"/>
                      <a:pt x="449" y="9659"/>
                      <a:pt x="449" y="9679"/>
                    </a:cubicBezTo>
                    <a:cubicBezTo>
                      <a:pt x="469" y="9757"/>
                      <a:pt x="488" y="9796"/>
                      <a:pt x="508" y="9874"/>
                    </a:cubicBezTo>
                    <a:cubicBezTo>
                      <a:pt x="508" y="9893"/>
                      <a:pt x="547" y="9913"/>
                      <a:pt x="547" y="9952"/>
                    </a:cubicBezTo>
                    <a:cubicBezTo>
                      <a:pt x="547" y="10010"/>
                      <a:pt x="566" y="10069"/>
                      <a:pt x="586" y="10108"/>
                    </a:cubicBezTo>
                    <a:lnTo>
                      <a:pt x="586" y="10147"/>
                    </a:lnTo>
                    <a:cubicBezTo>
                      <a:pt x="586" y="10167"/>
                      <a:pt x="625" y="10167"/>
                      <a:pt x="625" y="10186"/>
                    </a:cubicBezTo>
                    <a:cubicBezTo>
                      <a:pt x="625" y="10245"/>
                      <a:pt x="644" y="10284"/>
                      <a:pt x="664" y="10342"/>
                    </a:cubicBezTo>
                    <a:cubicBezTo>
                      <a:pt x="664" y="10362"/>
                      <a:pt x="683" y="10381"/>
                      <a:pt x="683" y="10420"/>
                    </a:cubicBezTo>
                    <a:lnTo>
                      <a:pt x="761" y="10557"/>
                    </a:lnTo>
                    <a:cubicBezTo>
                      <a:pt x="761" y="10576"/>
                      <a:pt x="781" y="10615"/>
                      <a:pt x="781" y="10635"/>
                    </a:cubicBezTo>
                    <a:lnTo>
                      <a:pt x="859" y="10771"/>
                    </a:lnTo>
                    <a:cubicBezTo>
                      <a:pt x="859" y="10810"/>
                      <a:pt x="878" y="10810"/>
                      <a:pt x="878" y="10830"/>
                    </a:cubicBezTo>
                    <a:lnTo>
                      <a:pt x="878" y="10849"/>
                    </a:lnTo>
                    <a:cubicBezTo>
                      <a:pt x="917" y="10928"/>
                      <a:pt x="937" y="10967"/>
                      <a:pt x="956" y="11025"/>
                    </a:cubicBezTo>
                    <a:cubicBezTo>
                      <a:pt x="956" y="11025"/>
                      <a:pt x="976" y="11045"/>
                      <a:pt x="976" y="11064"/>
                    </a:cubicBezTo>
                    <a:cubicBezTo>
                      <a:pt x="1034" y="11123"/>
                      <a:pt x="1054" y="11201"/>
                      <a:pt x="1073" y="11240"/>
                    </a:cubicBezTo>
                    <a:lnTo>
                      <a:pt x="1073" y="11259"/>
                    </a:lnTo>
                    <a:lnTo>
                      <a:pt x="1073" y="11298"/>
                    </a:lnTo>
                    <a:cubicBezTo>
                      <a:pt x="1230" y="11552"/>
                      <a:pt x="1405" y="11845"/>
                      <a:pt x="1600" y="12118"/>
                    </a:cubicBezTo>
                    <a:lnTo>
                      <a:pt x="1620" y="12137"/>
                    </a:lnTo>
                    <a:cubicBezTo>
                      <a:pt x="1659" y="12196"/>
                      <a:pt x="1698" y="12274"/>
                      <a:pt x="1737" y="12313"/>
                    </a:cubicBezTo>
                    <a:lnTo>
                      <a:pt x="1756" y="12332"/>
                    </a:lnTo>
                    <a:cubicBezTo>
                      <a:pt x="1815" y="12410"/>
                      <a:pt x="1834" y="12469"/>
                      <a:pt x="1893" y="12508"/>
                    </a:cubicBezTo>
                    <a:cubicBezTo>
                      <a:pt x="1912" y="12508"/>
                      <a:pt x="1912" y="12528"/>
                      <a:pt x="1912" y="12528"/>
                    </a:cubicBezTo>
                    <a:lnTo>
                      <a:pt x="1912" y="12567"/>
                    </a:lnTo>
                    <a:cubicBezTo>
                      <a:pt x="1951" y="12606"/>
                      <a:pt x="1990" y="12664"/>
                      <a:pt x="2029" y="12703"/>
                    </a:cubicBezTo>
                    <a:lnTo>
                      <a:pt x="2049" y="12723"/>
                    </a:lnTo>
                    <a:cubicBezTo>
                      <a:pt x="2088" y="12781"/>
                      <a:pt x="2127" y="12820"/>
                      <a:pt x="2186" y="12879"/>
                    </a:cubicBezTo>
                    <a:lnTo>
                      <a:pt x="2205" y="12898"/>
                    </a:lnTo>
                    <a:cubicBezTo>
                      <a:pt x="2244" y="12976"/>
                      <a:pt x="2303" y="13015"/>
                      <a:pt x="2342" y="13074"/>
                    </a:cubicBezTo>
                    <a:lnTo>
                      <a:pt x="2381" y="13093"/>
                    </a:lnTo>
                    <a:cubicBezTo>
                      <a:pt x="2439" y="13152"/>
                      <a:pt x="2498" y="13210"/>
                      <a:pt x="2537" y="13269"/>
                    </a:cubicBezTo>
                    <a:cubicBezTo>
                      <a:pt x="2790" y="13503"/>
                      <a:pt x="3025" y="13737"/>
                      <a:pt x="3278" y="13952"/>
                    </a:cubicBezTo>
                    <a:cubicBezTo>
                      <a:pt x="3200" y="13445"/>
                      <a:pt x="2966" y="12879"/>
                      <a:pt x="2693" y="12196"/>
                    </a:cubicBezTo>
                    <a:cubicBezTo>
                      <a:pt x="2283" y="11142"/>
                      <a:pt x="2732" y="11103"/>
                      <a:pt x="3181" y="10264"/>
                    </a:cubicBezTo>
                    <a:cubicBezTo>
                      <a:pt x="3278" y="10089"/>
                      <a:pt x="3376" y="9971"/>
                      <a:pt x="3493" y="9893"/>
                    </a:cubicBezTo>
                    <a:cubicBezTo>
                      <a:pt x="2400" y="8372"/>
                      <a:pt x="1737" y="6479"/>
                      <a:pt x="1737" y="4469"/>
                    </a:cubicBezTo>
                    <a:cubicBezTo>
                      <a:pt x="1737" y="2854"/>
                      <a:pt x="2144" y="1356"/>
                      <a:pt x="2862" y="12"/>
                    </a:cubicBezTo>
                    <a:close/>
                  </a:path>
                </a:pathLst>
              </a:custGeom>
              <a:solidFill>
                <a:srgbClr val="052E3A">
                  <a:alpha val="21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5">
                <a:extLst>
                  <a:ext uri="{FF2B5EF4-FFF2-40B4-BE49-F238E27FC236}">
                    <a16:creationId xmlns:a16="http://schemas.microsoft.com/office/drawing/2014/main" id="{79881946-7E41-0850-EA17-00BEEF374141}"/>
                  </a:ext>
                </a:extLst>
              </p:cNvPr>
              <p:cNvSpPr/>
              <p:nvPr/>
            </p:nvSpPr>
            <p:spPr>
              <a:xfrm>
                <a:off x="2044289" y="1917021"/>
                <a:ext cx="733271" cy="1108045"/>
              </a:xfrm>
              <a:custGeom>
                <a:avLst/>
                <a:gdLst/>
                <a:ahLst/>
                <a:cxnLst/>
                <a:rect l="l" t="t" r="r" b="b"/>
                <a:pathLst>
                  <a:path w="7748" h="11708" extrusionOk="0">
                    <a:moveTo>
                      <a:pt x="4781" y="1"/>
                    </a:moveTo>
                    <a:cubicBezTo>
                      <a:pt x="4567" y="625"/>
                      <a:pt x="4157" y="1328"/>
                      <a:pt x="3338" y="1542"/>
                    </a:cubicBezTo>
                    <a:cubicBezTo>
                      <a:pt x="1855" y="1933"/>
                      <a:pt x="1" y="2889"/>
                      <a:pt x="703" y="4040"/>
                    </a:cubicBezTo>
                    <a:cubicBezTo>
                      <a:pt x="946" y="4431"/>
                      <a:pt x="1189" y="4521"/>
                      <a:pt x="1459" y="4521"/>
                    </a:cubicBezTo>
                    <a:cubicBezTo>
                      <a:pt x="1690" y="4521"/>
                      <a:pt x="1941" y="4455"/>
                      <a:pt x="2229" y="4455"/>
                    </a:cubicBezTo>
                    <a:cubicBezTo>
                      <a:pt x="2575" y="4455"/>
                      <a:pt x="2974" y="4551"/>
                      <a:pt x="3455" y="4976"/>
                    </a:cubicBezTo>
                    <a:cubicBezTo>
                      <a:pt x="4781" y="6167"/>
                      <a:pt x="2967" y="6713"/>
                      <a:pt x="4059" y="7767"/>
                    </a:cubicBezTo>
                    <a:cubicBezTo>
                      <a:pt x="4294" y="7989"/>
                      <a:pt x="4501" y="8072"/>
                      <a:pt x="4687" y="8072"/>
                    </a:cubicBezTo>
                    <a:cubicBezTo>
                      <a:pt x="5253" y="8072"/>
                      <a:pt x="5634" y="7304"/>
                      <a:pt x="6044" y="7304"/>
                    </a:cubicBezTo>
                    <a:cubicBezTo>
                      <a:pt x="6129" y="7304"/>
                      <a:pt x="6214" y="7337"/>
                      <a:pt x="6303" y="7415"/>
                    </a:cubicBezTo>
                    <a:cubicBezTo>
                      <a:pt x="6928" y="8020"/>
                      <a:pt x="7084" y="9464"/>
                      <a:pt x="6420" y="11708"/>
                    </a:cubicBezTo>
                    <a:cubicBezTo>
                      <a:pt x="7279" y="10303"/>
                      <a:pt x="7747" y="8645"/>
                      <a:pt x="7747" y="6889"/>
                    </a:cubicBezTo>
                    <a:cubicBezTo>
                      <a:pt x="7747" y="4176"/>
                      <a:pt x="6596" y="1757"/>
                      <a:pt x="47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5">
                <a:extLst>
                  <a:ext uri="{FF2B5EF4-FFF2-40B4-BE49-F238E27FC236}">
                    <a16:creationId xmlns:a16="http://schemas.microsoft.com/office/drawing/2014/main" id="{ED8B705C-D7A7-DA64-324B-B24B71D9D6FA}"/>
                  </a:ext>
                </a:extLst>
              </p:cNvPr>
              <p:cNvSpPr/>
              <p:nvPr/>
            </p:nvSpPr>
            <p:spPr>
              <a:xfrm>
                <a:off x="1663941" y="2486358"/>
                <a:ext cx="688885" cy="731094"/>
              </a:xfrm>
              <a:custGeom>
                <a:avLst/>
                <a:gdLst/>
                <a:ahLst/>
                <a:cxnLst/>
                <a:rect l="l" t="t" r="r" b="b"/>
                <a:pathLst>
                  <a:path w="7279" h="7725" extrusionOk="0">
                    <a:moveTo>
                      <a:pt x="4341" y="1"/>
                    </a:moveTo>
                    <a:cubicBezTo>
                      <a:pt x="4027" y="1"/>
                      <a:pt x="3675" y="188"/>
                      <a:pt x="3298" y="580"/>
                    </a:cubicBezTo>
                    <a:cubicBezTo>
                      <a:pt x="2303" y="1594"/>
                      <a:pt x="1913" y="599"/>
                      <a:pt x="1054" y="1887"/>
                    </a:cubicBezTo>
                    <a:cubicBezTo>
                      <a:pt x="215" y="3175"/>
                      <a:pt x="1" y="3546"/>
                      <a:pt x="1054" y="4033"/>
                    </a:cubicBezTo>
                    <a:cubicBezTo>
                      <a:pt x="2108" y="4521"/>
                      <a:pt x="3493" y="4424"/>
                      <a:pt x="3142" y="5711"/>
                    </a:cubicBezTo>
                    <a:cubicBezTo>
                      <a:pt x="2899" y="6671"/>
                      <a:pt x="2781" y="7724"/>
                      <a:pt x="3306" y="7724"/>
                    </a:cubicBezTo>
                    <a:cubicBezTo>
                      <a:pt x="3497" y="7724"/>
                      <a:pt x="3772" y="7585"/>
                      <a:pt x="4157" y="7253"/>
                    </a:cubicBezTo>
                    <a:cubicBezTo>
                      <a:pt x="5581" y="6004"/>
                      <a:pt x="7278" y="5672"/>
                      <a:pt x="6635" y="3838"/>
                    </a:cubicBezTo>
                    <a:cubicBezTo>
                      <a:pt x="5971" y="2024"/>
                      <a:pt x="5542" y="1438"/>
                      <a:pt x="5542" y="1438"/>
                    </a:cubicBezTo>
                    <a:cubicBezTo>
                      <a:pt x="5275" y="505"/>
                      <a:pt x="4858" y="1"/>
                      <a:pt x="43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5">
                <a:extLst>
                  <a:ext uri="{FF2B5EF4-FFF2-40B4-BE49-F238E27FC236}">
                    <a16:creationId xmlns:a16="http://schemas.microsoft.com/office/drawing/2014/main" id="{B8E23249-4543-337B-2B22-E982EFFA583D}"/>
                  </a:ext>
                </a:extLst>
              </p:cNvPr>
              <p:cNvSpPr/>
              <p:nvPr/>
            </p:nvSpPr>
            <p:spPr>
              <a:xfrm>
                <a:off x="2209810" y="3011310"/>
                <a:ext cx="259219" cy="258556"/>
              </a:xfrm>
              <a:custGeom>
                <a:avLst/>
                <a:gdLst/>
                <a:ahLst/>
                <a:cxnLst/>
                <a:rect l="l" t="t" r="r" b="b"/>
                <a:pathLst>
                  <a:path w="2739" h="2732" extrusionOk="0">
                    <a:moveTo>
                      <a:pt x="2476" y="0"/>
                    </a:moveTo>
                    <a:cubicBezTo>
                      <a:pt x="2278" y="0"/>
                      <a:pt x="1972" y="237"/>
                      <a:pt x="1784" y="613"/>
                    </a:cubicBezTo>
                    <a:cubicBezTo>
                      <a:pt x="1452" y="1316"/>
                      <a:pt x="964" y="1706"/>
                      <a:pt x="964" y="1706"/>
                    </a:cubicBezTo>
                    <a:cubicBezTo>
                      <a:pt x="332" y="2193"/>
                      <a:pt x="1" y="2731"/>
                      <a:pt x="512" y="2731"/>
                    </a:cubicBezTo>
                    <a:cubicBezTo>
                      <a:pt x="553" y="2731"/>
                      <a:pt x="600" y="2728"/>
                      <a:pt x="652" y="2720"/>
                    </a:cubicBezTo>
                    <a:cubicBezTo>
                      <a:pt x="1374" y="2584"/>
                      <a:pt x="2310" y="1491"/>
                      <a:pt x="2603" y="594"/>
                    </a:cubicBezTo>
                    <a:cubicBezTo>
                      <a:pt x="2739" y="177"/>
                      <a:pt x="2648" y="0"/>
                      <a:pt x="2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5">
                <a:extLst>
                  <a:ext uri="{FF2B5EF4-FFF2-40B4-BE49-F238E27FC236}">
                    <a16:creationId xmlns:a16="http://schemas.microsoft.com/office/drawing/2014/main" id="{5DD11603-5EAC-ACE2-728E-F561557ED9A2}"/>
                  </a:ext>
                </a:extLst>
              </p:cNvPr>
              <p:cNvSpPr/>
              <p:nvPr/>
            </p:nvSpPr>
            <p:spPr>
              <a:xfrm>
                <a:off x="1628830" y="1682511"/>
                <a:ext cx="543044" cy="191362"/>
              </a:xfrm>
              <a:custGeom>
                <a:avLst/>
                <a:gdLst/>
                <a:ahLst/>
                <a:cxnLst/>
                <a:rect l="l" t="t" r="r" b="b"/>
                <a:pathLst>
                  <a:path w="5738" h="2022" extrusionOk="0">
                    <a:moveTo>
                      <a:pt x="2693" y="1"/>
                    </a:moveTo>
                    <a:cubicBezTo>
                      <a:pt x="1757" y="1"/>
                      <a:pt x="859" y="137"/>
                      <a:pt x="1" y="391"/>
                    </a:cubicBezTo>
                    <a:cubicBezTo>
                      <a:pt x="196" y="567"/>
                      <a:pt x="450" y="703"/>
                      <a:pt x="664" y="820"/>
                    </a:cubicBezTo>
                    <a:cubicBezTo>
                      <a:pt x="1351" y="1190"/>
                      <a:pt x="1020" y="2022"/>
                      <a:pt x="1682" y="2022"/>
                    </a:cubicBezTo>
                    <a:cubicBezTo>
                      <a:pt x="1753" y="2022"/>
                      <a:pt x="1836" y="2012"/>
                      <a:pt x="1933" y="1991"/>
                    </a:cubicBezTo>
                    <a:cubicBezTo>
                      <a:pt x="2624" y="1842"/>
                      <a:pt x="2816" y="1711"/>
                      <a:pt x="3204" y="1711"/>
                    </a:cubicBezTo>
                    <a:cubicBezTo>
                      <a:pt x="3373" y="1711"/>
                      <a:pt x="3580" y="1737"/>
                      <a:pt x="3884" y="1796"/>
                    </a:cubicBezTo>
                    <a:cubicBezTo>
                      <a:pt x="3993" y="1817"/>
                      <a:pt x="4094" y="1826"/>
                      <a:pt x="4188" y="1826"/>
                    </a:cubicBezTo>
                    <a:cubicBezTo>
                      <a:pt x="4979" y="1826"/>
                      <a:pt x="5249" y="1134"/>
                      <a:pt x="5737" y="489"/>
                    </a:cubicBezTo>
                    <a:cubicBezTo>
                      <a:pt x="4781" y="176"/>
                      <a:pt x="3767" y="1"/>
                      <a:pt x="26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5">
                <a:extLst>
                  <a:ext uri="{FF2B5EF4-FFF2-40B4-BE49-F238E27FC236}">
                    <a16:creationId xmlns:a16="http://schemas.microsoft.com/office/drawing/2014/main" id="{343D318A-E4CD-D030-DD4B-5753BBD990AC}"/>
                  </a:ext>
                </a:extLst>
              </p:cNvPr>
              <p:cNvSpPr/>
              <p:nvPr/>
            </p:nvSpPr>
            <p:spPr>
              <a:xfrm>
                <a:off x="1571575" y="3269859"/>
                <a:ext cx="358402" cy="189185"/>
              </a:xfrm>
              <a:custGeom>
                <a:avLst/>
                <a:gdLst/>
                <a:ahLst/>
                <a:cxnLst/>
                <a:rect l="l" t="t" r="r" b="b"/>
                <a:pathLst>
                  <a:path w="3787" h="1999" extrusionOk="0">
                    <a:moveTo>
                      <a:pt x="2394" y="0"/>
                    </a:moveTo>
                    <a:cubicBezTo>
                      <a:pt x="2150" y="0"/>
                      <a:pt x="1928" y="202"/>
                      <a:pt x="1757" y="535"/>
                    </a:cubicBezTo>
                    <a:cubicBezTo>
                      <a:pt x="1573" y="884"/>
                      <a:pt x="1415" y="982"/>
                      <a:pt x="1249" y="982"/>
                    </a:cubicBezTo>
                    <a:cubicBezTo>
                      <a:pt x="1062" y="982"/>
                      <a:pt x="864" y="858"/>
                      <a:pt x="606" y="827"/>
                    </a:cubicBezTo>
                    <a:cubicBezTo>
                      <a:pt x="598" y="827"/>
                      <a:pt x="590" y="827"/>
                      <a:pt x="582" y="827"/>
                    </a:cubicBezTo>
                    <a:cubicBezTo>
                      <a:pt x="341" y="827"/>
                      <a:pt x="171" y="1110"/>
                      <a:pt x="1" y="1393"/>
                    </a:cubicBezTo>
                    <a:cubicBezTo>
                      <a:pt x="1055" y="1784"/>
                      <a:pt x="2167" y="1998"/>
                      <a:pt x="3377" y="1998"/>
                    </a:cubicBezTo>
                    <a:lnTo>
                      <a:pt x="3786" y="1998"/>
                    </a:lnTo>
                    <a:cubicBezTo>
                      <a:pt x="3669" y="1842"/>
                      <a:pt x="3533" y="1569"/>
                      <a:pt x="3377" y="1159"/>
                    </a:cubicBezTo>
                    <a:cubicBezTo>
                      <a:pt x="3058" y="335"/>
                      <a:pt x="2709" y="0"/>
                      <a:pt x="23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9" name="Google Shape;1229;p45">
              <a:extLst>
                <a:ext uri="{FF2B5EF4-FFF2-40B4-BE49-F238E27FC236}">
                  <a16:creationId xmlns:a16="http://schemas.microsoft.com/office/drawing/2014/main" id="{8DF2ADC8-C794-3E94-2EED-1387E098937D}"/>
                </a:ext>
              </a:extLst>
            </p:cNvPr>
            <p:cNvSpPr/>
            <p:nvPr/>
          </p:nvSpPr>
          <p:spPr>
            <a:xfrm rot="-1389276">
              <a:off x="-1299612" y="1933746"/>
              <a:ext cx="5856910" cy="1804153"/>
            </a:xfrm>
            <a:custGeom>
              <a:avLst/>
              <a:gdLst/>
              <a:ahLst/>
              <a:cxnLst/>
              <a:rect l="l" t="t" r="r" b="b"/>
              <a:pathLst>
                <a:path w="57561" h="17731" extrusionOk="0">
                  <a:moveTo>
                    <a:pt x="31512" y="92"/>
                  </a:moveTo>
                  <a:cubicBezTo>
                    <a:pt x="38049" y="92"/>
                    <a:pt x="44097" y="775"/>
                    <a:pt x="48839" y="2062"/>
                  </a:cubicBezTo>
                  <a:cubicBezTo>
                    <a:pt x="54263" y="3565"/>
                    <a:pt x="57326" y="5653"/>
                    <a:pt x="57385" y="7975"/>
                  </a:cubicBezTo>
                  <a:cubicBezTo>
                    <a:pt x="57560" y="12774"/>
                    <a:pt x="44839" y="17087"/>
                    <a:pt x="29054" y="17613"/>
                  </a:cubicBezTo>
                  <a:cubicBezTo>
                    <a:pt x="28067" y="17643"/>
                    <a:pt x="27087" y="17658"/>
                    <a:pt x="26118" y="17658"/>
                  </a:cubicBezTo>
                  <a:cubicBezTo>
                    <a:pt x="19556" y="17658"/>
                    <a:pt x="13463" y="16974"/>
                    <a:pt x="8703" y="15682"/>
                  </a:cubicBezTo>
                  <a:cubicBezTo>
                    <a:pt x="3279" y="14199"/>
                    <a:pt x="215" y="12092"/>
                    <a:pt x="157" y="9770"/>
                  </a:cubicBezTo>
                  <a:cubicBezTo>
                    <a:pt x="1" y="4950"/>
                    <a:pt x="12703" y="638"/>
                    <a:pt x="28488" y="150"/>
                  </a:cubicBezTo>
                  <a:cubicBezTo>
                    <a:pt x="29522" y="111"/>
                    <a:pt x="30517" y="92"/>
                    <a:pt x="31512" y="92"/>
                  </a:cubicBezTo>
                  <a:close/>
                  <a:moveTo>
                    <a:pt x="31601" y="1"/>
                  </a:moveTo>
                  <a:cubicBezTo>
                    <a:pt x="30573" y="1"/>
                    <a:pt x="29534" y="18"/>
                    <a:pt x="28488" y="53"/>
                  </a:cubicBezTo>
                  <a:cubicBezTo>
                    <a:pt x="20839" y="287"/>
                    <a:pt x="13659" y="1438"/>
                    <a:pt x="8293" y="3272"/>
                  </a:cubicBezTo>
                  <a:cubicBezTo>
                    <a:pt x="2908" y="5087"/>
                    <a:pt x="1" y="7409"/>
                    <a:pt x="59" y="9770"/>
                  </a:cubicBezTo>
                  <a:cubicBezTo>
                    <a:pt x="118" y="12150"/>
                    <a:pt x="3201" y="14257"/>
                    <a:pt x="8683" y="15760"/>
                  </a:cubicBezTo>
                  <a:cubicBezTo>
                    <a:pt x="13425" y="17047"/>
                    <a:pt x="19493" y="17730"/>
                    <a:pt x="26029" y="17730"/>
                  </a:cubicBezTo>
                  <a:cubicBezTo>
                    <a:pt x="27024" y="17730"/>
                    <a:pt x="28059" y="17691"/>
                    <a:pt x="29073" y="17672"/>
                  </a:cubicBezTo>
                  <a:cubicBezTo>
                    <a:pt x="36722" y="17438"/>
                    <a:pt x="43902" y="16287"/>
                    <a:pt x="49268" y="14452"/>
                  </a:cubicBezTo>
                  <a:cubicBezTo>
                    <a:pt x="54634" y="12638"/>
                    <a:pt x="57560" y="10316"/>
                    <a:pt x="57482" y="7955"/>
                  </a:cubicBezTo>
                  <a:cubicBezTo>
                    <a:pt x="57424" y="5575"/>
                    <a:pt x="54341" y="3467"/>
                    <a:pt x="48858" y="1965"/>
                  </a:cubicBezTo>
                  <a:cubicBezTo>
                    <a:pt x="44142" y="685"/>
                    <a:pt x="38088" y="1"/>
                    <a:pt x="3160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5">
              <a:extLst>
                <a:ext uri="{FF2B5EF4-FFF2-40B4-BE49-F238E27FC236}">
                  <a16:creationId xmlns:a16="http://schemas.microsoft.com/office/drawing/2014/main" id="{68CA86AA-90CB-95DA-336B-00B84CBFEA7E}"/>
                </a:ext>
              </a:extLst>
            </p:cNvPr>
            <p:cNvSpPr/>
            <p:nvPr/>
          </p:nvSpPr>
          <p:spPr>
            <a:xfrm rot="-1366029">
              <a:off x="-2085668" y="1694056"/>
              <a:ext cx="7428861" cy="2537137"/>
            </a:xfrm>
            <a:custGeom>
              <a:avLst/>
              <a:gdLst/>
              <a:ahLst/>
              <a:cxnLst/>
              <a:rect l="l" t="t" r="r" b="b"/>
              <a:pathLst>
                <a:path w="75570" h="25809" extrusionOk="0">
                  <a:moveTo>
                    <a:pt x="53443" y="92"/>
                  </a:moveTo>
                  <a:cubicBezTo>
                    <a:pt x="65619" y="92"/>
                    <a:pt x="74321" y="2570"/>
                    <a:pt x="75004" y="6940"/>
                  </a:cubicBezTo>
                  <a:cubicBezTo>
                    <a:pt x="75492" y="9965"/>
                    <a:pt x="72097" y="13418"/>
                    <a:pt x="65424" y="16696"/>
                  </a:cubicBezTo>
                  <a:cubicBezTo>
                    <a:pt x="58712" y="19994"/>
                    <a:pt x="49580" y="22667"/>
                    <a:pt x="39629" y="24247"/>
                  </a:cubicBezTo>
                  <a:cubicBezTo>
                    <a:pt x="33405" y="25262"/>
                    <a:pt x="27454" y="25711"/>
                    <a:pt x="22147" y="25711"/>
                  </a:cubicBezTo>
                  <a:cubicBezTo>
                    <a:pt x="10010" y="25711"/>
                    <a:pt x="1308" y="23233"/>
                    <a:pt x="606" y="18862"/>
                  </a:cubicBezTo>
                  <a:cubicBezTo>
                    <a:pt x="118" y="15838"/>
                    <a:pt x="3493" y="12384"/>
                    <a:pt x="10186" y="9106"/>
                  </a:cubicBezTo>
                  <a:cubicBezTo>
                    <a:pt x="16898" y="5809"/>
                    <a:pt x="26029" y="3136"/>
                    <a:pt x="35980" y="1555"/>
                  </a:cubicBezTo>
                  <a:cubicBezTo>
                    <a:pt x="42205" y="541"/>
                    <a:pt x="48156" y="92"/>
                    <a:pt x="53443" y="92"/>
                  </a:cubicBezTo>
                  <a:close/>
                  <a:moveTo>
                    <a:pt x="53399" y="0"/>
                  </a:moveTo>
                  <a:cubicBezTo>
                    <a:pt x="48008" y="0"/>
                    <a:pt x="42058" y="497"/>
                    <a:pt x="35961" y="1477"/>
                  </a:cubicBezTo>
                  <a:cubicBezTo>
                    <a:pt x="25990" y="3058"/>
                    <a:pt x="16820" y="5731"/>
                    <a:pt x="10127" y="9028"/>
                  </a:cubicBezTo>
                  <a:cubicBezTo>
                    <a:pt x="3415" y="12326"/>
                    <a:pt x="1" y="15818"/>
                    <a:pt x="488" y="18882"/>
                  </a:cubicBezTo>
                  <a:cubicBezTo>
                    <a:pt x="976" y="21965"/>
                    <a:pt x="5347" y="24208"/>
                    <a:pt x="12742" y="25223"/>
                  </a:cubicBezTo>
                  <a:cubicBezTo>
                    <a:pt x="15591" y="25613"/>
                    <a:pt x="18771" y="25808"/>
                    <a:pt x="22147" y="25808"/>
                  </a:cubicBezTo>
                  <a:cubicBezTo>
                    <a:pt x="27571" y="25808"/>
                    <a:pt x="33522" y="25301"/>
                    <a:pt x="39629" y="24345"/>
                  </a:cubicBezTo>
                  <a:cubicBezTo>
                    <a:pt x="49600" y="22765"/>
                    <a:pt x="58770" y="20091"/>
                    <a:pt x="65443" y="16794"/>
                  </a:cubicBezTo>
                  <a:cubicBezTo>
                    <a:pt x="72155" y="13496"/>
                    <a:pt x="75570" y="10004"/>
                    <a:pt x="75082" y="6940"/>
                  </a:cubicBezTo>
                  <a:cubicBezTo>
                    <a:pt x="74594" y="3858"/>
                    <a:pt x="70224" y="1614"/>
                    <a:pt x="62848" y="599"/>
                  </a:cubicBezTo>
                  <a:cubicBezTo>
                    <a:pt x="59991" y="199"/>
                    <a:pt x="56807" y="0"/>
                    <a:pt x="5339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5">
              <a:extLst>
                <a:ext uri="{FF2B5EF4-FFF2-40B4-BE49-F238E27FC236}">
                  <a16:creationId xmlns:a16="http://schemas.microsoft.com/office/drawing/2014/main" id="{3BD20B1D-9944-A595-A13E-39316BC18AE6}"/>
                </a:ext>
              </a:extLst>
            </p:cNvPr>
            <p:cNvSpPr/>
            <p:nvPr/>
          </p:nvSpPr>
          <p:spPr>
            <a:xfrm rot="-1389221">
              <a:off x="339877" y="2551855"/>
              <a:ext cx="2685617" cy="849810"/>
            </a:xfrm>
            <a:custGeom>
              <a:avLst/>
              <a:gdLst/>
              <a:ahLst/>
              <a:cxnLst/>
              <a:rect l="l" t="t" r="r" b="b"/>
              <a:pathLst>
                <a:path w="22264" h="7045" extrusionOk="0">
                  <a:moveTo>
                    <a:pt x="4390" y="1"/>
                  </a:moveTo>
                  <a:cubicBezTo>
                    <a:pt x="4137" y="20"/>
                    <a:pt x="3883" y="79"/>
                    <a:pt x="3649" y="118"/>
                  </a:cubicBezTo>
                  <a:cubicBezTo>
                    <a:pt x="1483" y="547"/>
                    <a:pt x="234" y="1249"/>
                    <a:pt x="137" y="2166"/>
                  </a:cubicBezTo>
                  <a:cubicBezTo>
                    <a:pt x="39" y="3103"/>
                    <a:pt x="1093" y="4078"/>
                    <a:pt x="3122" y="4957"/>
                  </a:cubicBezTo>
                  <a:cubicBezTo>
                    <a:pt x="5112" y="5835"/>
                    <a:pt x="7844" y="6498"/>
                    <a:pt x="10771" y="6830"/>
                  </a:cubicBezTo>
                  <a:cubicBezTo>
                    <a:pt x="12098" y="6986"/>
                    <a:pt x="13405" y="7044"/>
                    <a:pt x="14634" y="7044"/>
                  </a:cubicBezTo>
                  <a:cubicBezTo>
                    <a:pt x="16117" y="7044"/>
                    <a:pt x="17483" y="6927"/>
                    <a:pt x="18673" y="6713"/>
                  </a:cubicBezTo>
                  <a:cubicBezTo>
                    <a:pt x="20858" y="6303"/>
                    <a:pt x="22088" y="5581"/>
                    <a:pt x="22185" y="4664"/>
                  </a:cubicBezTo>
                  <a:cubicBezTo>
                    <a:pt x="22263" y="3727"/>
                    <a:pt x="21210" y="2732"/>
                    <a:pt x="19200" y="1854"/>
                  </a:cubicBezTo>
                  <a:cubicBezTo>
                    <a:pt x="18751" y="1659"/>
                    <a:pt x="18263" y="1483"/>
                    <a:pt x="17756" y="1327"/>
                  </a:cubicBezTo>
                  <a:lnTo>
                    <a:pt x="17756" y="1327"/>
                  </a:lnTo>
                  <a:cubicBezTo>
                    <a:pt x="17756" y="1347"/>
                    <a:pt x="17756" y="1386"/>
                    <a:pt x="17776" y="1425"/>
                  </a:cubicBezTo>
                  <a:cubicBezTo>
                    <a:pt x="18263" y="1581"/>
                    <a:pt x="18732" y="1757"/>
                    <a:pt x="19161" y="1952"/>
                  </a:cubicBezTo>
                  <a:cubicBezTo>
                    <a:pt x="21151" y="2810"/>
                    <a:pt x="22185" y="3786"/>
                    <a:pt x="22088" y="4664"/>
                  </a:cubicBezTo>
                  <a:cubicBezTo>
                    <a:pt x="21990" y="5542"/>
                    <a:pt x="20780" y="6244"/>
                    <a:pt x="18634" y="6635"/>
                  </a:cubicBezTo>
                  <a:cubicBezTo>
                    <a:pt x="17459" y="6848"/>
                    <a:pt x="16092" y="6956"/>
                    <a:pt x="14615" y="6956"/>
                  </a:cubicBezTo>
                  <a:cubicBezTo>
                    <a:pt x="13393" y="6956"/>
                    <a:pt x="12096" y="6882"/>
                    <a:pt x="10771" y="6732"/>
                  </a:cubicBezTo>
                  <a:cubicBezTo>
                    <a:pt x="4742" y="6049"/>
                    <a:pt x="0" y="4000"/>
                    <a:pt x="215" y="2166"/>
                  </a:cubicBezTo>
                  <a:cubicBezTo>
                    <a:pt x="332" y="1152"/>
                    <a:pt x="1951" y="410"/>
                    <a:pt x="4410" y="79"/>
                  </a:cubicBezTo>
                  <a:cubicBezTo>
                    <a:pt x="4410" y="59"/>
                    <a:pt x="4390" y="20"/>
                    <a:pt x="439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2" name="Google Shape;1232;p45">
            <a:extLst>
              <a:ext uri="{FF2B5EF4-FFF2-40B4-BE49-F238E27FC236}">
                <a16:creationId xmlns:a16="http://schemas.microsoft.com/office/drawing/2014/main" id="{33B639A5-95C5-A847-9770-3A5103CFB6C8}"/>
              </a:ext>
            </a:extLst>
          </p:cNvPr>
          <p:cNvGrpSpPr/>
          <p:nvPr/>
        </p:nvGrpSpPr>
        <p:grpSpPr>
          <a:xfrm>
            <a:off x="5426692" y="1933292"/>
            <a:ext cx="3825381" cy="2920203"/>
            <a:chOff x="1880577" y="-4241474"/>
            <a:chExt cx="13181878" cy="10062727"/>
          </a:xfrm>
        </p:grpSpPr>
        <p:sp>
          <p:nvSpPr>
            <p:cNvPr id="1233" name="Google Shape;1233;p45">
              <a:extLst>
                <a:ext uri="{FF2B5EF4-FFF2-40B4-BE49-F238E27FC236}">
                  <a16:creationId xmlns:a16="http://schemas.microsoft.com/office/drawing/2014/main" id="{97C64907-2EBD-49EF-DF41-3C0521C29825}"/>
                </a:ext>
              </a:extLst>
            </p:cNvPr>
            <p:cNvSpPr/>
            <p:nvPr/>
          </p:nvSpPr>
          <p:spPr>
            <a:xfrm>
              <a:off x="9866545" y="3988184"/>
              <a:ext cx="3442573" cy="1796562"/>
            </a:xfrm>
            <a:custGeom>
              <a:avLst/>
              <a:gdLst/>
              <a:ahLst/>
              <a:cxnLst/>
              <a:rect l="l" t="t" r="r" b="b"/>
              <a:pathLst>
                <a:path w="63071" h="33931" extrusionOk="0">
                  <a:moveTo>
                    <a:pt x="2222" y="26391"/>
                  </a:moveTo>
                  <a:lnTo>
                    <a:pt x="9425" y="30127"/>
                  </a:lnTo>
                  <a:lnTo>
                    <a:pt x="20163" y="31507"/>
                  </a:lnTo>
                  <a:lnTo>
                    <a:pt x="28377" y="29622"/>
                  </a:lnTo>
                  <a:lnTo>
                    <a:pt x="33931" y="26088"/>
                  </a:lnTo>
                  <a:lnTo>
                    <a:pt x="42750" y="21431"/>
                  </a:lnTo>
                  <a:lnTo>
                    <a:pt x="48877" y="16113"/>
                  </a:lnTo>
                  <a:lnTo>
                    <a:pt x="52781" y="12073"/>
                  </a:lnTo>
                  <a:lnTo>
                    <a:pt x="55676" y="9178"/>
                  </a:lnTo>
                  <a:lnTo>
                    <a:pt x="59065" y="4275"/>
                  </a:lnTo>
                  <a:lnTo>
                    <a:pt x="61455" y="1178"/>
                  </a:lnTo>
                  <a:lnTo>
                    <a:pt x="62498" y="0"/>
                  </a:lnTo>
                  <a:lnTo>
                    <a:pt x="63071" y="471"/>
                  </a:lnTo>
                  <a:lnTo>
                    <a:pt x="57314" y="8819"/>
                  </a:lnTo>
                  <a:lnTo>
                    <a:pt x="52030" y="15047"/>
                  </a:lnTo>
                  <a:lnTo>
                    <a:pt x="47351" y="19456"/>
                  </a:lnTo>
                  <a:lnTo>
                    <a:pt x="38397" y="26413"/>
                  </a:lnTo>
                  <a:lnTo>
                    <a:pt x="31799" y="30385"/>
                  </a:lnTo>
                  <a:lnTo>
                    <a:pt x="23754" y="32943"/>
                  </a:lnTo>
                  <a:lnTo>
                    <a:pt x="18918" y="33931"/>
                  </a:lnTo>
                  <a:lnTo>
                    <a:pt x="11445" y="33325"/>
                  </a:lnTo>
                  <a:lnTo>
                    <a:pt x="6934" y="31911"/>
                  </a:lnTo>
                  <a:lnTo>
                    <a:pt x="2895" y="29723"/>
                  </a:lnTo>
                  <a:lnTo>
                    <a:pt x="404" y="26626"/>
                  </a:lnTo>
                  <a:lnTo>
                    <a:pt x="0" y="25583"/>
                  </a:lnTo>
                  <a:close/>
                </a:path>
              </a:pathLst>
            </a:custGeom>
            <a:solidFill>
              <a:schemeClr val="dk1"/>
            </a:solidFill>
            <a:ln>
              <a:noFill/>
            </a:ln>
          </p:spPr>
          <p:txBody>
            <a:bodyPr/>
            <a:lstStyle/>
            <a:p>
              <a:endParaRPr lang="en-PK"/>
            </a:p>
          </p:txBody>
        </p:sp>
        <p:sp>
          <p:nvSpPr>
            <p:cNvPr id="1234" name="Google Shape;1234;p45">
              <a:extLst>
                <a:ext uri="{FF2B5EF4-FFF2-40B4-BE49-F238E27FC236}">
                  <a16:creationId xmlns:a16="http://schemas.microsoft.com/office/drawing/2014/main" id="{095469DA-FF2A-FDD6-C785-238AFDCED14E}"/>
                </a:ext>
              </a:extLst>
            </p:cNvPr>
            <p:cNvSpPr/>
            <p:nvPr/>
          </p:nvSpPr>
          <p:spPr>
            <a:xfrm>
              <a:off x="5644068" y="-1391976"/>
              <a:ext cx="3720990" cy="3550419"/>
            </a:xfrm>
            <a:custGeom>
              <a:avLst/>
              <a:gdLst/>
              <a:ahLst/>
              <a:cxnLst/>
              <a:rect l="l" t="t" r="r" b="b"/>
              <a:pathLst>
                <a:path w="17149" h="16868" extrusionOk="0">
                  <a:moveTo>
                    <a:pt x="14002" y="4300"/>
                  </a:moveTo>
                  <a:cubicBezTo>
                    <a:pt x="13993" y="4302"/>
                    <a:pt x="13984" y="4304"/>
                    <a:pt x="13976" y="4305"/>
                  </a:cubicBezTo>
                  <a:lnTo>
                    <a:pt x="13976" y="4305"/>
                  </a:lnTo>
                  <a:cubicBezTo>
                    <a:pt x="13983" y="4302"/>
                    <a:pt x="13992" y="4300"/>
                    <a:pt x="14002" y="4300"/>
                  </a:cubicBezTo>
                  <a:close/>
                  <a:moveTo>
                    <a:pt x="14798" y="4294"/>
                  </a:moveTo>
                  <a:cubicBezTo>
                    <a:pt x="14809" y="4294"/>
                    <a:pt x="14815" y="4294"/>
                    <a:pt x="14827" y="4306"/>
                  </a:cubicBezTo>
                  <a:cubicBezTo>
                    <a:pt x="14815" y="4306"/>
                    <a:pt x="14809" y="4294"/>
                    <a:pt x="14798" y="4294"/>
                  </a:cubicBezTo>
                  <a:close/>
                  <a:moveTo>
                    <a:pt x="14899" y="4312"/>
                  </a:moveTo>
                  <a:cubicBezTo>
                    <a:pt x="14915" y="4312"/>
                    <a:pt x="14921" y="4317"/>
                    <a:pt x="14932" y="4318"/>
                  </a:cubicBezTo>
                  <a:lnTo>
                    <a:pt x="14932" y="4318"/>
                  </a:lnTo>
                  <a:cubicBezTo>
                    <a:pt x="14923" y="4317"/>
                    <a:pt x="14912" y="4316"/>
                    <a:pt x="14899" y="4312"/>
                  </a:cubicBezTo>
                  <a:close/>
                  <a:moveTo>
                    <a:pt x="13889" y="4318"/>
                  </a:moveTo>
                  <a:cubicBezTo>
                    <a:pt x="13878" y="4320"/>
                    <a:pt x="13867" y="4322"/>
                    <a:pt x="13857" y="4323"/>
                  </a:cubicBezTo>
                  <a:lnTo>
                    <a:pt x="13857" y="4323"/>
                  </a:lnTo>
                  <a:cubicBezTo>
                    <a:pt x="13868" y="4321"/>
                    <a:pt x="13880" y="4318"/>
                    <a:pt x="13889" y="4318"/>
                  </a:cubicBezTo>
                  <a:close/>
                  <a:moveTo>
                    <a:pt x="13764" y="4341"/>
                  </a:moveTo>
                  <a:cubicBezTo>
                    <a:pt x="13747" y="4341"/>
                    <a:pt x="13735" y="4347"/>
                    <a:pt x="13711" y="4347"/>
                  </a:cubicBezTo>
                  <a:cubicBezTo>
                    <a:pt x="13735" y="4341"/>
                    <a:pt x="13747" y="4341"/>
                    <a:pt x="13764" y="4341"/>
                  </a:cubicBezTo>
                  <a:close/>
                  <a:moveTo>
                    <a:pt x="15112" y="4353"/>
                  </a:moveTo>
                  <a:cubicBezTo>
                    <a:pt x="15130" y="4365"/>
                    <a:pt x="15136" y="4365"/>
                    <a:pt x="15142" y="4365"/>
                  </a:cubicBezTo>
                  <a:cubicBezTo>
                    <a:pt x="15130" y="4365"/>
                    <a:pt x="15124" y="4365"/>
                    <a:pt x="15112" y="4353"/>
                  </a:cubicBezTo>
                  <a:close/>
                  <a:moveTo>
                    <a:pt x="15213" y="4383"/>
                  </a:moveTo>
                  <a:cubicBezTo>
                    <a:pt x="15225" y="4383"/>
                    <a:pt x="15225" y="4395"/>
                    <a:pt x="15231" y="4395"/>
                  </a:cubicBezTo>
                  <a:cubicBezTo>
                    <a:pt x="15225" y="4395"/>
                    <a:pt x="15219" y="4395"/>
                    <a:pt x="15213" y="4383"/>
                  </a:cubicBezTo>
                  <a:close/>
                  <a:moveTo>
                    <a:pt x="13414" y="4425"/>
                  </a:moveTo>
                  <a:cubicBezTo>
                    <a:pt x="13398" y="4430"/>
                    <a:pt x="13383" y="4435"/>
                    <a:pt x="13367" y="4436"/>
                  </a:cubicBezTo>
                  <a:lnTo>
                    <a:pt x="13367" y="4436"/>
                  </a:lnTo>
                  <a:cubicBezTo>
                    <a:pt x="13385" y="4431"/>
                    <a:pt x="13397" y="4430"/>
                    <a:pt x="13414" y="4425"/>
                  </a:cubicBezTo>
                  <a:close/>
                  <a:moveTo>
                    <a:pt x="13276" y="4466"/>
                  </a:moveTo>
                  <a:cubicBezTo>
                    <a:pt x="13263" y="4469"/>
                    <a:pt x="13254" y="4472"/>
                    <a:pt x="13242" y="4472"/>
                  </a:cubicBezTo>
                  <a:cubicBezTo>
                    <a:pt x="13255" y="4469"/>
                    <a:pt x="13266" y="4467"/>
                    <a:pt x="13276" y="4466"/>
                  </a:cubicBezTo>
                  <a:close/>
                  <a:moveTo>
                    <a:pt x="13046" y="4549"/>
                  </a:moveTo>
                  <a:cubicBezTo>
                    <a:pt x="13034" y="4555"/>
                    <a:pt x="13022" y="4555"/>
                    <a:pt x="12998" y="4561"/>
                  </a:cubicBezTo>
                  <a:cubicBezTo>
                    <a:pt x="13016" y="4555"/>
                    <a:pt x="13028" y="4549"/>
                    <a:pt x="13046" y="4549"/>
                  </a:cubicBezTo>
                  <a:close/>
                  <a:moveTo>
                    <a:pt x="15724" y="4609"/>
                  </a:moveTo>
                  <a:lnTo>
                    <a:pt x="15724" y="4609"/>
                  </a:lnTo>
                  <a:cubicBezTo>
                    <a:pt x="15726" y="4610"/>
                    <a:pt x="15727" y="4611"/>
                    <a:pt x="15729" y="4612"/>
                  </a:cubicBezTo>
                  <a:lnTo>
                    <a:pt x="15729" y="4612"/>
                  </a:lnTo>
                  <a:cubicBezTo>
                    <a:pt x="15728" y="4609"/>
                    <a:pt x="15724" y="4609"/>
                    <a:pt x="15724" y="4609"/>
                  </a:cubicBezTo>
                  <a:close/>
                  <a:moveTo>
                    <a:pt x="7351" y="14228"/>
                  </a:moveTo>
                  <a:cubicBezTo>
                    <a:pt x="7357" y="14252"/>
                    <a:pt x="7357" y="14264"/>
                    <a:pt x="7357" y="14270"/>
                  </a:cubicBezTo>
                  <a:cubicBezTo>
                    <a:pt x="7357" y="14258"/>
                    <a:pt x="7351" y="14240"/>
                    <a:pt x="7351" y="14228"/>
                  </a:cubicBezTo>
                  <a:close/>
                  <a:moveTo>
                    <a:pt x="7393" y="14478"/>
                  </a:moveTo>
                  <a:lnTo>
                    <a:pt x="7393" y="14478"/>
                  </a:lnTo>
                  <a:cubicBezTo>
                    <a:pt x="7405" y="14501"/>
                    <a:pt x="7411" y="14525"/>
                    <a:pt x="7411" y="14537"/>
                  </a:cubicBezTo>
                  <a:cubicBezTo>
                    <a:pt x="7405" y="14519"/>
                    <a:pt x="7405" y="14501"/>
                    <a:pt x="7393" y="14478"/>
                  </a:cubicBezTo>
                  <a:close/>
                  <a:moveTo>
                    <a:pt x="7452" y="14715"/>
                  </a:moveTo>
                  <a:cubicBezTo>
                    <a:pt x="7458" y="14739"/>
                    <a:pt x="7458" y="14745"/>
                    <a:pt x="7458" y="14757"/>
                  </a:cubicBezTo>
                  <a:cubicBezTo>
                    <a:pt x="7458" y="14739"/>
                    <a:pt x="7452" y="14733"/>
                    <a:pt x="7452" y="14715"/>
                  </a:cubicBezTo>
                  <a:close/>
                  <a:moveTo>
                    <a:pt x="7494" y="14834"/>
                  </a:moveTo>
                  <a:lnTo>
                    <a:pt x="7494" y="14834"/>
                  </a:lnTo>
                  <a:cubicBezTo>
                    <a:pt x="7500" y="14852"/>
                    <a:pt x="7500" y="14864"/>
                    <a:pt x="7506" y="14881"/>
                  </a:cubicBezTo>
                  <a:cubicBezTo>
                    <a:pt x="7500" y="14881"/>
                    <a:pt x="7500" y="14875"/>
                    <a:pt x="7500" y="14864"/>
                  </a:cubicBezTo>
                  <a:cubicBezTo>
                    <a:pt x="7500" y="14858"/>
                    <a:pt x="7494" y="14846"/>
                    <a:pt x="7494" y="14834"/>
                  </a:cubicBezTo>
                  <a:close/>
                  <a:moveTo>
                    <a:pt x="7518" y="14947"/>
                  </a:moveTo>
                  <a:lnTo>
                    <a:pt x="7518" y="14947"/>
                  </a:lnTo>
                  <a:cubicBezTo>
                    <a:pt x="7530" y="14970"/>
                    <a:pt x="7536" y="14982"/>
                    <a:pt x="7536" y="15000"/>
                  </a:cubicBezTo>
                  <a:cubicBezTo>
                    <a:pt x="7530" y="14982"/>
                    <a:pt x="7530" y="14970"/>
                    <a:pt x="7518" y="14947"/>
                  </a:cubicBezTo>
                  <a:close/>
                  <a:moveTo>
                    <a:pt x="7559" y="15060"/>
                  </a:moveTo>
                  <a:lnTo>
                    <a:pt x="7559" y="15060"/>
                  </a:lnTo>
                  <a:cubicBezTo>
                    <a:pt x="7565" y="15071"/>
                    <a:pt x="7571" y="15089"/>
                    <a:pt x="7571" y="15095"/>
                  </a:cubicBezTo>
                  <a:cubicBezTo>
                    <a:pt x="7565" y="15083"/>
                    <a:pt x="7565" y="15071"/>
                    <a:pt x="7559" y="15060"/>
                  </a:cubicBezTo>
                  <a:close/>
                  <a:moveTo>
                    <a:pt x="7660" y="15301"/>
                  </a:moveTo>
                  <a:cubicBezTo>
                    <a:pt x="7664" y="15308"/>
                    <a:pt x="7667" y="15314"/>
                    <a:pt x="7672" y="15321"/>
                  </a:cubicBezTo>
                  <a:cubicBezTo>
                    <a:pt x="7663" y="15312"/>
                    <a:pt x="7661" y="15306"/>
                    <a:pt x="7660" y="15301"/>
                  </a:cubicBezTo>
                  <a:close/>
                  <a:moveTo>
                    <a:pt x="7684" y="15362"/>
                  </a:moveTo>
                  <a:cubicBezTo>
                    <a:pt x="7702" y="15386"/>
                    <a:pt x="7708" y="15398"/>
                    <a:pt x="7708" y="15410"/>
                  </a:cubicBezTo>
                  <a:lnTo>
                    <a:pt x="7684" y="15362"/>
                  </a:lnTo>
                  <a:close/>
                  <a:moveTo>
                    <a:pt x="7744" y="15484"/>
                  </a:moveTo>
                  <a:lnTo>
                    <a:pt x="7744" y="15484"/>
                  </a:lnTo>
                  <a:cubicBezTo>
                    <a:pt x="7746" y="15489"/>
                    <a:pt x="7749" y="15495"/>
                    <a:pt x="7751" y="15499"/>
                  </a:cubicBezTo>
                  <a:lnTo>
                    <a:pt x="7751" y="15499"/>
                  </a:lnTo>
                  <a:cubicBezTo>
                    <a:pt x="7751" y="15499"/>
                    <a:pt x="7750" y="15499"/>
                    <a:pt x="7749" y="15499"/>
                  </a:cubicBezTo>
                  <a:cubicBezTo>
                    <a:pt x="7747" y="15494"/>
                    <a:pt x="7745" y="15488"/>
                    <a:pt x="7744" y="15484"/>
                  </a:cubicBezTo>
                  <a:close/>
                  <a:moveTo>
                    <a:pt x="7803" y="15588"/>
                  </a:moveTo>
                  <a:cubicBezTo>
                    <a:pt x="7805" y="15592"/>
                    <a:pt x="7807" y="15596"/>
                    <a:pt x="7809" y="15600"/>
                  </a:cubicBezTo>
                  <a:cubicBezTo>
                    <a:pt x="7803" y="15594"/>
                    <a:pt x="7803" y="15588"/>
                    <a:pt x="7803" y="15588"/>
                  </a:cubicBezTo>
                  <a:close/>
                  <a:moveTo>
                    <a:pt x="7863" y="15682"/>
                  </a:moveTo>
                  <a:cubicBezTo>
                    <a:pt x="7865" y="15685"/>
                    <a:pt x="7866" y="15687"/>
                    <a:pt x="7868" y="15689"/>
                  </a:cubicBezTo>
                  <a:cubicBezTo>
                    <a:pt x="7865" y="15686"/>
                    <a:pt x="7864" y="15684"/>
                    <a:pt x="7863" y="15682"/>
                  </a:cubicBezTo>
                  <a:close/>
                  <a:moveTo>
                    <a:pt x="7957" y="15825"/>
                  </a:moveTo>
                  <a:cubicBezTo>
                    <a:pt x="7958" y="15828"/>
                    <a:pt x="7960" y="15831"/>
                    <a:pt x="7962" y="15833"/>
                  </a:cubicBezTo>
                  <a:lnTo>
                    <a:pt x="7962" y="15833"/>
                  </a:lnTo>
                  <a:cubicBezTo>
                    <a:pt x="7959" y="15830"/>
                    <a:pt x="7957" y="15828"/>
                    <a:pt x="7957" y="15825"/>
                  </a:cubicBezTo>
                  <a:close/>
                  <a:moveTo>
                    <a:pt x="8034" y="15922"/>
                  </a:moveTo>
                  <a:lnTo>
                    <a:pt x="8034" y="15922"/>
                  </a:lnTo>
                  <a:cubicBezTo>
                    <a:pt x="8038" y="15925"/>
                    <a:pt x="8042" y="15928"/>
                    <a:pt x="8046" y="15932"/>
                  </a:cubicBezTo>
                  <a:cubicBezTo>
                    <a:pt x="8041" y="15927"/>
                    <a:pt x="8035" y="15926"/>
                    <a:pt x="8034" y="15922"/>
                  </a:cubicBezTo>
                  <a:close/>
                  <a:moveTo>
                    <a:pt x="8076" y="15980"/>
                  </a:moveTo>
                  <a:cubicBezTo>
                    <a:pt x="8084" y="15985"/>
                    <a:pt x="8089" y="15992"/>
                    <a:pt x="8094" y="15998"/>
                  </a:cubicBezTo>
                  <a:lnTo>
                    <a:pt x="8094" y="15998"/>
                  </a:lnTo>
                  <a:lnTo>
                    <a:pt x="8076" y="15980"/>
                  </a:lnTo>
                  <a:close/>
                  <a:moveTo>
                    <a:pt x="8102" y="16010"/>
                  </a:moveTo>
                  <a:cubicBezTo>
                    <a:pt x="8103" y="16012"/>
                    <a:pt x="8104" y="16013"/>
                    <a:pt x="8105" y="16014"/>
                  </a:cubicBezTo>
                  <a:lnTo>
                    <a:pt x="8105" y="16014"/>
                  </a:lnTo>
                  <a:cubicBezTo>
                    <a:pt x="8104" y="16014"/>
                    <a:pt x="8103" y="16012"/>
                    <a:pt x="8102" y="16010"/>
                  </a:cubicBezTo>
                  <a:close/>
                  <a:moveTo>
                    <a:pt x="8147" y="16051"/>
                  </a:moveTo>
                  <a:cubicBezTo>
                    <a:pt x="8159" y="16069"/>
                    <a:pt x="8165" y="16075"/>
                    <a:pt x="8165" y="16081"/>
                  </a:cubicBezTo>
                  <a:cubicBezTo>
                    <a:pt x="8159" y="16075"/>
                    <a:pt x="8153" y="16069"/>
                    <a:pt x="8147" y="16051"/>
                  </a:cubicBezTo>
                  <a:close/>
                  <a:moveTo>
                    <a:pt x="8284" y="16194"/>
                  </a:moveTo>
                  <a:lnTo>
                    <a:pt x="8325" y="16229"/>
                  </a:lnTo>
                  <a:lnTo>
                    <a:pt x="8302" y="16211"/>
                  </a:lnTo>
                  <a:cubicBezTo>
                    <a:pt x="8296" y="16200"/>
                    <a:pt x="8284" y="16200"/>
                    <a:pt x="8284" y="16194"/>
                  </a:cubicBezTo>
                  <a:close/>
                  <a:moveTo>
                    <a:pt x="8503" y="16378"/>
                  </a:moveTo>
                  <a:cubicBezTo>
                    <a:pt x="8512" y="16386"/>
                    <a:pt x="8517" y="16391"/>
                    <a:pt x="8525" y="16396"/>
                  </a:cubicBezTo>
                  <a:lnTo>
                    <a:pt x="8525" y="16396"/>
                  </a:lnTo>
                  <a:cubicBezTo>
                    <a:pt x="8524" y="16396"/>
                    <a:pt x="8523" y="16396"/>
                    <a:pt x="8521" y="16396"/>
                  </a:cubicBezTo>
                  <a:cubicBezTo>
                    <a:pt x="8515" y="16390"/>
                    <a:pt x="8509" y="16390"/>
                    <a:pt x="8503" y="16378"/>
                  </a:cubicBezTo>
                  <a:close/>
                  <a:moveTo>
                    <a:pt x="8592" y="16431"/>
                  </a:moveTo>
                  <a:cubicBezTo>
                    <a:pt x="8593" y="16433"/>
                    <a:pt x="8594" y="16434"/>
                    <a:pt x="8594" y="16436"/>
                  </a:cubicBezTo>
                  <a:lnTo>
                    <a:pt x="8594" y="16436"/>
                  </a:lnTo>
                  <a:cubicBezTo>
                    <a:pt x="8593" y="16434"/>
                    <a:pt x="8592" y="16433"/>
                    <a:pt x="8592" y="16431"/>
                  </a:cubicBezTo>
                  <a:close/>
                  <a:moveTo>
                    <a:pt x="6930" y="1"/>
                  </a:moveTo>
                  <a:cubicBezTo>
                    <a:pt x="6906" y="1"/>
                    <a:pt x="6882" y="7"/>
                    <a:pt x="6853" y="7"/>
                  </a:cubicBezTo>
                  <a:cubicBezTo>
                    <a:pt x="6841" y="7"/>
                    <a:pt x="6823" y="7"/>
                    <a:pt x="6811" y="13"/>
                  </a:cubicBezTo>
                  <a:cubicBezTo>
                    <a:pt x="6787" y="13"/>
                    <a:pt x="6758" y="19"/>
                    <a:pt x="6728" y="19"/>
                  </a:cubicBezTo>
                  <a:cubicBezTo>
                    <a:pt x="6710" y="19"/>
                    <a:pt x="6704" y="19"/>
                    <a:pt x="6692" y="31"/>
                  </a:cubicBezTo>
                  <a:lnTo>
                    <a:pt x="6669" y="31"/>
                  </a:lnTo>
                  <a:cubicBezTo>
                    <a:pt x="6639" y="36"/>
                    <a:pt x="6609" y="36"/>
                    <a:pt x="6580" y="42"/>
                  </a:cubicBezTo>
                  <a:lnTo>
                    <a:pt x="6556" y="42"/>
                  </a:lnTo>
                  <a:cubicBezTo>
                    <a:pt x="6520" y="48"/>
                    <a:pt x="6490" y="60"/>
                    <a:pt x="6455" y="66"/>
                  </a:cubicBezTo>
                  <a:lnTo>
                    <a:pt x="6437" y="66"/>
                  </a:lnTo>
                  <a:cubicBezTo>
                    <a:pt x="6407" y="72"/>
                    <a:pt x="6372" y="78"/>
                    <a:pt x="6342" y="90"/>
                  </a:cubicBezTo>
                  <a:cubicBezTo>
                    <a:pt x="6336" y="90"/>
                    <a:pt x="6336" y="90"/>
                    <a:pt x="6324" y="96"/>
                  </a:cubicBezTo>
                  <a:cubicBezTo>
                    <a:pt x="6289" y="102"/>
                    <a:pt x="6253" y="108"/>
                    <a:pt x="6223" y="126"/>
                  </a:cubicBezTo>
                  <a:cubicBezTo>
                    <a:pt x="6217" y="126"/>
                    <a:pt x="6205" y="126"/>
                    <a:pt x="6205" y="131"/>
                  </a:cubicBezTo>
                  <a:cubicBezTo>
                    <a:pt x="6176" y="137"/>
                    <a:pt x="6140" y="149"/>
                    <a:pt x="6110" y="161"/>
                  </a:cubicBezTo>
                  <a:cubicBezTo>
                    <a:pt x="6104" y="161"/>
                    <a:pt x="6104" y="161"/>
                    <a:pt x="6099" y="167"/>
                  </a:cubicBezTo>
                  <a:cubicBezTo>
                    <a:pt x="6057" y="179"/>
                    <a:pt x="6021" y="191"/>
                    <a:pt x="5986" y="209"/>
                  </a:cubicBezTo>
                  <a:cubicBezTo>
                    <a:pt x="5980" y="209"/>
                    <a:pt x="5968" y="215"/>
                    <a:pt x="5962" y="215"/>
                  </a:cubicBezTo>
                  <a:cubicBezTo>
                    <a:pt x="5932" y="221"/>
                    <a:pt x="5897" y="238"/>
                    <a:pt x="5867" y="250"/>
                  </a:cubicBezTo>
                  <a:cubicBezTo>
                    <a:pt x="5861" y="250"/>
                    <a:pt x="5861" y="250"/>
                    <a:pt x="5849" y="256"/>
                  </a:cubicBezTo>
                  <a:lnTo>
                    <a:pt x="5742" y="304"/>
                  </a:lnTo>
                  <a:cubicBezTo>
                    <a:pt x="5730" y="304"/>
                    <a:pt x="5724" y="310"/>
                    <a:pt x="5719" y="310"/>
                  </a:cubicBezTo>
                  <a:cubicBezTo>
                    <a:pt x="5683" y="327"/>
                    <a:pt x="5653" y="339"/>
                    <a:pt x="5612" y="357"/>
                  </a:cubicBezTo>
                  <a:cubicBezTo>
                    <a:pt x="5606" y="357"/>
                    <a:pt x="5606" y="357"/>
                    <a:pt x="5600" y="363"/>
                  </a:cubicBezTo>
                  <a:lnTo>
                    <a:pt x="5487" y="405"/>
                  </a:lnTo>
                  <a:cubicBezTo>
                    <a:pt x="5481" y="417"/>
                    <a:pt x="5475" y="417"/>
                    <a:pt x="5463" y="422"/>
                  </a:cubicBezTo>
                  <a:cubicBezTo>
                    <a:pt x="5451" y="428"/>
                    <a:pt x="5445" y="428"/>
                    <a:pt x="5428" y="434"/>
                  </a:cubicBezTo>
                  <a:lnTo>
                    <a:pt x="5386" y="458"/>
                  </a:lnTo>
                  <a:lnTo>
                    <a:pt x="5338" y="482"/>
                  </a:lnTo>
                  <a:cubicBezTo>
                    <a:pt x="5309" y="494"/>
                    <a:pt x="5285" y="512"/>
                    <a:pt x="5255" y="517"/>
                  </a:cubicBezTo>
                  <a:lnTo>
                    <a:pt x="5214" y="541"/>
                  </a:lnTo>
                  <a:lnTo>
                    <a:pt x="5125" y="583"/>
                  </a:lnTo>
                  <a:cubicBezTo>
                    <a:pt x="5107" y="595"/>
                    <a:pt x="5101" y="601"/>
                    <a:pt x="5089" y="601"/>
                  </a:cubicBezTo>
                  <a:cubicBezTo>
                    <a:pt x="5048" y="624"/>
                    <a:pt x="5006" y="642"/>
                    <a:pt x="4958" y="666"/>
                  </a:cubicBezTo>
                  <a:cubicBezTo>
                    <a:pt x="4923" y="690"/>
                    <a:pt x="4881" y="713"/>
                    <a:pt x="4840" y="731"/>
                  </a:cubicBezTo>
                  <a:cubicBezTo>
                    <a:pt x="4834" y="743"/>
                    <a:pt x="4822" y="749"/>
                    <a:pt x="4810" y="755"/>
                  </a:cubicBezTo>
                  <a:cubicBezTo>
                    <a:pt x="4780" y="773"/>
                    <a:pt x="4751" y="791"/>
                    <a:pt x="4721" y="808"/>
                  </a:cubicBezTo>
                  <a:cubicBezTo>
                    <a:pt x="4709" y="814"/>
                    <a:pt x="4703" y="820"/>
                    <a:pt x="4685" y="832"/>
                  </a:cubicBezTo>
                  <a:cubicBezTo>
                    <a:pt x="4656" y="844"/>
                    <a:pt x="4632" y="868"/>
                    <a:pt x="4602" y="880"/>
                  </a:cubicBezTo>
                  <a:cubicBezTo>
                    <a:pt x="4590" y="892"/>
                    <a:pt x="4572" y="897"/>
                    <a:pt x="4567" y="903"/>
                  </a:cubicBezTo>
                  <a:cubicBezTo>
                    <a:pt x="4537" y="921"/>
                    <a:pt x="4513" y="939"/>
                    <a:pt x="4483" y="957"/>
                  </a:cubicBezTo>
                  <a:cubicBezTo>
                    <a:pt x="4472" y="963"/>
                    <a:pt x="4466" y="969"/>
                    <a:pt x="4448" y="981"/>
                  </a:cubicBezTo>
                  <a:lnTo>
                    <a:pt x="4359" y="1046"/>
                  </a:lnTo>
                  <a:cubicBezTo>
                    <a:pt x="4353" y="1052"/>
                    <a:pt x="4347" y="1058"/>
                    <a:pt x="4335" y="1058"/>
                  </a:cubicBezTo>
                  <a:cubicBezTo>
                    <a:pt x="4264" y="1111"/>
                    <a:pt x="4187" y="1165"/>
                    <a:pt x="4115" y="1224"/>
                  </a:cubicBezTo>
                  <a:lnTo>
                    <a:pt x="4109" y="1230"/>
                  </a:lnTo>
                  <a:cubicBezTo>
                    <a:pt x="4062" y="1266"/>
                    <a:pt x="4008" y="1307"/>
                    <a:pt x="3967" y="1343"/>
                  </a:cubicBezTo>
                  <a:cubicBezTo>
                    <a:pt x="3949" y="1349"/>
                    <a:pt x="3937" y="1367"/>
                    <a:pt x="3919" y="1378"/>
                  </a:cubicBezTo>
                  <a:cubicBezTo>
                    <a:pt x="3884" y="1408"/>
                    <a:pt x="3854" y="1438"/>
                    <a:pt x="3818" y="1468"/>
                  </a:cubicBezTo>
                  <a:cubicBezTo>
                    <a:pt x="3801" y="1485"/>
                    <a:pt x="3789" y="1497"/>
                    <a:pt x="3765" y="1515"/>
                  </a:cubicBezTo>
                  <a:cubicBezTo>
                    <a:pt x="3729" y="1545"/>
                    <a:pt x="3700" y="1574"/>
                    <a:pt x="3664" y="1604"/>
                  </a:cubicBezTo>
                  <a:lnTo>
                    <a:pt x="3622" y="1640"/>
                  </a:lnTo>
                  <a:cubicBezTo>
                    <a:pt x="3581" y="1675"/>
                    <a:pt x="3533" y="1723"/>
                    <a:pt x="3492" y="1764"/>
                  </a:cubicBezTo>
                  <a:lnTo>
                    <a:pt x="3456" y="1800"/>
                  </a:lnTo>
                  <a:cubicBezTo>
                    <a:pt x="3415" y="1830"/>
                    <a:pt x="3385" y="1871"/>
                    <a:pt x="3349" y="1901"/>
                  </a:cubicBezTo>
                  <a:lnTo>
                    <a:pt x="3308" y="1943"/>
                  </a:lnTo>
                  <a:cubicBezTo>
                    <a:pt x="3266" y="1972"/>
                    <a:pt x="3236" y="2008"/>
                    <a:pt x="3201" y="2038"/>
                  </a:cubicBezTo>
                  <a:lnTo>
                    <a:pt x="3165" y="2079"/>
                  </a:lnTo>
                  <a:lnTo>
                    <a:pt x="3029" y="2210"/>
                  </a:lnTo>
                  <a:lnTo>
                    <a:pt x="2993" y="2245"/>
                  </a:lnTo>
                  <a:cubicBezTo>
                    <a:pt x="2963" y="2287"/>
                    <a:pt x="2928" y="2317"/>
                    <a:pt x="2898" y="2352"/>
                  </a:cubicBezTo>
                  <a:lnTo>
                    <a:pt x="2850" y="2394"/>
                  </a:lnTo>
                  <a:cubicBezTo>
                    <a:pt x="2821" y="2435"/>
                    <a:pt x="2785" y="2471"/>
                    <a:pt x="2755" y="2507"/>
                  </a:cubicBezTo>
                  <a:lnTo>
                    <a:pt x="2720" y="2542"/>
                  </a:lnTo>
                  <a:cubicBezTo>
                    <a:pt x="2672" y="2590"/>
                    <a:pt x="2637" y="2643"/>
                    <a:pt x="2595" y="2691"/>
                  </a:cubicBezTo>
                  <a:cubicBezTo>
                    <a:pt x="2583" y="2709"/>
                    <a:pt x="2571" y="2714"/>
                    <a:pt x="2565" y="2732"/>
                  </a:cubicBezTo>
                  <a:cubicBezTo>
                    <a:pt x="2536" y="2768"/>
                    <a:pt x="2506" y="2804"/>
                    <a:pt x="2465" y="2839"/>
                  </a:cubicBezTo>
                  <a:cubicBezTo>
                    <a:pt x="2453" y="2857"/>
                    <a:pt x="2435" y="2869"/>
                    <a:pt x="2429" y="2893"/>
                  </a:cubicBezTo>
                  <a:cubicBezTo>
                    <a:pt x="2399" y="2928"/>
                    <a:pt x="2370" y="2970"/>
                    <a:pt x="2340" y="3011"/>
                  </a:cubicBezTo>
                  <a:cubicBezTo>
                    <a:pt x="2334" y="3029"/>
                    <a:pt x="2316" y="3035"/>
                    <a:pt x="2310" y="3047"/>
                  </a:cubicBezTo>
                  <a:cubicBezTo>
                    <a:pt x="2275" y="3100"/>
                    <a:pt x="2227" y="3154"/>
                    <a:pt x="2191" y="3207"/>
                  </a:cubicBezTo>
                  <a:cubicBezTo>
                    <a:pt x="2185" y="3219"/>
                    <a:pt x="2168" y="3225"/>
                    <a:pt x="2162" y="3243"/>
                  </a:cubicBezTo>
                  <a:cubicBezTo>
                    <a:pt x="2132" y="3285"/>
                    <a:pt x="2102" y="3326"/>
                    <a:pt x="2073" y="3368"/>
                  </a:cubicBezTo>
                  <a:cubicBezTo>
                    <a:pt x="2061" y="3385"/>
                    <a:pt x="2049" y="3403"/>
                    <a:pt x="2037" y="3421"/>
                  </a:cubicBezTo>
                  <a:cubicBezTo>
                    <a:pt x="2007" y="3463"/>
                    <a:pt x="1978" y="3504"/>
                    <a:pt x="1948" y="3546"/>
                  </a:cubicBezTo>
                  <a:cubicBezTo>
                    <a:pt x="1942" y="3564"/>
                    <a:pt x="1930" y="3576"/>
                    <a:pt x="1918" y="3581"/>
                  </a:cubicBezTo>
                  <a:cubicBezTo>
                    <a:pt x="1883" y="3635"/>
                    <a:pt x="1841" y="3694"/>
                    <a:pt x="1805" y="3748"/>
                  </a:cubicBezTo>
                  <a:cubicBezTo>
                    <a:pt x="1799" y="3760"/>
                    <a:pt x="1794" y="3771"/>
                    <a:pt x="1782" y="3783"/>
                  </a:cubicBezTo>
                  <a:cubicBezTo>
                    <a:pt x="1752" y="3831"/>
                    <a:pt x="1722" y="3872"/>
                    <a:pt x="1704" y="3920"/>
                  </a:cubicBezTo>
                  <a:cubicBezTo>
                    <a:pt x="1693" y="3932"/>
                    <a:pt x="1681" y="3956"/>
                    <a:pt x="1675" y="3967"/>
                  </a:cubicBezTo>
                  <a:cubicBezTo>
                    <a:pt x="1645" y="4015"/>
                    <a:pt x="1621" y="4056"/>
                    <a:pt x="1592" y="4104"/>
                  </a:cubicBezTo>
                  <a:cubicBezTo>
                    <a:pt x="1586" y="4116"/>
                    <a:pt x="1574" y="4134"/>
                    <a:pt x="1568" y="4140"/>
                  </a:cubicBezTo>
                  <a:cubicBezTo>
                    <a:pt x="1532" y="4199"/>
                    <a:pt x="1503" y="4252"/>
                    <a:pt x="1467" y="4312"/>
                  </a:cubicBezTo>
                  <a:cubicBezTo>
                    <a:pt x="1455" y="4324"/>
                    <a:pt x="1449" y="4336"/>
                    <a:pt x="1443" y="4347"/>
                  </a:cubicBezTo>
                  <a:cubicBezTo>
                    <a:pt x="1414" y="4395"/>
                    <a:pt x="1390" y="4437"/>
                    <a:pt x="1360" y="4490"/>
                  </a:cubicBezTo>
                  <a:cubicBezTo>
                    <a:pt x="1354" y="4502"/>
                    <a:pt x="1336" y="4526"/>
                    <a:pt x="1330" y="4543"/>
                  </a:cubicBezTo>
                  <a:cubicBezTo>
                    <a:pt x="1307" y="4585"/>
                    <a:pt x="1277" y="4632"/>
                    <a:pt x="1259" y="4674"/>
                  </a:cubicBezTo>
                  <a:cubicBezTo>
                    <a:pt x="1247" y="4692"/>
                    <a:pt x="1241" y="4704"/>
                    <a:pt x="1235" y="4710"/>
                  </a:cubicBezTo>
                  <a:lnTo>
                    <a:pt x="1146" y="4888"/>
                  </a:lnTo>
                  <a:cubicBezTo>
                    <a:pt x="1140" y="4906"/>
                    <a:pt x="1128" y="4912"/>
                    <a:pt x="1128" y="4929"/>
                  </a:cubicBezTo>
                  <a:cubicBezTo>
                    <a:pt x="1111" y="4971"/>
                    <a:pt x="1081" y="5024"/>
                    <a:pt x="1057" y="5066"/>
                  </a:cubicBezTo>
                  <a:cubicBezTo>
                    <a:pt x="1051" y="5084"/>
                    <a:pt x="1039" y="5107"/>
                    <a:pt x="1028" y="5119"/>
                  </a:cubicBezTo>
                  <a:cubicBezTo>
                    <a:pt x="1004" y="5167"/>
                    <a:pt x="980" y="5214"/>
                    <a:pt x="962" y="5262"/>
                  </a:cubicBezTo>
                  <a:lnTo>
                    <a:pt x="938" y="5303"/>
                  </a:lnTo>
                  <a:cubicBezTo>
                    <a:pt x="909" y="5363"/>
                    <a:pt x="885" y="5422"/>
                    <a:pt x="855" y="5482"/>
                  </a:cubicBezTo>
                  <a:cubicBezTo>
                    <a:pt x="849" y="5499"/>
                    <a:pt x="849" y="5505"/>
                    <a:pt x="843" y="5523"/>
                  </a:cubicBezTo>
                  <a:cubicBezTo>
                    <a:pt x="820" y="5571"/>
                    <a:pt x="796" y="5618"/>
                    <a:pt x="772" y="5672"/>
                  </a:cubicBezTo>
                  <a:cubicBezTo>
                    <a:pt x="766" y="5683"/>
                    <a:pt x="760" y="5707"/>
                    <a:pt x="754" y="5719"/>
                  </a:cubicBezTo>
                  <a:cubicBezTo>
                    <a:pt x="731" y="5767"/>
                    <a:pt x="713" y="5820"/>
                    <a:pt x="695" y="5862"/>
                  </a:cubicBezTo>
                  <a:cubicBezTo>
                    <a:pt x="683" y="5879"/>
                    <a:pt x="677" y="5891"/>
                    <a:pt x="677" y="5909"/>
                  </a:cubicBezTo>
                  <a:cubicBezTo>
                    <a:pt x="653" y="5968"/>
                    <a:pt x="636" y="6028"/>
                    <a:pt x="606" y="6093"/>
                  </a:cubicBezTo>
                  <a:cubicBezTo>
                    <a:pt x="594" y="6099"/>
                    <a:pt x="594" y="6117"/>
                    <a:pt x="588" y="6123"/>
                  </a:cubicBezTo>
                  <a:cubicBezTo>
                    <a:pt x="564" y="6176"/>
                    <a:pt x="553" y="6224"/>
                    <a:pt x="535" y="6271"/>
                  </a:cubicBezTo>
                  <a:cubicBezTo>
                    <a:pt x="529" y="6283"/>
                    <a:pt x="523" y="6307"/>
                    <a:pt x="517" y="6325"/>
                  </a:cubicBezTo>
                  <a:cubicBezTo>
                    <a:pt x="499" y="6366"/>
                    <a:pt x="481" y="6420"/>
                    <a:pt x="463" y="6461"/>
                  </a:cubicBezTo>
                  <a:cubicBezTo>
                    <a:pt x="458" y="6479"/>
                    <a:pt x="458" y="6491"/>
                    <a:pt x="446" y="6509"/>
                  </a:cubicBezTo>
                  <a:cubicBezTo>
                    <a:pt x="428" y="6568"/>
                    <a:pt x="410" y="6634"/>
                    <a:pt x="386" y="6693"/>
                  </a:cubicBezTo>
                  <a:cubicBezTo>
                    <a:pt x="386" y="6699"/>
                    <a:pt x="380" y="6717"/>
                    <a:pt x="380" y="6723"/>
                  </a:cubicBezTo>
                  <a:lnTo>
                    <a:pt x="339" y="6877"/>
                  </a:lnTo>
                  <a:cubicBezTo>
                    <a:pt x="339" y="6889"/>
                    <a:pt x="327" y="6895"/>
                    <a:pt x="327" y="6901"/>
                  </a:cubicBezTo>
                  <a:cubicBezTo>
                    <a:pt x="327" y="6907"/>
                    <a:pt x="321" y="6925"/>
                    <a:pt x="321" y="6930"/>
                  </a:cubicBezTo>
                  <a:cubicBezTo>
                    <a:pt x="309" y="6978"/>
                    <a:pt x="291" y="7025"/>
                    <a:pt x="285" y="7073"/>
                  </a:cubicBezTo>
                  <a:cubicBezTo>
                    <a:pt x="279" y="7085"/>
                    <a:pt x="279" y="7103"/>
                    <a:pt x="267" y="7115"/>
                  </a:cubicBezTo>
                  <a:cubicBezTo>
                    <a:pt x="256" y="7174"/>
                    <a:pt x="238" y="7233"/>
                    <a:pt x="226" y="7305"/>
                  </a:cubicBezTo>
                  <a:cubicBezTo>
                    <a:pt x="226" y="7310"/>
                    <a:pt x="220" y="7322"/>
                    <a:pt x="220" y="7334"/>
                  </a:cubicBezTo>
                  <a:cubicBezTo>
                    <a:pt x="202" y="7382"/>
                    <a:pt x="196" y="7435"/>
                    <a:pt x="178" y="7483"/>
                  </a:cubicBezTo>
                  <a:cubicBezTo>
                    <a:pt x="172" y="7500"/>
                    <a:pt x="172" y="7518"/>
                    <a:pt x="167" y="7542"/>
                  </a:cubicBezTo>
                  <a:cubicBezTo>
                    <a:pt x="161" y="7584"/>
                    <a:pt x="143" y="7631"/>
                    <a:pt x="137" y="7679"/>
                  </a:cubicBezTo>
                  <a:cubicBezTo>
                    <a:pt x="137" y="7696"/>
                    <a:pt x="131" y="7708"/>
                    <a:pt x="131" y="7726"/>
                  </a:cubicBezTo>
                  <a:cubicBezTo>
                    <a:pt x="113" y="7786"/>
                    <a:pt x="107" y="7845"/>
                    <a:pt x="101" y="7904"/>
                  </a:cubicBezTo>
                  <a:cubicBezTo>
                    <a:pt x="101" y="7910"/>
                    <a:pt x="101" y="7928"/>
                    <a:pt x="89" y="7934"/>
                  </a:cubicBezTo>
                  <a:cubicBezTo>
                    <a:pt x="83" y="7987"/>
                    <a:pt x="77" y="8029"/>
                    <a:pt x="72" y="8082"/>
                  </a:cubicBezTo>
                  <a:cubicBezTo>
                    <a:pt x="72" y="8106"/>
                    <a:pt x="60" y="8118"/>
                    <a:pt x="60" y="8136"/>
                  </a:cubicBezTo>
                  <a:cubicBezTo>
                    <a:pt x="54" y="8177"/>
                    <a:pt x="48" y="8225"/>
                    <a:pt x="48" y="8266"/>
                  </a:cubicBezTo>
                  <a:cubicBezTo>
                    <a:pt x="48" y="8284"/>
                    <a:pt x="42" y="8296"/>
                    <a:pt x="42" y="8314"/>
                  </a:cubicBezTo>
                  <a:cubicBezTo>
                    <a:pt x="30" y="8373"/>
                    <a:pt x="24" y="8433"/>
                    <a:pt x="24" y="8492"/>
                  </a:cubicBezTo>
                  <a:lnTo>
                    <a:pt x="24" y="8498"/>
                  </a:lnTo>
                  <a:cubicBezTo>
                    <a:pt x="24" y="8522"/>
                    <a:pt x="18" y="8551"/>
                    <a:pt x="18" y="8569"/>
                  </a:cubicBezTo>
                  <a:cubicBezTo>
                    <a:pt x="18" y="8593"/>
                    <a:pt x="18" y="8617"/>
                    <a:pt x="12" y="8641"/>
                  </a:cubicBezTo>
                  <a:cubicBezTo>
                    <a:pt x="12" y="8670"/>
                    <a:pt x="12" y="8700"/>
                    <a:pt x="0" y="8730"/>
                  </a:cubicBezTo>
                  <a:lnTo>
                    <a:pt x="0" y="8789"/>
                  </a:lnTo>
                  <a:lnTo>
                    <a:pt x="0" y="8884"/>
                  </a:lnTo>
                  <a:lnTo>
                    <a:pt x="0" y="8926"/>
                  </a:lnTo>
                  <a:lnTo>
                    <a:pt x="0" y="9068"/>
                  </a:lnTo>
                  <a:lnTo>
                    <a:pt x="0" y="9205"/>
                  </a:lnTo>
                  <a:lnTo>
                    <a:pt x="0" y="9246"/>
                  </a:lnTo>
                  <a:lnTo>
                    <a:pt x="0" y="9335"/>
                  </a:lnTo>
                  <a:lnTo>
                    <a:pt x="0" y="9383"/>
                  </a:lnTo>
                  <a:cubicBezTo>
                    <a:pt x="0" y="9412"/>
                    <a:pt x="0" y="9442"/>
                    <a:pt x="12" y="9460"/>
                  </a:cubicBezTo>
                  <a:lnTo>
                    <a:pt x="12" y="9508"/>
                  </a:lnTo>
                  <a:cubicBezTo>
                    <a:pt x="12" y="9537"/>
                    <a:pt x="18" y="9567"/>
                    <a:pt x="18" y="9603"/>
                  </a:cubicBezTo>
                  <a:lnTo>
                    <a:pt x="18" y="9632"/>
                  </a:lnTo>
                  <a:cubicBezTo>
                    <a:pt x="18" y="9680"/>
                    <a:pt x="24" y="9715"/>
                    <a:pt x="30" y="9757"/>
                  </a:cubicBezTo>
                  <a:lnTo>
                    <a:pt x="30" y="9781"/>
                  </a:lnTo>
                  <a:cubicBezTo>
                    <a:pt x="42" y="9810"/>
                    <a:pt x="42" y="9846"/>
                    <a:pt x="48" y="9876"/>
                  </a:cubicBezTo>
                  <a:cubicBezTo>
                    <a:pt x="48" y="9893"/>
                    <a:pt x="48" y="9899"/>
                    <a:pt x="54" y="9917"/>
                  </a:cubicBezTo>
                  <a:cubicBezTo>
                    <a:pt x="54" y="9929"/>
                    <a:pt x="60" y="9947"/>
                    <a:pt x="60" y="9959"/>
                  </a:cubicBezTo>
                  <a:cubicBezTo>
                    <a:pt x="60" y="9977"/>
                    <a:pt x="72" y="9983"/>
                    <a:pt x="72" y="9994"/>
                  </a:cubicBezTo>
                  <a:cubicBezTo>
                    <a:pt x="72" y="10012"/>
                    <a:pt x="77" y="10018"/>
                    <a:pt x="77" y="10036"/>
                  </a:cubicBezTo>
                  <a:cubicBezTo>
                    <a:pt x="83" y="10066"/>
                    <a:pt x="83" y="10095"/>
                    <a:pt x="89" y="10125"/>
                  </a:cubicBezTo>
                  <a:cubicBezTo>
                    <a:pt x="89" y="10131"/>
                    <a:pt x="89" y="10137"/>
                    <a:pt x="101" y="10155"/>
                  </a:cubicBezTo>
                  <a:lnTo>
                    <a:pt x="119" y="10262"/>
                  </a:lnTo>
                  <a:lnTo>
                    <a:pt x="119" y="10279"/>
                  </a:lnTo>
                  <a:cubicBezTo>
                    <a:pt x="131" y="10309"/>
                    <a:pt x="137" y="10345"/>
                    <a:pt x="143" y="10374"/>
                  </a:cubicBezTo>
                  <a:cubicBezTo>
                    <a:pt x="143" y="10380"/>
                    <a:pt x="149" y="10398"/>
                    <a:pt x="149" y="10404"/>
                  </a:cubicBezTo>
                  <a:cubicBezTo>
                    <a:pt x="161" y="10428"/>
                    <a:pt x="167" y="10458"/>
                    <a:pt x="172" y="10481"/>
                  </a:cubicBezTo>
                  <a:cubicBezTo>
                    <a:pt x="172" y="10493"/>
                    <a:pt x="178" y="10499"/>
                    <a:pt x="178" y="10517"/>
                  </a:cubicBezTo>
                  <a:cubicBezTo>
                    <a:pt x="184" y="10547"/>
                    <a:pt x="196" y="10570"/>
                    <a:pt x="202" y="10600"/>
                  </a:cubicBezTo>
                  <a:cubicBezTo>
                    <a:pt x="202" y="10606"/>
                    <a:pt x="208" y="10612"/>
                    <a:pt x="208" y="10618"/>
                  </a:cubicBezTo>
                  <a:cubicBezTo>
                    <a:pt x="214" y="10659"/>
                    <a:pt x="232" y="10689"/>
                    <a:pt x="238" y="10725"/>
                  </a:cubicBezTo>
                  <a:cubicBezTo>
                    <a:pt x="238" y="10731"/>
                    <a:pt x="244" y="10737"/>
                    <a:pt x="244" y="10737"/>
                  </a:cubicBezTo>
                  <a:cubicBezTo>
                    <a:pt x="256" y="10766"/>
                    <a:pt x="267" y="10790"/>
                    <a:pt x="279" y="10820"/>
                  </a:cubicBezTo>
                  <a:cubicBezTo>
                    <a:pt x="285" y="10826"/>
                    <a:pt x="285" y="10844"/>
                    <a:pt x="291" y="10849"/>
                  </a:cubicBezTo>
                  <a:cubicBezTo>
                    <a:pt x="297" y="10873"/>
                    <a:pt x="309" y="10897"/>
                    <a:pt x="321" y="10915"/>
                  </a:cubicBezTo>
                  <a:cubicBezTo>
                    <a:pt x="327" y="10927"/>
                    <a:pt x="327" y="10939"/>
                    <a:pt x="339" y="10944"/>
                  </a:cubicBezTo>
                  <a:cubicBezTo>
                    <a:pt x="345" y="10968"/>
                    <a:pt x="357" y="10998"/>
                    <a:pt x="368" y="11022"/>
                  </a:cubicBezTo>
                  <a:cubicBezTo>
                    <a:pt x="368" y="11028"/>
                    <a:pt x="374" y="11034"/>
                    <a:pt x="374" y="11045"/>
                  </a:cubicBezTo>
                  <a:lnTo>
                    <a:pt x="416" y="11135"/>
                  </a:lnTo>
                  <a:cubicBezTo>
                    <a:pt x="416" y="11140"/>
                    <a:pt x="428" y="11146"/>
                    <a:pt x="428" y="11152"/>
                  </a:cubicBezTo>
                  <a:cubicBezTo>
                    <a:pt x="440" y="11176"/>
                    <a:pt x="446" y="11200"/>
                    <a:pt x="463" y="11224"/>
                  </a:cubicBezTo>
                  <a:cubicBezTo>
                    <a:pt x="469" y="11230"/>
                    <a:pt x="469" y="11235"/>
                    <a:pt x="475" y="11253"/>
                  </a:cubicBezTo>
                  <a:cubicBezTo>
                    <a:pt x="481" y="11271"/>
                    <a:pt x="499" y="11289"/>
                    <a:pt x="517" y="11313"/>
                  </a:cubicBezTo>
                  <a:cubicBezTo>
                    <a:pt x="523" y="11319"/>
                    <a:pt x="523" y="11325"/>
                    <a:pt x="529" y="11342"/>
                  </a:cubicBezTo>
                  <a:lnTo>
                    <a:pt x="576" y="11408"/>
                  </a:lnTo>
                  <a:cubicBezTo>
                    <a:pt x="576" y="11414"/>
                    <a:pt x="582" y="11414"/>
                    <a:pt x="582" y="11420"/>
                  </a:cubicBezTo>
                  <a:cubicBezTo>
                    <a:pt x="594" y="11449"/>
                    <a:pt x="618" y="11473"/>
                    <a:pt x="630" y="11503"/>
                  </a:cubicBezTo>
                  <a:cubicBezTo>
                    <a:pt x="642" y="11509"/>
                    <a:pt x="642" y="11520"/>
                    <a:pt x="648" y="11526"/>
                  </a:cubicBezTo>
                  <a:cubicBezTo>
                    <a:pt x="665" y="11550"/>
                    <a:pt x="677" y="11562"/>
                    <a:pt x="689" y="11586"/>
                  </a:cubicBezTo>
                  <a:cubicBezTo>
                    <a:pt x="701" y="11592"/>
                    <a:pt x="707" y="11598"/>
                    <a:pt x="707" y="11610"/>
                  </a:cubicBezTo>
                  <a:cubicBezTo>
                    <a:pt x="725" y="11621"/>
                    <a:pt x="737" y="11645"/>
                    <a:pt x="743" y="11657"/>
                  </a:cubicBezTo>
                  <a:cubicBezTo>
                    <a:pt x="748" y="11669"/>
                    <a:pt x="760" y="11675"/>
                    <a:pt x="760" y="11681"/>
                  </a:cubicBezTo>
                  <a:cubicBezTo>
                    <a:pt x="772" y="11705"/>
                    <a:pt x="796" y="11716"/>
                    <a:pt x="814" y="11740"/>
                  </a:cubicBezTo>
                  <a:lnTo>
                    <a:pt x="820" y="11746"/>
                  </a:lnTo>
                  <a:cubicBezTo>
                    <a:pt x="838" y="11770"/>
                    <a:pt x="855" y="11794"/>
                    <a:pt x="879" y="11817"/>
                  </a:cubicBezTo>
                  <a:lnTo>
                    <a:pt x="891" y="11829"/>
                  </a:lnTo>
                  <a:lnTo>
                    <a:pt x="938" y="11877"/>
                  </a:lnTo>
                  <a:lnTo>
                    <a:pt x="956" y="11895"/>
                  </a:lnTo>
                  <a:lnTo>
                    <a:pt x="1004" y="11942"/>
                  </a:lnTo>
                  <a:lnTo>
                    <a:pt x="1028" y="11966"/>
                  </a:lnTo>
                  <a:cubicBezTo>
                    <a:pt x="1045" y="11978"/>
                    <a:pt x="1063" y="12001"/>
                    <a:pt x="1087" y="12013"/>
                  </a:cubicBezTo>
                  <a:lnTo>
                    <a:pt x="1093" y="12025"/>
                  </a:lnTo>
                  <a:cubicBezTo>
                    <a:pt x="1117" y="12043"/>
                    <a:pt x="1134" y="12061"/>
                    <a:pt x="1158" y="12073"/>
                  </a:cubicBezTo>
                  <a:cubicBezTo>
                    <a:pt x="1164" y="12085"/>
                    <a:pt x="1176" y="12085"/>
                    <a:pt x="1182" y="12091"/>
                  </a:cubicBezTo>
                  <a:cubicBezTo>
                    <a:pt x="1194" y="12102"/>
                    <a:pt x="1218" y="12114"/>
                    <a:pt x="1235" y="12126"/>
                  </a:cubicBezTo>
                  <a:cubicBezTo>
                    <a:pt x="1241" y="12132"/>
                    <a:pt x="1247" y="12144"/>
                    <a:pt x="1253" y="12144"/>
                  </a:cubicBezTo>
                  <a:cubicBezTo>
                    <a:pt x="1271" y="12156"/>
                    <a:pt x="1295" y="12162"/>
                    <a:pt x="1307" y="12180"/>
                  </a:cubicBezTo>
                  <a:cubicBezTo>
                    <a:pt x="1313" y="12186"/>
                    <a:pt x="1324" y="12186"/>
                    <a:pt x="1330" y="12191"/>
                  </a:cubicBezTo>
                  <a:cubicBezTo>
                    <a:pt x="1354" y="12209"/>
                    <a:pt x="1384" y="12221"/>
                    <a:pt x="1402" y="12239"/>
                  </a:cubicBezTo>
                  <a:lnTo>
                    <a:pt x="8676" y="16526"/>
                  </a:lnTo>
                  <a:cubicBezTo>
                    <a:pt x="8664" y="16520"/>
                    <a:pt x="8658" y="16514"/>
                    <a:pt x="8640" y="16508"/>
                  </a:cubicBezTo>
                  <a:lnTo>
                    <a:pt x="8640" y="16508"/>
                  </a:lnTo>
                  <a:cubicBezTo>
                    <a:pt x="9025" y="16745"/>
                    <a:pt x="9477" y="16868"/>
                    <a:pt x="9979" y="16868"/>
                  </a:cubicBezTo>
                  <a:cubicBezTo>
                    <a:pt x="10636" y="16868"/>
                    <a:pt x="11379" y="16656"/>
                    <a:pt x="12167" y="16211"/>
                  </a:cubicBezTo>
                  <a:cubicBezTo>
                    <a:pt x="14881" y="14668"/>
                    <a:pt x="17102" y="10897"/>
                    <a:pt x="17119" y="7786"/>
                  </a:cubicBezTo>
                  <a:cubicBezTo>
                    <a:pt x="17149" y="6221"/>
                    <a:pt x="16611" y="5130"/>
                    <a:pt x="15729" y="4612"/>
                  </a:cubicBezTo>
                  <a:lnTo>
                    <a:pt x="15729" y="4612"/>
                  </a:lnTo>
                  <a:cubicBezTo>
                    <a:pt x="15730" y="4613"/>
                    <a:pt x="15730" y="4614"/>
                    <a:pt x="15730" y="4615"/>
                  </a:cubicBezTo>
                  <a:lnTo>
                    <a:pt x="15659" y="4573"/>
                  </a:lnTo>
                  <a:lnTo>
                    <a:pt x="15659" y="4573"/>
                  </a:lnTo>
                  <a:cubicBezTo>
                    <a:pt x="15661" y="4573"/>
                    <a:pt x="15663" y="4573"/>
                    <a:pt x="15665" y="4573"/>
                  </a:cubicBezTo>
                  <a:cubicBezTo>
                    <a:pt x="15662" y="4573"/>
                    <a:pt x="15660" y="4573"/>
                    <a:pt x="15658" y="4573"/>
                  </a:cubicBezTo>
                  <a:lnTo>
                    <a:pt x="15658" y="4573"/>
                  </a:lnTo>
                  <a:lnTo>
                    <a:pt x="15647" y="4566"/>
                  </a:lnTo>
                  <a:lnTo>
                    <a:pt x="15647" y="4566"/>
                  </a:lnTo>
                  <a:cubicBezTo>
                    <a:pt x="15645" y="4563"/>
                    <a:pt x="15643" y="4561"/>
                    <a:pt x="15641" y="4561"/>
                  </a:cubicBezTo>
                  <a:lnTo>
                    <a:pt x="15641" y="4561"/>
                  </a:lnTo>
                  <a:cubicBezTo>
                    <a:pt x="15641" y="4562"/>
                    <a:pt x="15641" y="4562"/>
                    <a:pt x="15642" y="4563"/>
                  </a:cubicBezTo>
                  <a:lnTo>
                    <a:pt x="15642" y="4563"/>
                  </a:lnTo>
                  <a:lnTo>
                    <a:pt x="8456" y="327"/>
                  </a:lnTo>
                  <a:cubicBezTo>
                    <a:pt x="8426" y="310"/>
                    <a:pt x="8397" y="286"/>
                    <a:pt x="8367" y="274"/>
                  </a:cubicBezTo>
                  <a:cubicBezTo>
                    <a:pt x="8361" y="262"/>
                    <a:pt x="8343" y="262"/>
                    <a:pt x="8337" y="256"/>
                  </a:cubicBezTo>
                  <a:cubicBezTo>
                    <a:pt x="8313" y="250"/>
                    <a:pt x="8296" y="238"/>
                    <a:pt x="8278" y="227"/>
                  </a:cubicBezTo>
                  <a:cubicBezTo>
                    <a:pt x="8260" y="221"/>
                    <a:pt x="8254" y="221"/>
                    <a:pt x="8242" y="215"/>
                  </a:cubicBezTo>
                  <a:cubicBezTo>
                    <a:pt x="8218" y="209"/>
                    <a:pt x="8201" y="197"/>
                    <a:pt x="8183" y="185"/>
                  </a:cubicBezTo>
                  <a:cubicBezTo>
                    <a:pt x="8165" y="179"/>
                    <a:pt x="8159" y="179"/>
                    <a:pt x="8147" y="167"/>
                  </a:cubicBezTo>
                  <a:cubicBezTo>
                    <a:pt x="8123" y="161"/>
                    <a:pt x="8106" y="155"/>
                    <a:pt x="8088" y="149"/>
                  </a:cubicBezTo>
                  <a:cubicBezTo>
                    <a:pt x="8070" y="137"/>
                    <a:pt x="8052" y="137"/>
                    <a:pt x="8046" y="131"/>
                  </a:cubicBezTo>
                  <a:cubicBezTo>
                    <a:pt x="8028" y="126"/>
                    <a:pt x="8011" y="120"/>
                    <a:pt x="7987" y="108"/>
                  </a:cubicBezTo>
                  <a:cubicBezTo>
                    <a:pt x="7975" y="102"/>
                    <a:pt x="7957" y="102"/>
                    <a:pt x="7945" y="96"/>
                  </a:cubicBezTo>
                  <a:cubicBezTo>
                    <a:pt x="7921" y="90"/>
                    <a:pt x="7910" y="78"/>
                    <a:pt x="7886" y="78"/>
                  </a:cubicBezTo>
                  <a:cubicBezTo>
                    <a:pt x="7868" y="72"/>
                    <a:pt x="7856" y="72"/>
                    <a:pt x="7850" y="72"/>
                  </a:cubicBezTo>
                  <a:cubicBezTo>
                    <a:pt x="7826" y="66"/>
                    <a:pt x="7803" y="66"/>
                    <a:pt x="7779" y="60"/>
                  </a:cubicBezTo>
                  <a:cubicBezTo>
                    <a:pt x="7767" y="60"/>
                    <a:pt x="7761" y="48"/>
                    <a:pt x="7743" y="48"/>
                  </a:cubicBezTo>
                  <a:cubicBezTo>
                    <a:pt x="7714" y="42"/>
                    <a:pt x="7690" y="42"/>
                    <a:pt x="7660" y="36"/>
                  </a:cubicBezTo>
                  <a:cubicBezTo>
                    <a:pt x="7654" y="36"/>
                    <a:pt x="7648" y="36"/>
                    <a:pt x="7642" y="31"/>
                  </a:cubicBezTo>
                  <a:cubicBezTo>
                    <a:pt x="7601" y="19"/>
                    <a:pt x="7565" y="13"/>
                    <a:pt x="7536" y="13"/>
                  </a:cubicBezTo>
                  <a:lnTo>
                    <a:pt x="7512" y="13"/>
                  </a:lnTo>
                  <a:cubicBezTo>
                    <a:pt x="7482" y="13"/>
                    <a:pt x="7464" y="7"/>
                    <a:pt x="7435" y="7"/>
                  </a:cubicBezTo>
                  <a:lnTo>
                    <a:pt x="7393" y="7"/>
                  </a:lnTo>
                  <a:cubicBezTo>
                    <a:pt x="7375" y="7"/>
                    <a:pt x="7351" y="7"/>
                    <a:pt x="7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5">
              <a:extLst>
                <a:ext uri="{FF2B5EF4-FFF2-40B4-BE49-F238E27FC236}">
                  <a16:creationId xmlns:a16="http://schemas.microsoft.com/office/drawing/2014/main" id="{1D513C75-0081-F93E-99AA-71C00C522BED}"/>
                </a:ext>
              </a:extLst>
            </p:cNvPr>
            <p:cNvSpPr/>
            <p:nvPr/>
          </p:nvSpPr>
          <p:spPr>
            <a:xfrm>
              <a:off x="5644057" y="-1244429"/>
              <a:ext cx="2654533" cy="3338463"/>
            </a:xfrm>
            <a:custGeom>
              <a:avLst/>
              <a:gdLst/>
              <a:ahLst/>
              <a:cxnLst/>
              <a:rect l="l" t="t" r="r" b="b"/>
              <a:pathLst>
                <a:path w="12234" h="15861" extrusionOk="0">
                  <a:moveTo>
                    <a:pt x="4959" y="1"/>
                  </a:moveTo>
                  <a:cubicBezTo>
                    <a:pt x="4924" y="24"/>
                    <a:pt x="4876" y="48"/>
                    <a:pt x="4840" y="66"/>
                  </a:cubicBezTo>
                  <a:cubicBezTo>
                    <a:pt x="4834" y="78"/>
                    <a:pt x="4817" y="84"/>
                    <a:pt x="4811" y="90"/>
                  </a:cubicBezTo>
                  <a:cubicBezTo>
                    <a:pt x="4781" y="107"/>
                    <a:pt x="4751" y="125"/>
                    <a:pt x="4722" y="143"/>
                  </a:cubicBezTo>
                  <a:cubicBezTo>
                    <a:pt x="4710" y="149"/>
                    <a:pt x="4698" y="155"/>
                    <a:pt x="4686" y="167"/>
                  </a:cubicBezTo>
                  <a:cubicBezTo>
                    <a:pt x="4656" y="179"/>
                    <a:pt x="4633" y="202"/>
                    <a:pt x="4603" y="214"/>
                  </a:cubicBezTo>
                  <a:cubicBezTo>
                    <a:pt x="4591" y="226"/>
                    <a:pt x="4573" y="232"/>
                    <a:pt x="4567" y="238"/>
                  </a:cubicBezTo>
                  <a:cubicBezTo>
                    <a:pt x="4538" y="256"/>
                    <a:pt x="4514" y="274"/>
                    <a:pt x="4484" y="291"/>
                  </a:cubicBezTo>
                  <a:cubicBezTo>
                    <a:pt x="4472" y="297"/>
                    <a:pt x="4460" y="303"/>
                    <a:pt x="4448" y="315"/>
                  </a:cubicBezTo>
                  <a:lnTo>
                    <a:pt x="4359" y="381"/>
                  </a:lnTo>
                  <a:cubicBezTo>
                    <a:pt x="4353" y="387"/>
                    <a:pt x="4342" y="392"/>
                    <a:pt x="4336" y="392"/>
                  </a:cubicBezTo>
                  <a:cubicBezTo>
                    <a:pt x="4264" y="446"/>
                    <a:pt x="4187" y="499"/>
                    <a:pt x="4116" y="559"/>
                  </a:cubicBezTo>
                  <a:lnTo>
                    <a:pt x="4104" y="565"/>
                  </a:lnTo>
                  <a:cubicBezTo>
                    <a:pt x="4063" y="600"/>
                    <a:pt x="4009" y="642"/>
                    <a:pt x="3968" y="677"/>
                  </a:cubicBezTo>
                  <a:cubicBezTo>
                    <a:pt x="3950" y="683"/>
                    <a:pt x="3938" y="701"/>
                    <a:pt x="3920" y="713"/>
                  </a:cubicBezTo>
                  <a:cubicBezTo>
                    <a:pt x="3884" y="743"/>
                    <a:pt x="3855" y="772"/>
                    <a:pt x="3819" y="802"/>
                  </a:cubicBezTo>
                  <a:cubicBezTo>
                    <a:pt x="3801" y="820"/>
                    <a:pt x="3789" y="832"/>
                    <a:pt x="3766" y="850"/>
                  </a:cubicBezTo>
                  <a:cubicBezTo>
                    <a:pt x="3730" y="879"/>
                    <a:pt x="3700" y="909"/>
                    <a:pt x="3659" y="939"/>
                  </a:cubicBezTo>
                  <a:lnTo>
                    <a:pt x="3623" y="974"/>
                  </a:lnTo>
                  <a:cubicBezTo>
                    <a:pt x="3582" y="1010"/>
                    <a:pt x="3534" y="1057"/>
                    <a:pt x="3492" y="1099"/>
                  </a:cubicBezTo>
                  <a:lnTo>
                    <a:pt x="3451" y="1135"/>
                  </a:lnTo>
                  <a:cubicBezTo>
                    <a:pt x="3415" y="1164"/>
                    <a:pt x="3386" y="1206"/>
                    <a:pt x="3350" y="1236"/>
                  </a:cubicBezTo>
                  <a:lnTo>
                    <a:pt x="3302" y="1277"/>
                  </a:lnTo>
                  <a:cubicBezTo>
                    <a:pt x="3267" y="1307"/>
                    <a:pt x="3237" y="1343"/>
                    <a:pt x="3202" y="1372"/>
                  </a:cubicBezTo>
                  <a:lnTo>
                    <a:pt x="3166" y="1414"/>
                  </a:lnTo>
                  <a:lnTo>
                    <a:pt x="3029" y="1544"/>
                  </a:lnTo>
                  <a:lnTo>
                    <a:pt x="2994" y="1580"/>
                  </a:lnTo>
                  <a:cubicBezTo>
                    <a:pt x="2964" y="1622"/>
                    <a:pt x="2928" y="1651"/>
                    <a:pt x="2899" y="1687"/>
                  </a:cubicBezTo>
                  <a:lnTo>
                    <a:pt x="2851" y="1728"/>
                  </a:lnTo>
                  <a:cubicBezTo>
                    <a:pt x="2821" y="1770"/>
                    <a:pt x="2786" y="1806"/>
                    <a:pt x="2756" y="1841"/>
                  </a:cubicBezTo>
                  <a:lnTo>
                    <a:pt x="2721" y="1877"/>
                  </a:lnTo>
                  <a:cubicBezTo>
                    <a:pt x="2673" y="1924"/>
                    <a:pt x="2637" y="1978"/>
                    <a:pt x="2590" y="2025"/>
                  </a:cubicBezTo>
                  <a:cubicBezTo>
                    <a:pt x="2584" y="2043"/>
                    <a:pt x="2572" y="2049"/>
                    <a:pt x="2560" y="2067"/>
                  </a:cubicBezTo>
                  <a:cubicBezTo>
                    <a:pt x="2531" y="2103"/>
                    <a:pt x="2501" y="2138"/>
                    <a:pt x="2465" y="2174"/>
                  </a:cubicBezTo>
                  <a:cubicBezTo>
                    <a:pt x="2453" y="2192"/>
                    <a:pt x="2436" y="2204"/>
                    <a:pt x="2430" y="2227"/>
                  </a:cubicBezTo>
                  <a:cubicBezTo>
                    <a:pt x="2400" y="2263"/>
                    <a:pt x="2370" y="2304"/>
                    <a:pt x="2341" y="2346"/>
                  </a:cubicBezTo>
                  <a:cubicBezTo>
                    <a:pt x="2335" y="2364"/>
                    <a:pt x="2317" y="2370"/>
                    <a:pt x="2311" y="2382"/>
                  </a:cubicBezTo>
                  <a:cubicBezTo>
                    <a:pt x="2275" y="2435"/>
                    <a:pt x="2228" y="2489"/>
                    <a:pt x="2192" y="2542"/>
                  </a:cubicBezTo>
                  <a:cubicBezTo>
                    <a:pt x="2186" y="2554"/>
                    <a:pt x="2168" y="2560"/>
                    <a:pt x="2162" y="2578"/>
                  </a:cubicBezTo>
                  <a:cubicBezTo>
                    <a:pt x="2133" y="2625"/>
                    <a:pt x="2103" y="2661"/>
                    <a:pt x="2073" y="2702"/>
                  </a:cubicBezTo>
                  <a:cubicBezTo>
                    <a:pt x="2055" y="2720"/>
                    <a:pt x="2050" y="2738"/>
                    <a:pt x="2038" y="2756"/>
                  </a:cubicBezTo>
                  <a:cubicBezTo>
                    <a:pt x="2008" y="2797"/>
                    <a:pt x="1978" y="2839"/>
                    <a:pt x="1949" y="2880"/>
                  </a:cubicBezTo>
                  <a:cubicBezTo>
                    <a:pt x="1937" y="2898"/>
                    <a:pt x="1931" y="2910"/>
                    <a:pt x="1919" y="2916"/>
                  </a:cubicBezTo>
                  <a:cubicBezTo>
                    <a:pt x="1877" y="2970"/>
                    <a:pt x="1842" y="3029"/>
                    <a:pt x="1806" y="3082"/>
                  </a:cubicBezTo>
                  <a:cubicBezTo>
                    <a:pt x="1800" y="3094"/>
                    <a:pt x="1788" y="3106"/>
                    <a:pt x="1782" y="3118"/>
                  </a:cubicBezTo>
                  <a:cubicBezTo>
                    <a:pt x="1753" y="3165"/>
                    <a:pt x="1723" y="3207"/>
                    <a:pt x="1699" y="3255"/>
                  </a:cubicBezTo>
                  <a:cubicBezTo>
                    <a:pt x="1693" y="3266"/>
                    <a:pt x="1681" y="3290"/>
                    <a:pt x="1670" y="3302"/>
                  </a:cubicBezTo>
                  <a:cubicBezTo>
                    <a:pt x="1640" y="3350"/>
                    <a:pt x="1622" y="3391"/>
                    <a:pt x="1592" y="3439"/>
                  </a:cubicBezTo>
                  <a:cubicBezTo>
                    <a:pt x="1580" y="3450"/>
                    <a:pt x="1575" y="3468"/>
                    <a:pt x="1569" y="3474"/>
                  </a:cubicBezTo>
                  <a:cubicBezTo>
                    <a:pt x="1533" y="3534"/>
                    <a:pt x="1503" y="3587"/>
                    <a:pt x="1462" y="3646"/>
                  </a:cubicBezTo>
                  <a:cubicBezTo>
                    <a:pt x="1456" y="3658"/>
                    <a:pt x="1450" y="3670"/>
                    <a:pt x="1444" y="3682"/>
                  </a:cubicBezTo>
                  <a:cubicBezTo>
                    <a:pt x="1414" y="3730"/>
                    <a:pt x="1390" y="3771"/>
                    <a:pt x="1361" y="3825"/>
                  </a:cubicBezTo>
                  <a:cubicBezTo>
                    <a:pt x="1355" y="3836"/>
                    <a:pt x="1337" y="3860"/>
                    <a:pt x="1331" y="3878"/>
                  </a:cubicBezTo>
                  <a:cubicBezTo>
                    <a:pt x="1307" y="3920"/>
                    <a:pt x="1278" y="3967"/>
                    <a:pt x="1254" y="4009"/>
                  </a:cubicBezTo>
                  <a:cubicBezTo>
                    <a:pt x="1248" y="4026"/>
                    <a:pt x="1242" y="4038"/>
                    <a:pt x="1236" y="4044"/>
                  </a:cubicBezTo>
                  <a:lnTo>
                    <a:pt x="1147" y="4222"/>
                  </a:lnTo>
                  <a:cubicBezTo>
                    <a:pt x="1135" y="4240"/>
                    <a:pt x="1129" y="4246"/>
                    <a:pt x="1129" y="4264"/>
                  </a:cubicBezTo>
                  <a:cubicBezTo>
                    <a:pt x="1105" y="4306"/>
                    <a:pt x="1076" y="4359"/>
                    <a:pt x="1058" y="4401"/>
                  </a:cubicBezTo>
                  <a:cubicBezTo>
                    <a:pt x="1046" y="4418"/>
                    <a:pt x="1040" y="4442"/>
                    <a:pt x="1028" y="4454"/>
                  </a:cubicBezTo>
                  <a:cubicBezTo>
                    <a:pt x="1004" y="4501"/>
                    <a:pt x="981" y="4549"/>
                    <a:pt x="957" y="4597"/>
                  </a:cubicBezTo>
                  <a:lnTo>
                    <a:pt x="939" y="4638"/>
                  </a:lnTo>
                  <a:cubicBezTo>
                    <a:pt x="909" y="4697"/>
                    <a:pt x="886" y="4757"/>
                    <a:pt x="856" y="4816"/>
                  </a:cubicBezTo>
                  <a:cubicBezTo>
                    <a:pt x="850" y="4834"/>
                    <a:pt x="850" y="4840"/>
                    <a:pt x="838" y="4858"/>
                  </a:cubicBezTo>
                  <a:cubicBezTo>
                    <a:pt x="820" y="4905"/>
                    <a:pt x="797" y="4953"/>
                    <a:pt x="773" y="5006"/>
                  </a:cubicBezTo>
                  <a:cubicBezTo>
                    <a:pt x="767" y="5018"/>
                    <a:pt x="761" y="5042"/>
                    <a:pt x="749" y="5054"/>
                  </a:cubicBezTo>
                  <a:cubicBezTo>
                    <a:pt x="731" y="5101"/>
                    <a:pt x="714" y="5155"/>
                    <a:pt x="690" y="5196"/>
                  </a:cubicBezTo>
                  <a:cubicBezTo>
                    <a:pt x="684" y="5214"/>
                    <a:pt x="678" y="5226"/>
                    <a:pt x="678" y="5244"/>
                  </a:cubicBezTo>
                  <a:cubicBezTo>
                    <a:pt x="654" y="5303"/>
                    <a:pt x="630" y="5362"/>
                    <a:pt x="601" y="5428"/>
                  </a:cubicBezTo>
                  <a:cubicBezTo>
                    <a:pt x="595" y="5434"/>
                    <a:pt x="595" y="5452"/>
                    <a:pt x="589" y="5458"/>
                  </a:cubicBezTo>
                  <a:cubicBezTo>
                    <a:pt x="565" y="5511"/>
                    <a:pt x="553" y="5558"/>
                    <a:pt x="535" y="5606"/>
                  </a:cubicBezTo>
                  <a:cubicBezTo>
                    <a:pt x="529" y="5618"/>
                    <a:pt x="524" y="5642"/>
                    <a:pt x="512" y="5659"/>
                  </a:cubicBezTo>
                  <a:cubicBezTo>
                    <a:pt x="500" y="5701"/>
                    <a:pt x="482" y="5754"/>
                    <a:pt x="464" y="5796"/>
                  </a:cubicBezTo>
                  <a:cubicBezTo>
                    <a:pt x="452" y="5814"/>
                    <a:pt x="452" y="5826"/>
                    <a:pt x="446" y="5843"/>
                  </a:cubicBezTo>
                  <a:cubicBezTo>
                    <a:pt x="423" y="5903"/>
                    <a:pt x="411" y="5968"/>
                    <a:pt x="387" y="6028"/>
                  </a:cubicBezTo>
                  <a:cubicBezTo>
                    <a:pt x="387" y="6033"/>
                    <a:pt x="381" y="6051"/>
                    <a:pt x="381" y="6057"/>
                  </a:cubicBezTo>
                  <a:lnTo>
                    <a:pt x="333" y="6212"/>
                  </a:lnTo>
                  <a:cubicBezTo>
                    <a:pt x="333" y="6224"/>
                    <a:pt x="328" y="6229"/>
                    <a:pt x="328" y="6235"/>
                  </a:cubicBezTo>
                  <a:cubicBezTo>
                    <a:pt x="328" y="6241"/>
                    <a:pt x="322" y="6259"/>
                    <a:pt x="322" y="6265"/>
                  </a:cubicBezTo>
                  <a:cubicBezTo>
                    <a:pt x="304" y="6313"/>
                    <a:pt x="292" y="6360"/>
                    <a:pt x="286" y="6408"/>
                  </a:cubicBezTo>
                  <a:cubicBezTo>
                    <a:pt x="274" y="6419"/>
                    <a:pt x="274" y="6437"/>
                    <a:pt x="268" y="6449"/>
                  </a:cubicBezTo>
                  <a:cubicBezTo>
                    <a:pt x="256" y="6509"/>
                    <a:pt x="238" y="6568"/>
                    <a:pt x="227" y="6639"/>
                  </a:cubicBezTo>
                  <a:cubicBezTo>
                    <a:pt x="227" y="6645"/>
                    <a:pt x="215" y="6657"/>
                    <a:pt x="215" y="6669"/>
                  </a:cubicBezTo>
                  <a:cubicBezTo>
                    <a:pt x="203" y="6716"/>
                    <a:pt x="197" y="6770"/>
                    <a:pt x="179" y="6817"/>
                  </a:cubicBezTo>
                  <a:cubicBezTo>
                    <a:pt x="173" y="6835"/>
                    <a:pt x="173" y="6853"/>
                    <a:pt x="167" y="6877"/>
                  </a:cubicBezTo>
                  <a:cubicBezTo>
                    <a:pt x="155" y="6918"/>
                    <a:pt x="143" y="6966"/>
                    <a:pt x="138" y="7013"/>
                  </a:cubicBezTo>
                  <a:cubicBezTo>
                    <a:pt x="138" y="7031"/>
                    <a:pt x="126" y="7043"/>
                    <a:pt x="126" y="7061"/>
                  </a:cubicBezTo>
                  <a:cubicBezTo>
                    <a:pt x="114" y="7120"/>
                    <a:pt x="108" y="7180"/>
                    <a:pt x="96" y="7239"/>
                  </a:cubicBezTo>
                  <a:cubicBezTo>
                    <a:pt x="96" y="7245"/>
                    <a:pt x="96" y="7263"/>
                    <a:pt x="90" y="7269"/>
                  </a:cubicBezTo>
                  <a:cubicBezTo>
                    <a:pt x="84" y="7322"/>
                    <a:pt x="78" y="7364"/>
                    <a:pt x="66" y="7417"/>
                  </a:cubicBezTo>
                  <a:cubicBezTo>
                    <a:pt x="66" y="7441"/>
                    <a:pt x="60" y="7453"/>
                    <a:pt x="60" y="7470"/>
                  </a:cubicBezTo>
                  <a:cubicBezTo>
                    <a:pt x="54" y="7512"/>
                    <a:pt x="48" y="7560"/>
                    <a:pt x="48" y="7601"/>
                  </a:cubicBezTo>
                  <a:cubicBezTo>
                    <a:pt x="48" y="7619"/>
                    <a:pt x="37" y="7631"/>
                    <a:pt x="37" y="7649"/>
                  </a:cubicBezTo>
                  <a:cubicBezTo>
                    <a:pt x="31" y="7708"/>
                    <a:pt x="25" y="7767"/>
                    <a:pt x="25" y="7827"/>
                  </a:cubicBezTo>
                  <a:lnTo>
                    <a:pt x="25" y="7833"/>
                  </a:lnTo>
                  <a:cubicBezTo>
                    <a:pt x="25" y="7856"/>
                    <a:pt x="19" y="7886"/>
                    <a:pt x="19" y="7904"/>
                  </a:cubicBezTo>
                  <a:cubicBezTo>
                    <a:pt x="19" y="7928"/>
                    <a:pt x="19" y="7951"/>
                    <a:pt x="7" y="7975"/>
                  </a:cubicBezTo>
                  <a:cubicBezTo>
                    <a:pt x="7" y="8005"/>
                    <a:pt x="7" y="8035"/>
                    <a:pt x="1" y="8064"/>
                  </a:cubicBezTo>
                  <a:lnTo>
                    <a:pt x="1" y="8124"/>
                  </a:lnTo>
                  <a:lnTo>
                    <a:pt x="1" y="8219"/>
                  </a:lnTo>
                  <a:lnTo>
                    <a:pt x="1" y="8260"/>
                  </a:lnTo>
                  <a:lnTo>
                    <a:pt x="1" y="8403"/>
                  </a:lnTo>
                  <a:lnTo>
                    <a:pt x="1" y="8539"/>
                  </a:lnTo>
                  <a:lnTo>
                    <a:pt x="1" y="8581"/>
                  </a:lnTo>
                  <a:lnTo>
                    <a:pt x="1" y="8670"/>
                  </a:lnTo>
                  <a:lnTo>
                    <a:pt x="1" y="8717"/>
                  </a:lnTo>
                  <a:cubicBezTo>
                    <a:pt x="1" y="8747"/>
                    <a:pt x="1" y="8777"/>
                    <a:pt x="7" y="8795"/>
                  </a:cubicBezTo>
                  <a:lnTo>
                    <a:pt x="7" y="8842"/>
                  </a:lnTo>
                  <a:cubicBezTo>
                    <a:pt x="7" y="8872"/>
                    <a:pt x="19" y="8902"/>
                    <a:pt x="19" y="8937"/>
                  </a:cubicBezTo>
                  <a:lnTo>
                    <a:pt x="19" y="8967"/>
                  </a:lnTo>
                  <a:cubicBezTo>
                    <a:pt x="19" y="9014"/>
                    <a:pt x="25" y="9050"/>
                    <a:pt x="31" y="9092"/>
                  </a:cubicBezTo>
                  <a:lnTo>
                    <a:pt x="31" y="9115"/>
                  </a:lnTo>
                  <a:cubicBezTo>
                    <a:pt x="37" y="9145"/>
                    <a:pt x="37" y="9181"/>
                    <a:pt x="48" y="9210"/>
                  </a:cubicBezTo>
                  <a:cubicBezTo>
                    <a:pt x="48" y="9228"/>
                    <a:pt x="48" y="9234"/>
                    <a:pt x="54" y="9252"/>
                  </a:cubicBezTo>
                  <a:cubicBezTo>
                    <a:pt x="54" y="9264"/>
                    <a:pt x="60" y="9282"/>
                    <a:pt x="60" y="9293"/>
                  </a:cubicBezTo>
                  <a:cubicBezTo>
                    <a:pt x="60" y="9311"/>
                    <a:pt x="66" y="9317"/>
                    <a:pt x="66" y="9329"/>
                  </a:cubicBezTo>
                  <a:cubicBezTo>
                    <a:pt x="66" y="9347"/>
                    <a:pt x="78" y="9353"/>
                    <a:pt x="78" y="9371"/>
                  </a:cubicBezTo>
                  <a:cubicBezTo>
                    <a:pt x="84" y="9400"/>
                    <a:pt x="84" y="9430"/>
                    <a:pt x="90" y="9460"/>
                  </a:cubicBezTo>
                  <a:cubicBezTo>
                    <a:pt x="90" y="9466"/>
                    <a:pt x="90" y="9472"/>
                    <a:pt x="96" y="9489"/>
                  </a:cubicBezTo>
                  <a:lnTo>
                    <a:pt x="120" y="9596"/>
                  </a:lnTo>
                  <a:lnTo>
                    <a:pt x="120" y="9614"/>
                  </a:lnTo>
                  <a:cubicBezTo>
                    <a:pt x="126" y="9644"/>
                    <a:pt x="138" y="9679"/>
                    <a:pt x="143" y="9709"/>
                  </a:cubicBezTo>
                  <a:cubicBezTo>
                    <a:pt x="143" y="9715"/>
                    <a:pt x="149" y="9733"/>
                    <a:pt x="149" y="9739"/>
                  </a:cubicBezTo>
                  <a:cubicBezTo>
                    <a:pt x="155" y="9763"/>
                    <a:pt x="167" y="9792"/>
                    <a:pt x="173" y="9816"/>
                  </a:cubicBezTo>
                  <a:cubicBezTo>
                    <a:pt x="173" y="9828"/>
                    <a:pt x="179" y="9834"/>
                    <a:pt x="179" y="9852"/>
                  </a:cubicBezTo>
                  <a:cubicBezTo>
                    <a:pt x="185" y="9881"/>
                    <a:pt x="197" y="9905"/>
                    <a:pt x="203" y="9935"/>
                  </a:cubicBezTo>
                  <a:cubicBezTo>
                    <a:pt x="203" y="9941"/>
                    <a:pt x="209" y="9947"/>
                    <a:pt x="209" y="9953"/>
                  </a:cubicBezTo>
                  <a:cubicBezTo>
                    <a:pt x="215" y="9994"/>
                    <a:pt x="233" y="10024"/>
                    <a:pt x="238" y="10059"/>
                  </a:cubicBezTo>
                  <a:cubicBezTo>
                    <a:pt x="238" y="10065"/>
                    <a:pt x="244" y="10071"/>
                    <a:pt x="244" y="10071"/>
                  </a:cubicBezTo>
                  <a:cubicBezTo>
                    <a:pt x="256" y="10101"/>
                    <a:pt x="268" y="10125"/>
                    <a:pt x="274" y="10154"/>
                  </a:cubicBezTo>
                  <a:cubicBezTo>
                    <a:pt x="286" y="10160"/>
                    <a:pt x="286" y="10178"/>
                    <a:pt x="292" y="10184"/>
                  </a:cubicBezTo>
                  <a:cubicBezTo>
                    <a:pt x="298" y="10208"/>
                    <a:pt x="304" y="10232"/>
                    <a:pt x="322" y="10249"/>
                  </a:cubicBezTo>
                  <a:cubicBezTo>
                    <a:pt x="328" y="10261"/>
                    <a:pt x="328" y="10273"/>
                    <a:pt x="333" y="10279"/>
                  </a:cubicBezTo>
                  <a:cubicBezTo>
                    <a:pt x="345" y="10303"/>
                    <a:pt x="357" y="10333"/>
                    <a:pt x="363" y="10356"/>
                  </a:cubicBezTo>
                  <a:cubicBezTo>
                    <a:pt x="363" y="10362"/>
                    <a:pt x="375" y="10368"/>
                    <a:pt x="375" y="10380"/>
                  </a:cubicBezTo>
                  <a:lnTo>
                    <a:pt x="417" y="10469"/>
                  </a:lnTo>
                  <a:cubicBezTo>
                    <a:pt x="417" y="10475"/>
                    <a:pt x="423" y="10481"/>
                    <a:pt x="423" y="10487"/>
                  </a:cubicBezTo>
                  <a:cubicBezTo>
                    <a:pt x="440" y="10511"/>
                    <a:pt x="446" y="10534"/>
                    <a:pt x="464" y="10558"/>
                  </a:cubicBezTo>
                  <a:cubicBezTo>
                    <a:pt x="470" y="10564"/>
                    <a:pt x="470" y="10570"/>
                    <a:pt x="476" y="10588"/>
                  </a:cubicBezTo>
                  <a:cubicBezTo>
                    <a:pt x="482" y="10606"/>
                    <a:pt x="500" y="10624"/>
                    <a:pt x="512" y="10647"/>
                  </a:cubicBezTo>
                  <a:cubicBezTo>
                    <a:pt x="524" y="10653"/>
                    <a:pt x="524" y="10659"/>
                    <a:pt x="529" y="10677"/>
                  </a:cubicBezTo>
                  <a:lnTo>
                    <a:pt x="571" y="10742"/>
                  </a:lnTo>
                  <a:cubicBezTo>
                    <a:pt x="571" y="10748"/>
                    <a:pt x="583" y="10748"/>
                    <a:pt x="583" y="10754"/>
                  </a:cubicBezTo>
                  <a:cubicBezTo>
                    <a:pt x="595" y="10784"/>
                    <a:pt x="619" y="10808"/>
                    <a:pt x="630" y="10837"/>
                  </a:cubicBezTo>
                  <a:cubicBezTo>
                    <a:pt x="642" y="10843"/>
                    <a:pt x="642" y="10855"/>
                    <a:pt x="648" y="10861"/>
                  </a:cubicBezTo>
                  <a:cubicBezTo>
                    <a:pt x="660" y="10885"/>
                    <a:pt x="678" y="10897"/>
                    <a:pt x="690" y="10920"/>
                  </a:cubicBezTo>
                  <a:cubicBezTo>
                    <a:pt x="702" y="10926"/>
                    <a:pt x="708" y="10932"/>
                    <a:pt x="708" y="10944"/>
                  </a:cubicBezTo>
                  <a:cubicBezTo>
                    <a:pt x="719" y="10956"/>
                    <a:pt x="737" y="10980"/>
                    <a:pt x="743" y="10992"/>
                  </a:cubicBezTo>
                  <a:cubicBezTo>
                    <a:pt x="749" y="11004"/>
                    <a:pt x="761" y="11009"/>
                    <a:pt x="761" y="11015"/>
                  </a:cubicBezTo>
                  <a:cubicBezTo>
                    <a:pt x="773" y="11039"/>
                    <a:pt x="797" y="11051"/>
                    <a:pt x="809" y="11075"/>
                  </a:cubicBezTo>
                  <a:lnTo>
                    <a:pt x="820" y="11081"/>
                  </a:lnTo>
                  <a:cubicBezTo>
                    <a:pt x="838" y="11104"/>
                    <a:pt x="856" y="11128"/>
                    <a:pt x="880" y="11152"/>
                  </a:cubicBezTo>
                  <a:lnTo>
                    <a:pt x="892" y="11164"/>
                  </a:lnTo>
                  <a:lnTo>
                    <a:pt x="939" y="11211"/>
                  </a:lnTo>
                  <a:lnTo>
                    <a:pt x="957" y="11229"/>
                  </a:lnTo>
                  <a:lnTo>
                    <a:pt x="1004" y="11277"/>
                  </a:lnTo>
                  <a:lnTo>
                    <a:pt x="1028" y="11300"/>
                  </a:lnTo>
                  <a:cubicBezTo>
                    <a:pt x="1046" y="11312"/>
                    <a:pt x="1064" y="11336"/>
                    <a:pt x="1088" y="11348"/>
                  </a:cubicBezTo>
                  <a:lnTo>
                    <a:pt x="1094" y="11360"/>
                  </a:lnTo>
                  <a:cubicBezTo>
                    <a:pt x="1117" y="11378"/>
                    <a:pt x="1135" y="11395"/>
                    <a:pt x="1159" y="11407"/>
                  </a:cubicBezTo>
                  <a:cubicBezTo>
                    <a:pt x="1165" y="11419"/>
                    <a:pt x="1177" y="11419"/>
                    <a:pt x="1183" y="11425"/>
                  </a:cubicBezTo>
                  <a:cubicBezTo>
                    <a:pt x="1194" y="11437"/>
                    <a:pt x="1218" y="11449"/>
                    <a:pt x="1236" y="11461"/>
                  </a:cubicBezTo>
                  <a:cubicBezTo>
                    <a:pt x="1242" y="11467"/>
                    <a:pt x="1248" y="11479"/>
                    <a:pt x="1254" y="11479"/>
                  </a:cubicBezTo>
                  <a:cubicBezTo>
                    <a:pt x="1272" y="11490"/>
                    <a:pt x="1295" y="11496"/>
                    <a:pt x="1307" y="11514"/>
                  </a:cubicBezTo>
                  <a:cubicBezTo>
                    <a:pt x="1313" y="11520"/>
                    <a:pt x="1325" y="11520"/>
                    <a:pt x="1331" y="11526"/>
                  </a:cubicBezTo>
                  <a:cubicBezTo>
                    <a:pt x="1355" y="11544"/>
                    <a:pt x="1385" y="11556"/>
                    <a:pt x="1402" y="11574"/>
                  </a:cubicBezTo>
                  <a:lnTo>
                    <a:pt x="8605" y="15819"/>
                  </a:lnTo>
                  <a:lnTo>
                    <a:pt x="8605" y="15819"/>
                  </a:lnTo>
                  <a:cubicBezTo>
                    <a:pt x="8605" y="15807"/>
                    <a:pt x="8599" y="15807"/>
                    <a:pt x="8587" y="15795"/>
                  </a:cubicBezTo>
                  <a:cubicBezTo>
                    <a:pt x="8575" y="15784"/>
                    <a:pt x="8552" y="15778"/>
                    <a:pt x="8540" y="15760"/>
                  </a:cubicBezTo>
                  <a:cubicBezTo>
                    <a:pt x="8528" y="15754"/>
                    <a:pt x="8522" y="15748"/>
                    <a:pt x="8516" y="15748"/>
                  </a:cubicBezTo>
                  <a:cubicBezTo>
                    <a:pt x="8498" y="15730"/>
                    <a:pt x="8480" y="15724"/>
                    <a:pt x="8463" y="15706"/>
                  </a:cubicBezTo>
                  <a:cubicBezTo>
                    <a:pt x="8457" y="15700"/>
                    <a:pt x="8451" y="15700"/>
                    <a:pt x="8439" y="15695"/>
                  </a:cubicBezTo>
                  <a:cubicBezTo>
                    <a:pt x="8421" y="15677"/>
                    <a:pt x="8397" y="15653"/>
                    <a:pt x="8373" y="15641"/>
                  </a:cubicBezTo>
                  <a:cubicBezTo>
                    <a:pt x="8373" y="15641"/>
                    <a:pt x="8368" y="15641"/>
                    <a:pt x="8368" y="15635"/>
                  </a:cubicBezTo>
                  <a:cubicBezTo>
                    <a:pt x="8344" y="15617"/>
                    <a:pt x="8332" y="15594"/>
                    <a:pt x="8308" y="15582"/>
                  </a:cubicBezTo>
                  <a:lnTo>
                    <a:pt x="8284" y="15558"/>
                  </a:lnTo>
                  <a:lnTo>
                    <a:pt x="8243" y="15516"/>
                  </a:lnTo>
                  <a:lnTo>
                    <a:pt x="8219" y="15493"/>
                  </a:lnTo>
                  <a:lnTo>
                    <a:pt x="8172" y="15445"/>
                  </a:lnTo>
                  <a:lnTo>
                    <a:pt x="8160" y="15433"/>
                  </a:lnTo>
                  <a:cubicBezTo>
                    <a:pt x="8136" y="15409"/>
                    <a:pt x="8124" y="15386"/>
                    <a:pt x="8100" y="15368"/>
                  </a:cubicBezTo>
                  <a:cubicBezTo>
                    <a:pt x="8100" y="15368"/>
                    <a:pt x="8094" y="15356"/>
                    <a:pt x="8094" y="15350"/>
                  </a:cubicBezTo>
                  <a:cubicBezTo>
                    <a:pt x="8077" y="15326"/>
                    <a:pt x="8065" y="15314"/>
                    <a:pt x="8041" y="15291"/>
                  </a:cubicBezTo>
                  <a:lnTo>
                    <a:pt x="8017" y="15267"/>
                  </a:lnTo>
                  <a:cubicBezTo>
                    <a:pt x="8005" y="15255"/>
                    <a:pt x="7993" y="15237"/>
                    <a:pt x="7982" y="15219"/>
                  </a:cubicBezTo>
                  <a:lnTo>
                    <a:pt x="7958" y="15196"/>
                  </a:lnTo>
                  <a:cubicBezTo>
                    <a:pt x="7946" y="15178"/>
                    <a:pt x="7928" y="15160"/>
                    <a:pt x="7922" y="15142"/>
                  </a:cubicBezTo>
                  <a:cubicBezTo>
                    <a:pt x="7916" y="15136"/>
                    <a:pt x="7916" y="15130"/>
                    <a:pt x="7904" y="15119"/>
                  </a:cubicBezTo>
                  <a:cubicBezTo>
                    <a:pt x="7892" y="15101"/>
                    <a:pt x="7869" y="15071"/>
                    <a:pt x="7857" y="15047"/>
                  </a:cubicBezTo>
                  <a:cubicBezTo>
                    <a:pt x="7845" y="15041"/>
                    <a:pt x="7845" y="15029"/>
                    <a:pt x="7845" y="15029"/>
                  </a:cubicBezTo>
                  <a:cubicBezTo>
                    <a:pt x="7833" y="15012"/>
                    <a:pt x="7815" y="14988"/>
                    <a:pt x="7809" y="14964"/>
                  </a:cubicBezTo>
                  <a:cubicBezTo>
                    <a:pt x="7803" y="14958"/>
                    <a:pt x="7797" y="14940"/>
                    <a:pt x="7797" y="14934"/>
                  </a:cubicBezTo>
                  <a:cubicBezTo>
                    <a:pt x="7786" y="14923"/>
                    <a:pt x="7774" y="14899"/>
                    <a:pt x="7768" y="14875"/>
                  </a:cubicBezTo>
                  <a:cubicBezTo>
                    <a:pt x="7756" y="14869"/>
                    <a:pt x="7750" y="14851"/>
                    <a:pt x="7750" y="14845"/>
                  </a:cubicBezTo>
                  <a:cubicBezTo>
                    <a:pt x="7738" y="14822"/>
                    <a:pt x="7726" y="14804"/>
                    <a:pt x="7720" y="14780"/>
                  </a:cubicBezTo>
                  <a:cubicBezTo>
                    <a:pt x="7714" y="14774"/>
                    <a:pt x="7714" y="14762"/>
                    <a:pt x="7708" y="14756"/>
                  </a:cubicBezTo>
                  <a:lnTo>
                    <a:pt x="7661" y="14667"/>
                  </a:lnTo>
                  <a:cubicBezTo>
                    <a:pt x="7655" y="14661"/>
                    <a:pt x="7655" y="14655"/>
                    <a:pt x="7655" y="14644"/>
                  </a:cubicBezTo>
                  <a:cubicBezTo>
                    <a:pt x="7649" y="14626"/>
                    <a:pt x="7631" y="14602"/>
                    <a:pt x="7625" y="14578"/>
                  </a:cubicBezTo>
                  <a:cubicBezTo>
                    <a:pt x="7619" y="14566"/>
                    <a:pt x="7619" y="14554"/>
                    <a:pt x="7607" y="14543"/>
                  </a:cubicBezTo>
                  <a:cubicBezTo>
                    <a:pt x="7602" y="14519"/>
                    <a:pt x="7596" y="14495"/>
                    <a:pt x="7590" y="14483"/>
                  </a:cubicBezTo>
                  <a:cubicBezTo>
                    <a:pt x="7578" y="14465"/>
                    <a:pt x="7578" y="14459"/>
                    <a:pt x="7572" y="14448"/>
                  </a:cubicBezTo>
                  <a:cubicBezTo>
                    <a:pt x="7566" y="14424"/>
                    <a:pt x="7560" y="14400"/>
                    <a:pt x="7542" y="14370"/>
                  </a:cubicBezTo>
                  <a:cubicBezTo>
                    <a:pt x="7542" y="14364"/>
                    <a:pt x="7536" y="14358"/>
                    <a:pt x="7536" y="14341"/>
                  </a:cubicBezTo>
                  <a:cubicBezTo>
                    <a:pt x="7518" y="14311"/>
                    <a:pt x="7512" y="14275"/>
                    <a:pt x="7507" y="14246"/>
                  </a:cubicBezTo>
                  <a:cubicBezTo>
                    <a:pt x="7507" y="14240"/>
                    <a:pt x="7501" y="14222"/>
                    <a:pt x="7501" y="14216"/>
                  </a:cubicBezTo>
                  <a:cubicBezTo>
                    <a:pt x="7489" y="14192"/>
                    <a:pt x="7483" y="14168"/>
                    <a:pt x="7477" y="14139"/>
                  </a:cubicBezTo>
                  <a:cubicBezTo>
                    <a:pt x="7471" y="14127"/>
                    <a:pt x="7471" y="14115"/>
                    <a:pt x="7459" y="14103"/>
                  </a:cubicBezTo>
                  <a:cubicBezTo>
                    <a:pt x="7453" y="14079"/>
                    <a:pt x="7447" y="14062"/>
                    <a:pt x="7447" y="14038"/>
                  </a:cubicBezTo>
                  <a:cubicBezTo>
                    <a:pt x="7447" y="14026"/>
                    <a:pt x="7441" y="14008"/>
                    <a:pt x="7441" y="14002"/>
                  </a:cubicBezTo>
                  <a:cubicBezTo>
                    <a:pt x="7429" y="13973"/>
                    <a:pt x="7423" y="13949"/>
                    <a:pt x="7417" y="13919"/>
                  </a:cubicBezTo>
                  <a:cubicBezTo>
                    <a:pt x="7417" y="13913"/>
                    <a:pt x="7411" y="13895"/>
                    <a:pt x="7411" y="13889"/>
                  </a:cubicBezTo>
                  <a:cubicBezTo>
                    <a:pt x="7400" y="13854"/>
                    <a:pt x="7394" y="13818"/>
                    <a:pt x="7388" y="13788"/>
                  </a:cubicBezTo>
                  <a:cubicBezTo>
                    <a:pt x="7388" y="13771"/>
                    <a:pt x="7382" y="13759"/>
                    <a:pt x="7382" y="13747"/>
                  </a:cubicBezTo>
                  <a:cubicBezTo>
                    <a:pt x="7370" y="13729"/>
                    <a:pt x="7370" y="13699"/>
                    <a:pt x="7364" y="13676"/>
                  </a:cubicBezTo>
                  <a:cubicBezTo>
                    <a:pt x="7364" y="13658"/>
                    <a:pt x="7358" y="13646"/>
                    <a:pt x="7358" y="13628"/>
                  </a:cubicBezTo>
                  <a:cubicBezTo>
                    <a:pt x="7352" y="13610"/>
                    <a:pt x="7352" y="13587"/>
                    <a:pt x="7352" y="13563"/>
                  </a:cubicBezTo>
                  <a:cubicBezTo>
                    <a:pt x="7352" y="13551"/>
                    <a:pt x="7340" y="13533"/>
                    <a:pt x="7340" y="13521"/>
                  </a:cubicBezTo>
                  <a:cubicBezTo>
                    <a:pt x="7340" y="13492"/>
                    <a:pt x="7334" y="13468"/>
                    <a:pt x="7334" y="13438"/>
                  </a:cubicBezTo>
                  <a:cubicBezTo>
                    <a:pt x="7334" y="13420"/>
                    <a:pt x="7334" y="13414"/>
                    <a:pt x="7328" y="13397"/>
                  </a:cubicBezTo>
                  <a:cubicBezTo>
                    <a:pt x="7322" y="13361"/>
                    <a:pt x="7322" y="13319"/>
                    <a:pt x="7311" y="13278"/>
                  </a:cubicBezTo>
                  <a:lnTo>
                    <a:pt x="7311" y="13242"/>
                  </a:lnTo>
                  <a:cubicBezTo>
                    <a:pt x="7311" y="13212"/>
                    <a:pt x="7305" y="13183"/>
                    <a:pt x="7305" y="13153"/>
                  </a:cubicBezTo>
                  <a:lnTo>
                    <a:pt x="7305" y="13112"/>
                  </a:lnTo>
                  <a:cubicBezTo>
                    <a:pt x="7305" y="13082"/>
                    <a:pt x="7305" y="13058"/>
                    <a:pt x="7299" y="13028"/>
                  </a:cubicBezTo>
                  <a:lnTo>
                    <a:pt x="7299" y="12981"/>
                  </a:lnTo>
                  <a:lnTo>
                    <a:pt x="7299" y="12892"/>
                  </a:lnTo>
                  <a:lnTo>
                    <a:pt x="7299" y="12850"/>
                  </a:lnTo>
                  <a:lnTo>
                    <a:pt x="7299" y="12714"/>
                  </a:lnTo>
                  <a:lnTo>
                    <a:pt x="7299" y="12565"/>
                  </a:lnTo>
                  <a:lnTo>
                    <a:pt x="7299" y="12524"/>
                  </a:lnTo>
                  <a:cubicBezTo>
                    <a:pt x="7299" y="12488"/>
                    <a:pt x="7299" y="12458"/>
                    <a:pt x="7305" y="12417"/>
                  </a:cubicBezTo>
                  <a:lnTo>
                    <a:pt x="7305" y="12369"/>
                  </a:lnTo>
                  <a:cubicBezTo>
                    <a:pt x="7305" y="12340"/>
                    <a:pt x="7305" y="12298"/>
                    <a:pt x="7311" y="12268"/>
                  </a:cubicBezTo>
                  <a:cubicBezTo>
                    <a:pt x="7311" y="12256"/>
                    <a:pt x="7311" y="12233"/>
                    <a:pt x="7322" y="12221"/>
                  </a:cubicBezTo>
                  <a:cubicBezTo>
                    <a:pt x="7322" y="12191"/>
                    <a:pt x="7328" y="12161"/>
                    <a:pt x="7328" y="12132"/>
                  </a:cubicBezTo>
                  <a:cubicBezTo>
                    <a:pt x="7334" y="12072"/>
                    <a:pt x="7340" y="12013"/>
                    <a:pt x="7340" y="11954"/>
                  </a:cubicBezTo>
                  <a:cubicBezTo>
                    <a:pt x="7340" y="11936"/>
                    <a:pt x="7352" y="11912"/>
                    <a:pt x="7352" y="11900"/>
                  </a:cubicBezTo>
                  <a:cubicBezTo>
                    <a:pt x="7358" y="11853"/>
                    <a:pt x="7358" y="11811"/>
                    <a:pt x="7364" y="11764"/>
                  </a:cubicBezTo>
                  <a:cubicBezTo>
                    <a:pt x="7364" y="11746"/>
                    <a:pt x="7370" y="11728"/>
                    <a:pt x="7370" y="11704"/>
                  </a:cubicBezTo>
                  <a:cubicBezTo>
                    <a:pt x="7382" y="11663"/>
                    <a:pt x="7388" y="11609"/>
                    <a:pt x="7394" y="11568"/>
                  </a:cubicBezTo>
                  <a:cubicBezTo>
                    <a:pt x="7394" y="11550"/>
                    <a:pt x="7400" y="11538"/>
                    <a:pt x="7400" y="11526"/>
                  </a:cubicBezTo>
                  <a:cubicBezTo>
                    <a:pt x="7411" y="11467"/>
                    <a:pt x="7423" y="11407"/>
                    <a:pt x="7429" y="11348"/>
                  </a:cubicBezTo>
                  <a:cubicBezTo>
                    <a:pt x="7429" y="11336"/>
                    <a:pt x="7441" y="11312"/>
                    <a:pt x="7441" y="11300"/>
                  </a:cubicBezTo>
                  <a:cubicBezTo>
                    <a:pt x="7447" y="11253"/>
                    <a:pt x="7453" y="11211"/>
                    <a:pt x="7471" y="11164"/>
                  </a:cubicBezTo>
                  <a:cubicBezTo>
                    <a:pt x="7477" y="11140"/>
                    <a:pt x="7477" y="11128"/>
                    <a:pt x="7483" y="11104"/>
                  </a:cubicBezTo>
                  <a:cubicBezTo>
                    <a:pt x="7489" y="11063"/>
                    <a:pt x="7507" y="11009"/>
                    <a:pt x="7512" y="10962"/>
                  </a:cubicBezTo>
                  <a:cubicBezTo>
                    <a:pt x="7512" y="10950"/>
                    <a:pt x="7518" y="10938"/>
                    <a:pt x="7518" y="10920"/>
                  </a:cubicBezTo>
                  <a:lnTo>
                    <a:pt x="7566" y="10742"/>
                  </a:lnTo>
                  <a:cubicBezTo>
                    <a:pt x="7572" y="10724"/>
                    <a:pt x="7572" y="10707"/>
                    <a:pt x="7578" y="10689"/>
                  </a:cubicBezTo>
                  <a:cubicBezTo>
                    <a:pt x="7596" y="10647"/>
                    <a:pt x="7602" y="10600"/>
                    <a:pt x="7619" y="10558"/>
                  </a:cubicBezTo>
                  <a:cubicBezTo>
                    <a:pt x="7625" y="10534"/>
                    <a:pt x="7631" y="10517"/>
                    <a:pt x="7631" y="10499"/>
                  </a:cubicBezTo>
                  <a:cubicBezTo>
                    <a:pt x="7649" y="10451"/>
                    <a:pt x="7661" y="10398"/>
                    <a:pt x="7679" y="10356"/>
                  </a:cubicBezTo>
                  <a:cubicBezTo>
                    <a:pt x="7685" y="10344"/>
                    <a:pt x="7685" y="10327"/>
                    <a:pt x="7691" y="10309"/>
                  </a:cubicBezTo>
                  <a:cubicBezTo>
                    <a:pt x="7714" y="10249"/>
                    <a:pt x="7726" y="10190"/>
                    <a:pt x="7750" y="10131"/>
                  </a:cubicBezTo>
                  <a:cubicBezTo>
                    <a:pt x="7756" y="10119"/>
                    <a:pt x="7768" y="10095"/>
                    <a:pt x="7768" y="10083"/>
                  </a:cubicBezTo>
                  <a:lnTo>
                    <a:pt x="7809" y="9947"/>
                  </a:lnTo>
                  <a:cubicBezTo>
                    <a:pt x="7815" y="9923"/>
                    <a:pt x="7827" y="9911"/>
                    <a:pt x="7833" y="9887"/>
                  </a:cubicBezTo>
                  <a:cubicBezTo>
                    <a:pt x="7845" y="9846"/>
                    <a:pt x="7869" y="9792"/>
                    <a:pt x="7887" y="9751"/>
                  </a:cubicBezTo>
                  <a:cubicBezTo>
                    <a:pt x="7892" y="9733"/>
                    <a:pt x="7892" y="9721"/>
                    <a:pt x="7898" y="9703"/>
                  </a:cubicBezTo>
                  <a:lnTo>
                    <a:pt x="7964" y="9525"/>
                  </a:lnTo>
                  <a:cubicBezTo>
                    <a:pt x="7976" y="9513"/>
                    <a:pt x="7982" y="9489"/>
                    <a:pt x="7987" y="9472"/>
                  </a:cubicBezTo>
                  <a:cubicBezTo>
                    <a:pt x="8005" y="9430"/>
                    <a:pt x="8023" y="9382"/>
                    <a:pt x="8041" y="9341"/>
                  </a:cubicBezTo>
                  <a:cubicBezTo>
                    <a:pt x="8047" y="9317"/>
                    <a:pt x="8053" y="9305"/>
                    <a:pt x="8065" y="9282"/>
                  </a:cubicBezTo>
                  <a:cubicBezTo>
                    <a:pt x="8082" y="9234"/>
                    <a:pt x="8100" y="9192"/>
                    <a:pt x="8124" y="9145"/>
                  </a:cubicBezTo>
                  <a:lnTo>
                    <a:pt x="8142" y="9103"/>
                  </a:lnTo>
                  <a:cubicBezTo>
                    <a:pt x="8172" y="9044"/>
                    <a:pt x="8195" y="8985"/>
                    <a:pt x="8225" y="8925"/>
                  </a:cubicBezTo>
                  <a:cubicBezTo>
                    <a:pt x="8231" y="8907"/>
                    <a:pt x="8243" y="8884"/>
                    <a:pt x="8249" y="8872"/>
                  </a:cubicBezTo>
                  <a:cubicBezTo>
                    <a:pt x="8272" y="8824"/>
                    <a:pt x="8290" y="8783"/>
                    <a:pt x="8308" y="8747"/>
                  </a:cubicBezTo>
                  <a:cubicBezTo>
                    <a:pt x="8314" y="8723"/>
                    <a:pt x="8332" y="8711"/>
                    <a:pt x="8338" y="8688"/>
                  </a:cubicBezTo>
                  <a:lnTo>
                    <a:pt x="8403" y="8551"/>
                  </a:lnTo>
                  <a:lnTo>
                    <a:pt x="8427" y="8510"/>
                  </a:lnTo>
                  <a:cubicBezTo>
                    <a:pt x="8457" y="8450"/>
                    <a:pt x="8486" y="8397"/>
                    <a:pt x="8516" y="8337"/>
                  </a:cubicBezTo>
                  <a:cubicBezTo>
                    <a:pt x="8522" y="8320"/>
                    <a:pt x="8528" y="8308"/>
                    <a:pt x="8546" y="8284"/>
                  </a:cubicBezTo>
                  <a:cubicBezTo>
                    <a:pt x="8569" y="8242"/>
                    <a:pt x="8587" y="8201"/>
                    <a:pt x="8611" y="8159"/>
                  </a:cubicBezTo>
                  <a:cubicBezTo>
                    <a:pt x="8617" y="8136"/>
                    <a:pt x="8635" y="8124"/>
                    <a:pt x="8641" y="8100"/>
                  </a:cubicBezTo>
                  <a:cubicBezTo>
                    <a:pt x="8664" y="8052"/>
                    <a:pt x="8694" y="8011"/>
                    <a:pt x="8718" y="7975"/>
                  </a:cubicBezTo>
                  <a:lnTo>
                    <a:pt x="8736" y="7928"/>
                  </a:lnTo>
                  <a:cubicBezTo>
                    <a:pt x="8765" y="7868"/>
                    <a:pt x="8807" y="7815"/>
                    <a:pt x="8837" y="7767"/>
                  </a:cubicBezTo>
                  <a:cubicBezTo>
                    <a:pt x="8843" y="7750"/>
                    <a:pt x="8854" y="7738"/>
                    <a:pt x="8866" y="7720"/>
                  </a:cubicBezTo>
                  <a:cubicBezTo>
                    <a:pt x="8884" y="7678"/>
                    <a:pt x="8914" y="7637"/>
                    <a:pt x="8938" y="7595"/>
                  </a:cubicBezTo>
                  <a:cubicBezTo>
                    <a:pt x="8955" y="7571"/>
                    <a:pt x="8961" y="7560"/>
                    <a:pt x="8973" y="7536"/>
                  </a:cubicBezTo>
                  <a:cubicBezTo>
                    <a:pt x="9003" y="7488"/>
                    <a:pt x="9027" y="7453"/>
                    <a:pt x="9056" y="7411"/>
                  </a:cubicBezTo>
                  <a:cubicBezTo>
                    <a:pt x="9062" y="7393"/>
                    <a:pt x="9080" y="7381"/>
                    <a:pt x="9086" y="7364"/>
                  </a:cubicBezTo>
                  <a:cubicBezTo>
                    <a:pt x="9122" y="7310"/>
                    <a:pt x="9163" y="7263"/>
                    <a:pt x="9199" y="7203"/>
                  </a:cubicBezTo>
                  <a:cubicBezTo>
                    <a:pt x="9205" y="7185"/>
                    <a:pt x="9223" y="7174"/>
                    <a:pt x="9229" y="7156"/>
                  </a:cubicBezTo>
                  <a:cubicBezTo>
                    <a:pt x="9258" y="7120"/>
                    <a:pt x="9288" y="7073"/>
                    <a:pt x="9312" y="7037"/>
                  </a:cubicBezTo>
                  <a:cubicBezTo>
                    <a:pt x="9324" y="7025"/>
                    <a:pt x="9329" y="7001"/>
                    <a:pt x="9347" y="6984"/>
                  </a:cubicBezTo>
                  <a:cubicBezTo>
                    <a:pt x="9377" y="6948"/>
                    <a:pt x="9407" y="6906"/>
                    <a:pt x="9436" y="6865"/>
                  </a:cubicBezTo>
                  <a:cubicBezTo>
                    <a:pt x="9442" y="6853"/>
                    <a:pt x="9460" y="6835"/>
                    <a:pt x="9466" y="6829"/>
                  </a:cubicBezTo>
                  <a:cubicBezTo>
                    <a:pt x="9502" y="6776"/>
                    <a:pt x="9549" y="6728"/>
                    <a:pt x="9585" y="6675"/>
                  </a:cubicBezTo>
                  <a:cubicBezTo>
                    <a:pt x="9591" y="6657"/>
                    <a:pt x="9609" y="6651"/>
                    <a:pt x="9614" y="6639"/>
                  </a:cubicBezTo>
                  <a:cubicBezTo>
                    <a:pt x="9644" y="6598"/>
                    <a:pt x="9674" y="6556"/>
                    <a:pt x="9704" y="6520"/>
                  </a:cubicBezTo>
                  <a:cubicBezTo>
                    <a:pt x="9715" y="6503"/>
                    <a:pt x="9733" y="6491"/>
                    <a:pt x="9739" y="6467"/>
                  </a:cubicBezTo>
                  <a:cubicBezTo>
                    <a:pt x="9769" y="6431"/>
                    <a:pt x="9804" y="6384"/>
                    <a:pt x="9834" y="6348"/>
                  </a:cubicBezTo>
                  <a:cubicBezTo>
                    <a:pt x="9846" y="6330"/>
                    <a:pt x="9858" y="6324"/>
                    <a:pt x="9864" y="6313"/>
                  </a:cubicBezTo>
                  <a:cubicBezTo>
                    <a:pt x="9911" y="6259"/>
                    <a:pt x="9947" y="6212"/>
                    <a:pt x="9994" y="6164"/>
                  </a:cubicBezTo>
                  <a:cubicBezTo>
                    <a:pt x="10000" y="6146"/>
                    <a:pt x="10012" y="6140"/>
                    <a:pt x="10024" y="6123"/>
                  </a:cubicBezTo>
                  <a:cubicBezTo>
                    <a:pt x="10054" y="6087"/>
                    <a:pt x="10090" y="6051"/>
                    <a:pt x="10125" y="6016"/>
                  </a:cubicBezTo>
                  <a:cubicBezTo>
                    <a:pt x="10143" y="5998"/>
                    <a:pt x="10155" y="5986"/>
                    <a:pt x="10161" y="5968"/>
                  </a:cubicBezTo>
                  <a:cubicBezTo>
                    <a:pt x="10202" y="5933"/>
                    <a:pt x="10232" y="5897"/>
                    <a:pt x="10268" y="5855"/>
                  </a:cubicBezTo>
                  <a:lnTo>
                    <a:pt x="10297" y="5826"/>
                  </a:lnTo>
                  <a:cubicBezTo>
                    <a:pt x="10339" y="5784"/>
                    <a:pt x="10386" y="5737"/>
                    <a:pt x="10428" y="5689"/>
                  </a:cubicBezTo>
                  <a:lnTo>
                    <a:pt x="10458" y="5659"/>
                  </a:lnTo>
                  <a:lnTo>
                    <a:pt x="10570" y="5547"/>
                  </a:lnTo>
                  <a:lnTo>
                    <a:pt x="10606" y="5511"/>
                  </a:lnTo>
                  <a:cubicBezTo>
                    <a:pt x="10648" y="5469"/>
                    <a:pt x="10683" y="5434"/>
                    <a:pt x="10719" y="5404"/>
                  </a:cubicBezTo>
                  <a:cubicBezTo>
                    <a:pt x="10725" y="5398"/>
                    <a:pt x="10743" y="5392"/>
                    <a:pt x="10749" y="5374"/>
                  </a:cubicBezTo>
                  <a:cubicBezTo>
                    <a:pt x="10796" y="5333"/>
                    <a:pt x="10844" y="5285"/>
                    <a:pt x="10891" y="5250"/>
                  </a:cubicBezTo>
                  <a:cubicBezTo>
                    <a:pt x="10897" y="5244"/>
                    <a:pt x="10903" y="5232"/>
                    <a:pt x="10921" y="5226"/>
                  </a:cubicBezTo>
                  <a:cubicBezTo>
                    <a:pt x="10956" y="5190"/>
                    <a:pt x="10992" y="5161"/>
                    <a:pt x="11040" y="5125"/>
                  </a:cubicBezTo>
                  <a:cubicBezTo>
                    <a:pt x="11051" y="5107"/>
                    <a:pt x="11069" y="5101"/>
                    <a:pt x="11075" y="5083"/>
                  </a:cubicBezTo>
                  <a:cubicBezTo>
                    <a:pt x="11111" y="5054"/>
                    <a:pt x="11158" y="5018"/>
                    <a:pt x="11194" y="4988"/>
                  </a:cubicBezTo>
                  <a:cubicBezTo>
                    <a:pt x="11200" y="4982"/>
                    <a:pt x="11212" y="4977"/>
                    <a:pt x="11224" y="4965"/>
                  </a:cubicBezTo>
                  <a:cubicBezTo>
                    <a:pt x="11277" y="4929"/>
                    <a:pt x="11319" y="4887"/>
                    <a:pt x="11372" y="4846"/>
                  </a:cubicBezTo>
                  <a:lnTo>
                    <a:pt x="11461" y="4781"/>
                  </a:lnTo>
                  <a:cubicBezTo>
                    <a:pt x="11479" y="4775"/>
                    <a:pt x="11485" y="4769"/>
                    <a:pt x="11497" y="4757"/>
                  </a:cubicBezTo>
                  <a:cubicBezTo>
                    <a:pt x="11538" y="4739"/>
                    <a:pt x="11568" y="4709"/>
                    <a:pt x="11604" y="4686"/>
                  </a:cubicBezTo>
                  <a:cubicBezTo>
                    <a:pt x="11616" y="4680"/>
                    <a:pt x="11633" y="4662"/>
                    <a:pt x="11645" y="4656"/>
                  </a:cubicBezTo>
                  <a:cubicBezTo>
                    <a:pt x="11669" y="4638"/>
                    <a:pt x="11699" y="4620"/>
                    <a:pt x="11722" y="4602"/>
                  </a:cubicBezTo>
                  <a:cubicBezTo>
                    <a:pt x="11734" y="4597"/>
                    <a:pt x="11752" y="4579"/>
                    <a:pt x="11764" y="4573"/>
                  </a:cubicBezTo>
                  <a:lnTo>
                    <a:pt x="11835" y="4531"/>
                  </a:lnTo>
                  <a:cubicBezTo>
                    <a:pt x="11847" y="4519"/>
                    <a:pt x="11865" y="4507"/>
                    <a:pt x="11883" y="4501"/>
                  </a:cubicBezTo>
                  <a:lnTo>
                    <a:pt x="11954" y="4454"/>
                  </a:lnTo>
                  <a:cubicBezTo>
                    <a:pt x="11966" y="4448"/>
                    <a:pt x="11984" y="4430"/>
                    <a:pt x="11996" y="4424"/>
                  </a:cubicBezTo>
                  <a:cubicBezTo>
                    <a:pt x="12019" y="4412"/>
                    <a:pt x="12049" y="4395"/>
                    <a:pt x="12073" y="4383"/>
                  </a:cubicBezTo>
                  <a:lnTo>
                    <a:pt x="12114" y="4359"/>
                  </a:lnTo>
                  <a:cubicBezTo>
                    <a:pt x="12150" y="4335"/>
                    <a:pt x="12197" y="4311"/>
                    <a:pt x="12233" y="4294"/>
                  </a:cubicBezTo>
                  <a:lnTo>
                    <a:pt x="4959" y="1"/>
                  </a:lnTo>
                  <a:close/>
                  <a:moveTo>
                    <a:pt x="8605" y="15819"/>
                  </a:moveTo>
                  <a:cubicBezTo>
                    <a:pt x="8605" y="15819"/>
                    <a:pt x="8605" y="15819"/>
                    <a:pt x="8605" y="15819"/>
                  </a:cubicBezTo>
                  <a:cubicBezTo>
                    <a:pt x="8607" y="15820"/>
                    <a:pt x="8609" y="15821"/>
                    <a:pt x="8610" y="15822"/>
                  </a:cubicBezTo>
                  <a:lnTo>
                    <a:pt x="8610" y="15822"/>
                  </a:lnTo>
                  <a:lnTo>
                    <a:pt x="8605" y="15819"/>
                  </a:lnTo>
                  <a:close/>
                  <a:moveTo>
                    <a:pt x="8610" y="15822"/>
                  </a:moveTo>
                  <a:lnTo>
                    <a:pt x="8676" y="15861"/>
                  </a:lnTo>
                  <a:cubicBezTo>
                    <a:pt x="8660" y="15850"/>
                    <a:pt x="8633" y="15834"/>
                    <a:pt x="8610" y="15822"/>
                  </a:cubicBezTo>
                  <a:close/>
                </a:path>
              </a:pathLst>
            </a:custGeom>
            <a:solidFill>
              <a:srgbClr val="979797">
                <a:alpha val="4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5">
              <a:extLst>
                <a:ext uri="{FF2B5EF4-FFF2-40B4-BE49-F238E27FC236}">
                  <a16:creationId xmlns:a16="http://schemas.microsoft.com/office/drawing/2014/main" id="{0C5E34FF-B122-89D0-DB89-28CB2C8CB2DD}"/>
                </a:ext>
              </a:extLst>
            </p:cNvPr>
            <p:cNvSpPr/>
            <p:nvPr/>
          </p:nvSpPr>
          <p:spPr>
            <a:xfrm>
              <a:off x="9706338" y="-1666865"/>
              <a:ext cx="130405" cy="2622401"/>
            </a:xfrm>
            <a:custGeom>
              <a:avLst/>
              <a:gdLst/>
              <a:ahLst/>
              <a:cxnLst/>
              <a:rect l="l" t="t" r="r" b="b"/>
              <a:pathLst>
                <a:path w="601" h="12459" extrusionOk="0">
                  <a:moveTo>
                    <a:pt x="1" y="1"/>
                  </a:moveTo>
                  <a:lnTo>
                    <a:pt x="30" y="12132"/>
                  </a:lnTo>
                  <a:lnTo>
                    <a:pt x="600" y="12458"/>
                  </a:lnTo>
                  <a:lnTo>
                    <a:pt x="565"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5">
              <a:extLst>
                <a:ext uri="{FF2B5EF4-FFF2-40B4-BE49-F238E27FC236}">
                  <a16:creationId xmlns:a16="http://schemas.microsoft.com/office/drawing/2014/main" id="{AED09BCF-B33A-6613-9AA0-6298FA7765C8}"/>
                </a:ext>
              </a:extLst>
            </p:cNvPr>
            <p:cNvSpPr/>
            <p:nvPr/>
          </p:nvSpPr>
          <p:spPr>
            <a:xfrm>
              <a:off x="9706338" y="-4241474"/>
              <a:ext cx="4718447" cy="2643660"/>
            </a:xfrm>
            <a:custGeom>
              <a:avLst/>
              <a:gdLst/>
              <a:ahLst/>
              <a:cxnLst/>
              <a:rect l="l" t="t" r="r" b="b"/>
              <a:pathLst>
                <a:path w="21746" h="12560" extrusionOk="0">
                  <a:moveTo>
                    <a:pt x="21175" y="0"/>
                  </a:moveTo>
                  <a:lnTo>
                    <a:pt x="1" y="12233"/>
                  </a:lnTo>
                  <a:lnTo>
                    <a:pt x="565" y="12559"/>
                  </a:lnTo>
                  <a:lnTo>
                    <a:pt x="21745" y="333"/>
                  </a:lnTo>
                  <a:lnTo>
                    <a:pt x="211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5">
              <a:extLst>
                <a:ext uri="{FF2B5EF4-FFF2-40B4-BE49-F238E27FC236}">
                  <a16:creationId xmlns:a16="http://schemas.microsoft.com/office/drawing/2014/main" id="{B138D9FC-CC31-4DFF-CD3D-20507FB40DC1}"/>
                </a:ext>
              </a:extLst>
            </p:cNvPr>
            <p:cNvSpPr/>
            <p:nvPr/>
          </p:nvSpPr>
          <p:spPr>
            <a:xfrm>
              <a:off x="9828714" y="-4171594"/>
              <a:ext cx="4602363" cy="5127143"/>
            </a:xfrm>
            <a:custGeom>
              <a:avLst/>
              <a:gdLst/>
              <a:ahLst/>
              <a:cxnLst/>
              <a:rect l="l" t="t" r="r" b="b"/>
              <a:pathLst>
                <a:path w="21211" h="24359" extrusionOk="0">
                  <a:moveTo>
                    <a:pt x="21181" y="1"/>
                  </a:moveTo>
                  <a:lnTo>
                    <a:pt x="1" y="12227"/>
                  </a:lnTo>
                  <a:lnTo>
                    <a:pt x="36" y="24358"/>
                  </a:lnTo>
                  <a:lnTo>
                    <a:pt x="21211" y="12132"/>
                  </a:lnTo>
                  <a:lnTo>
                    <a:pt x="211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5">
              <a:extLst>
                <a:ext uri="{FF2B5EF4-FFF2-40B4-BE49-F238E27FC236}">
                  <a16:creationId xmlns:a16="http://schemas.microsoft.com/office/drawing/2014/main" id="{76B093EC-62C7-7A85-E5BD-5FA0C4D41F2D}"/>
                </a:ext>
              </a:extLst>
            </p:cNvPr>
            <p:cNvSpPr/>
            <p:nvPr/>
          </p:nvSpPr>
          <p:spPr>
            <a:xfrm>
              <a:off x="9931779" y="-4022784"/>
              <a:ext cx="4396232" cy="4830784"/>
            </a:xfrm>
            <a:custGeom>
              <a:avLst/>
              <a:gdLst/>
              <a:ahLst/>
              <a:cxnLst/>
              <a:rect l="l" t="t" r="r" b="b"/>
              <a:pathLst>
                <a:path w="20261" h="22951" extrusionOk="0">
                  <a:moveTo>
                    <a:pt x="20261" y="0"/>
                  </a:moveTo>
                  <a:lnTo>
                    <a:pt x="1" y="11698"/>
                  </a:lnTo>
                  <a:lnTo>
                    <a:pt x="1" y="22951"/>
                  </a:lnTo>
                  <a:lnTo>
                    <a:pt x="20261" y="11253"/>
                  </a:lnTo>
                  <a:lnTo>
                    <a:pt x="202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5">
              <a:extLst>
                <a:ext uri="{FF2B5EF4-FFF2-40B4-BE49-F238E27FC236}">
                  <a16:creationId xmlns:a16="http://schemas.microsoft.com/office/drawing/2014/main" id="{B478244A-11B4-C2D7-2BE2-D6A62FBED460}"/>
                </a:ext>
              </a:extLst>
            </p:cNvPr>
            <p:cNvSpPr/>
            <p:nvPr/>
          </p:nvSpPr>
          <p:spPr>
            <a:xfrm>
              <a:off x="9875147" y="-3484162"/>
              <a:ext cx="4508410" cy="2543681"/>
            </a:xfrm>
            <a:custGeom>
              <a:avLst/>
              <a:gdLst/>
              <a:ahLst/>
              <a:cxnLst/>
              <a:rect l="l" t="t" r="r" b="b"/>
              <a:pathLst>
                <a:path w="20778" h="12085" extrusionOk="0">
                  <a:moveTo>
                    <a:pt x="20700" y="1"/>
                  </a:moveTo>
                  <a:lnTo>
                    <a:pt x="0" y="11948"/>
                  </a:lnTo>
                  <a:lnTo>
                    <a:pt x="78" y="12084"/>
                  </a:lnTo>
                  <a:lnTo>
                    <a:pt x="20777"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5">
              <a:extLst>
                <a:ext uri="{FF2B5EF4-FFF2-40B4-BE49-F238E27FC236}">
                  <a16:creationId xmlns:a16="http://schemas.microsoft.com/office/drawing/2014/main" id="{73F0CD94-1FDE-4691-DEF6-22A472FA445B}"/>
                </a:ext>
              </a:extLst>
            </p:cNvPr>
            <p:cNvSpPr/>
            <p:nvPr/>
          </p:nvSpPr>
          <p:spPr>
            <a:xfrm>
              <a:off x="9875147" y="-2879238"/>
              <a:ext cx="4508410" cy="2543681"/>
            </a:xfrm>
            <a:custGeom>
              <a:avLst/>
              <a:gdLst/>
              <a:ahLst/>
              <a:cxnLst/>
              <a:rect l="l" t="t" r="r" b="b"/>
              <a:pathLst>
                <a:path w="20778" h="12085" extrusionOk="0">
                  <a:moveTo>
                    <a:pt x="20700" y="1"/>
                  </a:moveTo>
                  <a:lnTo>
                    <a:pt x="0" y="11942"/>
                  </a:lnTo>
                  <a:lnTo>
                    <a:pt x="78" y="12084"/>
                  </a:lnTo>
                  <a:lnTo>
                    <a:pt x="20777"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5">
              <a:extLst>
                <a:ext uri="{FF2B5EF4-FFF2-40B4-BE49-F238E27FC236}">
                  <a16:creationId xmlns:a16="http://schemas.microsoft.com/office/drawing/2014/main" id="{A71CEAE5-0EC2-033A-E287-F0888F49498F}"/>
                </a:ext>
              </a:extLst>
            </p:cNvPr>
            <p:cNvSpPr/>
            <p:nvPr/>
          </p:nvSpPr>
          <p:spPr>
            <a:xfrm>
              <a:off x="9873845" y="-2275577"/>
              <a:ext cx="4509712" cy="2544944"/>
            </a:xfrm>
            <a:custGeom>
              <a:avLst/>
              <a:gdLst/>
              <a:ahLst/>
              <a:cxnLst/>
              <a:rect l="l" t="t" r="r" b="b"/>
              <a:pathLst>
                <a:path w="20784" h="12091" extrusionOk="0">
                  <a:moveTo>
                    <a:pt x="20700" y="1"/>
                  </a:moveTo>
                  <a:lnTo>
                    <a:pt x="1" y="11948"/>
                  </a:lnTo>
                  <a:lnTo>
                    <a:pt x="84" y="12090"/>
                  </a:lnTo>
                  <a:lnTo>
                    <a:pt x="20783"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5">
              <a:extLst>
                <a:ext uri="{FF2B5EF4-FFF2-40B4-BE49-F238E27FC236}">
                  <a16:creationId xmlns:a16="http://schemas.microsoft.com/office/drawing/2014/main" id="{D060DC15-7C4D-ADBE-B06C-A8DD43836EC3}"/>
                </a:ext>
              </a:extLst>
            </p:cNvPr>
            <p:cNvSpPr/>
            <p:nvPr/>
          </p:nvSpPr>
          <p:spPr>
            <a:xfrm>
              <a:off x="13607610" y="-3656546"/>
              <a:ext cx="36236" cy="2419917"/>
            </a:xfrm>
            <a:custGeom>
              <a:avLst/>
              <a:gdLst/>
              <a:ahLst/>
              <a:cxnLst/>
              <a:rect l="l" t="t" r="r" b="b"/>
              <a:pathLst>
                <a:path w="167" h="11497" extrusionOk="0">
                  <a:moveTo>
                    <a:pt x="1" y="0"/>
                  </a:moveTo>
                  <a:lnTo>
                    <a:pt x="1" y="11496"/>
                  </a:lnTo>
                  <a:lnTo>
                    <a:pt x="167" y="11496"/>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5">
              <a:extLst>
                <a:ext uri="{FF2B5EF4-FFF2-40B4-BE49-F238E27FC236}">
                  <a16:creationId xmlns:a16="http://schemas.microsoft.com/office/drawing/2014/main" id="{4EF118BB-5C89-3DA1-819B-4EBFCA7C4F88}"/>
                </a:ext>
              </a:extLst>
            </p:cNvPr>
            <p:cNvSpPr/>
            <p:nvPr/>
          </p:nvSpPr>
          <p:spPr>
            <a:xfrm>
              <a:off x="12860336" y="-3237899"/>
              <a:ext cx="36236" cy="2419917"/>
            </a:xfrm>
            <a:custGeom>
              <a:avLst/>
              <a:gdLst/>
              <a:ahLst/>
              <a:cxnLst/>
              <a:rect l="l" t="t" r="r" b="b"/>
              <a:pathLst>
                <a:path w="167" h="11497" extrusionOk="0">
                  <a:moveTo>
                    <a:pt x="1" y="1"/>
                  </a:moveTo>
                  <a:lnTo>
                    <a:pt x="1" y="11496"/>
                  </a:lnTo>
                  <a:lnTo>
                    <a:pt x="167" y="11496"/>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5">
              <a:extLst>
                <a:ext uri="{FF2B5EF4-FFF2-40B4-BE49-F238E27FC236}">
                  <a16:creationId xmlns:a16="http://schemas.microsoft.com/office/drawing/2014/main" id="{BD8D1051-D229-96B8-93FE-C50D3507A76A}"/>
                </a:ext>
              </a:extLst>
            </p:cNvPr>
            <p:cNvSpPr/>
            <p:nvPr/>
          </p:nvSpPr>
          <p:spPr>
            <a:xfrm>
              <a:off x="12111761" y="-2816725"/>
              <a:ext cx="36236" cy="2419917"/>
            </a:xfrm>
            <a:custGeom>
              <a:avLst/>
              <a:gdLst/>
              <a:ahLst/>
              <a:cxnLst/>
              <a:rect l="l" t="t" r="r" b="b"/>
              <a:pathLst>
                <a:path w="167" h="11497" extrusionOk="0">
                  <a:moveTo>
                    <a:pt x="1" y="1"/>
                  </a:moveTo>
                  <a:lnTo>
                    <a:pt x="1" y="11496"/>
                  </a:lnTo>
                  <a:lnTo>
                    <a:pt x="167" y="11496"/>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5">
              <a:extLst>
                <a:ext uri="{FF2B5EF4-FFF2-40B4-BE49-F238E27FC236}">
                  <a16:creationId xmlns:a16="http://schemas.microsoft.com/office/drawing/2014/main" id="{E5816400-AA29-B9F1-ECDB-59B88DE2E0A3}"/>
                </a:ext>
              </a:extLst>
            </p:cNvPr>
            <p:cNvSpPr/>
            <p:nvPr/>
          </p:nvSpPr>
          <p:spPr>
            <a:xfrm>
              <a:off x="11363185" y="-2399340"/>
              <a:ext cx="35151" cy="2421180"/>
            </a:xfrm>
            <a:custGeom>
              <a:avLst/>
              <a:gdLst/>
              <a:ahLst/>
              <a:cxnLst/>
              <a:rect l="l" t="t" r="r" b="b"/>
              <a:pathLst>
                <a:path w="162" h="11503" extrusionOk="0">
                  <a:moveTo>
                    <a:pt x="1" y="1"/>
                  </a:moveTo>
                  <a:lnTo>
                    <a:pt x="1" y="11503"/>
                  </a:lnTo>
                  <a:lnTo>
                    <a:pt x="161" y="11503"/>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5">
              <a:extLst>
                <a:ext uri="{FF2B5EF4-FFF2-40B4-BE49-F238E27FC236}">
                  <a16:creationId xmlns:a16="http://schemas.microsoft.com/office/drawing/2014/main" id="{CC8EBA39-DA6A-964A-F86F-825C1D932D9D}"/>
                </a:ext>
              </a:extLst>
            </p:cNvPr>
            <p:cNvSpPr/>
            <p:nvPr/>
          </p:nvSpPr>
          <p:spPr>
            <a:xfrm>
              <a:off x="10614610" y="-1979219"/>
              <a:ext cx="35151" cy="2419707"/>
            </a:xfrm>
            <a:custGeom>
              <a:avLst/>
              <a:gdLst/>
              <a:ahLst/>
              <a:cxnLst/>
              <a:rect l="l" t="t" r="r" b="b"/>
              <a:pathLst>
                <a:path w="162" h="11496" extrusionOk="0">
                  <a:moveTo>
                    <a:pt x="1" y="0"/>
                  </a:moveTo>
                  <a:lnTo>
                    <a:pt x="1" y="11496"/>
                  </a:lnTo>
                  <a:lnTo>
                    <a:pt x="161" y="11496"/>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5">
              <a:extLst>
                <a:ext uri="{FF2B5EF4-FFF2-40B4-BE49-F238E27FC236}">
                  <a16:creationId xmlns:a16="http://schemas.microsoft.com/office/drawing/2014/main" id="{2C727AC4-A225-BBC2-5A27-439C16A4C514}"/>
                </a:ext>
              </a:extLst>
            </p:cNvPr>
            <p:cNvSpPr/>
            <p:nvPr/>
          </p:nvSpPr>
          <p:spPr>
            <a:xfrm>
              <a:off x="9042818" y="-851881"/>
              <a:ext cx="768109" cy="505368"/>
            </a:xfrm>
            <a:custGeom>
              <a:avLst/>
              <a:gdLst/>
              <a:ahLst/>
              <a:cxnLst/>
              <a:rect l="l" t="t" r="r" b="b"/>
              <a:pathLst>
                <a:path w="3540" h="2401" extrusionOk="0">
                  <a:moveTo>
                    <a:pt x="476" y="2292"/>
                  </a:moveTo>
                  <a:cubicBezTo>
                    <a:pt x="482" y="2292"/>
                    <a:pt x="482" y="2292"/>
                    <a:pt x="476" y="2304"/>
                  </a:cubicBezTo>
                  <a:lnTo>
                    <a:pt x="476" y="2292"/>
                  </a:lnTo>
                  <a:close/>
                  <a:moveTo>
                    <a:pt x="470" y="2316"/>
                  </a:moveTo>
                  <a:cubicBezTo>
                    <a:pt x="476" y="2316"/>
                    <a:pt x="470" y="2316"/>
                    <a:pt x="470" y="2322"/>
                  </a:cubicBezTo>
                  <a:lnTo>
                    <a:pt x="470" y="2316"/>
                  </a:lnTo>
                  <a:close/>
                  <a:moveTo>
                    <a:pt x="3154" y="0"/>
                  </a:moveTo>
                  <a:cubicBezTo>
                    <a:pt x="3148" y="0"/>
                    <a:pt x="3142" y="6"/>
                    <a:pt x="3142" y="6"/>
                  </a:cubicBezTo>
                  <a:lnTo>
                    <a:pt x="72" y="1787"/>
                  </a:lnTo>
                  <a:cubicBezTo>
                    <a:pt x="30" y="1811"/>
                    <a:pt x="1" y="1871"/>
                    <a:pt x="1" y="1942"/>
                  </a:cubicBezTo>
                  <a:cubicBezTo>
                    <a:pt x="6" y="2102"/>
                    <a:pt x="107" y="2286"/>
                    <a:pt x="244" y="2369"/>
                  </a:cubicBezTo>
                  <a:cubicBezTo>
                    <a:pt x="281" y="2390"/>
                    <a:pt x="320" y="2400"/>
                    <a:pt x="354" y="2400"/>
                  </a:cubicBezTo>
                  <a:cubicBezTo>
                    <a:pt x="381" y="2400"/>
                    <a:pt x="404" y="2394"/>
                    <a:pt x="422" y="2381"/>
                  </a:cubicBezTo>
                  <a:lnTo>
                    <a:pt x="416" y="2381"/>
                  </a:lnTo>
                  <a:lnTo>
                    <a:pt x="3480" y="600"/>
                  </a:lnTo>
                  <a:cubicBezTo>
                    <a:pt x="3486" y="600"/>
                    <a:pt x="3486" y="594"/>
                    <a:pt x="3498" y="594"/>
                  </a:cubicBezTo>
                  <a:lnTo>
                    <a:pt x="3504" y="588"/>
                  </a:lnTo>
                  <a:lnTo>
                    <a:pt x="3510" y="576"/>
                  </a:lnTo>
                  <a:lnTo>
                    <a:pt x="3516" y="570"/>
                  </a:lnTo>
                  <a:lnTo>
                    <a:pt x="3528" y="564"/>
                  </a:lnTo>
                  <a:lnTo>
                    <a:pt x="3528" y="558"/>
                  </a:lnTo>
                  <a:cubicBezTo>
                    <a:pt x="3528" y="546"/>
                    <a:pt x="3534" y="546"/>
                    <a:pt x="3534" y="540"/>
                  </a:cubicBezTo>
                  <a:lnTo>
                    <a:pt x="3534" y="534"/>
                  </a:lnTo>
                  <a:cubicBezTo>
                    <a:pt x="3534" y="529"/>
                    <a:pt x="3540" y="529"/>
                    <a:pt x="3540" y="517"/>
                  </a:cubicBezTo>
                  <a:lnTo>
                    <a:pt x="3540" y="511"/>
                  </a:lnTo>
                  <a:lnTo>
                    <a:pt x="3540" y="499"/>
                  </a:lnTo>
                  <a:lnTo>
                    <a:pt x="3540" y="487"/>
                  </a:lnTo>
                  <a:lnTo>
                    <a:pt x="3540" y="481"/>
                  </a:lnTo>
                  <a:lnTo>
                    <a:pt x="3540" y="475"/>
                  </a:lnTo>
                  <a:lnTo>
                    <a:pt x="3540" y="469"/>
                  </a:lnTo>
                  <a:lnTo>
                    <a:pt x="3540" y="445"/>
                  </a:lnTo>
                  <a:lnTo>
                    <a:pt x="3540" y="416"/>
                  </a:lnTo>
                  <a:cubicBezTo>
                    <a:pt x="3540" y="410"/>
                    <a:pt x="3540" y="392"/>
                    <a:pt x="3534" y="386"/>
                  </a:cubicBezTo>
                  <a:lnTo>
                    <a:pt x="3534" y="368"/>
                  </a:lnTo>
                  <a:cubicBezTo>
                    <a:pt x="3534" y="362"/>
                    <a:pt x="3534" y="356"/>
                    <a:pt x="3528" y="350"/>
                  </a:cubicBezTo>
                  <a:lnTo>
                    <a:pt x="3528" y="339"/>
                  </a:lnTo>
                  <a:lnTo>
                    <a:pt x="3528" y="333"/>
                  </a:lnTo>
                  <a:cubicBezTo>
                    <a:pt x="3528" y="327"/>
                    <a:pt x="3516" y="309"/>
                    <a:pt x="3516" y="303"/>
                  </a:cubicBezTo>
                  <a:lnTo>
                    <a:pt x="3516" y="297"/>
                  </a:lnTo>
                  <a:cubicBezTo>
                    <a:pt x="3510" y="279"/>
                    <a:pt x="3510" y="273"/>
                    <a:pt x="3504" y="261"/>
                  </a:cubicBezTo>
                  <a:cubicBezTo>
                    <a:pt x="3504" y="249"/>
                    <a:pt x="3504" y="249"/>
                    <a:pt x="3498" y="244"/>
                  </a:cubicBezTo>
                  <a:cubicBezTo>
                    <a:pt x="3486" y="238"/>
                    <a:pt x="3486" y="232"/>
                    <a:pt x="3480" y="220"/>
                  </a:cubicBezTo>
                  <a:cubicBezTo>
                    <a:pt x="3480" y="214"/>
                    <a:pt x="3474" y="214"/>
                    <a:pt x="3474" y="208"/>
                  </a:cubicBezTo>
                  <a:cubicBezTo>
                    <a:pt x="3468" y="202"/>
                    <a:pt x="3456" y="184"/>
                    <a:pt x="3456" y="178"/>
                  </a:cubicBezTo>
                  <a:lnTo>
                    <a:pt x="3456" y="172"/>
                  </a:lnTo>
                  <a:cubicBezTo>
                    <a:pt x="3450" y="160"/>
                    <a:pt x="3445" y="148"/>
                    <a:pt x="3439" y="143"/>
                  </a:cubicBezTo>
                  <a:lnTo>
                    <a:pt x="3427" y="131"/>
                  </a:lnTo>
                  <a:cubicBezTo>
                    <a:pt x="3421" y="125"/>
                    <a:pt x="3415" y="119"/>
                    <a:pt x="3415" y="113"/>
                  </a:cubicBezTo>
                  <a:lnTo>
                    <a:pt x="3409" y="101"/>
                  </a:lnTo>
                  <a:lnTo>
                    <a:pt x="3385" y="83"/>
                  </a:lnTo>
                  <a:cubicBezTo>
                    <a:pt x="3379" y="71"/>
                    <a:pt x="3361" y="65"/>
                    <a:pt x="3355" y="59"/>
                  </a:cubicBezTo>
                  <a:lnTo>
                    <a:pt x="3350" y="53"/>
                  </a:lnTo>
                  <a:lnTo>
                    <a:pt x="3338" y="42"/>
                  </a:lnTo>
                  <a:cubicBezTo>
                    <a:pt x="3332" y="36"/>
                    <a:pt x="3326" y="36"/>
                    <a:pt x="3320" y="30"/>
                  </a:cubicBezTo>
                  <a:cubicBezTo>
                    <a:pt x="3308" y="24"/>
                    <a:pt x="3302" y="24"/>
                    <a:pt x="3296" y="12"/>
                  </a:cubicBezTo>
                  <a:cubicBezTo>
                    <a:pt x="3290" y="6"/>
                    <a:pt x="3272" y="6"/>
                    <a:pt x="3266" y="6"/>
                  </a:cubicBezTo>
                  <a:lnTo>
                    <a:pt x="3260" y="6"/>
                  </a:lnTo>
                  <a:cubicBezTo>
                    <a:pt x="3249" y="6"/>
                    <a:pt x="3243" y="6"/>
                    <a:pt x="32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5">
              <a:extLst>
                <a:ext uri="{FF2B5EF4-FFF2-40B4-BE49-F238E27FC236}">
                  <a16:creationId xmlns:a16="http://schemas.microsoft.com/office/drawing/2014/main" id="{3EAD53C5-AB1A-B4EF-C245-6BF1BC1BF0E3}"/>
                </a:ext>
              </a:extLst>
            </p:cNvPr>
            <p:cNvSpPr/>
            <p:nvPr/>
          </p:nvSpPr>
          <p:spPr>
            <a:xfrm>
              <a:off x="6390040" y="-975644"/>
              <a:ext cx="4133469" cy="3953703"/>
            </a:xfrm>
            <a:custGeom>
              <a:avLst/>
              <a:gdLst/>
              <a:ahLst/>
              <a:cxnLst/>
              <a:rect l="l" t="t" r="r" b="b"/>
              <a:pathLst>
                <a:path w="19050" h="18784" extrusionOk="0">
                  <a:moveTo>
                    <a:pt x="16442" y="4780"/>
                  </a:moveTo>
                  <a:cubicBezTo>
                    <a:pt x="16448" y="4780"/>
                    <a:pt x="16454" y="4780"/>
                    <a:pt x="16472" y="4792"/>
                  </a:cubicBezTo>
                  <a:cubicBezTo>
                    <a:pt x="16454" y="4792"/>
                    <a:pt x="16448" y="4792"/>
                    <a:pt x="16442" y="4780"/>
                  </a:cubicBezTo>
                  <a:close/>
                  <a:moveTo>
                    <a:pt x="15534" y="4792"/>
                  </a:moveTo>
                  <a:cubicBezTo>
                    <a:pt x="15522" y="4798"/>
                    <a:pt x="15504" y="4798"/>
                    <a:pt x="15492" y="4798"/>
                  </a:cubicBezTo>
                  <a:cubicBezTo>
                    <a:pt x="15504" y="4798"/>
                    <a:pt x="15522" y="4792"/>
                    <a:pt x="15534" y="4792"/>
                  </a:cubicBezTo>
                  <a:close/>
                  <a:moveTo>
                    <a:pt x="16561" y="4804"/>
                  </a:moveTo>
                  <a:cubicBezTo>
                    <a:pt x="16566" y="4804"/>
                    <a:pt x="16571" y="4804"/>
                    <a:pt x="16580" y="4808"/>
                  </a:cubicBezTo>
                  <a:lnTo>
                    <a:pt x="16580" y="4808"/>
                  </a:lnTo>
                  <a:cubicBezTo>
                    <a:pt x="16572" y="4806"/>
                    <a:pt x="16562" y="4804"/>
                    <a:pt x="16555" y="4804"/>
                  </a:cubicBezTo>
                  <a:close/>
                  <a:moveTo>
                    <a:pt x="16680" y="4828"/>
                  </a:moveTo>
                  <a:cubicBezTo>
                    <a:pt x="16692" y="4828"/>
                    <a:pt x="16704" y="4834"/>
                    <a:pt x="16716" y="4834"/>
                  </a:cubicBezTo>
                  <a:cubicBezTo>
                    <a:pt x="16704" y="4834"/>
                    <a:pt x="16686" y="4828"/>
                    <a:pt x="16674" y="4828"/>
                  </a:cubicBezTo>
                  <a:close/>
                  <a:moveTo>
                    <a:pt x="16799" y="4857"/>
                  </a:moveTo>
                  <a:cubicBezTo>
                    <a:pt x="16805" y="4857"/>
                    <a:pt x="16822" y="4863"/>
                    <a:pt x="16828" y="4863"/>
                  </a:cubicBezTo>
                  <a:cubicBezTo>
                    <a:pt x="16811" y="4863"/>
                    <a:pt x="16805" y="4857"/>
                    <a:pt x="16793" y="4857"/>
                  </a:cubicBezTo>
                  <a:close/>
                  <a:moveTo>
                    <a:pt x="16912" y="4887"/>
                  </a:moveTo>
                  <a:cubicBezTo>
                    <a:pt x="16918" y="4887"/>
                    <a:pt x="16923" y="4893"/>
                    <a:pt x="16929" y="4893"/>
                  </a:cubicBezTo>
                  <a:cubicBezTo>
                    <a:pt x="16923" y="4893"/>
                    <a:pt x="16912" y="4887"/>
                    <a:pt x="16900" y="4887"/>
                  </a:cubicBezTo>
                  <a:close/>
                  <a:moveTo>
                    <a:pt x="15023" y="4893"/>
                  </a:moveTo>
                  <a:cubicBezTo>
                    <a:pt x="15011" y="4893"/>
                    <a:pt x="14994" y="4899"/>
                    <a:pt x="14982" y="4899"/>
                  </a:cubicBezTo>
                  <a:cubicBezTo>
                    <a:pt x="14994" y="4893"/>
                    <a:pt x="15011" y="4893"/>
                    <a:pt x="15023" y="4893"/>
                  </a:cubicBezTo>
                  <a:close/>
                  <a:moveTo>
                    <a:pt x="17018" y="4923"/>
                  </a:moveTo>
                  <a:cubicBezTo>
                    <a:pt x="17030" y="4923"/>
                    <a:pt x="17030" y="4923"/>
                    <a:pt x="17036" y="4929"/>
                  </a:cubicBezTo>
                  <a:cubicBezTo>
                    <a:pt x="17030" y="4923"/>
                    <a:pt x="17018" y="4923"/>
                    <a:pt x="17018" y="4923"/>
                  </a:cubicBezTo>
                  <a:close/>
                  <a:moveTo>
                    <a:pt x="14893" y="4929"/>
                  </a:moveTo>
                  <a:cubicBezTo>
                    <a:pt x="14875" y="4941"/>
                    <a:pt x="14863" y="4941"/>
                    <a:pt x="14845" y="4947"/>
                  </a:cubicBezTo>
                  <a:cubicBezTo>
                    <a:pt x="14845" y="4941"/>
                    <a:pt x="14851" y="4941"/>
                    <a:pt x="14851" y="4941"/>
                  </a:cubicBezTo>
                  <a:cubicBezTo>
                    <a:pt x="14869" y="4941"/>
                    <a:pt x="14875" y="4929"/>
                    <a:pt x="14893" y="4929"/>
                  </a:cubicBezTo>
                  <a:close/>
                  <a:moveTo>
                    <a:pt x="14750" y="4970"/>
                  </a:moveTo>
                  <a:cubicBezTo>
                    <a:pt x="14744" y="4976"/>
                    <a:pt x="14726" y="4982"/>
                    <a:pt x="14715" y="4982"/>
                  </a:cubicBezTo>
                  <a:cubicBezTo>
                    <a:pt x="14726" y="4976"/>
                    <a:pt x="14732" y="4976"/>
                    <a:pt x="14750" y="4970"/>
                  </a:cubicBezTo>
                  <a:close/>
                  <a:moveTo>
                    <a:pt x="14607" y="5016"/>
                  </a:moveTo>
                  <a:lnTo>
                    <a:pt x="14607" y="5016"/>
                  </a:lnTo>
                  <a:cubicBezTo>
                    <a:pt x="14599" y="5022"/>
                    <a:pt x="14593" y="5030"/>
                    <a:pt x="14584" y="5030"/>
                  </a:cubicBezTo>
                  <a:cubicBezTo>
                    <a:pt x="14592" y="5021"/>
                    <a:pt x="14601" y="5019"/>
                    <a:pt x="14607" y="5016"/>
                  </a:cubicBezTo>
                  <a:close/>
                  <a:moveTo>
                    <a:pt x="14483" y="5065"/>
                  </a:moveTo>
                  <a:cubicBezTo>
                    <a:pt x="14465" y="5071"/>
                    <a:pt x="14459" y="5077"/>
                    <a:pt x="14447" y="5077"/>
                  </a:cubicBezTo>
                  <a:cubicBezTo>
                    <a:pt x="14459" y="5071"/>
                    <a:pt x="14465" y="5071"/>
                    <a:pt x="14483" y="5065"/>
                  </a:cubicBezTo>
                  <a:close/>
                  <a:moveTo>
                    <a:pt x="17466" y="5131"/>
                  </a:moveTo>
                  <a:lnTo>
                    <a:pt x="17476" y="5137"/>
                  </a:lnTo>
                  <a:cubicBezTo>
                    <a:pt x="17476" y="5132"/>
                    <a:pt x="17469" y="5131"/>
                    <a:pt x="17466" y="5131"/>
                  </a:cubicBezTo>
                  <a:close/>
                  <a:moveTo>
                    <a:pt x="14177" y="5192"/>
                  </a:moveTo>
                  <a:lnTo>
                    <a:pt x="14177" y="5192"/>
                  </a:lnTo>
                  <a:cubicBezTo>
                    <a:pt x="14174" y="5193"/>
                    <a:pt x="14171" y="5194"/>
                    <a:pt x="14168" y="5196"/>
                  </a:cubicBezTo>
                  <a:cubicBezTo>
                    <a:pt x="14170" y="5194"/>
                    <a:pt x="14173" y="5193"/>
                    <a:pt x="14177" y="5192"/>
                  </a:cubicBezTo>
                  <a:close/>
                  <a:moveTo>
                    <a:pt x="8123" y="15552"/>
                  </a:moveTo>
                  <a:cubicBezTo>
                    <a:pt x="8129" y="15575"/>
                    <a:pt x="8129" y="15599"/>
                    <a:pt x="8129" y="15617"/>
                  </a:cubicBezTo>
                  <a:cubicBezTo>
                    <a:pt x="8129" y="15599"/>
                    <a:pt x="8123" y="15575"/>
                    <a:pt x="8123" y="15552"/>
                  </a:cubicBezTo>
                  <a:close/>
                  <a:moveTo>
                    <a:pt x="8135" y="15700"/>
                  </a:moveTo>
                  <a:cubicBezTo>
                    <a:pt x="8141" y="15724"/>
                    <a:pt x="8141" y="15736"/>
                    <a:pt x="8141" y="15754"/>
                  </a:cubicBezTo>
                  <a:cubicBezTo>
                    <a:pt x="8141" y="15736"/>
                    <a:pt x="8135" y="15718"/>
                    <a:pt x="8135" y="15700"/>
                  </a:cubicBezTo>
                  <a:close/>
                  <a:moveTo>
                    <a:pt x="8159" y="15849"/>
                  </a:moveTo>
                  <a:cubicBezTo>
                    <a:pt x="8165" y="15855"/>
                    <a:pt x="8165" y="15872"/>
                    <a:pt x="8165" y="15884"/>
                  </a:cubicBezTo>
                  <a:cubicBezTo>
                    <a:pt x="8165" y="15872"/>
                    <a:pt x="8159" y="15855"/>
                    <a:pt x="8159" y="15849"/>
                  </a:cubicBezTo>
                  <a:close/>
                  <a:moveTo>
                    <a:pt x="8242" y="16258"/>
                  </a:moveTo>
                  <a:lnTo>
                    <a:pt x="8242" y="16258"/>
                  </a:lnTo>
                  <a:cubicBezTo>
                    <a:pt x="8242" y="16270"/>
                    <a:pt x="8248" y="16288"/>
                    <a:pt x="8248" y="16300"/>
                  </a:cubicBezTo>
                  <a:cubicBezTo>
                    <a:pt x="8242" y="16288"/>
                    <a:pt x="8242" y="16270"/>
                    <a:pt x="8242" y="16258"/>
                  </a:cubicBezTo>
                  <a:close/>
                  <a:moveTo>
                    <a:pt x="8308" y="16508"/>
                  </a:moveTo>
                  <a:cubicBezTo>
                    <a:pt x="8312" y="16522"/>
                    <a:pt x="8313" y="16539"/>
                    <a:pt x="8316" y="16552"/>
                  </a:cubicBezTo>
                  <a:lnTo>
                    <a:pt x="8316" y="16552"/>
                  </a:lnTo>
                  <a:cubicBezTo>
                    <a:pt x="8316" y="16551"/>
                    <a:pt x="8315" y="16550"/>
                    <a:pt x="8313" y="16549"/>
                  </a:cubicBezTo>
                  <a:cubicBezTo>
                    <a:pt x="8313" y="16531"/>
                    <a:pt x="8308" y="16525"/>
                    <a:pt x="8308" y="16508"/>
                  </a:cubicBezTo>
                  <a:close/>
                  <a:moveTo>
                    <a:pt x="8391" y="16761"/>
                  </a:moveTo>
                  <a:cubicBezTo>
                    <a:pt x="8399" y="16777"/>
                    <a:pt x="8403" y="16794"/>
                    <a:pt x="8403" y="16799"/>
                  </a:cubicBezTo>
                  <a:cubicBezTo>
                    <a:pt x="8398" y="16784"/>
                    <a:pt x="8397" y="16774"/>
                    <a:pt x="8391" y="16761"/>
                  </a:cubicBezTo>
                  <a:close/>
                  <a:moveTo>
                    <a:pt x="8438" y="16887"/>
                  </a:moveTo>
                  <a:lnTo>
                    <a:pt x="8438" y="16887"/>
                  </a:lnTo>
                  <a:cubicBezTo>
                    <a:pt x="8440" y="16891"/>
                    <a:pt x="8443" y="16895"/>
                    <a:pt x="8444" y="16899"/>
                  </a:cubicBezTo>
                  <a:lnTo>
                    <a:pt x="8444" y="16899"/>
                  </a:lnTo>
                  <a:cubicBezTo>
                    <a:pt x="8442" y="16895"/>
                    <a:pt x="8440" y="16891"/>
                    <a:pt x="8438" y="16887"/>
                  </a:cubicBezTo>
                  <a:close/>
                  <a:moveTo>
                    <a:pt x="8485" y="17000"/>
                  </a:moveTo>
                  <a:cubicBezTo>
                    <a:pt x="8487" y="17004"/>
                    <a:pt x="8490" y="17008"/>
                    <a:pt x="8492" y="17012"/>
                  </a:cubicBezTo>
                  <a:lnTo>
                    <a:pt x="8492" y="17012"/>
                  </a:lnTo>
                  <a:cubicBezTo>
                    <a:pt x="8489" y="17009"/>
                    <a:pt x="8487" y="17005"/>
                    <a:pt x="8485" y="17000"/>
                  </a:cubicBezTo>
                  <a:close/>
                  <a:moveTo>
                    <a:pt x="8492" y="17012"/>
                  </a:moveTo>
                  <a:cubicBezTo>
                    <a:pt x="8498" y="17025"/>
                    <a:pt x="8503" y="17035"/>
                    <a:pt x="8509" y="17042"/>
                  </a:cubicBezTo>
                  <a:cubicBezTo>
                    <a:pt x="8498" y="17036"/>
                    <a:pt x="8498" y="17030"/>
                    <a:pt x="8492" y="17012"/>
                  </a:cubicBezTo>
                  <a:close/>
                  <a:moveTo>
                    <a:pt x="8527" y="17096"/>
                  </a:moveTo>
                  <a:cubicBezTo>
                    <a:pt x="8539" y="17119"/>
                    <a:pt x="8551" y="17131"/>
                    <a:pt x="8551" y="17143"/>
                  </a:cubicBezTo>
                  <a:lnTo>
                    <a:pt x="8527" y="17096"/>
                  </a:lnTo>
                  <a:close/>
                  <a:moveTo>
                    <a:pt x="8551" y="17143"/>
                  </a:moveTo>
                  <a:cubicBezTo>
                    <a:pt x="8554" y="17146"/>
                    <a:pt x="8554" y="17147"/>
                    <a:pt x="8553" y="17147"/>
                  </a:cubicBezTo>
                  <a:cubicBezTo>
                    <a:pt x="8552" y="17147"/>
                    <a:pt x="8551" y="17146"/>
                    <a:pt x="8551" y="17143"/>
                  </a:cubicBezTo>
                  <a:close/>
                  <a:moveTo>
                    <a:pt x="8587" y="17202"/>
                  </a:moveTo>
                  <a:lnTo>
                    <a:pt x="8610" y="17244"/>
                  </a:lnTo>
                  <a:cubicBezTo>
                    <a:pt x="8604" y="17244"/>
                    <a:pt x="8604" y="17244"/>
                    <a:pt x="8604" y="17238"/>
                  </a:cubicBezTo>
                  <a:cubicBezTo>
                    <a:pt x="8598" y="17220"/>
                    <a:pt x="8587" y="17214"/>
                    <a:pt x="8587" y="17202"/>
                  </a:cubicBezTo>
                  <a:close/>
                  <a:moveTo>
                    <a:pt x="8644" y="17312"/>
                  </a:moveTo>
                  <a:cubicBezTo>
                    <a:pt x="8650" y="17325"/>
                    <a:pt x="8659" y="17334"/>
                    <a:pt x="8664" y="17339"/>
                  </a:cubicBezTo>
                  <a:cubicBezTo>
                    <a:pt x="8664" y="17343"/>
                    <a:pt x="8664" y="17344"/>
                    <a:pt x="8664" y="17344"/>
                  </a:cubicBezTo>
                  <a:cubicBezTo>
                    <a:pt x="8663" y="17344"/>
                    <a:pt x="8662" y="17337"/>
                    <a:pt x="8658" y="17333"/>
                  </a:cubicBezTo>
                  <a:cubicBezTo>
                    <a:pt x="8649" y="17329"/>
                    <a:pt x="8647" y="17321"/>
                    <a:pt x="8644" y="17312"/>
                  </a:cubicBezTo>
                  <a:close/>
                  <a:moveTo>
                    <a:pt x="8699" y="17410"/>
                  </a:moveTo>
                  <a:lnTo>
                    <a:pt x="8699" y="17410"/>
                  </a:lnTo>
                  <a:cubicBezTo>
                    <a:pt x="8717" y="17428"/>
                    <a:pt x="8723" y="17446"/>
                    <a:pt x="8729" y="17458"/>
                  </a:cubicBezTo>
                  <a:cubicBezTo>
                    <a:pt x="8723" y="17452"/>
                    <a:pt x="8723" y="17446"/>
                    <a:pt x="8717" y="17440"/>
                  </a:cubicBezTo>
                  <a:cubicBezTo>
                    <a:pt x="8705" y="17428"/>
                    <a:pt x="8699" y="17416"/>
                    <a:pt x="8699" y="17410"/>
                  </a:cubicBezTo>
                  <a:close/>
                  <a:moveTo>
                    <a:pt x="8765" y="17511"/>
                  </a:moveTo>
                  <a:cubicBezTo>
                    <a:pt x="8767" y="17519"/>
                    <a:pt x="8772" y="17525"/>
                    <a:pt x="8777" y="17531"/>
                  </a:cubicBezTo>
                  <a:lnTo>
                    <a:pt x="8777" y="17531"/>
                  </a:lnTo>
                  <a:cubicBezTo>
                    <a:pt x="8772" y="17526"/>
                    <a:pt x="8768" y="17520"/>
                    <a:pt x="8765" y="17511"/>
                  </a:cubicBezTo>
                  <a:close/>
                  <a:moveTo>
                    <a:pt x="8788" y="17547"/>
                  </a:moveTo>
                  <a:cubicBezTo>
                    <a:pt x="8791" y="17551"/>
                    <a:pt x="8793" y="17554"/>
                    <a:pt x="8794" y="17559"/>
                  </a:cubicBezTo>
                  <a:lnTo>
                    <a:pt x="8788" y="17547"/>
                  </a:lnTo>
                  <a:close/>
                  <a:moveTo>
                    <a:pt x="8901" y="17689"/>
                  </a:moveTo>
                  <a:lnTo>
                    <a:pt x="8901" y="17689"/>
                  </a:lnTo>
                  <a:cubicBezTo>
                    <a:pt x="8907" y="17707"/>
                    <a:pt x="8919" y="17719"/>
                    <a:pt x="8931" y="17725"/>
                  </a:cubicBezTo>
                  <a:cubicBezTo>
                    <a:pt x="8919" y="17725"/>
                    <a:pt x="8913" y="17719"/>
                    <a:pt x="8913" y="17713"/>
                  </a:cubicBezTo>
                  <a:cubicBezTo>
                    <a:pt x="8907" y="17707"/>
                    <a:pt x="8901" y="17695"/>
                    <a:pt x="8901" y="17689"/>
                  </a:cubicBezTo>
                  <a:close/>
                  <a:moveTo>
                    <a:pt x="8964" y="17779"/>
                  </a:moveTo>
                  <a:cubicBezTo>
                    <a:pt x="8976" y="17798"/>
                    <a:pt x="8991" y="17809"/>
                    <a:pt x="8996" y="17814"/>
                  </a:cubicBezTo>
                  <a:lnTo>
                    <a:pt x="8978" y="17802"/>
                  </a:lnTo>
                  <a:cubicBezTo>
                    <a:pt x="8974" y="17793"/>
                    <a:pt x="8969" y="17787"/>
                    <a:pt x="8964" y="17779"/>
                  </a:cubicBezTo>
                  <a:close/>
                  <a:moveTo>
                    <a:pt x="9032" y="17862"/>
                  </a:moveTo>
                  <a:cubicBezTo>
                    <a:pt x="9041" y="17867"/>
                    <a:pt x="9047" y="17875"/>
                    <a:pt x="9052" y="17882"/>
                  </a:cubicBezTo>
                  <a:lnTo>
                    <a:pt x="9052" y="17882"/>
                  </a:lnTo>
                  <a:lnTo>
                    <a:pt x="9032" y="17862"/>
                  </a:lnTo>
                  <a:close/>
                  <a:moveTo>
                    <a:pt x="9353" y="18158"/>
                  </a:moveTo>
                  <a:lnTo>
                    <a:pt x="9353" y="18158"/>
                  </a:lnTo>
                  <a:cubicBezTo>
                    <a:pt x="9356" y="18160"/>
                    <a:pt x="9360" y="18163"/>
                    <a:pt x="9364" y="18166"/>
                  </a:cubicBezTo>
                  <a:lnTo>
                    <a:pt x="9364" y="18166"/>
                  </a:lnTo>
                  <a:cubicBezTo>
                    <a:pt x="9359" y="18163"/>
                    <a:pt x="9355" y="18161"/>
                    <a:pt x="9353" y="18158"/>
                  </a:cubicBezTo>
                  <a:close/>
                  <a:moveTo>
                    <a:pt x="9463" y="18238"/>
                  </a:moveTo>
                  <a:lnTo>
                    <a:pt x="9463" y="18238"/>
                  </a:lnTo>
                  <a:cubicBezTo>
                    <a:pt x="9468" y="18243"/>
                    <a:pt x="9472" y="18248"/>
                    <a:pt x="9477" y="18253"/>
                  </a:cubicBezTo>
                  <a:cubicBezTo>
                    <a:pt x="9471" y="18247"/>
                    <a:pt x="9465" y="18247"/>
                    <a:pt x="9465" y="18242"/>
                  </a:cubicBezTo>
                  <a:cubicBezTo>
                    <a:pt x="9465" y="18240"/>
                    <a:pt x="9464" y="18239"/>
                    <a:pt x="9463" y="18238"/>
                  </a:cubicBezTo>
                  <a:close/>
                  <a:moveTo>
                    <a:pt x="9596" y="18378"/>
                  </a:moveTo>
                  <a:cubicBezTo>
                    <a:pt x="9612" y="18389"/>
                    <a:pt x="9618" y="18394"/>
                    <a:pt x="9632" y="18400"/>
                  </a:cubicBezTo>
                  <a:lnTo>
                    <a:pt x="9632" y="18400"/>
                  </a:lnTo>
                  <a:cubicBezTo>
                    <a:pt x="9620" y="18393"/>
                    <a:pt x="9608" y="18385"/>
                    <a:pt x="9596" y="18378"/>
                  </a:cubicBezTo>
                  <a:close/>
                  <a:moveTo>
                    <a:pt x="7785" y="0"/>
                  </a:moveTo>
                  <a:cubicBezTo>
                    <a:pt x="7755" y="0"/>
                    <a:pt x="7732" y="0"/>
                    <a:pt x="7708" y="12"/>
                  </a:cubicBezTo>
                  <a:lnTo>
                    <a:pt x="7654" y="12"/>
                  </a:lnTo>
                  <a:cubicBezTo>
                    <a:pt x="7625" y="12"/>
                    <a:pt x="7601" y="18"/>
                    <a:pt x="7571" y="18"/>
                  </a:cubicBezTo>
                  <a:cubicBezTo>
                    <a:pt x="7559" y="18"/>
                    <a:pt x="7542" y="18"/>
                    <a:pt x="7518" y="24"/>
                  </a:cubicBezTo>
                  <a:cubicBezTo>
                    <a:pt x="7488" y="24"/>
                    <a:pt x="7458" y="30"/>
                    <a:pt x="7423" y="42"/>
                  </a:cubicBezTo>
                  <a:cubicBezTo>
                    <a:pt x="7417" y="42"/>
                    <a:pt x="7399" y="42"/>
                    <a:pt x="7393" y="48"/>
                  </a:cubicBezTo>
                  <a:lnTo>
                    <a:pt x="7363" y="48"/>
                  </a:lnTo>
                  <a:cubicBezTo>
                    <a:pt x="7334" y="54"/>
                    <a:pt x="7304" y="54"/>
                    <a:pt x="7268" y="60"/>
                  </a:cubicBezTo>
                  <a:cubicBezTo>
                    <a:pt x="7262" y="60"/>
                    <a:pt x="7251" y="60"/>
                    <a:pt x="7239" y="71"/>
                  </a:cubicBezTo>
                  <a:lnTo>
                    <a:pt x="7126" y="89"/>
                  </a:lnTo>
                  <a:cubicBezTo>
                    <a:pt x="7120" y="89"/>
                    <a:pt x="7114" y="89"/>
                    <a:pt x="7102" y="101"/>
                  </a:cubicBezTo>
                  <a:cubicBezTo>
                    <a:pt x="7072" y="107"/>
                    <a:pt x="7037" y="113"/>
                    <a:pt x="7007" y="119"/>
                  </a:cubicBezTo>
                  <a:cubicBezTo>
                    <a:pt x="7001" y="119"/>
                    <a:pt x="6995" y="131"/>
                    <a:pt x="6983" y="131"/>
                  </a:cubicBezTo>
                  <a:cubicBezTo>
                    <a:pt x="6948" y="137"/>
                    <a:pt x="6912" y="149"/>
                    <a:pt x="6876" y="161"/>
                  </a:cubicBezTo>
                  <a:cubicBezTo>
                    <a:pt x="6865" y="161"/>
                    <a:pt x="6859" y="166"/>
                    <a:pt x="6853" y="166"/>
                  </a:cubicBezTo>
                  <a:cubicBezTo>
                    <a:pt x="6817" y="172"/>
                    <a:pt x="6787" y="190"/>
                    <a:pt x="6746" y="196"/>
                  </a:cubicBezTo>
                  <a:cubicBezTo>
                    <a:pt x="6740" y="196"/>
                    <a:pt x="6734" y="202"/>
                    <a:pt x="6728" y="202"/>
                  </a:cubicBezTo>
                  <a:cubicBezTo>
                    <a:pt x="6686" y="220"/>
                    <a:pt x="6645" y="226"/>
                    <a:pt x="6609" y="238"/>
                  </a:cubicBezTo>
                  <a:cubicBezTo>
                    <a:pt x="6597" y="238"/>
                    <a:pt x="6591" y="250"/>
                    <a:pt x="6580" y="250"/>
                  </a:cubicBezTo>
                  <a:cubicBezTo>
                    <a:pt x="6538" y="261"/>
                    <a:pt x="6508" y="267"/>
                    <a:pt x="6473" y="285"/>
                  </a:cubicBezTo>
                  <a:cubicBezTo>
                    <a:pt x="6467" y="285"/>
                    <a:pt x="6461" y="291"/>
                    <a:pt x="6449" y="291"/>
                  </a:cubicBezTo>
                  <a:cubicBezTo>
                    <a:pt x="6413" y="309"/>
                    <a:pt x="6372" y="321"/>
                    <a:pt x="6330" y="339"/>
                  </a:cubicBezTo>
                  <a:cubicBezTo>
                    <a:pt x="6324" y="339"/>
                    <a:pt x="6312" y="345"/>
                    <a:pt x="6300" y="351"/>
                  </a:cubicBezTo>
                  <a:cubicBezTo>
                    <a:pt x="6265" y="368"/>
                    <a:pt x="6229" y="380"/>
                    <a:pt x="6200" y="398"/>
                  </a:cubicBezTo>
                  <a:cubicBezTo>
                    <a:pt x="6194" y="398"/>
                    <a:pt x="6182" y="404"/>
                    <a:pt x="6182" y="404"/>
                  </a:cubicBezTo>
                  <a:cubicBezTo>
                    <a:pt x="6146" y="416"/>
                    <a:pt x="6105" y="440"/>
                    <a:pt x="6063" y="457"/>
                  </a:cubicBezTo>
                  <a:cubicBezTo>
                    <a:pt x="6057" y="463"/>
                    <a:pt x="6045" y="463"/>
                    <a:pt x="6033" y="469"/>
                  </a:cubicBezTo>
                  <a:cubicBezTo>
                    <a:pt x="6021" y="475"/>
                    <a:pt x="6015" y="475"/>
                    <a:pt x="5998" y="487"/>
                  </a:cubicBezTo>
                  <a:lnTo>
                    <a:pt x="5956" y="505"/>
                  </a:lnTo>
                  <a:cubicBezTo>
                    <a:pt x="5932" y="517"/>
                    <a:pt x="5915" y="523"/>
                    <a:pt x="5897" y="535"/>
                  </a:cubicBezTo>
                  <a:cubicBezTo>
                    <a:pt x="5867" y="552"/>
                    <a:pt x="5843" y="564"/>
                    <a:pt x="5814" y="576"/>
                  </a:cubicBezTo>
                  <a:cubicBezTo>
                    <a:pt x="5796" y="582"/>
                    <a:pt x="5778" y="588"/>
                    <a:pt x="5760" y="606"/>
                  </a:cubicBezTo>
                  <a:lnTo>
                    <a:pt x="5671" y="647"/>
                  </a:lnTo>
                  <a:lnTo>
                    <a:pt x="5629" y="671"/>
                  </a:lnTo>
                  <a:cubicBezTo>
                    <a:pt x="5582" y="695"/>
                    <a:pt x="5540" y="725"/>
                    <a:pt x="5493" y="742"/>
                  </a:cubicBezTo>
                  <a:cubicBezTo>
                    <a:pt x="5451" y="766"/>
                    <a:pt x="5404" y="796"/>
                    <a:pt x="5362" y="820"/>
                  </a:cubicBezTo>
                  <a:lnTo>
                    <a:pt x="5315" y="843"/>
                  </a:lnTo>
                  <a:cubicBezTo>
                    <a:pt x="5285" y="855"/>
                    <a:pt x="5255" y="879"/>
                    <a:pt x="5226" y="891"/>
                  </a:cubicBezTo>
                  <a:cubicBezTo>
                    <a:pt x="5214" y="903"/>
                    <a:pt x="5196" y="915"/>
                    <a:pt x="5172" y="921"/>
                  </a:cubicBezTo>
                  <a:cubicBezTo>
                    <a:pt x="5143" y="938"/>
                    <a:pt x="5113" y="962"/>
                    <a:pt x="5095" y="974"/>
                  </a:cubicBezTo>
                  <a:cubicBezTo>
                    <a:pt x="5077" y="980"/>
                    <a:pt x="5065" y="998"/>
                    <a:pt x="5042" y="1004"/>
                  </a:cubicBezTo>
                  <a:cubicBezTo>
                    <a:pt x="5012" y="1027"/>
                    <a:pt x="4982" y="1039"/>
                    <a:pt x="4959" y="1063"/>
                  </a:cubicBezTo>
                  <a:cubicBezTo>
                    <a:pt x="4947" y="1069"/>
                    <a:pt x="4929" y="1087"/>
                    <a:pt x="4917" y="1093"/>
                  </a:cubicBezTo>
                  <a:cubicBezTo>
                    <a:pt x="4887" y="1117"/>
                    <a:pt x="4858" y="1140"/>
                    <a:pt x="4816" y="1158"/>
                  </a:cubicBezTo>
                  <a:cubicBezTo>
                    <a:pt x="4804" y="1170"/>
                    <a:pt x="4798" y="1176"/>
                    <a:pt x="4780" y="1182"/>
                  </a:cubicBezTo>
                  <a:lnTo>
                    <a:pt x="4537" y="1360"/>
                  </a:lnTo>
                  <a:lnTo>
                    <a:pt x="4531" y="1366"/>
                  </a:lnTo>
                  <a:cubicBezTo>
                    <a:pt x="4478" y="1413"/>
                    <a:pt x="4424" y="1449"/>
                    <a:pt x="4371" y="1497"/>
                  </a:cubicBezTo>
                  <a:cubicBezTo>
                    <a:pt x="4359" y="1502"/>
                    <a:pt x="4341" y="1514"/>
                    <a:pt x="4335" y="1526"/>
                  </a:cubicBezTo>
                  <a:cubicBezTo>
                    <a:pt x="4299" y="1556"/>
                    <a:pt x="4252" y="1592"/>
                    <a:pt x="4216" y="1621"/>
                  </a:cubicBezTo>
                  <a:cubicBezTo>
                    <a:pt x="4204" y="1633"/>
                    <a:pt x="4181" y="1651"/>
                    <a:pt x="4163" y="1663"/>
                  </a:cubicBezTo>
                  <a:cubicBezTo>
                    <a:pt x="4127" y="1704"/>
                    <a:pt x="4086" y="1734"/>
                    <a:pt x="4044" y="1770"/>
                  </a:cubicBezTo>
                  <a:cubicBezTo>
                    <a:pt x="4032" y="1776"/>
                    <a:pt x="4026" y="1793"/>
                    <a:pt x="4008" y="1799"/>
                  </a:cubicBezTo>
                  <a:cubicBezTo>
                    <a:pt x="3955" y="1841"/>
                    <a:pt x="3907" y="1888"/>
                    <a:pt x="3854" y="1942"/>
                  </a:cubicBezTo>
                  <a:lnTo>
                    <a:pt x="3818" y="1978"/>
                  </a:lnTo>
                  <a:cubicBezTo>
                    <a:pt x="3777" y="2013"/>
                    <a:pt x="3735" y="2049"/>
                    <a:pt x="3700" y="2090"/>
                  </a:cubicBezTo>
                  <a:cubicBezTo>
                    <a:pt x="3682" y="2102"/>
                    <a:pt x="3670" y="2120"/>
                    <a:pt x="3646" y="2132"/>
                  </a:cubicBezTo>
                  <a:lnTo>
                    <a:pt x="3527" y="2251"/>
                  </a:lnTo>
                  <a:lnTo>
                    <a:pt x="3492" y="2286"/>
                  </a:lnTo>
                  <a:cubicBezTo>
                    <a:pt x="3438" y="2340"/>
                    <a:pt x="3391" y="2393"/>
                    <a:pt x="3343" y="2435"/>
                  </a:cubicBezTo>
                  <a:lnTo>
                    <a:pt x="3302" y="2476"/>
                  </a:lnTo>
                  <a:cubicBezTo>
                    <a:pt x="3266" y="2512"/>
                    <a:pt x="3231" y="2554"/>
                    <a:pt x="3195" y="2595"/>
                  </a:cubicBezTo>
                  <a:cubicBezTo>
                    <a:pt x="3177" y="2607"/>
                    <a:pt x="3165" y="2631"/>
                    <a:pt x="3147" y="2643"/>
                  </a:cubicBezTo>
                  <a:cubicBezTo>
                    <a:pt x="3112" y="2690"/>
                    <a:pt x="3076" y="2726"/>
                    <a:pt x="3035" y="2773"/>
                  </a:cubicBezTo>
                  <a:lnTo>
                    <a:pt x="2999" y="2809"/>
                  </a:lnTo>
                  <a:cubicBezTo>
                    <a:pt x="2957" y="2862"/>
                    <a:pt x="2904" y="2922"/>
                    <a:pt x="2856" y="2969"/>
                  </a:cubicBezTo>
                  <a:cubicBezTo>
                    <a:pt x="2851" y="2987"/>
                    <a:pt x="2839" y="2993"/>
                    <a:pt x="2827" y="3011"/>
                  </a:cubicBezTo>
                  <a:lnTo>
                    <a:pt x="2720" y="3141"/>
                  </a:lnTo>
                  <a:cubicBezTo>
                    <a:pt x="2702" y="3159"/>
                    <a:pt x="2690" y="3177"/>
                    <a:pt x="2672" y="3195"/>
                  </a:cubicBezTo>
                  <a:cubicBezTo>
                    <a:pt x="2637" y="3236"/>
                    <a:pt x="2601" y="3284"/>
                    <a:pt x="2571" y="3325"/>
                  </a:cubicBezTo>
                  <a:cubicBezTo>
                    <a:pt x="2560" y="3343"/>
                    <a:pt x="2548" y="3355"/>
                    <a:pt x="2542" y="3367"/>
                  </a:cubicBezTo>
                  <a:cubicBezTo>
                    <a:pt x="2494" y="3426"/>
                    <a:pt x="2453" y="3486"/>
                    <a:pt x="2405" y="3533"/>
                  </a:cubicBezTo>
                  <a:cubicBezTo>
                    <a:pt x="2399" y="3551"/>
                    <a:pt x="2381" y="3557"/>
                    <a:pt x="2376" y="3575"/>
                  </a:cubicBezTo>
                  <a:cubicBezTo>
                    <a:pt x="2340" y="3616"/>
                    <a:pt x="2310" y="3670"/>
                    <a:pt x="2275" y="3711"/>
                  </a:cubicBezTo>
                  <a:cubicBezTo>
                    <a:pt x="2257" y="3729"/>
                    <a:pt x="2251" y="3753"/>
                    <a:pt x="2233" y="3765"/>
                  </a:cubicBezTo>
                  <a:cubicBezTo>
                    <a:pt x="2197" y="3812"/>
                    <a:pt x="2168" y="3860"/>
                    <a:pt x="2138" y="3907"/>
                  </a:cubicBezTo>
                  <a:cubicBezTo>
                    <a:pt x="2132" y="3919"/>
                    <a:pt x="2114" y="3937"/>
                    <a:pt x="2108" y="3943"/>
                  </a:cubicBezTo>
                  <a:cubicBezTo>
                    <a:pt x="2067" y="4002"/>
                    <a:pt x="2025" y="4062"/>
                    <a:pt x="1984" y="4127"/>
                  </a:cubicBezTo>
                  <a:cubicBezTo>
                    <a:pt x="1978" y="4145"/>
                    <a:pt x="1966" y="4151"/>
                    <a:pt x="1960" y="4169"/>
                  </a:cubicBezTo>
                  <a:cubicBezTo>
                    <a:pt x="1930" y="4216"/>
                    <a:pt x="1895" y="4264"/>
                    <a:pt x="1865" y="4317"/>
                  </a:cubicBezTo>
                  <a:cubicBezTo>
                    <a:pt x="1847" y="4329"/>
                    <a:pt x="1841" y="4353"/>
                    <a:pt x="1829" y="4365"/>
                  </a:cubicBezTo>
                  <a:cubicBezTo>
                    <a:pt x="1800" y="4418"/>
                    <a:pt x="1770" y="4466"/>
                    <a:pt x="1728" y="4513"/>
                  </a:cubicBezTo>
                  <a:lnTo>
                    <a:pt x="1710" y="4561"/>
                  </a:lnTo>
                  <a:cubicBezTo>
                    <a:pt x="1669" y="4626"/>
                    <a:pt x="1633" y="4685"/>
                    <a:pt x="1598" y="4751"/>
                  </a:cubicBezTo>
                  <a:cubicBezTo>
                    <a:pt x="1592" y="4768"/>
                    <a:pt x="1580" y="4774"/>
                    <a:pt x="1574" y="4792"/>
                  </a:cubicBezTo>
                  <a:lnTo>
                    <a:pt x="1485" y="4947"/>
                  </a:lnTo>
                  <a:cubicBezTo>
                    <a:pt x="1479" y="4970"/>
                    <a:pt x="1461" y="4982"/>
                    <a:pt x="1455" y="5006"/>
                  </a:cubicBezTo>
                  <a:cubicBezTo>
                    <a:pt x="1425" y="5059"/>
                    <a:pt x="1396" y="5107"/>
                    <a:pt x="1372" y="5160"/>
                  </a:cubicBezTo>
                  <a:lnTo>
                    <a:pt x="1354" y="5208"/>
                  </a:lnTo>
                  <a:cubicBezTo>
                    <a:pt x="1313" y="5273"/>
                    <a:pt x="1283" y="5338"/>
                    <a:pt x="1247" y="5404"/>
                  </a:cubicBezTo>
                  <a:cubicBezTo>
                    <a:pt x="1241" y="5422"/>
                    <a:pt x="1235" y="5427"/>
                    <a:pt x="1235" y="5445"/>
                  </a:cubicBezTo>
                  <a:cubicBezTo>
                    <a:pt x="1206" y="5493"/>
                    <a:pt x="1182" y="5552"/>
                    <a:pt x="1152" y="5606"/>
                  </a:cubicBezTo>
                  <a:cubicBezTo>
                    <a:pt x="1146" y="5629"/>
                    <a:pt x="1129" y="5641"/>
                    <a:pt x="1123" y="5665"/>
                  </a:cubicBezTo>
                  <a:cubicBezTo>
                    <a:pt x="1099" y="5718"/>
                    <a:pt x="1069" y="5772"/>
                    <a:pt x="1045" y="5819"/>
                  </a:cubicBezTo>
                  <a:lnTo>
                    <a:pt x="1028" y="5867"/>
                  </a:lnTo>
                  <a:lnTo>
                    <a:pt x="939" y="6069"/>
                  </a:lnTo>
                  <a:cubicBezTo>
                    <a:pt x="927" y="6081"/>
                    <a:pt x="927" y="6087"/>
                    <a:pt x="921" y="6104"/>
                  </a:cubicBezTo>
                  <a:cubicBezTo>
                    <a:pt x="897" y="6164"/>
                    <a:pt x="867" y="6217"/>
                    <a:pt x="849" y="6277"/>
                  </a:cubicBezTo>
                  <a:cubicBezTo>
                    <a:pt x="838" y="6294"/>
                    <a:pt x="832" y="6312"/>
                    <a:pt x="826" y="6336"/>
                  </a:cubicBezTo>
                  <a:cubicBezTo>
                    <a:pt x="802" y="6383"/>
                    <a:pt x="778" y="6437"/>
                    <a:pt x="760" y="6496"/>
                  </a:cubicBezTo>
                  <a:cubicBezTo>
                    <a:pt x="749" y="6514"/>
                    <a:pt x="743" y="6526"/>
                    <a:pt x="743" y="6544"/>
                  </a:cubicBezTo>
                  <a:cubicBezTo>
                    <a:pt x="713" y="6609"/>
                    <a:pt x="689" y="6674"/>
                    <a:pt x="659" y="6752"/>
                  </a:cubicBezTo>
                  <a:cubicBezTo>
                    <a:pt x="654" y="6764"/>
                    <a:pt x="654" y="6769"/>
                    <a:pt x="648" y="6787"/>
                  </a:cubicBezTo>
                  <a:cubicBezTo>
                    <a:pt x="624" y="6847"/>
                    <a:pt x="600" y="6900"/>
                    <a:pt x="588" y="6959"/>
                  </a:cubicBezTo>
                  <a:cubicBezTo>
                    <a:pt x="582" y="6977"/>
                    <a:pt x="570" y="6995"/>
                    <a:pt x="564" y="7019"/>
                  </a:cubicBezTo>
                  <a:cubicBezTo>
                    <a:pt x="541" y="7066"/>
                    <a:pt x="529" y="7126"/>
                    <a:pt x="511" y="7179"/>
                  </a:cubicBezTo>
                  <a:cubicBezTo>
                    <a:pt x="505" y="7197"/>
                    <a:pt x="505" y="7209"/>
                    <a:pt x="499" y="7227"/>
                  </a:cubicBezTo>
                  <a:cubicBezTo>
                    <a:pt x="475" y="7292"/>
                    <a:pt x="452" y="7357"/>
                    <a:pt x="434" y="7434"/>
                  </a:cubicBezTo>
                  <a:cubicBezTo>
                    <a:pt x="434" y="7446"/>
                    <a:pt x="422" y="7452"/>
                    <a:pt x="422" y="7470"/>
                  </a:cubicBezTo>
                  <a:cubicBezTo>
                    <a:pt x="410" y="7530"/>
                    <a:pt x="386" y="7583"/>
                    <a:pt x="374" y="7642"/>
                  </a:cubicBezTo>
                  <a:cubicBezTo>
                    <a:pt x="374" y="7648"/>
                    <a:pt x="363" y="7660"/>
                    <a:pt x="363" y="7672"/>
                  </a:cubicBezTo>
                  <a:lnTo>
                    <a:pt x="345" y="7737"/>
                  </a:lnTo>
                  <a:cubicBezTo>
                    <a:pt x="345" y="7749"/>
                    <a:pt x="333" y="7761"/>
                    <a:pt x="333" y="7773"/>
                  </a:cubicBezTo>
                  <a:cubicBezTo>
                    <a:pt x="321" y="7826"/>
                    <a:pt x="303" y="7868"/>
                    <a:pt x="297" y="7921"/>
                  </a:cubicBezTo>
                  <a:cubicBezTo>
                    <a:pt x="297" y="7939"/>
                    <a:pt x="291" y="7951"/>
                    <a:pt x="291" y="7957"/>
                  </a:cubicBezTo>
                  <a:cubicBezTo>
                    <a:pt x="285" y="8005"/>
                    <a:pt x="268" y="8040"/>
                    <a:pt x="262" y="8088"/>
                  </a:cubicBezTo>
                  <a:cubicBezTo>
                    <a:pt x="262" y="8094"/>
                    <a:pt x="256" y="8105"/>
                    <a:pt x="256" y="8117"/>
                  </a:cubicBezTo>
                  <a:cubicBezTo>
                    <a:pt x="238" y="8165"/>
                    <a:pt x="232" y="8212"/>
                    <a:pt x="214" y="8266"/>
                  </a:cubicBezTo>
                  <a:cubicBezTo>
                    <a:pt x="214" y="8278"/>
                    <a:pt x="208" y="8284"/>
                    <a:pt x="208" y="8301"/>
                  </a:cubicBezTo>
                  <a:cubicBezTo>
                    <a:pt x="202" y="8343"/>
                    <a:pt x="196" y="8385"/>
                    <a:pt x="178" y="8426"/>
                  </a:cubicBezTo>
                  <a:cubicBezTo>
                    <a:pt x="178" y="8432"/>
                    <a:pt x="173" y="8450"/>
                    <a:pt x="173" y="8456"/>
                  </a:cubicBezTo>
                  <a:cubicBezTo>
                    <a:pt x="167" y="8509"/>
                    <a:pt x="149" y="8551"/>
                    <a:pt x="143" y="8604"/>
                  </a:cubicBezTo>
                  <a:cubicBezTo>
                    <a:pt x="143" y="8622"/>
                    <a:pt x="137" y="8628"/>
                    <a:pt x="137" y="8640"/>
                  </a:cubicBezTo>
                  <a:cubicBezTo>
                    <a:pt x="125" y="8687"/>
                    <a:pt x="119" y="8723"/>
                    <a:pt x="113" y="8771"/>
                  </a:cubicBezTo>
                  <a:cubicBezTo>
                    <a:pt x="113" y="8776"/>
                    <a:pt x="113" y="8782"/>
                    <a:pt x="107" y="8788"/>
                  </a:cubicBezTo>
                  <a:cubicBezTo>
                    <a:pt x="95" y="8842"/>
                    <a:pt x="89" y="8889"/>
                    <a:pt x="83" y="8937"/>
                  </a:cubicBezTo>
                  <a:cubicBezTo>
                    <a:pt x="83" y="8955"/>
                    <a:pt x="83" y="8961"/>
                    <a:pt x="78" y="8978"/>
                  </a:cubicBezTo>
                  <a:cubicBezTo>
                    <a:pt x="66" y="9020"/>
                    <a:pt x="60" y="9067"/>
                    <a:pt x="60" y="9109"/>
                  </a:cubicBezTo>
                  <a:lnTo>
                    <a:pt x="60" y="9133"/>
                  </a:lnTo>
                  <a:cubicBezTo>
                    <a:pt x="54" y="9186"/>
                    <a:pt x="48" y="9228"/>
                    <a:pt x="48" y="9281"/>
                  </a:cubicBezTo>
                  <a:lnTo>
                    <a:pt x="48" y="9311"/>
                  </a:lnTo>
                  <a:cubicBezTo>
                    <a:pt x="36" y="9352"/>
                    <a:pt x="36" y="9400"/>
                    <a:pt x="30" y="9442"/>
                  </a:cubicBezTo>
                  <a:lnTo>
                    <a:pt x="30" y="9459"/>
                  </a:lnTo>
                  <a:lnTo>
                    <a:pt x="30" y="9465"/>
                  </a:lnTo>
                  <a:cubicBezTo>
                    <a:pt x="30" y="9495"/>
                    <a:pt x="24" y="9525"/>
                    <a:pt x="24" y="9560"/>
                  </a:cubicBezTo>
                  <a:cubicBezTo>
                    <a:pt x="24" y="9584"/>
                    <a:pt x="24" y="9608"/>
                    <a:pt x="18" y="9620"/>
                  </a:cubicBezTo>
                  <a:cubicBezTo>
                    <a:pt x="18" y="9661"/>
                    <a:pt x="6" y="9691"/>
                    <a:pt x="6" y="9727"/>
                  </a:cubicBezTo>
                  <a:lnTo>
                    <a:pt x="6" y="9786"/>
                  </a:lnTo>
                  <a:cubicBezTo>
                    <a:pt x="6" y="9822"/>
                    <a:pt x="6" y="9869"/>
                    <a:pt x="0" y="9905"/>
                  </a:cubicBezTo>
                  <a:lnTo>
                    <a:pt x="0" y="9940"/>
                  </a:lnTo>
                  <a:lnTo>
                    <a:pt x="0" y="10107"/>
                  </a:lnTo>
                  <a:lnTo>
                    <a:pt x="0" y="10255"/>
                  </a:lnTo>
                  <a:lnTo>
                    <a:pt x="0" y="10297"/>
                  </a:lnTo>
                  <a:lnTo>
                    <a:pt x="0" y="10403"/>
                  </a:lnTo>
                  <a:lnTo>
                    <a:pt x="0" y="10445"/>
                  </a:lnTo>
                  <a:cubicBezTo>
                    <a:pt x="0" y="10481"/>
                    <a:pt x="0" y="10510"/>
                    <a:pt x="6" y="10540"/>
                  </a:cubicBezTo>
                  <a:lnTo>
                    <a:pt x="6" y="10588"/>
                  </a:lnTo>
                  <a:cubicBezTo>
                    <a:pt x="6" y="10623"/>
                    <a:pt x="18" y="10659"/>
                    <a:pt x="18" y="10700"/>
                  </a:cubicBezTo>
                  <a:lnTo>
                    <a:pt x="18" y="10730"/>
                  </a:lnTo>
                  <a:cubicBezTo>
                    <a:pt x="24" y="10772"/>
                    <a:pt x="24" y="10819"/>
                    <a:pt x="30" y="10867"/>
                  </a:cubicBezTo>
                  <a:lnTo>
                    <a:pt x="30" y="10896"/>
                  </a:lnTo>
                  <a:cubicBezTo>
                    <a:pt x="36" y="10938"/>
                    <a:pt x="36" y="10974"/>
                    <a:pt x="48" y="11003"/>
                  </a:cubicBezTo>
                  <a:cubicBezTo>
                    <a:pt x="48" y="11015"/>
                    <a:pt x="54" y="11033"/>
                    <a:pt x="54" y="11045"/>
                  </a:cubicBezTo>
                  <a:cubicBezTo>
                    <a:pt x="54" y="11063"/>
                    <a:pt x="60" y="11086"/>
                    <a:pt x="60" y="11098"/>
                  </a:cubicBezTo>
                  <a:cubicBezTo>
                    <a:pt x="60" y="11116"/>
                    <a:pt x="66" y="11122"/>
                    <a:pt x="66" y="11134"/>
                  </a:cubicBezTo>
                  <a:cubicBezTo>
                    <a:pt x="66" y="11152"/>
                    <a:pt x="78" y="11164"/>
                    <a:pt x="78" y="11181"/>
                  </a:cubicBezTo>
                  <a:cubicBezTo>
                    <a:pt x="83" y="11211"/>
                    <a:pt x="83" y="11241"/>
                    <a:pt x="89" y="11276"/>
                  </a:cubicBezTo>
                  <a:cubicBezTo>
                    <a:pt x="89" y="11294"/>
                    <a:pt x="95" y="11300"/>
                    <a:pt x="95" y="11312"/>
                  </a:cubicBezTo>
                  <a:cubicBezTo>
                    <a:pt x="107" y="11359"/>
                    <a:pt x="113" y="11395"/>
                    <a:pt x="119" y="11443"/>
                  </a:cubicBezTo>
                  <a:cubicBezTo>
                    <a:pt x="119" y="11449"/>
                    <a:pt x="119" y="11454"/>
                    <a:pt x="125" y="11460"/>
                  </a:cubicBezTo>
                  <a:cubicBezTo>
                    <a:pt x="137" y="11502"/>
                    <a:pt x="143" y="11532"/>
                    <a:pt x="149" y="11561"/>
                  </a:cubicBezTo>
                  <a:cubicBezTo>
                    <a:pt x="149" y="11573"/>
                    <a:pt x="155" y="11591"/>
                    <a:pt x="155" y="11597"/>
                  </a:cubicBezTo>
                  <a:cubicBezTo>
                    <a:pt x="167" y="11627"/>
                    <a:pt x="173" y="11650"/>
                    <a:pt x="178" y="11680"/>
                  </a:cubicBezTo>
                  <a:cubicBezTo>
                    <a:pt x="178" y="11692"/>
                    <a:pt x="184" y="11710"/>
                    <a:pt x="184" y="11716"/>
                  </a:cubicBezTo>
                  <a:lnTo>
                    <a:pt x="208" y="11805"/>
                  </a:lnTo>
                  <a:cubicBezTo>
                    <a:pt x="208" y="11811"/>
                    <a:pt x="214" y="11829"/>
                    <a:pt x="214" y="11835"/>
                  </a:cubicBezTo>
                  <a:cubicBezTo>
                    <a:pt x="232" y="11870"/>
                    <a:pt x="238" y="11906"/>
                    <a:pt x="256" y="11947"/>
                  </a:cubicBezTo>
                  <a:cubicBezTo>
                    <a:pt x="256" y="11953"/>
                    <a:pt x="262" y="11959"/>
                    <a:pt x="262" y="11965"/>
                  </a:cubicBezTo>
                  <a:cubicBezTo>
                    <a:pt x="268" y="11995"/>
                    <a:pt x="285" y="12025"/>
                    <a:pt x="291" y="12054"/>
                  </a:cubicBezTo>
                  <a:cubicBezTo>
                    <a:pt x="297" y="12072"/>
                    <a:pt x="297" y="12078"/>
                    <a:pt x="303" y="12096"/>
                  </a:cubicBezTo>
                  <a:cubicBezTo>
                    <a:pt x="315" y="12114"/>
                    <a:pt x="327" y="12143"/>
                    <a:pt x="333" y="12167"/>
                  </a:cubicBezTo>
                  <a:cubicBezTo>
                    <a:pt x="345" y="12185"/>
                    <a:pt x="345" y="12191"/>
                    <a:pt x="351" y="12203"/>
                  </a:cubicBezTo>
                  <a:cubicBezTo>
                    <a:pt x="363" y="12232"/>
                    <a:pt x="374" y="12256"/>
                    <a:pt x="386" y="12286"/>
                  </a:cubicBezTo>
                  <a:cubicBezTo>
                    <a:pt x="386" y="12292"/>
                    <a:pt x="392" y="12304"/>
                    <a:pt x="392" y="12310"/>
                  </a:cubicBezTo>
                  <a:cubicBezTo>
                    <a:pt x="410" y="12345"/>
                    <a:pt x="422" y="12375"/>
                    <a:pt x="440" y="12405"/>
                  </a:cubicBezTo>
                  <a:cubicBezTo>
                    <a:pt x="446" y="12410"/>
                    <a:pt x="446" y="12422"/>
                    <a:pt x="452" y="12428"/>
                  </a:cubicBezTo>
                  <a:cubicBezTo>
                    <a:pt x="469" y="12452"/>
                    <a:pt x="475" y="12482"/>
                    <a:pt x="493" y="12500"/>
                  </a:cubicBezTo>
                  <a:cubicBezTo>
                    <a:pt x="499" y="12511"/>
                    <a:pt x="505" y="12523"/>
                    <a:pt x="505" y="12529"/>
                  </a:cubicBezTo>
                  <a:cubicBezTo>
                    <a:pt x="523" y="12553"/>
                    <a:pt x="529" y="12577"/>
                    <a:pt x="541" y="12601"/>
                  </a:cubicBezTo>
                  <a:cubicBezTo>
                    <a:pt x="553" y="12606"/>
                    <a:pt x="559" y="12618"/>
                    <a:pt x="559" y="12630"/>
                  </a:cubicBezTo>
                  <a:cubicBezTo>
                    <a:pt x="570" y="12648"/>
                    <a:pt x="588" y="12678"/>
                    <a:pt x="600" y="12701"/>
                  </a:cubicBezTo>
                  <a:cubicBezTo>
                    <a:pt x="600" y="12707"/>
                    <a:pt x="612" y="12707"/>
                    <a:pt x="612" y="12719"/>
                  </a:cubicBezTo>
                  <a:cubicBezTo>
                    <a:pt x="630" y="12749"/>
                    <a:pt x="648" y="12779"/>
                    <a:pt x="671" y="12808"/>
                  </a:cubicBezTo>
                  <a:cubicBezTo>
                    <a:pt x="677" y="12814"/>
                    <a:pt x="677" y="12820"/>
                    <a:pt x="683" y="12826"/>
                  </a:cubicBezTo>
                  <a:lnTo>
                    <a:pt x="731" y="12897"/>
                  </a:lnTo>
                  <a:cubicBezTo>
                    <a:pt x="737" y="12903"/>
                    <a:pt x="743" y="12909"/>
                    <a:pt x="749" y="12927"/>
                  </a:cubicBezTo>
                  <a:cubicBezTo>
                    <a:pt x="766" y="12945"/>
                    <a:pt x="778" y="12963"/>
                    <a:pt x="796" y="12986"/>
                  </a:cubicBezTo>
                  <a:lnTo>
                    <a:pt x="820" y="13004"/>
                  </a:lnTo>
                  <a:cubicBezTo>
                    <a:pt x="832" y="13028"/>
                    <a:pt x="855" y="13052"/>
                    <a:pt x="879" y="13076"/>
                  </a:cubicBezTo>
                  <a:lnTo>
                    <a:pt x="885" y="13081"/>
                  </a:lnTo>
                  <a:cubicBezTo>
                    <a:pt x="909" y="13105"/>
                    <a:pt x="927" y="13135"/>
                    <a:pt x="950" y="13153"/>
                  </a:cubicBezTo>
                  <a:lnTo>
                    <a:pt x="974" y="13176"/>
                  </a:lnTo>
                  <a:lnTo>
                    <a:pt x="1028" y="13230"/>
                  </a:lnTo>
                  <a:lnTo>
                    <a:pt x="1045" y="13254"/>
                  </a:lnTo>
                  <a:cubicBezTo>
                    <a:pt x="1063" y="13266"/>
                    <a:pt x="1087" y="13283"/>
                    <a:pt x="1099" y="13295"/>
                  </a:cubicBezTo>
                  <a:lnTo>
                    <a:pt x="1123" y="13319"/>
                  </a:lnTo>
                  <a:cubicBezTo>
                    <a:pt x="1146" y="13343"/>
                    <a:pt x="1164" y="13355"/>
                    <a:pt x="1188" y="13378"/>
                  </a:cubicBezTo>
                  <a:cubicBezTo>
                    <a:pt x="1188" y="13378"/>
                    <a:pt x="1194" y="13378"/>
                    <a:pt x="1194" y="13384"/>
                  </a:cubicBezTo>
                  <a:cubicBezTo>
                    <a:pt x="1218" y="13408"/>
                    <a:pt x="1247" y="13432"/>
                    <a:pt x="1271" y="13444"/>
                  </a:cubicBezTo>
                  <a:cubicBezTo>
                    <a:pt x="1277" y="13450"/>
                    <a:pt x="1283" y="13462"/>
                    <a:pt x="1295" y="13462"/>
                  </a:cubicBezTo>
                  <a:cubicBezTo>
                    <a:pt x="1313" y="13473"/>
                    <a:pt x="1330" y="13491"/>
                    <a:pt x="1354" y="13503"/>
                  </a:cubicBezTo>
                  <a:cubicBezTo>
                    <a:pt x="1360" y="13509"/>
                    <a:pt x="1366" y="13521"/>
                    <a:pt x="1384" y="13527"/>
                  </a:cubicBezTo>
                  <a:cubicBezTo>
                    <a:pt x="1402" y="13539"/>
                    <a:pt x="1420" y="13551"/>
                    <a:pt x="1443" y="13562"/>
                  </a:cubicBezTo>
                  <a:cubicBezTo>
                    <a:pt x="1449" y="13568"/>
                    <a:pt x="1455" y="13568"/>
                    <a:pt x="1461" y="13580"/>
                  </a:cubicBezTo>
                  <a:cubicBezTo>
                    <a:pt x="1491" y="13592"/>
                    <a:pt x="1515" y="13616"/>
                    <a:pt x="1544" y="13628"/>
                  </a:cubicBezTo>
                  <a:lnTo>
                    <a:pt x="9638" y="18402"/>
                  </a:lnTo>
                  <a:cubicBezTo>
                    <a:pt x="9636" y="18401"/>
                    <a:pt x="9634" y="18400"/>
                    <a:pt x="9632" y="18400"/>
                  </a:cubicBezTo>
                  <a:lnTo>
                    <a:pt x="9632" y="18400"/>
                  </a:lnTo>
                  <a:cubicBezTo>
                    <a:pt x="10055" y="18652"/>
                    <a:pt x="10548" y="18783"/>
                    <a:pt x="11093" y="18783"/>
                  </a:cubicBezTo>
                  <a:cubicBezTo>
                    <a:pt x="11821" y="18783"/>
                    <a:pt x="12643" y="18548"/>
                    <a:pt x="13515" y="18052"/>
                  </a:cubicBezTo>
                  <a:cubicBezTo>
                    <a:pt x="16537" y="16341"/>
                    <a:pt x="19002" y="12143"/>
                    <a:pt x="19025" y="8687"/>
                  </a:cubicBezTo>
                  <a:cubicBezTo>
                    <a:pt x="19049" y="6918"/>
                    <a:pt x="18444" y="5701"/>
                    <a:pt x="17464" y="5131"/>
                  </a:cubicBezTo>
                  <a:lnTo>
                    <a:pt x="17464" y="5131"/>
                  </a:lnTo>
                  <a:cubicBezTo>
                    <a:pt x="17464" y="5131"/>
                    <a:pt x="17465" y="5131"/>
                    <a:pt x="17466" y="5131"/>
                  </a:cubicBezTo>
                  <a:lnTo>
                    <a:pt x="17466" y="5131"/>
                  </a:lnTo>
                  <a:lnTo>
                    <a:pt x="9382" y="368"/>
                  </a:lnTo>
                  <a:cubicBezTo>
                    <a:pt x="9353" y="345"/>
                    <a:pt x="9317" y="327"/>
                    <a:pt x="9287" y="309"/>
                  </a:cubicBezTo>
                  <a:cubicBezTo>
                    <a:pt x="9281" y="297"/>
                    <a:pt x="9264" y="291"/>
                    <a:pt x="9252" y="291"/>
                  </a:cubicBezTo>
                  <a:cubicBezTo>
                    <a:pt x="9228" y="279"/>
                    <a:pt x="9204" y="267"/>
                    <a:pt x="9180" y="256"/>
                  </a:cubicBezTo>
                  <a:lnTo>
                    <a:pt x="9139" y="232"/>
                  </a:lnTo>
                  <a:cubicBezTo>
                    <a:pt x="9115" y="226"/>
                    <a:pt x="9091" y="208"/>
                    <a:pt x="9068" y="202"/>
                  </a:cubicBezTo>
                  <a:cubicBezTo>
                    <a:pt x="9056" y="196"/>
                    <a:pt x="9038" y="190"/>
                    <a:pt x="9026" y="190"/>
                  </a:cubicBezTo>
                  <a:lnTo>
                    <a:pt x="8961" y="166"/>
                  </a:lnTo>
                  <a:cubicBezTo>
                    <a:pt x="8943" y="161"/>
                    <a:pt x="8931" y="149"/>
                    <a:pt x="8913" y="149"/>
                  </a:cubicBezTo>
                  <a:lnTo>
                    <a:pt x="8848" y="131"/>
                  </a:lnTo>
                  <a:cubicBezTo>
                    <a:pt x="8830" y="119"/>
                    <a:pt x="8818" y="119"/>
                    <a:pt x="8806" y="113"/>
                  </a:cubicBezTo>
                  <a:lnTo>
                    <a:pt x="8735" y="89"/>
                  </a:lnTo>
                  <a:cubicBezTo>
                    <a:pt x="8723" y="83"/>
                    <a:pt x="8705" y="83"/>
                    <a:pt x="8693" y="77"/>
                  </a:cubicBezTo>
                  <a:cubicBezTo>
                    <a:pt x="8670" y="71"/>
                    <a:pt x="8646" y="60"/>
                    <a:pt x="8616" y="60"/>
                  </a:cubicBezTo>
                  <a:cubicBezTo>
                    <a:pt x="8604" y="60"/>
                    <a:pt x="8587" y="54"/>
                    <a:pt x="8575" y="54"/>
                  </a:cubicBezTo>
                  <a:cubicBezTo>
                    <a:pt x="8545" y="48"/>
                    <a:pt x="8515" y="42"/>
                    <a:pt x="8486" y="42"/>
                  </a:cubicBezTo>
                  <a:cubicBezTo>
                    <a:pt x="8480" y="42"/>
                    <a:pt x="8462" y="30"/>
                    <a:pt x="8456" y="30"/>
                  </a:cubicBezTo>
                  <a:cubicBezTo>
                    <a:pt x="8420" y="24"/>
                    <a:pt x="8373" y="18"/>
                    <a:pt x="8337" y="18"/>
                  </a:cubicBezTo>
                  <a:lnTo>
                    <a:pt x="8308" y="18"/>
                  </a:lnTo>
                  <a:cubicBezTo>
                    <a:pt x="8278" y="12"/>
                    <a:pt x="8248" y="12"/>
                    <a:pt x="8218" y="12"/>
                  </a:cubicBezTo>
                  <a:lnTo>
                    <a:pt x="8171" y="12"/>
                  </a:lnTo>
                  <a:cubicBezTo>
                    <a:pt x="8141" y="12"/>
                    <a:pt x="8123" y="0"/>
                    <a:pt x="80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5">
              <a:extLst>
                <a:ext uri="{FF2B5EF4-FFF2-40B4-BE49-F238E27FC236}">
                  <a16:creationId xmlns:a16="http://schemas.microsoft.com/office/drawing/2014/main" id="{D6EA1527-BAC2-C45E-7841-6849FD74AA07}"/>
                </a:ext>
              </a:extLst>
            </p:cNvPr>
            <p:cNvSpPr/>
            <p:nvPr/>
          </p:nvSpPr>
          <p:spPr>
            <a:xfrm>
              <a:off x="8246507" y="74659"/>
              <a:ext cx="3213691" cy="3186284"/>
            </a:xfrm>
            <a:custGeom>
              <a:avLst/>
              <a:gdLst/>
              <a:ahLst/>
              <a:cxnLst/>
              <a:rect l="l" t="t" r="r" b="b"/>
              <a:pathLst>
                <a:path w="14811" h="15138" extrusionOk="0">
                  <a:moveTo>
                    <a:pt x="7911" y="1"/>
                  </a:moveTo>
                  <a:cubicBezTo>
                    <a:pt x="7322" y="1"/>
                    <a:pt x="6672" y="154"/>
                    <a:pt x="5986" y="473"/>
                  </a:cubicBezTo>
                  <a:cubicBezTo>
                    <a:pt x="5980" y="473"/>
                    <a:pt x="5969" y="485"/>
                    <a:pt x="5963" y="485"/>
                  </a:cubicBezTo>
                  <a:lnTo>
                    <a:pt x="5743" y="592"/>
                  </a:lnTo>
                  <a:cubicBezTo>
                    <a:pt x="5731" y="604"/>
                    <a:pt x="5725" y="604"/>
                    <a:pt x="5707" y="610"/>
                  </a:cubicBezTo>
                  <a:cubicBezTo>
                    <a:pt x="5630" y="651"/>
                    <a:pt x="5553" y="693"/>
                    <a:pt x="5470" y="734"/>
                  </a:cubicBezTo>
                  <a:cubicBezTo>
                    <a:pt x="2453" y="2462"/>
                    <a:pt x="13" y="6666"/>
                    <a:pt x="1" y="10122"/>
                  </a:cubicBezTo>
                  <a:cubicBezTo>
                    <a:pt x="1" y="11844"/>
                    <a:pt x="601" y="13056"/>
                    <a:pt x="1574" y="13626"/>
                  </a:cubicBezTo>
                  <a:lnTo>
                    <a:pt x="8255" y="14879"/>
                  </a:lnTo>
                  <a:cubicBezTo>
                    <a:pt x="8249" y="14873"/>
                    <a:pt x="8243" y="14873"/>
                    <a:pt x="8237" y="14867"/>
                  </a:cubicBezTo>
                  <a:lnTo>
                    <a:pt x="8237" y="14867"/>
                  </a:lnTo>
                  <a:cubicBezTo>
                    <a:pt x="8532" y="15045"/>
                    <a:pt x="8880" y="15138"/>
                    <a:pt x="9265" y="15138"/>
                  </a:cubicBezTo>
                  <a:cubicBezTo>
                    <a:pt x="9779" y="15138"/>
                    <a:pt x="10360" y="14973"/>
                    <a:pt x="10974" y="14623"/>
                  </a:cubicBezTo>
                  <a:cubicBezTo>
                    <a:pt x="13088" y="13412"/>
                    <a:pt x="14804" y="10473"/>
                    <a:pt x="14804" y="8044"/>
                  </a:cubicBezTo>
                  <a:cubicBezTo>
                    <a:pt x="14810" y="6850"/>
                    <a:pt x="14388" y="5995"/>
                    <a:pt x="13700" y="5603"/>
                  </a:cubicBezTo>
                  <a:lnTo>
                    <a:pt x="9353" y="372"/>
                  </a:lnTo>
                  <a:cubicBezTo>
                    <a:pt x="8936" y="128"/>
                    <a:pt x="8449" y="1"/>
                    <a:pt x="79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5">
              <a:extLst>
                <a:ext uri="{FF2B5EF4-FFF2-40B4-BE49-F238E27FC236}">
                  <a16:creationId xmlns:a16="http://schemas.microsoft.com/office/drawing/2014/main" id="{4BCADE74-90A2-46B7-38B0-40ED88C4105F}"/>
                </a:ext>
              </a:extLst>
            </p:cNvPr>
            <p:cNvSpPr/>
            <p:nvPr/>
          </p:nvSpPr>
          <p:spPr>
            <a:xfrm>
              <a:off x="9476992" y="111704"/>
              <a:ext cx="4583052" cy="5620725"/>
            </a:xfrm>
            <a:custGeom>
              <a:avLst/>
              <a:gdLst/>
              <a:ahLst/>
              <a:cxnLst/>
              <a:rect l="l" t="t" r="r" b="b"/>
              <a:pathLst>
                <a:path w="21122" h="26704" extrusionOk="0">
                  <a:moveTo>
                    <a:pt x="15077" y="0"/>
                  </a:moveTo>
                  <a:cubicBezTo>
                    <a:pt x="14798" y="0"/>
                    <a:pt x="14430" y="24"/>
                    <a:pt x="14157" y="54"/>
                  </a:cubicBezTo>
                  <a:cubicBezTo>
                    <a:pt x="13658" y="107"/>
                    <a:pt x="12999" y="238"/>
                    <a:pt x="12518" y="386"/>
                  </a:cubicBezTo>
                  <a:cubicBezTo>
                    <a:pt x="12215" y="481"/>
                    <a:pt x="11805" y="624"/>
                    <a:pt x="11502" y="742"/>
                  </a:cubicBezTo>
                  <a:cubicBezTo>
                    <a:pt x="11241" y="849"/>
                    <a:pt x="10897" y="998"/>
                    <a:pt x="10647" y="1122"/>
                  </a:cubicBezTo>
                  <a:cubicBezTo>
                    <a:pt x="10154" y="1366"/>
                    <a:pt x="9513" y="1716"/>
                    <a:pt x="9050" y="2019"/>
                  </a:cubicBezTo>
                  <a:cubicBezTo>
                    <a:pt x="8807" y="2185"/>
                    <a:pt x="8480" y="2399"/>
                    <a:pt x="8242" y="2577"/>
                  </a:cubicBezTo>
                  <a:cubicBezTo>
                    <a:pt x="7957" y="2791"/>
                    <a:pt x="7583" y="3076"/>
                    <a:pt x="7316" y="3308"/>
                  </a:cubicBezTo>
                  <a:cubicBezTo>
                    <a:pt x="7091" y="3498"/>
                    <a:pt x="6794" y="3753"/>
                    <a:pt x="6580" y="3949"/>
                  </a:cubicBezTo>
                  <a:cubicBezTo>
                    <a:pt x="6336" y="4181"/>
                    <a:pt x="6016" y="4483"/>
                    <a:pt x="5784" y="4727"/>
                  </a:cubicBezTo>
                  <a:cubicBezTo>
                    <a:pt x="5570" y="4958"/>
                    <a:pt x="5279" y="5261"/>
                    <a:pt x="5078" y="5499"/>
                  </a:cubicBezTo>
                  <a:cubicBezTo>
                    <a:pt x="4893" y="5724"/>
                    <a:pt x="4644" y="6021"/>
                    <a:pt x="4466" y="6241"/>
                  </a:cubicBezTo>
                  <a:cubicBezTo>
                    <a:pt x="4276" y="6473"/>
                    <a:pt x="4038" y="6787"/>
                    <a:pt x="3872" y="7031"/>
                  </a:cubicBezTo>
                  <a:cubicBezTo>
                    <a:pt x="3546" y="7500"/>
                    <a:pt x="3136" y="8135"/>
                    <a:pt x="2833" y="8616"/>
                  </a:cubicBezTo>
                  <a:cubicBezTo>
                    <a:pt x="2673" y="8866"/>
                    <a:pt x="2506" y="9204"/>
                    <a:pt x="2364" y="9453"/>
                  </a:cubicBezTo>
                  <a:cubicBezTo>
                    <a:pt x="2239" y="9673"/>
                    <a:pt x="1824" y="10504"/>
                    <a:pt x="1544" y="11164"/>
                  </a:cubicBezTo>
                  <a:cubicBezTo>
                    <a:pt x="1426" y="11431"/>
                    <a:pt x="1289" y="11805"/>
                    <a:pt x="1182" y="12078"/>
                  </a:cubicBezTo>
                  <a:cubicBezTo>
                    <a:pt x="1081" y="12351"/>
                    <a:pt x="969" y="12713"/>
                    <a:pt x="873" y="12992"/>
                  </a:cubicBezTo>
                  <a:cubicBezTo>
                    <a:pt x="784" y="13266"/>
                    <a:pt x="683" y="13646"/>
                    <a:pt x="606" y="13925"/>
                  </a:cubicBezTo>
                  <a:cubicBezTo>
                    <a:pt x="523" y="14228"/>
                    <a:pt x="434" y="14637"/>
                    <a:pt x="369" y="14952"/>
                  </a:cubicBezTo>
                  <a:cubicBezTo>
                    <a:pt x="309" y="15237"/>
                    <a:pt x="238" y="15635"/>
                    <a:pt x="197" y="15920"/>
                  </a:cubicBezTo>
                  <a:cubicBezTo>
                    <a:pt x="137" y="16258"/>
                    <a:pt x="90" y="16704"/>
                    <a:pt x="60" y="17036"/>
                  </a:cubicBezTo>
                  <a:cubicBezTo>
                    <a:pt x="42" y="17327"/>
                    <a:pt x="18" y="17719"/>
                    <a:pt x="12" y="18016"/>
                  </a:cubicBezTo>
                  <a:cubicBezTo>
                    <a:pt x="1" y="18366"/>
                    <a:pt x="12" y="18823"/>
                    <a:pt x="24" y="19174"/>
                  </a:cubicBezTo>
                  <a:cubicBezTo>
                    <a:pt x="36" y="19459"/>
                    <a:pt x="72" y="19833"/>
                    <a:pt x="108" y="20112"/>
                  </a:cubicBezTo>
                  <a:cubicBezTo>
                    <a:pt x="149" y="20456"/>
                    <a:pt x="238" y="21169"/>
                    <a:pt x="505" y="22030"/>
                  </a:cubicBezTo>
                  <a:cubicBezTo>
                    <a:pt x="755" y="22832"/>
                    <a:pt x="1010" y="23324"/>
                    <a:pt x="1200" y="23681"/>
                  </a:cubicBezTo>
                  <a:cubicBezTo>
                    <a:pt x="1325" y="23918"/>
                    <a:pt x="1509" y="24227"/>
                    <a:pt x="1681" y="24435"/>
                  </a:cubicBezTo>
                  <a:cubicBezTo>
                    <a:pt x="1717" y="24482"/>
                    <a:pt x="1752" y="24536"/>
                    <a:pt x="1800" y="24583"/>
                  </a:cubicBezTo>
                  <a:cubicBezTo>
                    <a:pt x="1919" y="24726"/>
                    <a:pt x="2037" y="24880"/>
                    <a:pt x="2150" y="24999"/>
                  </a:cubicBezTo>
                  <a:cubicBezTo>
                    <a:pt x="2310" y="25171"/>
                    <a:pt x="2542" y="25385"/>
                    <a:pt x="2726" y="25545"/>
                  </a:cubicBezTo>
                  <a:cubicBezTo>
                    <a:pt x="3647" y="26302"/>
                    <a:pt x="4799" y="26703"/>
                    <a:pt x="6110" y="26703"/>
                  </a:cubicBezTo>
                  <a:cubicBezTo>
                    <a:pt x="7455" y="26703"/>
                    <a:pt x="8968" y="26281"/>
                    <a:pt x="10570" y="25385"/>
                  </a:cubicBezTo>
                  <a:cubicBezTo>
                    <a:pt x="16294" y="22202"/>
                    <a:pt x="20991" y="14245"/>
                    <a:pt x="21074" y="7619"/>
                  </a:cubicBezTo>
                  <a:cubicBezTo>
                    <a:pt x="21122" y="3842"/>
                    <a:pt x="19655" y="1307"/>
                    <a:pt x="17322" y="404"/>
                  </a:cubicBezTo>
                  <a:cubicBezTo>
                    <a:pt x="17215" y="362"/>
                    <a:pt x="17090" y="321"/>
                    <a:pt x="16965" y="285"/>
                  </a:cubicBezTo>
                  <a:cubicBezTo>
                    <a:pt x="16852" y="244"/>
                    <a:pt x="16740" y="208"/>
                    <a:pt x="16645" y="184"/>
                  </a:cubicBezTo>
                  <a:cubicBezTo>
                    <a:pt x="16407" y="137"/>
                    <a:pt x="16081" y="77"/>
                    <a:pt x="15837" y="48"/>
                  </a:cubicBezTo>
                  <a:cubicBezTo>
                    <a:pt x="15605" y="24"/>
                    <a:pt x="15303" y="0"/>
                    <a:pt x="150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5">
              <a:extLst>
                <a:ext uri="{FF2B5EF4-FFF2-40B4-BE49-F238E27FC236}">
                  <a16:creationId xmlns:a16="http://schemas.microsoft.com/office/drawing/2014/main" id="{9C37B217-F15A-FEE5-537E-CE0A65A87703}"/>
                </a:ext>
              </a:extLst>
            </p:cNvPr>
            <p:cNvSpPr/>
            <p:nvPr/>
          </p:nvSpPr>
          <p:spPr>
            <a:xfrm>
              <a:off x="9480897" y="111704"/>
              <a:ext cx="4000677" cy="5224386"/>
            </a:xfrm>
            <a:custGeom>
              <a:avLst/>
              <a:gdLst/>
              <a:ahLst/>
              <a:cxnLst/>
              <a:rect l="l" t="t" r="r" b="b"/>
              <a:pathLst>
                <a:path w="18438" h="24821" extrusionOk="0">
                  <a:moveTo>
                    <a:pt x="15077" y="0"/>
                  </a:moveTo>
                  <a:cubicBezTo>
                    <a:pt x="14792" y="0"/>
                    <a:pt x="14430" y="24"/>
                    <a:pt x="14156" y="54"/>
                  </a:cubicBezTo>
                  <a:cubicBezTo>
                    <a:pt x="13658" y="107"/>
                    <a:pt x="12999" y="238"/>
                    <a:pt x="12512" y="386"/>
                  </a:cubicBezTo>
                  <a:cubicBezTo>
                    <a:pt x="12209" y="481"/>
                    <a:pt x="11799" y="624"/>
                    <a:pt x="11496" y="742"/>
                  </a:cubicBezTo>
                  <a:cubicBezTo>
                    <a:pt x="11235" y="849"/>
                    <a:pt x="10897" y="998"/>
                    <a:pt x="10641" y="1122"/>
                  </a:cubicBezTo>
                  <a:cubicBezTo>
                    <a:pt x="10154" y="1366"/>
                    <a:pt x="9507" y="1716"/>
                    <a:pt x="9050" y="2019"/>
                  </a:cubicBezTo>
                  <a:cubicBezTo>
                    <a:pt x="8800" y="2185"/>
                    <a:pt x="8474" y="2399"/>
                    <a:pt x="8236" y="2577"/>
                  </a:cubicBezTo>
                  <a:cubicBezTo>
                    <a:pt x="7957" y="2791"/>
                    <a:pt x="7577" y="3076"/>
                    <a:pt x="7310" y="3308"/>
                  </a:cubicBezTo>
                  <a:cubicBezTo>
                    <a:pt x="7090" y="3498"/>
                    <a:pt x="6793" y="3753"/>
                    <a:pt x="6574" y="3949"/>
                  </a:cubicBezTo>
                  <a:cubicBezTo>
                    <a:pt x="6330" y="4181"/>
                    <a:pt x="6010" y="4483"/>
                    <a:pt x="5778" y="4727"/>
                  </a:cubicBezTo>
                  <a:cubicBezTo>
                    <a:pt x="5564" y="4958"/>
                    <a:pt x="5279" y="5261"/>
                    <a:pt x="5077" y="5499"/>
                  </a:cubicBezTo>
                  <a:cubicBezTo>
                    <a:pt x="4887" y="5724"/>
                    <a:pt x="4638" y="6021"/>
                    <a:pt x="4460" y="6241"/>
                  </a:cubicBezTo>
                  <a:cubicBezTo>
                    <a:pt x="4276" y="6473"/>
                    <a:pt x="4038" y="6787"/>
                    <a:pt x="3866" y="7031"/>
                  </a:cubicBezTo>
                  <a:cubicBezTo>
                    <a:pt x="3539" y="7500"/>
                    <a:pt x="3130" y="8135"/>
                    <a:pt x="2827" y="8616"/>
                  </a:cubicBezTo>
                  <a:cubicBezTo>
                    <a:pt x="2673" y="8866"/>
                    <a:pt x="2500" y="9204"/>
                    <a:pt x="2358" y="9453"/>
                  </a:cubicBezTo>
                  <a:cubicBezTo>
                    <a:pt x="2233" y="9673"/>
                    <a:pt x="1817" y="10504"/>
                    <a:pt x="1544" y="11164"/>
                  </a:cubicBezTo>
                  <a:cubicBezTo>
                    <a:pt x="1426" y="11431"/>
                    <a:pt x="1283" y="11805"/>
                    <a:pt x="1176" y="12078"/>
                  </a:cubicBezTo>
                  <a:cubicBezTo>
                    <a:pt x="1075" y="12351"/>
                    <a:pt x="962" y="12713"/>
                    <a:pt x="867" y="12992"/>
                  </a:cubicBezTo>
                  <a:cubicBezTo>
                    <a:pt x="778" y="13266"/>
                    <a:pt x="683" y="13646"/>
                    <a:pt x="600" y="13925"/>
                  </a:cubicBezTo>
                  <a:cubicBezTo>
                    <a:pt x="517" y="14228"/>
                    <a:pt x="428" y="14637"/>
                    <a:pt x="363" y="14952"/>
                  </a:cubicBezTo>
                  <a:cubicBezTo>
                    <a:pt x="303" y="15237"/>
                    <a:pt x="238" y="15635"/>
                    <a:pt x="190" y="15920"/>
                  </a:cubicBezTo>
                  <a:cubicBezTo>
                    <a:pt x="131" y="16258"/>
                    <a:pt x="90" y="16704"/>
                    <a:pt x="60" y="17036"/>
                  </a:cubicBezTo>
                  <a:cubicBezTo>
                    <a:pt x="36" y="17327"/>
                    <a:pt x="12" y="17719"/>
                    <a:pt x="6" y="18016"/>
                  </a:cubicBezTo>
                  <a:cubicBezTo>
                    <a:pt x="0" y="18366"/>
                    <a:pt x="6" y="18823"/>
                    <a:pt x="18" y="19174"/>
                  </a:cubicBezTo>
                  <a:cubicBezTo>
                    <a:pt x="36" y="19459"/>
                    <a:pt x="66" y="19833"/>
                    <a:pt x="101" y="20112"/>
                  </a:cubicBezTo>
                  <a:cubicBezTo>
                    <a:pt x="149" y="20456"/>
                    <a:pt x="238" y="21169"/>
                    <a:pt x="505" y="22030"/>
                  </a:cubicBezTo>
                  <a:cubicBezTo>
                    <a:pt x="749" y="22832"/>
                    <a:pt x="1010" y="23324"/>
                    <a:pt x="1194" y="23681"/>
                  </a:cubicBezTo>
                  <a:cubicBezTo>
                    <a:pt x="1319" y="23918"/>
                    <a:pt x="1509" y="24227"/>
                    <a:pt x="1675" y="24435"/>
                  </a:cubicBezTo>
                  <a:cubicBezTo>
                    <a:pt x="1716" y="24482"/>
                    <a:pt x="1752" y="24536"/>
                    <a:pt x="1794" y="24583"/>
                  </a:cubicBezTo>
                  <a:cubicBezTo>
                    <a:pt x="2310" y="24740"/>
                    <a:pt x="2865" y="24820"/>
                    <a:pt x="3450" y="24820"/>
                  </a:cubicBezTo>
                  <a:cubicBezTo>
                    <a:pt x="4797" y="24820"/>
                    <a:pt x="6308" y="24396"/>
                    <a:pt x="7910" y="23503"/>
                  </a:cubicBezTo>
                  <a:cubicBezTo>
                    <a:pt x="13628" y="20308"/>
                    <a:pt x="18325" y="12363"/>
                    <a:pt x="18408" y="5730"/>
                  </a:cubicBezTo>
                  <a:cubicBezTo>
                    <a:pt x="18438" y="3432"/>
                    <a:pt x="17903" y="1592"/>
                    <a:pt x="16959" y="285"/>
                  </a:cubicBezTo>
                  <a:cubicBezTo>
                    <a:pt x="16846" y="244"/>
                    <a:pt x="16739" y="208"/>
                    <a:pt x="16639" y="184"/>
                  </a:cubicBezTo>
                  <a:cubicBezTo>
                    <a:pt x="16401" y="137"/>
                    <a:pt x="16074" y="77"/>
                    <a:pt x="15831" y="48"/>
                  </a:cubicBezTo>
                  <a:cubicBezTo>
                    <a:pt x="15599" y="24"/>
                    <a:pt x="15297" y="0"/>
                    <a:pt x="15077" y="0"/>
                  </a:cubicBez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5">
              <a:extLst>
                <a:ext uri="{FF2B5EF4-FFF2-40B4-BE49-F238E27FC236}">
                  <a16:creationId xmlns:a16="http://schemas.microsoft.com/office/drawing/2014/main" id="{B67E0940-5128-5E71-0EAF-07250A7A7C8F}"/>
                </a:ext>
              </a:extLst>
            </p:cNvPr>
            <p:cNvSpPr/>
            <p:nvPr/>
          </p:nvSpPr>
          <p:spPr>
            <a:xfrm>
              <a:off x="9327494" y="12988"/>
              <a:ext cx="3954461" cy="5553160"/>
            </a:xfrm>
            <a:custGeom>
              <a:avLst/>
              <a:gdLst/>
              <a:ahLst/>
              <a:cxnLst/>
              <a:rect l="l" t="t" r="r" b="b"/>
              <a:pathLst>
                <a:path w="18225" h="26383" extrusionOk="0">
                  <a:moveTo>
                    <a:pt x="17813" y="343"/>
                  </a:moveTo>
                  <a:cubicBezTo>
                    <a:pt x="17955" y="390"/>
                    <a:pt x="18102" y="440"/>
                    <a:pt x="18224" y="481"/>
                  </a:cubicBezTo>
                  <a:cubicBezTo>
                    <a:pt x="18090" y="430"/>
                    <a:pt x="17953" y="383"/>
                    <a:pt x="17813" y="343"/>
                  </a:cubicBezTo>
                  <a:close/>
                  <a:moveTo>
                    <a:pt x="15695" y="0"/>
                  </a:moveTo>
                  <a:cubicBezTo>
                    <a:pt x="15338" y="0"/>
                    <a:pt x="14863" y="24"/>
                    <a:pt x="14507" y="65"/>
                  </a:cubicBezTo>
                  <a:cubicBezTo>
                    <a:pt x="14252" y="83"/>
                    <a:pt x="13913" y="137"/>
                    <a:pt x="13658" y="190"/>
                  </a:cubicBezTo>
                  <a:cubicBezTo>
                    <a:pt x="13278" y="273"/>
                    <a:pt x="12773" y="398"/>
                    <a:pt x="12405" y="511"/>
                  </a:cubicBezTo>
                  <a:cubicBezTo>
                    <a:pt x="11871" y="665"/>
                    <a:pt x="11182" y="956"/>
                    <a:pt x="10665" y="1188"/>
                  </a:cubicBezTo>
                  <a:cubicBezTo>
                    <a:pt x="10576" y="1229"/>
                    <a:pt x="9781" y="1597"/>
                    <a:pt x="8884" y="2179"/>
                  </a:cubicBezTo>
                  <a:cubicBezTo>
                    <a:pt x="8641" y="2334"/>
                    <a:pt x="8314" y="2559"/>
                    <a:pt x="8076" y="2726"/>
                  </a:cubicBezTo>
                  <a:cubicBezTo>
                    <a:pt x="7780" y="2939"/>
                    <a:pt x="7394" y="3230"/>
                    <a:pt x="7120" y="3468"/>
                  </a:cubicBezTo>
                  <a:cubicBezTo>
                    <a:pt x="6841" y="3699"/>
                    <a:pt x="6129" y="4317"/>
                    <a:pt x="5618" y="4863"/>
                  </a:cubicBezTo>
                  <a:cubicBezTo>
                    <a:pt x="5410" y="5089"/>
                    <a:pt x="5131" y="5374"/>
                    <a:pt x="4935" y="5606"/>
                  </a:cubicBezTo>
                  <a:cubicBezTo>
                    <a:pt x="4579" y="6039"/>
                    <a:pt x="4104" y="6615"/>
                    <a:pt x="3777" y="7066"/>
                  </a:cubicBezTo>
                  <a:cubicBezTo>
                    <a:pt x="3178" y="7909"/>
                    <a:pt x="2762" y="8628"/>
                    <a:pt x="2756" y="8634"/>
                  </a:cubicBezTo>
                  <a:cubicBezTo>
                    <a:pt x="2477" y="9115"/>
                    <a:pt x="2138" y="9774"/>
                    <a:pt x="1883" y="10267"/>
                  </a:cubicBezTo>
                  <a:cubicBezTo>
                    <a:pt x="1758" y="10522"/>
                    <a:pt x="1610" y="10861"/>
                    <a:pt x="1509" y="11116"/>
                  </a:cubicBezTo>
                  <a:cubicBezTo>
                    <a:pt x="1396" y="11383"/>
                    <a:pt x="1254" y="11728"/>
                    <a:pt x="1159" y="11995"/>
                  </a:cubicBezTo>
                  <a:cubicBezTo>
                    <a:pt x="1064" y="12262"/>
                    <a:pt x="945" y="12618"/>
                    <a:pt x="856" y="12885"/>
                  </a:cubicBezTo>
                  <a:cubicBezTo>
                    <a:pt x="767" y="13153"/>
                    <a:pt x="666" y="13527"/>
                    <a:pt x="589" y="13800"/>
                  </a:cubicBezTo>
                  <a:cubicBezTo>
                    <a:pt x="589" y="13806"/>
                    <a:pt x="339" y="14691"/>
                    <a:pt x="185" y="15753"/>
                  </a:cubicBezTo>
                  <a:cubicBezTo>
                    <a:pt x="66" y="16537"/>
                    <a:pt x="7" y="17309"/>
                    <a:pt x="1" y="18063"/>
                  </a:cubicBezTo>
                  <a:cubicBezTo>
                    <a:pt x="1" y="18348"/>
                    <a:pt x="1" y="18746"/>
                    <a:pt x="13" y="19031"/>
                  </a:cubicBezTo>
                  <a:cubicBezTo>
                    <a:pt x="36" y="19417"/>
                    <a:pt x="84" y="19922"/>
                    <a:pt x="131" y="20308"/>
                  </a:cubicBezTo>
                  <a:cubicBezTo>
                    <a:pt x="173" y="20587"/>
                    <a:pt x="232" y="20943"/>
                    <a:pt x="292" y="21216"/>
                  </a:cubicBezTo>
                  <a:cubicBezTo>
                    <a:pt x="369" y="21585"/>
                    <a:pt x="506" y="22083"/>
                    <a:pt x="618" y="22451"/>
                  </a:cubicBezTo>
                  <a:cubicBezTo>
                    <a:pt x="767" y="22932"/>
                    <a:pt x="1040" y="23544"/>
                    <a:pt x="1272" y="24001"/>
                  </a:cubicBezTo>
                  <a:cubicBezTo>
                    <a:pt x="1432" y="24310"/>
                    <a:pt x="1687" y="24702"/>
                    <a:pt x="1883" y="24999"/>
                  </a:cubicBezTo>
                  <a:cubicBezTo>
                    <a:pt x="2020" y="25195"/>
                    <a:pt x="2222" y="25426"/>
                    <a:pt x="2370" y="25610"/>
                  </a:cubicBezTo>
                  <a:cubicBezTo>
                    <a:pt x="2499" y="25772"/>
                    <a:pt x="2677" y="25948"/>
                    <a:pt x="2853" y="26108"/>
                  </a:cubicBezTo>
                  <a:lnTo>
                    <a:pt x="2853" y="26108"/>
                  </a:lnTo>
                  <a:cubicBezTo>
                    <a:pt x="1490" y="24795"/>
                    <a:pt x="698" y="22636"/>
                    <a:pt x="737" y="19791"/>
                  </a:cubicBezTo>
                  <a:cubicBezTo>
                    <a:pt x="814" y="12957"/>
                    <a:pt x="5672" y="4745"/>
                    <a:pt x="11562" y="1461"/>
                  </a:cubicBezTo>
                  <a:cubicBezTo>
                    <a:pt x="13215" y="551"/>
                    <a:pt x="14776" y="116"/>
                    <a:pt x="16163" y="116"/>
                  </a:cubicBezTo>
                  <a:cubicBezTo>
                    <a:pt x="16745" y="116"/>
                    <a:pt x="17297" y="192"/>
                    <a:pt x="17813" y="343"/>
                  </a:cubicBezTo>
                  <a:lnTo>
                    <a:pt x="17813" y="343"/>
                  </a:lnTo>
                  <a:cubicBezTo>
                    <a:pt x="17707" y="308"/>
                    <a:pt x="17603" y="275"/>
                    <a:pt x="17512" y="250"/>
                  </a:cubicBezTo>
                  <a:cubicBezTo>
                    <a:pt x="17209" y="172"/>
                    <a:pt x="16793" y="89"/>
                    <a:pt x="16479" y="54"/>
                  </a:cubicBezTo>
                  <a:cubicBezTo>
                    <a:pt x="16241" y="24"/>
                    <a:pt x="15932" y="0"/>
                    <a:pt x="15695" y="0"/>
                  </a:cubicBezTo>
                  <a:close/>
                  <a:moveTo>
                    <a:pt x="2853" y="26108"/>
                  </a:moveTo>
                  <a:lnTo>
                    <a:pt x="2853" y="26108"/>
                  </a:lnTo>
                  <a:cubicBezTo>
                    <a:pt x="2952" y="26204"/>
                    <a:pt x="3054" y="26296"/>
                    <a:pt x="3160" y="26382"/>
                  </a:cubicBezTo>
                  <a:cubicBezTo>
                    <a:pt x="3067" y="26301"/>
                    <a:pt x="2961" y="26207"/>
                    <a:pt x="2853" y="2610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5">
              <a:extLst>
                <a:ext uri="{FF2B5EF4-FFF2-40B4-BE49-F238E27FC236}">
                  <a16:creationId xmlns:a16="http://schemas.microsoft.com/office/drawing/2014/main" id="{14BA6519-FEA4-15D0-A340-CBE46E481532}"/>
                </a:ext>
              </a:extLst>
            </p:cNvPr>
            <p:cNvSpPr/>
            <p:nvPr/>
          </p:nvSpPr>
          <p:spPr>
            <a:xfrm>
              <a:off x="9473520" y="36562"/>
              <a:ext cx="4660947" cy="5784691"/>
            </a:xfrm>
            <a:custGeom>
              <a:avLst/>
              <a:gdLst/>
              <a:ahLst/>
              <a:cxnLst/>
              <a:rect l="l" t="t" r="r" b="b"/>
              <a:pathLst>
                <a:path w="21481" h="27483" extrusionOk="0">
                  <a:moveTo>
                    <a:pt x="15352" y="425"/>
                  </a:moveTo>
                  <a:cubicBezTo>
                    <a:pt x="18802" y="425"/>
                    <a:pt x="21150" y="3210"/>
                    <a:pt x="21090" y="7976"/>
                  </a:cubicBezTo>
                  <a:cubicBezTo>
                    <a:pt x="21007" y="14602"/>
                    <a:pt x="16310" y="22559"/>
                    <a:pt x="10598" y="25742"/>
                  </a:cubicBezTo>
                  <a:cubicBezTo>
                    <a:pt x="8991" y="26640"/>
                    <a:pt x="7474" y="27065"/>
                    <a:pt x="6126" y="27065"/>
                  </a:cubicBezTo>
                  <a:cubicBezTo>
                    <a:pt x="2677" y="27065"/>
                    <a:pt x="331" y="24283"/>
                    <a:pt x="391" y="19519"/>
                  </a:cubicBezTo>
                  <a:cubicBezTo>
                    <a:pt x="462" y="12886"/>
                    <a:pt x="5171" y="4929"/>
                    <a:pt x="10883" y="1747"/>
                  </a:cubicBezTo>
                  <a:cubicBezTo>
                    <a:pt x="12489" y="850"/>
                    <a:pt x="14004" y="425"/>
                    <a:pt x="15352" y="425"/>
                  </a:cubicBezTo>
                  <a:close/>
                  <a:moveTo>
                    <a:pt x="15501" y="0"/>
                  </a:moveTo>
                  <a:cubicBezTo>
                    <a:pt x="14112" y="0"/>
                    <a:pt x="12550" y="437"/>
                    <a:pt x="10895" y="1361"/>
                  </a:cubicBezTo>
                  <a:cubicBezTo>
                    <a:pt x="4999" y="4650"/>
                    <a:pt x="147" y="12857"/>
                    <a:pt x="64" y="19697"/>
                  </a:cubicBezTo>
                  <a:cubicBezTo>
                    <a:pt x="0" y="24613"/>
                    <a:pt x="2421" y="27483"/>
                    <a:pt x="5979" y="27483"/>
                  </a:cubicBezTo>
                  <a:cubicBezTo>
                    <a:pt x="7368" y="27483"/>
                    <a:pt x="8931" y="27046"/>
                    <a:pt x="10586" y="26122"/>
                  </a:cubicBezTo>
                  <a:cubicBezTo>
                    <a:pt x="16482" y="22832"/>
                    <a:pt x="21334" y="14632"/>
                    <a:pt x="21417" y="7792"/>
                  </a:cubicBezTo>
                  <a:cubicBezTo>
                    <a:pt x="21481" y="2871"/>
                    <a:pt x="19060" y="0"/>
                    <a:pt x="15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5">
              <a:extLst>
                <a:ext uri="{FF2B5EF4-FFF2-40B4-BE49-F238E27FC236}">
                  <a16:creationId xmlns:a16="http://schemas.microsoft.com/office/drawing/2014/main" id="{3BA4C533-7A02-B4AB-AAA8-216020330AAA}"/>
                </a:ext>
              </a:extLst>
            </p:cNvPr>
            <p:cNvSpPr/>
            <p:nvPr/>
          </p:nvSpPr>
          <p:spPr>
            <a:xfrm>
              <a:off x="11382496" y="3155055"/>
              <a:ext cx="274697" cy="316355"/>
            </a:xfrm>
            <a:custGeom>
              <a:avLst/>
              <a:gdLst/>
              <a:ahLst/>
              <a:cxnLst/>
              <a:rect l="l" t="t" r="r" b="b"/>
              <a:pathLst>
                <a:path w="1266" h="1503" extrusionOk="0">
                  <a:moveTo>
                    <a:pt x="1" y="0"/>
                  </a:moveTo>
                  <a:lnTo>
                    <a:pt x="939" y="1306"/>
                  </a:lnTo>
                  <a:lnTo>
                    <a:pt x="1266" y="1502"/>
                  </a:lnTo>
                  <a:lnTo>
                    <a:pt x="1266" y="1502"/>
                  </a:lnTo>
                  <a:lnTo>
                    <a:pt x="333" y="19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5">
              <a:extLst>
                <a:ext uri="{FF2B5EF4-FFF2-40B4-BE49-F238E27FC236}">
                  <a16:creationId xmlns:a16="http://schemas.microsoft.com/office/drawing/2014/main" id="{349A0D4F-F0CB-913D-69CE-ABC3954C8B23}"/>
                </a:ext>
              </a:extLst>
            </p:cNvPr>
            <p:cNvSpPr/>
            <p:nvPr/>
          </p:nvSpPr>
          <p:spPr>
            <a:xfrm>
              <a:off x="11382496" y="2653688"/>
              <a:ext cx="272093" cy="541571"/>
            </a:xfrm>
            <a:custGeom>
              <a:avLst/>
              <a:gdLst/>
              <a:ahLst/>
              <a:cxnLst/>
              <a:rect l="l" t="t" r="r" b="b"/>
              <a:pathLst>
                <a:path w="1254" h="2573" extrusionOk="0">
                  <a:moveTo>
                    <a:pt x="927" y="1"/>
                  </a:moveTo>
                  <a:lnTo>
                    <a:pt x="1" y="2382"/>
                  </a:lnTo>
                  <a:lnTo>
                    <a:pt x="333" y="2572"/>
                  </a:lnTo>
                  <a:lnTo>
                    <a:pt x="1254" y="185"/>
                  </a:lnTo>
                  <a:lnTo>
                    <a:pt x="9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5">
              <a:extLst>
                <a:ext uri="{FF2B5EF4-FFF2-40B4-BE49-F238E27FC236}">
                  <a16:creationId xmlns:a16="http://schemas.microsoft.com/office/drawing/2014/main" id="{821ECBB6-8FB3-1452-4681-2D7B9080DE33}"/>
                </a:ext>
              </a:extLst>
            </p:cNvPr>
            <p:cNvSpPr/>
            <p:nvPr/>
          </p:nvSpPr>
          <p:spPr>
            <a:xfrm>
              <a:off x="11583635" y="2427631"/>
              <a:ext cx="474318" cy="265208"/>
            </a:xfrm>
            <a:custGeom>
              <a:avLst/>
              <a:gdLst/>
              <a:ahLst/>
              <a:cxnLst/>
              <a:rect l="l" t="t" r="r" b="b"/>
              <a:pathLst>
                <a:path w="2186" h="1260" extrusionOk="0">
                  <a:moveTo>
                    <a:pt x="1859" y="0"/>
                  </a:moveTo>
                  <a:lnTo>
                    <a:pt x="0" y="1075"/>
                  </a:lnTo>
                  <a:lnTo>
                    <a:pt x="327" y="1259"/>
                  </a:lnTo>
                  <a:lnTo>
                    <a:pt x="2185" y="190"/>
                  </a:lnTo>
                  <a:lnTo>
                    <a:pt x="18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5">
              <a:extLst>
                <a:ext uri="{FF2B5EF4-FFF2-40B4-BE49-F238E27FC236}">
                  <a16:creationId xmlns:a16="http://schemas.microsoft.com/office/drawing/2014/main" id="{67C6C4BB-2395-D8CC-0576-D7CCE4F04B8D}"/>
                </a:ext>
              </a:extLst>
            </p:cNvPr>
            <p:cNvSpPr/>
            <p:nvPr/>
          </p:nvSpPr>
          <p:spPr>
            <a:xfrm>
              <a:off x="11454750" y="2467623"/>
              <a:ext cx="805430" cy="1003791"/>
            </a:xfrm>
            <a:custGeom>
              <a:avLst/>
              <a:gdLst/>
              <a:ahLst/>
              <a:cxnLst/>
              <a:rect l="l" t="t" r="r" b="b"/>
              <a:pathLst>
                <a:path w="3712" h="4769" extrusionOk="0">
                  <a:moveTo>
                    <a:pt x="2779" y="0"/>
                  </a:moveTo>
                  <a:lnTo>
                    <a:pt x="921" y="1069"/>
                  </a:lnTo>
                  <a:lnTo>
                    <a:pt x="0" y="3456"/>
                  </a:lnTo>
                  <a:lnTo>
                    <a:pt x="933" y="4768"/>
                  </a:lnTo>
                  <a:lnTo>
                    <a:pt x="2791" y="3700"/>
                  </a:lnTo>
                  <a:lnTo>
                    <a:pt x="3712" y="1318"/>
                  </a:lnTo>
                  <a:lnTo>
                    <a:pt x="27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5">
              <a:extLst>
                <a:ext uri="{FF2B5EF4-FFF2-40B4-BE49-F238E27FC236}">
                  <a16:creationId xmlns:a16="http://schemas.microsoft.com/office/drawing/2014/main" id="{FDBF58CD-6A99-47B7-DC3F-234609877D8F}"/>
                </a:ext>
              </a:extLst>
            </p:cNvPr>
            <p:cNvSpPr/>
            <p:nvPr/>
          </p:nvSpPr>
          <p:spPr>
            <a:xfrm>
              <a:off x="6449275" y="1983936"/>
              <a:ext cx="770713" cy="503685"/>
            </a:xfrm>
            <a:custGeom>
              <a:avLst/>
              <a:gdLst/>
              <a:ahLst/>
              <a:cxnLst/>
              <a:rect l="l" t="t" r="r" b="b"/>
              <a:pathLst>
                <a:path w="3552" h="2393" extrusionOk="0">
                  <a:moveTo>
                    <a:pt x="3159" y="0"/>
                  </a:moveTo>
                  <a:cubicBezTo>
                    <a:pt x="3148" y="0"/>
                    <a:pt x="3142" y="6"/>
                    <a:pt x="3142" y="6"/>
                  </a:cubicBezTo>
                  <a:lnTo>
                    <a:pt x="78" y="1788"/>
                  </a:lnTo>
                  <a:cubicBezTo>
                    <a:pt x="30" y="1811"/>
                    <a:pt x="12" y="1871"/>
                    <a:pt x="0" y="1942"/>
                  </a:cubicBezTo>
                  <a:cubicBezTo>
                    <a:pt x="0" y="2096"/>
                    <a:pt x="107" y="2286"/>
                    <a:pt x="238" y="2358"/>
                  </a:cubicBezTo>
                  <a:cubicBezTo>
                    <a:pt x="281" y="2379"/>
                    <a:pt x="323" y="2392"/>
                    <a:pt x="358" y="2392"/>
                  </a:cubicBezTo>
                  <a:cubicBezTo>
                    <a:pt x="380" y="2392"/>
                    <a:pt x="400" y="2387"/>
                    <a:pt x="416" y="2375"/>
                  </a:cubicBezTo>
                  <a:lnTo>
                    <a:pt x="410" y="2375"/>
                  </a:lnTo>
                  <a:lnTo>
                    <a:pt x="3474" y="594"/>
                  </a:lnTo>
                  <a:cubicBezTo>
                    <a:pt x="3486" y="594"/>
                    <a:pt x="3486" y="582"/>
                    <a:pt x="3492" y="582"/>
                  </a:cubicBezTo>
                  <a:lnTo>
                    <a:pt x="3498" y="582"/>
                  </a:lnTo>
                  <a:lnTo>
                    <a:pt x="3504" y="576"/>
                  </a:lnTo>
                  <a:lnTo>
                    <a:pt x="3516" y="570"/>
                  </a:lnTo>
                  <a:cubicBezTo>
                    <a:pt x="3522" y="547"/>
                    <a:pt x="3522" y="547"/>
                    <a:pt x="3528" y="541"/>
                  </a:cubicBezTo>
                  <a:cubicBezTo>
                    <a:pt x="3534" y="535"/>
                    <a:pt x="3545" y="517"/>
                    <a:pt x="3545" y="505"/>
                  </a:cubicBezTo>
                  <a:lnTo>
                    <a:pt x="3545" y="499"/>
                  </a:lnTo>
                  <a:cubicBezTo>
                    <a:pt x="3545" y="487"/>
                    <a:pt x="3545" y="487"/>
                    <a:pt x="3551" y="481"/>
                  </a:cubicBezTo>
                  <a:lnTo>
                    <a:pt x="3551" y="475"/>
                  </a:lnTo>
                  <a:lnTo>
                    <a:pt x="3551" y="463"/>
                  </a:lnTo>
                  <a:lnTo>
                    <a:pt x="3551" y="452"/>
                  </a:lnTo>
                  <a:lnTo>
                    <a:pt x="3551" y="446"/>
                  </a:lnTo>
                  <a:lnTo>
                    <a:pt x="3551" y="422"/>
                  </a:lnTo>
                  <a:lnTo>
                    <a:pt x="3551" y="392"/>
                  </a:lnTo>
                  <a:cubicBezTo>
                    <a:pt x="3551" y="374"/>
                    <a:pt x="3551" y="368"/>
                    <a:pt x="3545" y="357"/>
                  </a:cubicBezTo>
                  <a:lnTo>
                    <a:pt x="3545" y="345"/>
                  </a:lnTo>
                  <a:cubicBezTo>
                    <a:pt x="3545" y="339"/>
                    <a:pt x="3545" y="333"/>
                    <a:pt x="3534" y="327"/>
                  </a:cubicBezTo>
                  <a:lnTo>
                    <a:pt x="3534" y="315"/>
                  </a:lnTo>
                  <a:lnTo>
                    <a:pt x="3534" y="309"/>
                  </a:lnTo>
                  <a:cubicBezTo>
                    <a:pt x="3534" y="303"/>
                    <a:pt x="3528" y="285"/>
                    <a:pt x="3528" y="279"/>
                  </a:cubicBezTo>
                  <a:lnTo>
                    <a:pt x="3528" y="273"/>
                  </a:lnTo>
                  <a:cubicBezTo>
                    <a:pt x="3522" y="256"/>
                    <a:pt x="3522" y="250"/>
                    <a:pt x="3516" y="238"/>
                  </a:cubicBezTo>
                  <a:cubicBezTo>
                    <a:pt x="3516" y="238"/>
                    <a:pt x="3516" y="226"/>
                    <a:pt x="3504" y="226"/>
                  </a:cubicBezTo>
                  <a:cubicBezTo>
                    <a:pt x="3498" y="220"/>
                    <a:pt x="3498" y="214"/>
                    <a:pt x="3492" y="208"/>
                  </a:cubicBezTo>
                  <a:lnTo>
                    <a:pt x="3486" y="196"/>
                  </a:lnTo>
                  <a:cubicBezTo>
                    <a:pt x="3474" y="190"/>
                    <a:pt x="3468" y="178"/>
                    <a:pt x="3468" y="167"/>
                  </a:cubicBezTo>
                  <a:cubicBezTo>
                    <a:pt x="3462" y="161"/>
                    <a:pt x="3456" y="149"/>
                    <a:pt x="3444" y="137"/>
                  </a:cubicBezTo>
                  <a:lnTo>
                    <a:pt x="3439" y="131"/>
                  </a:lnTo>
                  <a:cubicBezTo>
                    <a:pt x="3433" y="125"/>
                    <a:pt x="3427" y="119"/>
                    <a:pt x="3427" y="113"/>
                  </a:cubicBezTo>
                  <a:lnTo>
                    <a:pt x="3415" y="101"/>
                  </a:lnTo>
                  <a:lnTo>
                    <a:pt x="3397" y="83"/>
                  </a:lnTo>
                  <a:cubicBezTo>
                    <a:pt x="3385" y="71"/>
                    <a:pt x="3379" y="66"/>
                    <a:pt x="3367" y="60"/>
                  </a:cubicBezTo>
                  <a:cubicBezTo>
                    <a:pt x="3355" y="60"/>
                    <a:pt x="3355" y="54"/>
                    <a:pt x="3349" y="54"/>
                  </a:cubicBezTo>
                  <a:cubicBezTo>
                    <a:pt x="3349" y="54"/>
                    <a:pt x="3344" y="54"/>
                    <a:pt x="3344" y="42"/>
                  </a:cubicBezTo>
                  <a:cubicBezTo>
                    <a:pt x="3338" y="36"/>
                    <a:pt x="3326" y="36"/>
                    <a:pt x="3320" y="30"/>
                  </a:cubicBezTo>
                  <a:cubicBezTo>
                    <a:pt x="3314" y="18"/>
                    <a:pt x="3308" y="18"/>
                    <a:pt x="3296" y="12"/>
                  </a:cubicBezTo>
                  <a:cubicBezTo>
                    <a:pt x="3290" y="6"/>
                    <a:pt x="3278" y="6"/>
                    <a:pt x="3266" y="6"/>
                  </a:cubicBezTo>
                  <a:lnTo>
                    <a:pt x="3260" y="6"/>
                  </a:lnTo>
                  <a:cubicBezTo>
                    <a:pt x="3254" y="6"/>
                    <a:pt x="3249" y="6"/>
                    <a:pt x="32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5">
              <a:extLst>
                <a:ext uri="{FF2B5EF4-FFF2-40B4-BE49-F238E27FC236}">
                  <a16:creationId xmlns:a16="http://schemas.microsoft.com/office/drawing/2014/main" id="{89C94A31-C4AB-1D09-FC32-A18FA9D4C074}"/>
                </a:ext>
              </a:extLst>
            </p:cNvPr>
            <p:cNvSpPr/>
            <p:nvPr/>
          </p:nvSpPr>
          <p:spPr>
            <a:xfrm>
              <a:off x="6261154" y="711576"/>
              <a:ext cx="772015" cy="504527"/>
            </a:xfrm>
            <a:custGeom>
              <a:avLst/>
              <a:gdLst/>
              <a:ahLst/>
              <a:cxnLst/>
              <a:rect l="l" t="t" r="r" b="b"/>
              <a:pathLst>
                <a:path w="3558" h="2397" extrusionOk="0">
                  <a:moveTo>
                    <a:pt x="232" y="1776"/>
                  </a:moveTo>
                  <a:cubicBezTo>
                    <a:pt x="238" y="1776"/>
                    <a:pt x="244" y="1782"/>
                    <a:pt x="256" y="1794"/>
                  </a:cubicBezTo>
                  <a:cubicBezTo>
                    <a:pt x="244" y="1782"/>
                    <a:pt x="238" y="1782"/>
                    <a:pt x="232" y="1776"/>
                  </a:cubicBezTo>
                  <a:close/>
                  <a:moveTo>
                    <a:pt x="482" y="2275"/>
                  </a:moveTo>
                  <a:cubicBezTo>
                    <a:pt x="493" y="2275"/>
                    <a:pt x="493" y="2275"/>
                    <a:pt x="482" y="2281"/>
                  </a:cubicBezTo>
                  <a:lnTo>
                    <a:pt x="482" y="2275"/>
                  </a:lnTo>
                  <a:close/>
                  <a:moveTo>
                    <a:pt x="476" y="2298"/>
                  </a:moveTo>
                  <a:cubicBezTo>
                    <a:pt x="482" y="2298"/>
                    <a:pt x="476" y="2298"/>
                    <a:pt x="476" y="2304"/>
                  </a:cubicBezTo>
                  <a:lnTo>
                    <a:pt x="476" y="2298"/>
                  </a:lnTo>
                  <a:close/>
                  <a:moveTo>
                    <a:pt x="3154" y="0"/>
                  </a:moveTo>
                  <a:cubicBezTo>
                    <a:pt x="3148" y="0"/>
                    <a:pt x="3142" y="6"/>
                    <a:pt x="3142" y="6"/>
                  </a:cubicBezTo>
                  <a:lnTo>
                    <a:pt x="78" y="1788"/>
                  </a:lnTo>
                  <a:cubicBezTo>
                    <a:pt x="30" y="1811"/>
                    <a:pt x="6" y="1871"/>
                    <a:pt x="1" y="1948"/>
                  </a:cubicBezTo>
                  <a:cubicBezTo>
                    <a:pt x="1" y="2102"/>
                    <a:pt x="107" y="2287"/>
                    <a:pt x="238" y="2364"/>
                  </a:cubicBezTo>
                  <a:cubicBezTo>
                    <a:pt x="280" y="2386"/>
                    <a:pt x="317" y="2397"/>
                    <a:pt x="348" y="2397"/>
                  </a:cubicBezTo>
                  <a:cubicBezTo>
                    <a:pt x="372" y="2397"/>
                    <a:pt x="393" y="2391"/>
                    <a:pt x="411" y="2379"/>
                  </a:cubicBezTo>
                  <a:lnTo>
                    <a:pt x="411" y="2379"/>
                  </a:lnTo>
                  <a:cubicBezTo>
                    <a:pt x="410" y="2380"/>
                    <a:pt x="410" y="2381"/>
                    <a:pt x="410" y="2382"/>
                  </a:cubicBezTo>
                  <a:lnTo>
                    <a:pt x="3492" y="582"/>
                  </a:lnTo>
                  <a:cubicBezTo>
                    <a:pt x="3498" y="582"/>
                    <a:pt x="3498" y="576"/>
                    <a:pt x="3504" y="576"/>
                  </a:cubicBezTo>
                  <a:lnTo>
                    <a:pt x="3510" y="576"/>
                  </a:lnTo>
                  <a:lnTo>
                    <a:pt x="3522" y="565"/>
                  </a:lnTo>
                  <a:lnTo>
                    <a:pt x="3528" y="559"/>
                  </a:lnTo>
                  <a:lnTo>
                    <a:pt x="3534" y="553"/>
                  </a:lnTo>
                  <a:cubicBezTo>
                    <a:pt x="3540" y="541"/>
                    <a:pt x="3545" y="529"/>
                    <a:pt x="3545" y="511"/>
                  </a:cubicBezTo>
                  <a:lnTo>
                    <a:pt x="3545" y="505"/>
                  </a:lnTo>
                  <a:cubicBezTo>
                    <a:pt x="3545" y="499"/>
                    <a:pt x="3545" y="499"/>
                    <a:pt x="3557" y="493"/>
                  </a:cubicBezTo>
                  <a:lnTo>
                    <a:pt x="3557" y="481"/>
                  </a:lnTo>
                  <a:lnTo>
                    <a:pt x="3557" y="475"/>
                  </a:lnTo>
                  <a:lnTo>
                    <a:pt x="3557" y="470"/>
                  </a:lnTo>
                  <a:lnTo>
                    <a:pt x="3557" y="464"/>
                  </a:lnTo>
                  <a:lnTo>
                    <a:pt x="3557" y="440"/>
                  </a:lnTo>
                  <a:lnTo>
                    <a:pt x="3557" y="410"/>
                  </a:lnTo>
                  <a:cubicBezTo>
                    <a:pt x="3557" y="392"/>
                    <a:pt x="3557" y="386"/>
                    <a:pt x="3545" y="375"/>
                  </a:cubicBezTo>
                  <a:lnTo>
                    <a:pt x="3545" y="363"/>
                  </a:lnTo>
                  <a:cubicBezTo>
                    <a:pt x="3545" y="357"/>
                    <a:pt x="3540" y="351"/>
                    <a:pt x="3540" y="333"/>
                  </a:cubicBezTo>
                  <a:lnTo>
                    <a:pt x="3540" y="327"/>
                  </a:lnTo>
                  <a:lnTo>
                    <a:pt x="3540" y="321"/>
                  </a:lnTo>
                  <a:cubicBezTo>
                    <a:pt x="3540" y="303"/>
                    <a:pt x="3534" y="297"/>
                    <a:pt x="3528" y="285"/>
                  </a:cubicBezTo>
                  <a:cubicBezTo>
                    <a:pt x="3522" y="268"/>
                    <a:pt x="3522" y="262"/>
                    <a:pt x="3510" y="244"/>
                  </a:cubicBezTo>
                  <a:cubicBezTo>
                    <a:pt x="3510" y="244"/>
                    <a:pt x="3510" y="238"/>
                    <a:pt x="3504" y="238"/>
                  </a:cubicBezTo>
                  <a:cubicBezTo>
                    <a:pt x="3498" y="232"/>
                    <a:pt x="3498" y="226"/>
                    <a:pt x="3486" y="208"/>
                  </a:cubicBezTo>
                  <a:cubicBezTo>
                    <a:pt x="3486" y="208"/>
                    <a:pt x="3486" y="202"/>
                    <a:pt x="3480" y="202"/>
                  </a:cubicBezTo>
                  <a:cubicBezTo>
                    <a:pt x="3474" y="196"/>
                    <a:pt x="3468" y="179"/>
                    <a:pt x="3468" y="173"/>
                  </a:cubicBezTo>
                  <a:cubicBezTo>
                    <a:pt x="3462" y="167"/>
                    <a:pt x="3450" y="149"/>
                    <a:pt x="3445" y="143"/>
                  </a:cubicBezTo>
                  <a:lnTo>
                    <a:pt x="3439" y="137"/>
                  </a:lnTo>
                  <a:cubicBezTo>
                    <a:pt x="3433" y="125"/>
                    <a:pt x="3421" y="119"/>
                    <a:pt x="3421" y="113"/>
                  </a:cubicBezTo>
                  <a:lnTo>
                    <a:pt x="3415" y="107"/>
                  </a:lnTo>
                  <a:lnTo>
                    <a:pt x="3391" y="84"/>
                  </a:lnTo>
                  <a:cubicBezTo>
                    <a:pt x="3385" y="78"/>
                    <a:pt x="3379" y="66"/>
                    <a:pt x="3361" y="60"/>
                  </a:cubicBezTo>
                  <a:cubicBezTo>
                    <a:pt x="3355" y="60"/>
                    <a:pt x="3355" y="54"/>
                    <a:pt x="3350" y="54"/>
                  </a:cubicBezTo>
                  <a:cubicBezTo>
                    <a:pt x="3350" y="54"/>
                    <a:pt x="3344" y="54"/>
                    <a:pt x="3344" y="48"/>
                  </a:cubicBezTo>
                  <a:cubicBezTo>
                    <a:pt x="3332" y="36"/>
                    <a:pt x="3326" y="36"/>
                    <a:pt x="3320" y="30"/>
                  </a:cubicBezTo>
                  <a:cubicBezTo>
                    <a:pt x="3314" y="24"/>
                    <a:pt x="3302" y="24"/>
                    <a:pt x="3296" y="18"/>
                  </a:cubicBezTo>
                  <a:cubicBezTo>
                    <a:pt x="3290" y="6"/>
                    <a:pt x="3272" y="6"/>
                    <a:pt x="3266" y="6"/>
                  </a:cubicBezTo>
                  <a:lnTo>
                    <a:pt x="3260" y="6"/>
                  </a:lnTo>
                  <a:cubicBezTo>
                    <a:pt x="3255" y="6"/>
                    <a:pt x="3243" y="6"/>
                    <a:pt x="32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5">
              <a:extLst>
                <a:ext uri="{FF2B5EF4-FFF2-40B4-BE49-F238E27FC236}">
                  <a16:creationId xmlns:a16="http://schemas.microsoft.com/office/drawing/2014/main" id="{256C23CB-9123-6744-EAA8-6645F967C104}"/>
                </a:ext>
              </a:extLst>
            </p:cNvPr>
            <p:cNvSpPr/>
            <p:nvPr/>
          </p:nvSpPr>
          <p:spPr>
            <a:xfrm>
              <a:off x="1880577" y="2777451"/>
              <a:ext cx="130405" cy="2623664"/>
            </a:xfrm>
            <a:custGeom>
              <a:avLst/>
              <a:gdLst/>
              <a:ahLst/>
              <a:cxnLst/>
              <a:rect l="l" t="t" r="r" b="b"/>
              <a:pathLst>
                <a:path w="601" h="12465" extrusionOk="0">
                  <a:moveTo>
                    <a:pt x="1" y="1"/>
                  </a:moveTo>
                  <a:lnTo>
                    <a:pt x="30" y="12126"/>
                  </a:lnTo>
                  <a:lnTo>
                    <a:pt x="600" y="12465"/>
                  </a:lnTo>
                  <a:lnTo>
                    <a:pt x="571"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5">
              <a:extLst>
                <a:ext uri="{FF2B5EF4-FFF2-40B4-BE49-F238E27FC236}">
                  <a16:creationId xmlns:a16="http://schemas.microsoft.com/office/drawing/2014/main" id="{95CEB1DF-6E32-9834-9E40-7349DC50E53E}"/>
                </a:ext>
              </a:extLst>
            </p:cNvPr>
            <p:cNvSpPr/>
            <p:nvPr/>
          </p:nvSpPr>
          <p:spPr>
            <a:xfrm>
              <a:off x="1880577" y="202842"/>
              <a:ext cx="4719749" cy="2643660"/>
            </a:xfrm>
            <a:custGeom>
              <a:avLst/>
              <a:gdLst/>
              <a:ahLst/>
              <a:cxnLst/>
              <a:rect l="l" t="t" r="r" b="b"/>
              <a:pathLst>
                <a:path w="21752" h="12560" extrusionOk="0">
                  <a:moveTo>
                    <a:pt x="21175" y="1"/>
                  </a:moveTo>
                  <a:lnTo>
                    <a:pt x="1" y="12233"/>
                  </a:lnTo>
                  <a:lnTo>
                    <a:pt x="571" y="12559"/>
                  </a:lnTo>
                  <a:lnTo>
                    <a:pt x="21751" y="333"/>
                  </a:lnTo>
                  <a:lnTo>
                    <a:pt x="211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5">
              <a:extLst>
                <a:ext uri="{FF2B5EF4-FFF2-40B4-BE49-F238E27FC236}">
                  <a16:creationId xmlns:a16="http://schemas.microsoft.com/office/drawing/2014/main" id="{9E13E9DA-E1CD-C1B7-B8F4-EF8332C69CE1}"/>
                </a:ext>
              </a:extLst>
            </p:cNvPr>
            <p:cNvSpPr/>
            <p:nvPr/>
          </p:nvSpPr>
          <p:spPr>
            <a:xfrm>
              <a:off x="2004254" y="272932"/>
              <a:ext cx="4602363" cy="5128196"/>
            </a:xfrm>
            <a:custGeom>
              <a:avLst/>
              <a:gdLst/>
              <a:ahLst/>
              <a:cxnLst/>
              <a:rect l="l" t="t" r="r" b="b"/>
              <a:pathLst>
                <a:path w="21211" h="24364" extrusionOk="0">
                  <a:moveTo>
                    <a:pt x="21181" y="0"/>
                  </a:moveTo>
                  <a:lnTo>
                    <a:pt x="1" y="12226"/>
                  </a:lnTo>
                  <a:lnTo>
                    <a:pt x="30" y="24364"/>
                  </a:lnTo>
                  <a:lnTo>
                    <a:pt x="21211" y="12137"/>
                  </a:lnTo>
                  <a:lnTo>
                    <a:pt x="211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5">
              <a:extLst>
                <a:ext uri="{FF2B5EF4-FFF2-40B4-BE49-F238E27FC236}">
                  <a16:creationId xmlns:a16="http://schemas.microsoft.com/office/drawing/2014/main" id="{9914DA9F-A991-A72F-6E2A-8F5CA235943C}"/>
                </a:ext>
              </a:extLst>
            </p:cNvPr>
            <p:cNvSpPr/>
            <p:nvPr/>
          </p:nvSpPr>
          <p:spPr>
            <a:xfrm>
              <a:off x="2107319" y="421532"/>
              <a:ext cx="4396232" cy="4830784"/>
            </a:xfrm>
            <a:custGeom>
              <a:avLst/>
              <a:gdLst/>
              <a:ahLst/>
              <a:cxnLst/>
              <a:rect l="l" t="t" r="r" b="b"/>
              <a:pathLst>
                <a:path w="20261" h="22951" extrusionOk="0">
                  <a:moveTo>
                    <a:pt x="20261" y="1"/>
                  </a:moveTo>
                  <a:lnTo>
                    <a:pt x="1" y="11699"/>
                  </a:lnTo>
                  <a:lnTo>
                    <a:pt x="1" y="22951"/>
                  </a:lnTo>
                  <a:lnTo>
                    <a:pt x="20261" y="11253"/>
                  </a:lnTo>
                  <a:lnTo>
                    <a:pt x="2026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5">
              <a:extLst>
                <a:ext uri="{FF2B5EF4-FFF2-40B4-BE49-F238E27FC236}">
                  <a16:creationId xmlns:a16="http://schemas.microsoft.com/office/drawing/2014/main" id="{F8AAA55B-ECF1-DD7B-2CFE-1F58BDBECBFC}"/>
                </a:ext>
              </a:extLst>
            </p:cNvPr>
            <p:cNvSpPr/>
            <p:nvPr/>
          </p:nvSpPr>
          <p:spPr>
            <a:xfrm>
              <a:off x="2050688" y="960365"/>
              <a:ext cx="4509712" cy="2543471"/>
            </a:xfrm>
            <a:custGeom>
              <a:avLst/>
              <a:gdLst/>
              <a:ahLst/>
              <a:cxnLst/>
              <a:rect l="l" t="t" r="r" b="b"/>
              <a:pathLst>
                <a:path w="20784" h="12084" extrusionOk="0">
                  <a:moveTo>
                    <a:pt x="20700" y="0"/>
                  </a:moveTo>
                  <a:lnTo>
                    <a:pt x="0" y="11941"/>
                  </a:lnTo>
                  <a:lnTo>
                    <a:pt x="84" y="12084"/>
                  </a:lnTo>
                  <a:lnTo>
                    <a:pt x="20783" y="137"/>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5">
              <a:extLst>
                <a:ext uri="{FF2B5EF4-FFF2-40B4-BE49-F238E27FC236}">
                  <a16:creationId xmlns:a16="http://schemas.microsoft.com/office/drawing/2014/main" id="{77E81E57-7C2D-08E8-71A3-23D4150BCB31}"/>
                </a:ext>
              </a:extLst>
            </p:cNvPr>
            <p:cNvSpPr/>
            <p:nvPr/>
          </p:nvSpPr>
          <p:spPr>
            <a:xfrm>
              <a:off x="2050688" y="1564026"/>
              <a:ext cx="4509712" cy="2544733"/>
            </a:xfrm>
            <a:custGeom>
              <a:avLst/>
              <a:gdLst/>
              <a:ahLst/>
              <a:cxnLst/>
              <a:rect l="l" t="t" r="r" b="b"/>
              <a:pathLst>
                <a:path w="20784" h="12090" extrusionOk="0">
                  <a:moveTo>
                    <a:pt x="20700" y="0"/>
                  </a:moveTo>
                  <a:lnTo>
                    <a:pt x="0" y="11947"/>
                  </a:lnTo>
                  <a:lnTo>
                    <a:pt x="84" y="12090"/>
                  </a:lnTo>
                  <a:lnTo>
                    <a:pt x="20783" y="143"/>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5">
              <a:extLst>
                <a:ext uri="{FF2B5EF4-FFF2-40B4-BE49-F238E27FC236}">
                  <a16:creationId xmlns:a16="http://schemas.microsoft.com/office/drawing/2014/main" id="{A132BAAC-FD3C-5D10-2D72-38FB8A315227}"/>
                </a:ext>
              </a:extLst>
            </p:cNvPr>
            <p:cNvSpPr/>
            <p:nvPr/>
          </p:nvSpPr>
          <p:spPr>
            <a:xfrm>
              <a:off x="2050688" y="2168949"/>
              <a:ext cx="4509712" cy="2544733"/>
            </a:xfrm>
            <a:custGeom>
              <a:avLst/>
              <a:gdLst/>
              <a:ahLst/>
              <a:cxnLst/>
              <a:rect l="l" t="t" r="r" b="b"/>
              <a:pathLst>
                <a:path w="20784" h="12090" extrusionOk="0">
                  <a:moveTo>
                    <a:pt x="20700" y="0"/>
                  </a:moveTo>
                  <a:lnTo>
                    <a:pt x="0" y="11947"/>
                  </a:lnTo>
                  <a:lnTo>
                    <a:pt x="84" y="12090"/>
                  </a:lnTo>
                  <a:lnTo>
                    <a:pt x="20783" y="143"/>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5">
              <a:extLst>
                <a:ext uri="{FF2B5EF4-FFF2-40B4-BE49-F238E27FC236}">
                  <a16:creationId xmlns:a16="http://schemas.microsoft.com/office/drawing/2014/main" id="{AB987B7E-4D3D-CD3E-355B-B995CA36F653}"/>
                </a:ext>
              </a:extLst>
            </p:cNvPr>
            <p:cNvSpPr/>
            <p:nvPr/>
          </p:nvSpPr>
          <p:spPr>
            <a:xfrm>
              <a:off x="5784453" y="787770"/>
              <a:ext cx="36236" cy="2421180"/>
            </a:xfrm>
            <a:custGeom>
              <a:avLst/>
              <a:gdLst/>
              <a:ahLst/>
              <a:cxnLst/>
              <a:rect l="l" t="t" r="r" b="b"/>
              <a:pathLst>
                <a:path w="167" h="11503" extrusionOk="0">
                  <a:moveTo>
                    <a:pt x="1" y="1"/>
                  </a:moveTo>
                  <a:lnTo>
                    <a:pt x="1" y="11502"/>
                  </a:lnTo>
                  <a:lnTo>
                    <a:pt x="167" y="11502"/>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5">
              <a:extLst>
                <a:ext uri="{FF2B5EF4-FFF2-40B4-BE49-F238E27FC236}">
                  <a16:creationId xmlns:a16="http://schemas.microsoft.com/office/drawing/2014/main" id="{52C32143-7E72-7FFC-3C6D-89EACE53E6B6}"/>
                </a:ext>
              </a:extLst>
            </p:cNvPr>
            <p:cNvSpPr/>
            <p:nvPr/>
          </p:nvSpPr>
          <p:spPr>
            <a:xfrm>
              <a:off x="5035877" y="1207681"/>
              <a:ext cx="34934" cy="2419917"/>
            </a:xfrm>
            <a:custGeom>
              <a:avLst/>
              <a:gdLst/>
              <a:ahLst/>
              <a:cxnLst/>
              <a:rect l="l" t="t" r="r" b="b"/>
              <a:pathLst>
                <a:path w="161" h="11497" extrusionOk="0">
                  <a:moveTo>
                    <a:pt x="1" y="1"/>
                  </a:moveTo>
                  <a:lnTo>
                    <a:pt x="1" y="11497"/>
                  </a:lnTo>
                  <a:lnTo>
                    <a:pt x="161" y="11497"/>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5">
              <a:extLst>
                <a:ext uri="{FF2B5EF4-FFF2-40B4-BE49-F238E27FC236}">
                  <a16:creationId xmlns:a16="http://schemas.microsoft.com/office/drawing/2014/main" id="{AFD6E940-5652-9D4F-052F-C404E6A78A56}"/>
                </a:ext>
              </a:extLst>
            </p:cNvPr>
            <p:cNvSpPr/>
            <p:nvPr/>
          </p:nvSpPr>
          <p:spPr>
            <a:xfrm>
              <a:off x="4286000" y="1626328"/>
              <a:ext cx="36236" cy="2419917"/>
            </a:xfrm>
            <a:custGeom>
              <a:avLst/>
              <a:gdLst/>
              <a:ahLst/>
              <a:cxnLst/>
              <a:rect l="l" t="t" r="r" b="b"/>
              <a:pathLst>
                <a:path w="167" h="11497" extrusionOk="0">
                  <a:moveTo>
                    <a:pt x="1" y="1"/>
                  </a:moveTo>
                  <a:lnTo>
                    <a:pt x="1" y="11497"/>
                  </a:lnTo>
                  <a:lnTo>
                    <a:pt x="167" y="11497"/>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5">
              <a:extLst>
                <a:ext uri="{FF2B5EF4-FFF2-40B4-BE49-F238E27FC236}">
                  <a16:creationId xmlns:a16="http://schemas.microsoft.com/office/drawing/2014/main" id="{7502D408-E79A-6835-9190-A0F2551E7851}"/>
                </a:ext>
              </a:extLst>
            </p:cNvPr>
            <p:cNvSpPr/>
            <p:nvPr/>
          </p:nvSpPr>
          <p:spPr>
            <a:xfrm>
              <a:off x="3540028" y="2046449"/>
              <a:ext cx="34934" cy="2419707"/>
            </a:xfrm>
            <a:custGeom>
              <a:avLst/>
              <a:gdLst/>
              <a:ahLst/>
              <a:cxnLst/>
              <a:rect l="l" t="t" r="r" b="b"/>
              <a:pathLst>
                <a:path w="161" h="11496" extrusionOk="0">
                  <a:moveTo>
                    <a:pt x="1" y="0"/>
                  </a:moveTo>
                  <a:lnTo>
                    <a:pt x="1" y="11496"/>
                  </a:lnTo>
                  <a:lnTo>
                    <a:pt x="161" y="11496"/>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5">
              <a:extLst>
                <a:ext uri="{FF2B5EF4-FFF2-40B4-BE49-F238E27FC236}">
                  <a16:creationId xmlns:a16="http://schemas.microsoft.com/office/drawing/2014/main" id="{B3CDA865-B397-DE3C-2F12-07041361A28F}"/>
                </a:ext>
              </a:extLst>
            </p:cNvPr>
            <p:cNvSpPr/>
            <p:nvPr/>
          </p:nvSpPr>
          <p:spPr>
            <a:xfrm>
              <a:off x="2790150" y="2465097"/>
              <a:ext cx="36453" cy="2419917"/>
            </a:xfrm>
            <a:custGeom>
              <a:avLst/>
              <a:gdLst/>
              <a:ahLst/>
              <a:cxnLst/>
              <a:rect l="l" t="t" r="r" b="b"/>
              <a:pathLst>
                <a:path w="168" h="11497" extrusionOk="0">
                  <a:moveTo>
                    <a:pt x="1" y="0"/>
                  </a:moveTo>
                  <a:lnTo>
                    <a:pt x="1" y="11496"/>
                  </a:lnTo>
                  <a:lnTo>
                    <a:pt x="167" y="11496"/>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5">
              <a:extLst>
                <a:ext uri="{FF2B5EF4-FFF2-40B4-BE49-F238E27FC236}">
                  <a16:creationId xmlns:a16="http://schemas.microsoft.com/office/drawing/2014/main" id="{57986A42-B032-B283-2819-4435EF571916}"/>
                </a:ext>
              </a:extLst>
            </p:cNvPr>
            <p:cNvSpPr/>
            <p:nvPr/>
          </p:nvSpPr>
          <p:spPr>
            <a:xfrm>
              <a:off x="11650465" y="3098646"/>
              <a:ext cx="686959" cy="476532"/>
            </a:xfrm>
            <a:custGeom>
              <a:avLst/>
              <a:gdLst/>
              <a:ahLst/>
              <a:cxnLst/>
              <a:rect l="l" t="t" r="r" b="b"/>
              <a:pathLst>
                <a:path w="3166" h="2264" extrusionOk="0">
                  <a:moveTo>
                    <a:pt x="1" y="1"/>
                  </a:moveTo>
                  <a:lnTo>
                    <a:pt x="512" y="725"/>
                  </a:lnTo>
                  <a:lnTo>
                    <a:pt x="3166" y="2263"/>
                  </a:lnTo>
                  <a:lnTo>
                    <a:pt x="3166" y="2263"/>
                  </a:lnTo>
                  <a:lnTo>
                    <a:pt x="2655" y="154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5">
              <a:extLst>
                <a:ext uri="{FF2B5EF4-FFF2-40B4-BE49-F238E27FC236}">
                  <a16:creationId xmlns:a16="http://schemas.microsoft.com/office/drawing/2014/main" id="{46159A4B-5404-B934-D9C2-FED44FE92145}"/>
                </a:ext>
              </a:extLst>
            </p:cNvPr>
            <p:cNvSpPr/>
            <p:nvPr/>
          </p:nvSpPr>
          <p:spPr>
            <a:xfrm>
              <a:off x="11650465" y="2823757"/>
              <a:ext cx="685657" cy="600086"/>
            </a:xfrm>
            <a:custGeom>
              <a:avLst/>
              <a:gdLst/>
              <a:ahLst/>
              <a:cxnLst/>
              <a:rect l="l" t="t" r="r" b="b"/>
              <a:pathLst>
                <a:path w="3160" h="2851" extrusionOk="0">
                  <a:moveTo>
                    <a:pt x="506" y="1"/>
                  </a:moveTo>
                  <a:lnTo>
                    <a:pt x="1" y="1307"/>
                  </a:lnTo>
                  <a:lnTo>
                    <a:pt x="2655" y="2851"/>
                  </a:lnTo>
                  <a:lnTo>
                    <a:pt x="3160" y="1544"/>
                  </a:lnTo>
                  <a:lnTo>
                    <a:pt x="5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5">
              <a:extLst>
                <a:ext uri="{FF2B5EF4-FFF2-40B4-BE49-F238E27FC236}">
                  <a16:creationId xmlns:a16="http://schemas.microsoft.com/office/drawing/2014/main" id="{BEEFD11A-5D0C-351A-5B04-4A3237B5DBBD}"/>
                </a:ext>
              </a:extLst>
            </p:cNvPr>
            <p:cNvSpPr/>
            <p:nvPr/>
          </p:nvSpPr>
          <p:spPr>
            <a:xfrm>
              <a:off x="11760039" y="2699994"/>
              <a:ext cx="796534" cy="448959"/>
            </a:xfrm>
            <a:custGeom>
              <a:avLst/>
              <a:gdLst/>
              <a:ahLst/>
              <a:cxnLst/>
              <a:rect l="l" t="t" r="r" b="b"/>
              <a:pathLst>
                <a:path w="3671" h="2133" extrusionOk="0">
                  <a:moveTo>
                    <a:pt x="1016" y="1"/>
                  </a:moveTo>
                  <a:lnTo>
                    <a:pt x="1" y="589"/>
                  </a:lnTo>
                  <a:lnTo>
                    <a:pt x="2655" y="2132"/>
                  </a:lnTo>
                  <a:lnTo>
                    <a:pt x="3670" y="1550"/>
                  </a:lnTo>
                  <a:lnTo>
                    <a:pt x="10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5">
              <a:extLst>
                <a:ext uri="{FF2B5EF4-FFF2-40B4-BE49-F238E27FC236}">
                  <a16:creationId xmlns:a16="http://schemas.microsoft.com/office/drawing/2014/main" id="{A161B63E-81FA-F01F-2443-EEBF81265781}"/>
                </a:ext>
              </a:extLst>
            </p:cNvPr>
            <p:cNvSpPr/>
            <p:nvPr/>
          </p:nvSpPr>
          <p:spPr>
            <a:xfrm>
              <a:off x="12226542" y="3026241"/>
              <a:ext cx="441988" cy="548938"/>
            </a:xfrm>
            <a:custGeom>
              <a:avLst/>
              <a:gdLst/>
              <a:ahLst/>
              <a:cxnLst/>
              <a:rect l="l" t="t" r="r" b="b"/>
              <a:pathLst>
                <a:path w="2037" h="2608" extrusionOk="0">
                  <a:moveTo>
                    <a:pt x="1520" y="0"/>
                  </a:moveTo>
                  <a:lnTo>
                    <a:pt x="505" y="582"/>
                  </a:lnTo>
                  <a:lnTo>
                    <a:pt x="0" y="1889"/>
                  </a:lnTo>
                  <a:lnTo>
                    <a:pt x="511" y="2607"/>
                  </a:lnTo>
                  <a:lnTo>
                    <a:pt x="1532" y="2025"/>
                  </a:lnTo>
                  <a:lnTo>
                    <a:pt x="2037" y="719"/>
                  </a:lnTo>
                  <a:lnTo>
                    <a:pt x="15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5">
              <a:extLst>
                <a:ext uri="{FF2B5EF4-FFF2-40B4-BE49-F238E27FC236}">
                  <a16:creationId xmlns:a16="http://schemas.microsoft.com/office/drawing/2014/main" id="{EB6CAC0E-A976-A8D0-7FF5-7E9797022ED4}"/>
                </a:ext>
              </a:extLst>
            </p:cNvPr>
            <p:cNvSpPr/>
            <p:nvPr/>
          </p:nvSpPr>
          <p:spPr>
            <a:xfrm>
              <a:off x="12355211" y="3371220"/>
              <a:ext cx="1094230" cy="661336"/>
            </a:xfrm>
            <a:custGeom>
              <a:avLst/>
              <a:gdLst/>
              <a:ahLst/>
              <a:cxnLst/>
              <a:rect l="l" t="t" r="r" b="b"/>
              <a:pathLst>
                <a:path w="5043" h="3142" extrusionOk="0">
                  <a:moveTo>
                    <a:pt x="1" y="0"/>
                  </a:moveTo>
                  <a:lnTo>
                    <a:pt x="262" y="357"/>
                  </a:lnTo>
                  <a:lnTo>
                    <a:pt x="5042" y="3142"/>
                  </a:lnTo>
                  <a:lnTo>
                    <a:pt x="4787" y="278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5">
              <a:extLst>
                <a:ext uri="{FF2B5EF4-FFF2-40B4-BE49-F238E27FC236}">
                  <a16:creationId xmlns:a16="http://schemas.microsoft.com/office/drawing/2014/main" id="{513BC41F-9E86-63AA-E1C1-205ECC4EAAC6}"/>
                </a:ext>
              </a:extLst>
            </p:cNvPr>
            <p:cNvSpPr/>
            <p:nvPr/>
          </p:nvSpPr>
          <p:spPr>
            <a:xfrm>
              <a:off x="12355211" y="3235038"/>
              <a:ext cx="1094230" cy="722586"/>
            </a:xfrm>
            <a:custGeom>
              <a:avLst/>
              <a:gdLst/>
              <a:ahLst/>
              <a:cxnLst/>
              <a:rect l="l" t="t" r="r" b="b"/>
              <a:pathLst>
                <a:path w="5043" h="3433" extrusionOk="0">
                  <a:moveTo>
                    <a:pt x="256" y="0"/>
                  </a:moveTo>
                  <a:lnTo>
                    <a:pt x="1" y="647"/>
                  </a:lnTo>
                  <a:lnTo>
                    <a:pt x="4787" y="3432"/>
                  </a:lnTo>
                  <a:lnTo>
                    <a:pt x="5042" y="2779"/>
                  </a:lnTo>
                  <a:lnTo>
                    <a:pt x="2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5">
              <a:extLst>
                <a:ext uri="{FF2B5EF4-FFF2-40B4-BE49-F238E27FC236}">
                  <a16:creationId xmlns:a16="http://schemas.microsoft.com/office/drawing/2014/main" id="{2809B119-1D04-C491-AAF1-AC7DA642C1D9}"/>
                </a:ext>
              </a:extLst>
            </p:cNvPr>
            <p:cNvSpPr/>
            <p:nvPr/>
          </p:nvSpPr>
          <p:spPr>
            <a:xfrm>
              <a:off x="12410757" y="3172525"/>
              <a:ext cx="1148041" cy="647655"/>
            </a:xfrm>
            <a:custGeom>
              <a:avLst/>
              <a:gdLst/>
              <a:ahLst/>
              <a:cxnLst/>
              <a:rect l="l" t="t" r="r" b="b"/>
              <a:pathLst>
                <a:path w="5291" h="3077" extrusionOk="0">
                  <a:moveTo>
                    <a:pt x="505" y="0"/>
                  </a:moveTo>
                  <a:lnTo>
                    <a:pt x="0" y="297"/>
                  </a:lnTo>
                  <a:lnTo>
                    <a:pt x="4786" y="3076"/>
                  </a:lnTo>
                  <a:lnTo>
                    <a:pt x="5291" y="2785"/>
                  </a:lnTo>
                  <a:lnTo>
                    <a:pt x="5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5">
              <a:extLst>
                <a:ext uri="{FF2B5EF4-FFF2-40B4-BE49-F238E27FC236}">
                  <a16:creationId xmlns:a16="http://schemas.microsoft.com/office/drawing/2014/main" id="{04523F90-1B41-7382-83F1-53ED9F5766E7}"/>
                </a:ext>
              </a:extLst>
            </p:cNvPr>
            <p:cNvSpPr/>
            <p:nvPr/>
          </p:nvSpPr>
          <p:spPr>
            <a:xfrm>
              <a:off x="13393669" y="3758716"/>
              <a:ext cx="219367" cy="273838"/>
            </a:xfrm>
            <a:custGeom>
              <a:avLst/>
              <a:gdLst/>
              <a:ahLst/>
              <a:cxnLst/>
              <a:rect l="l" t="t" r="r" b="b"/>
              <a:pathLst>
                <a:path w="1011" h="1301" extrusionOk="0">
                  <a:moveTo>
                    <a:pt x="761" y="0"/>
                  </a:moveTo>
                  <a:lnTo>
                    <a:pt x="256" y="291"/>
                  </a:lnTo>
                  <a:lnTo>
                    <a:pt x="1" y="944"/>
                  </a:lnTo>
                  <a:lnTo>
                    <a:pt x="256" y="1301"/>
                  </a:lnTo>
                  <a:lnTo>
                    <a:pt x="761" y="1010"/>
                  </a:lnTo>
                  <a:lnTo>
                    <a:pt x="1010" y="356"/>
                  </a:lnTo>
                  <a:lnTo>
                    <a:pt x="7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5">
              <a:extLst>
                <a:ext uri="{FF2B5EF4-FFF2-40B4-BE49-F238E27FC236}">
                  <a16:creationId xmlns:a16="http://schemas.microsoft.com/office/drawing/2014/main" id="{B7CC5728-675E-A8D9-DD0D-5519657D7E93}"/>
                </a:ext>
              </a:extLst>
            </p:cNvPr>
            <p:cNvSpPr/>
            <p:nvPr/>
          </p:nvSpPr>
          <p:spPr>
            <a:xfrm>
              <a:off x="13464621" y="3821229"/>
              <a:ext cx="1318154" cy="811831"/>
            </a:xfrm>
            <a:custGeom>
              <a:avLst/>
              <a:gdLst/>
              <a:ahLst/>
              <a:cxnLst/>
              <a:rect l="l" t="t" r="r" b="b"/>
              <a:pathLst>
                <a:path w="6075" h="3857" extrusionOk="0">
                  <a:moveTo>
                    <a:pt x="5535" y="3741"/>
                  </a:moveTo>
                  <a:cubicBezTo>
                    <a:pt x="5541" y="3741"/>
                    <a:pt x="5541" y="3747"/>
                    <a:pt x="5541" y="3753"/>
                  </a:cubicBezTo>
                  <a:cubicBezTo>
                    <a:pt x="5541" y="3747"/>
                    <a:pt x="5541" y="3747"/>
                    <a:pt x="5535" y="3741"/>
                  </a:cubicBezTo>
                  <a:close/>
                  <a:moveTo>
                    <a:pt x="5541" y="3765"/>
                  </a:moveTo>
                  <a:cubicBezTo>
                    <a:pt x="5544" y="3768"/>
                    <a:pt x="5546" y="3772"/>
                    <a:pt x="5546" y="3774"/>
                  </a:cubicBezTo>
                  <a:lnTo>
                    <a:pt x="5546" y="3774"/>
                  </a:lnTo>
                  <a:cubicBezTo>
                    <a:pt x="5545" y="3771"/>
                    <a:pt x="5541" y="3770"/>
                    <a:pt x="5541" y="3765"/>
                  </a:cubicBezTo>
                  <a:close/>
                  <a:moveTo>
                    <a:pt x="345" y="0"/>
                  </a:moveTo>
                  <a:cubicBezTo>
                    <a:pt x="339" y="0"/>
                    <a:pt x="327" y="6"/>
                    <a:pt x="321" y="6"/>
                  </a:cubicBezTo>
                  <a:lnTo>
                    <a:pt x="315" y="6"/>
                  </a:lnTo>
                  <a:cubicBezTo>
                    <a:pt x="309" y="6"/>
                    <a:pt x="297" y="12"/>
                    <a:pt x="291" y="12"/>
                  </a:cubicBezTo>
                  <a:cubicBezTo>
                    <a:pt x="286" y="24"/>
                    <a:pt x="280" y="24"/>
                    <a:pt x="268" y="30"/>
                  </a:cubicBezTo>
                  <a:cubicBezTo>
                    <a:pt x="262" y="36"/>
                    <a:pt x="256" y="36"/>
                    <a:pt x="238" y="42"/>
                  </a:cubicBezTo>
                  <a:cubicBezTo>
                    <a:pt x="238" y="42"/>
                    <a:pt x="232" y="42"/>
                    <a:pt x="232" y="53"/>
                  </a:cubicBezTo>
                  <a:cubicBezTo>
                    <a:pt x="226" y="53"/>
                    <a:pt x="226" y="59"/>
                    <a:pt x="220" y="59"/>
                  </a:cubicBezTo>
                  <a:cubicBezTo>
                    <a:pt x="208" y="65"/>
                    <a:pt x="196" y="71"/>
                    <a:pt x="191" y="89"/>
                  </a:cubicBezTo>
                  <a:lnTo>
                    <a:pt x="179" y="95"/>
                  </a:lnTo>
                  <a:lnTo>
                    <a:pt x="161" y="119"/>
                  </a:lnTo>
                  <a:lnTo>
                    <a:pt x="149" y="125"/>
                  </a:lnTo>
                  <a:lnTo>
                    <a:pt x="131" y="148"/>
                  </a:lnTo>
                  <a:lnTo>
                    <a:pt x="119" y="154"/>
                  </a:lnTo>
                  <a:cubicBezTo>
                    <a:pt x="113" y="172"/>
                    <a:pt x="107" y="178"/>
                    <a:pt x="101" y="190"/>
                  </a:cubicBezTo>
                  <a:cubicBezTo>
                    <a:pt x="90" y="208"/>
                    <a:pt x="84" y="214"/>
                    <a:pt x="78" y="232"/>
                  </a:cubicBezTo>
                  <a:cubicBezTo>
                    <a:pt x="78" y="238"/>
                    <a:pt x="72" y="238"/>
                    <a:pt x="72" y="243"/>
                  </a:cubicBezTo>
                  <a:cubicBezTo>
                    <a:pt x="60" y="249"/>
                    <a:pt x="60" y="267"/>
                    <a:pt x="54" y="273"/>
                  </a:cubicBezTo>
                  <a:cubicBezTo>
                    <a:pt x="54" y="273"/>
                    <a:pt x="54" y="279"/>
                    <a:pt x="48" y="279"/>
                  </a:cubicBezTo>
                  <a:cubicBezTo>
                    <a:pt x="42" y="297"/>
                    <a:pt x="30" y="309"/>
                    <a:pt x="30" y="321"/>
                  </a:cubicBezTo>
                  <a:cubicBezTo>
                    <a:pt x="24" y="333"/>
                    <a:pt x="24" y="338"/>
                    <a:pt x="18" y="356"/>
                  </a:cubicBezTo>
                  <a:lnTo>
                    <a:pt x="18" y="362"/>
                  </a:lnTo>
                  <a:lnTo>
                    <a:pt x="18" y="368"/>
                  </a:lnTo>
                  <a:cubicBezTo>
                    <a:pt x="18" y="380"/>
                    <a:pt x="12" y="392"/>
                    <a:pt x="12" y="398"/>
                  </a:cubicBezTo>
                  <a:lnTo>
                    <a:pt x="12" y="410"/>
                  </a:lnTo>
                  <a:cubicBezTo>
                    <a:pt x="12" y="422"/>
                    <a:pt x="1" y="439"/>
                    <a:pt x="1" y="445"/>
                  </a:cubicBezTo>
                  <a:lnTo>
                    <a:pt x="1" y="475"/>
                  </a:lnTo>
                  <a:lnTo>
                    <a:pt x="1" y="505"/>
                  </a:lnTo>
                  <a:lnTo>
                    <a:pt x="1" y="511"/>
                  </a:lnTo>
                  <a:lnTo>
                    <a:pt x="1" y="528"/>
                  </a:lnTo>
                  <a:lnTo>
                    <a:pt x="1" y="534"/>
                  </a:lnTo>
                  <a:lnTo>
                    <a:pt x="1" y="540"/>
                  </a:lnTo>
                  <a:cubicBezTo>
                    <a:pt x="1" y="546"/>
                    <a:pt x="1" y="546"/>
                    <a:pt x="12" y="558"/>
                  </a:cubicBezTo>
                  <a:lnTo>
                    <a:pt x="12" y="564"/>
                  </a:lnTo>
                  <a:cubicBezTo>
                    <a:pt x="12" y="570"/>
                    <a:pt x="18" y="576"/>
                    <a:pt x="18" y="588"/>
                  </a:cubicBezTo>
                  <a:cubicBezTo>
                    <a:pt x="18" y="594"/>
                    <a:pt x="24" y="600"/>
                    <a:pt x="24" y="606"/>
                  </a:cubicBezTo>
                  <a:lnTo>
                    <a:pt x="24" y="618"/>
                  </a:lnTo>
                  <a:cubicBezTo>
                    <a:pt x="24" y="624"/>
                    <a:pt x="30" y="624"/>
                    <a:pt x="30" y="629"/>
                  </a:cubicBezTo>
                  <a:lnTo>
                    <a:pt x="42" y="635"/>
                  </a:lnTo>
                  <a:lnTo>
                    <a:pt x="48" y="647"/>
                  </a:lnTo>
                  <a:lnTo>
                    <a:pt x="54" y="653"/>
                  </a:lnTo>
                  <a:cubicBezTo>
                    <a:pt x="60" y="659"/>
                    <a:pt x="60" y="659"/>
                    <a:pt x="72" y="659"/>
                  </a:cubicBezTo>
                  <a:lnTo>
                    <a:pt x="5554" y="3796"/>
                  </a:lnTo>
                  <a:lnTo>
                    <a:pt x="5554" y="3796"/>
                  </a:lnTo>
                  <a:cubicBezTo>
                    <a:pt x="5555" y="3798"/>
                    <a:pt x="5557" y="3800"/>
                    <a:pt x="5561" y="3800"/>
                  </a:cubicBezTo>
                  <a:lnTo>
                    <a:pt x="5561" y="3800"/>
                  </a:lnTo>
                  <a:lnTo>
                    <a:pt x="5624" y="3836"/>
                  </a:lnTo>
                  <a:cubicBezTo>
                    <a:pt x="5612" y="3836"/>
                    <a:pt x="5612" y="3830"/>
                    <a:pt x="5606" y="3830"/>
                  </a:cubicBezTo>
                  <a:lnTo>
                    <a:pt x="5606" y="3830"/>
                  </a:lnTo>
                  <a:cubicBezTo>
                    <a:pt x="5632" y="3847"/>
                    <a:pt x="5661" y="3856"/>
                    <a:pt x="5694" y="3856"/>
                  </a:cubicBezTo>
                  <a:cubicBezTo>
                    <a:pt x="5729" y="3856"/>
                    <a:pt x="5768" y="3846"/>
                    <a:pt x="5808" y="3824"/>
                  </a:cubicBezTo>
                  <a:cubicBezTo>
                    <a:pt x="5956" y="3735"/>
                    <a:pt x="6075" y="3527"/>
                    <a:pt x="6075" y="3355"/>
                  </a:cubicBezTo>
                  <a:cubicBezTo>
                    <a:pt x="6069" y="3272"/>
                    <a:pt x="6039" y="3212"/>
                    <a:pt x="5992" y="3183"/>
                  </a:cubicBezTo>
                  <a:lnTo>
                    <a:pt x="446" y="6"/>
                  </a:lnTo>
                  <a:cubicBezTo>
                    <a:pt x="440" y="0"/>
                    <a:pt x="434" y="0"/>
                    <a:pt x="4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5">
              <a:extLst>
                <a:ext uri="{FF2B5EF4-FFF2-40B4-BE49-F238E27FC236}">
                  <a16:creationId xmlns:a16="http://schemas.microsoft.com/office/drawing/2014/main" id="{C4903293-B3A2-C5D8-1496-C8CA14EDF24F}"/>
                </a:ext>
              </a:extLst>
            </p:cNvPr>
            <p:cNvSpPr/>
            <p:nvPr/>
          </p:nvSpPr>
          <p:spPr>
            <a:xfrm>
              <a:off x="14383308" y="4721037"/>
              <a:ext cx="212640" cy="243949"/>
            </a:xfrm>
            <a:custGeom>
              <a:avLst/>
              <a:gdLst/>
              <a:ahLst/>
              <a:cxnLst/>
              <a:rect l="l" t="t" r="r" b="b"/>
              <a:pathLst>
                <a:path w="980" h="1159" extrusionOk="0">
                  <a:moveTo>
                    <a:pt x="0" y="0"/>
                  </a:moveTo>
                  <a:lnTo>
                    <a:pt x="725" y="1010"/>
                  </a:lnTo>
                  <a:lnTo>
                    <a:pt x="980" y="1158"/>
                  </a:lnTo>
                  <a:lnTo>
                    <a:pt x="262" y="149"/>
                  </a:lnTo>
                  <a:lnTo>
                    <a:pt x="0" y="0"/>
                  </a:lnTo>
                  <a:close/>
                  <a:moveTo>
                    <a:pt x="980" y="1158"/>
                  </a:moveTo>
                  <a:lnTo>
                    <a:pt x="980" y="1158"/>
                  </a:lnTo>
                  <a:lnTo>
                    <a:pt x="980" y="115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5">
              <a:extLst>
                <a:ext uri="{FF2B5EF4-FFF2-40B4-BE49-F238E27FC236}">
                  <a16:creationId xmlns:a16="http://schemas.microsoft.com/office/drawing/2014/main" id="{C07B5445-3526-54C5-0722-FADEE32886FC}"/>
                </a:ext>
              </a:extLst>
            </p:cNvPr>
            <p:cNvSpPr/>
            <p:nvPr/>
          </p:nvSpPr>
          <p:spPr>
            <a:xfrm>
              <a:off x="14383308" y="4332278"/>
              <a:ext cx="211555" cy="420123"/>
            </a:xfrm>
            <a:custGeom>
              <a:avLst/>
              <a:gdLst/>
              <a:ahLst/>
              <a:cxnLst/>
              <a:rect l="l" t="t" r="r" b="b"/>
              <a:pathLst>
                <a:path w="975" h="1996" extrusionOk="0">
                  <a:moveTo>
                    <a:pt x="719" y="1"/>
                  </a:moveTo>
                  <a:lnTo>
                    <a:pt x="0" y="1847"/>
                  </a:lnTo>
                  <a:lnTo>
                    <a:pt x="262" y="1996"/>
                  </a:lnTo>
                  <a:lnTo>
                    <a:pt x="974" y="149"/>
                  </a:lnTo>
                  <a:lnTo>
                    <a:pt x="7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5">
              <a:extLst>
                <a:ext uri="{FF2B5EF4-FFF2-40B4-BE49-F238E27FC236}">
                  <a16:creationId xmlns:a16="http://schemas.microsoft.com/office/drawing/2014/main" id="{5B6120AD-3078-66F5-17C6-AF272E88163E}"/>
                </a:ext>
              </a:extLst>
            </p:cNvPr>
            <p:cNvSpPr/>
            <p:nvPr/>
          </p:nvSpPr>
          <p:spPr>
            <a:xfrm>
              <a:off x="14539099" y="4158631"/>
              <a:ext cx="366262" cy="205220"/>
            </a:xfrm>
            <a:custGeom>
              <a:avLst/>
              <a:gdLst/>
              <a:ahLst/>
              <a:cxnLst/>
              <a:rect l="l" t="t" r="r" b="b"/>
              <a:pathLst>
                <a:path w="1688" h="975" extrusionOk="0">
                  <a:moveTo>
                    <a:pt x="1432" y="0"/>
                  </a:moveTo>
                  <a:lnTo>
                    <a:pt x="1" y="826"/>
                  </a:lnTo>
                  <a:lnTo>
                    <a:pt x="256" y="974"/>
                  </a:lnTo>
                  <a:lnTo>
                    <a:pt x="1687" y="149"/>
                  </a:lnTo>
                  <a:lnTo>
                    <a:pt x="14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5">
              <a:extLst>
                <a:ext uri="{FF2B5EF4-FFF2-40B4-BE49-F238E27FC236}">
                  <a16:creationId xmlns:a16="http://schemas.microsoft.com/office/drawing/2014/main" id="{7CE32389-6736-737D-7B84-75D17AADBCAF}"/>
                </a:ext>
              </a:extLst>
            </p:cNvPr>
            <p:cNvSpPr/>
            <p:nvPr/>
          </p:nvSpPr>
          <p:spPr>
            <a:xfrm>
              <a:off x="14439939" y="4189782"/>
              <a:ext cx="622516" cy="775207"/>
            </a:xfrm>
            <a:custGeom>
              <a:avLst/>
              <a:gdLst/>
              <a:ahLst/>
              <a:cxnLst/>
              <a:rect l="l" t="t" r="r" b="b"/>
              <a:pathLst>
                <a:path w="2869" h="3683" extrusionOk="0">
                  <a:moveTo>
                    <a:pt x="2144" y="1"/>
                  </a:moveTo>
                  <a:lnTo>
                    <a:pt x="713" y="826"/>
                  </a:lnTo>
                  <a:lnTo>
                    <a:pt x="1" y="2673"/>
                  </a:lnTo>
                  <a:lnTo>
                    <a:pt x="719" y="3682"/>
                  </a:lnTo>
                  <a:lnTo>
                    <a:pt x="2150" y="2857"/>
                  </a:lnTo>
                  <a:lnTo>
                    <a:pt x="2869" y="1010"/>
                  </a:lnTo>
                  <a:lnTo>
                    <a:pt x="2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5">
              <a:extLst>
                <a:ext uri="{FF2B5EF4-FFF2-40B4-BE49-F238E27FC236}">
                  <a16:creationId xmlns:a16="http://schemas.microsoft.com/office/drawing/2014/main" id="{716446F4-C3FC-C08C-5BEF-E37EB8B4681D}"/>
                </a:ext>
              </a:extLst>
            </p:cNvPr>
            <p:cNvSpPr/>
            <p:nvPr/>
          </p:nvSpPr>
          <p:spPr>
            <a:xfrm>
              <a:off x="11382496" y="3160618"/>
              <a:ext cx="274697" cy="316355"/>
            </a:xfrm>
            <a:custGeom>
              <a:avLst/>
              <a:gdLst/>
              <a:ahLst/>
              <a:cxnLst/>
              <a:rect l="l" t="t" r="r" b="b"/>
              <a:pathLst>
                <a:path w="1266" h="1503" extrusionOk="0">
                  <a:moveTo>
                    <a:pt x="1" y="0"/>
                  </a:moveTo>
                  <a:lnTo>
                    <a:pt x="939" y="1306"/>
                  </a:lnTo>
                  <a:lnTo>
                    <a:pt x="1266" y="1502"/>
                  </a:lnTo>
                  <a:lnTo>
                    <a:pt x="1266" y="1502"/>
                  </a:lnTo>
                  <a:lnTo>
                    <a:pt x="333" y="190"/>
                  </a:lnTo>
                  <a:lnTo>
                    <a:pt x="1"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5">
              <a:extLst>
                <a:ext uri="{FF2B5EF4-FFF2-40B4-BE49-F238E27FC236}">
                  <a16:creationId xmlns:a16="http://schemas.microsoft.com/office/drawing/2014/main" id="{6E38E208-05FD-F911-5B89-96B69CE1F67E}"/>
                </a:ext>
              </a:extLst>
            </p:cNvPr>
            <p:cNvSpPr/>
            <p:nvPr/>
          </p:nvSpPr>
          <p:spPr>
            <a:xfrm>
              <a:off x="11382496" y="2659251"/>
              <a:ext cx="272093" cy="541571"/>
            </a:xfrm>
            <a:custGeom>
              <a:avLst/>
              <a:gdLst/>
              <a:ahLst/>
              <a:cxnLst/>
              <a:rect l="l" t="t" r="r" b="b"/>
              <a:pathLst>
                <a:path w="1254" h="2573" extrusionOk="0">
                  <a:moveTo>
                    <a:pt x="927" y="1"/>
                  </a:moveTo>
                  <a:lnTo>
                    <a:pt x="1" y="2382"/>
                  </a:lnTo>
                  <a:lnTo>
                    <a:pt x="333" y="2572"/>
                  </a:lnTo>
                  <a:lnTo>
                    <a:pt x="1254" y="185"/>
                  </a:lnTo>
                  <a:lnTo>
                    <a:pt x="927"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5">
              <a:extLst>
                <a:ext uri="{FF2B5EF4-FFF2-40B4-BE49-F238E27FC236}">
                  <a16:creationId xmlns:a16="http://schemas.microsoft.com/office/drawing/2014/main" id="{5E218AA8-2B8B-F7E3-89AF-B8E0E175ED2B}"/>
                </a:ext>
              </a:extLst>
            </p:cNvPr>
            <p:cNvSpPr/>
            <p:nvPr/>
          </p:nvSpPr>
          <p:spPr>
            <a:xfrm>
              <a:off x="11583635" y="2433194"/>
              <a:ext cx="474318" cy="265208"/>
            </a:xfrm>
            <a:custGeom>
              <a:avLst/>
              <a:gdLst/>
              <a:ahLst/>
              <a:cxnLst/>
              <a:rect l="l" t="t" r="r" b="b"/>
              <a:pathLst>
                <a:path w="2186" h="1260" extrusionOk="0">
                  <a:moveTo>
                    <a:pt x="1859" y="0"/>
                  </a:moveTo>
                  <a:lnTo>
                    <a:pt x="0" y="1075"/>
                  </a:lnTo>
                  <a:lnTo>
                    <a:pt x="327" y="1259"/>
                  </a:lnTo>
                  <a:lnTo>
                    <a:pt x="2185" y="190"/>
                  </a:lnTo>
                  <a:lnTo>
                    <a:pt x="1859"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5">
              <a:extLst>
                <a:ext uri="{FF2B5EF4-FFF2-40B4-BE49-F238E27FC236}">
                  <a16:creationId xmlns:a16="http://schemas.microsoft.com/office/drawing/2014/main" id="{E84860AA-F92E-D86A-ACB6-2763FA7FF7B8}"/>
                </a:ext>
              </a:extLst>
            </p:cNvPr>
            <p:cNvSpPr/>
            <p:nvPr/>
          </p:nvSpPr>
          <p:spPr>
            <a:xfrm>
              <a:off x="11650465" y="3104209"/>
              <a:ext cx="686959" cy="476532"/>
            </a:xfrm>
            <a:custGeom>
              <a:avLst/>
              <a:gdLst/>
              <a:ahLst/>
              <a:cxnLst/>
              <a:rect l="l" t="t" r="r" b="b"/>
              <a:pathLst>
                <a:path w="3166" h="2264" extrusionOk="0">
                  <a:moveTo>
                    <a:pt x="1" y="1"/>
                  </a:moveTo>
                  <a:lnTo>
                    <a:pt x="512" y="725"/>
                  </a:lnTo>
                  <a:lnTo>
                    <a:pt x="3166" y="2263"/>
                  </a:lnTo>
                  <a:lnTo>
                    <a:pt x="3166" y="2263"/>
                  </a:lnTo>
                  <a:lnTo>
                    <a:pt x="2655" y="1545"/>
                  </a:lnTo>
                  <a:lnTo>
                    <a:pt x="1" y="1"/>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5">
              <a:extLst>
                <a:ext uri="{FF2B5EF4-FFF2-40B4-BE49-F238E27FC236}">
                  <a16:creationId xmlns:a16="http://schemas.microsoft.com/office/drawing/2014/main" id="{87148EA1-A08C-C82C-8CFC-C3A5CA97D452}"/>
                </a:ext>
              </a:extLst>
            </p:cNvPr>
            <p:cNvSpPr/>
            <p:nvPr/>
          </p:nvSpPr>
          <p:spPr>
            <a:xfrm>
              <a:off x="11650465" y="2829320"/>
              <a:ext cx="685657" cy="600086"/>
            </a:xfrm>
            <a:custGeom>
              <a:avLst/>
              <a:gdLst/>
              <a:ahLst/>
              <a:cxnLst/>
              <a:rect l="l" t="t" r="r" b="b"/>
              <a:pathLst>
                <a:path w="3160" h="2851" extrusionOk="0">
                  <a:moveTo>
                    <a:pt x="506" y="1"/>
                  </a:moveTo>
                  <a:lnTo>
                    <a:pt x="1" y="1307"/>
                  </a:lnTo>
                  <a:lnTo>
                    <a:pt x="2655" y="2851"/>
                  </a:lnTo>
                  <a:lnTo>
                    <a:pt x="3160" y="1544"/>
                  </a:lnTo>
                  <a:lnTo>
                    <a:pt x="506"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5">
              <a:extLst>
                <a:ext uri="{FF2B5EF4-FFF2-40B4-BE49-F238E27FC236}">
                  <a16:creationId xmlns:a16="http://schemas.microsoft.com/office/drawing/2014/main" id="{2B8A4613-3139-1E24-E95B-FB759121781F}"/>
                </a:ext>
              </a:extLst>
            </p:cNvPr>
            <p:cNvSpPr/>
            <p:nvPr/>
          </p:nvSpPr>
          <p:spPr>
            <a:xfrm>
              <a:off x="11760039" y="2705557"/>
              <a:ext cx="796534" cy="448959"/>
            </a:xfrm>
            <a:custGeom>
              <a:avLst/>
              <a:gdLst/>
              <a:ahLst/>
              <a:cxnLst/>
              <a:rect l="l" t="t" r="r" b="b"/>
              <a:pathLst>
                <a:path w="3671" h="2133" extrusionOk="0">
                  <a:moveTo>
                    <a:pt x="1016" y="1"/>
                  </a:moveTo>
                  <a:lnTo>
                    <a:pt x="1" y="589"/>
                  </a:lnTo>
                  <a:lnTo>
                    <a:pt x="2655" y="2132"/>
                  </a:lnTo>
                  <a:lnTo>
                    <a:pt x="3670" y="1550"/>
                  </a:lnTo>
                  <a:lnTo>
                    <a:pt x="1016" y="1"/>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5">
              <a:extLst>
                <a:ext uri="{FF2B5EF4-FFF2-40B4-BE49-F238E27FC236}">
                  <a16:creationId xmlns:a16="http://schemas.microsoft.com/office/drawing/2014/main" id="{28B5809E-A91E-3C2E-A61E-56561C39EC2A}"/>
                </a:ext>
              </a:extLst>
            </p:cNvPr>
            <p:cNvSpPr/>
            <p:nvPr/>
          </p:nvSpPr>
          <p:spPr>
            <a:xfrm>
              <a:off x="12355211" y="3376783"/>
              <a:ext cx="1094230" cy="661336"/>
            </a:xfrm>
            <a:custGeom>
              <a:avLst/>
              <a:gdLst/>
              <a:ahLst/>
              <a:cxnLst/>
              <a:rect l="l" t="t" r="r" b="b"/>
              <a:pathLst>
                <a:path w="5043" h="3142" extrusionOk="0">
                  <a:moveTo>
                    <a:pt x="1" y="0"/>
                  </a:moveTo>
                  <a:lnTo>
                    <a:pt x="262" y="357"/>
                  </a:lnTo>
                  <a:lnTo>
                    <a:pt x="5042" y="3142"/>
                  </a:lnTo>
                  <a:lnTo>
                    <a:pt x="4787" y="2785"/>
                  </a:lnTo>
                  <a:lnTo>
                    <a:pt x="1"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5">
              <a:extLst>
                <a:ext uri="{FF2B5EF4-FFF2-40B4-BE49-F238E27FC236}">
                  <a16:creationId xmlns:a16="http://schemas.microsoft.com/office/drawing/2014/main" id="{32E1C25E-91A6-B8EB-80FA-814FDC2D25DC}"/>
                </a:ext>
              </a:extLst>
            </p:cNvPr>
            <p:cNvSpPr/>
            <p:nvPr/>
          </p:nvSpPr>
          <p:spPr>
            <a:xfrm>
              <a:off x="12355211" y="3240601"/>
              <a:ext cx="1094230" cy="722586"/>
            </a:xfrm>
            <a:custGeom>
              <a:avLst/>
              <a:gdLst/>
              <a:ahLst/>
              <a:cxnLst/>
              <a:rect l="l" t="t" r="r" b="b"/>
              <a:pathLst>
                <a:path w="5043" h="3433" extrusionOk="0">
                  <a:moveTo>
                    <a:pt x="256" y="0"/>
                  </a:moveTo>
                  <a:lnTo>
                    <a:pt x="1" y="647"/>
                  </a:lnTo>
                  <a:lnTo>
                    <a:pt x="4787" y="3432"/>
                  </a:lnTo>
                  <a:lnTo>
                    <a:pt x="5042" y="2779"/>
                  </a:lnTo>
                  <a:lnTo>
                    <a:pt x="256" y="0"/>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5">
              <a:extLst>
                <a:ext uri="{FF2B5EF4-FFF2-40B4-BE49-F238E27FC236}">
                  <a16:creationId xmlns:a16="http://schemas.microsoft.com/office/drawing/2014/main" id="{A5D1DF53-609B-90BC-3DAA-C444C7BDDE5B}"/>
                </a:ext>
              </a:extLst>
            </p:cNvPr>
            <p:cNvSpPr/>
            <p:nvPr/>
          </p:nvSpPr>
          <p:spPr>
            <a:xfrm>
              <a:off x="12410757" y="3178088"/>
              <a:ext cx="1148041" cy="647655"/>
            </a:xfrm>
            <a:custGeom>
              <a:avLst/>
              <a:gdLst/>
              <a:ahLst/>
              <a:cxnLst/>
              <a:rect l="l" t="t" r="r" b="b"/>
              <a:pathLst>
                <a:path w="5291" h="3077" extrusionOk="0">
                  <a:moveTo>
                    <a:pt x="505" y="0"/>
                  </a:moveTo>
                  <a:lnTo>
                    <a:pt x="0" y="297"/>
                  </a:lnTo>
                  <a:lnTo>
                    <a:pt x="4786" y="3076"/>
                  </a:lnTo>
                  <a:lnTo>
                    <a:pt x="5291" y="2785"/>
                  </a:lnTo>
                  <a:lnTo>
                    <a:pt x="505"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5">
              <a:extLst>
                <a:ext uri="{FF2B5EF4-FFF2-40B4-BE49-F238E27FC236}">
                  <a16:creationId xmlns:a16="http://schemas.microsoft.com/office/drawing/2014/main" id="{9F4E6925-E580-42E8-1F69-1A55A816F20B}"/>
                </a:ext>
              </a:extLst>
            </p:cNvPr>
            <p:cNvSpPr/>
            <p:nvPr/>
          </p:nvSpPr>
          <p:spPr>
            <a:xfrm>
              <a:off x="14383308" y="4726600"/>
              <a:ext cx="212640" cy="243949"/>
            </a:xfrm>
            <a:custGeom>
              <a:avLst/>
              <a:gdLst/>
              <a:ahLst/>
              <a:cxnLst/>
              <a:rect l="l" t="t" r="r" b="b"/>
              <a:pathLst>
                <a:path w="980" h="1159" extrusionOk="0">
                  <a:moveTo>
                    <a:pt x="0" y="0"/>
                  </a:moveTo>
                  <a:lnTo>
                    <a:pt x="725" y="1010"/>
                  </a:lnTo>
                  <a:lnTo>
                    <a:pt x="980" y="1158"/>
                  </a:lnTo>
                  <a:lnTo>
                    <a:pt x="262" y="149"/>
                  </a:lnTo>
                  <a:lnTo>
                    <a:pt x="0" y="0"/>
                  </a:lnTo>
                  <a:close/>
                  <a:moveTo>
                    <a:pt x="980" y="1158"/>
                  </a:moveTo>
                  <a:lnTo>
                    <a:pt x="980" y="1158"/>
                  </a:lnTo>
                  <a:lnTo>
                    <a:pt x="980" y="1158"/>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5">
              <a:extLst>
                <a:ext uri="{FF2B5EF4-FFF2-40B4-BE49-F238E27FC236}">
                  <a16:creationId xmlns:a16="http://schemas.microsoft.com/office/drawing/2014/main" id="{0683B649-B061-3500-6E71-35C1840AF87F}"/>
                </a:ext>
              </a:extLst>
            </p:cNvPr>
            <p:cNvSpPr/>
            <p:nvPr/>
          </p:nvSpPr>
          <p:spPr>
            <a:xfrm>
              <a:off x="14383308" y="4337841"/>
              <a:ext cx="211555" cy="420123"/>
            </a:xfrm>
            <a:custGeom>
              <a:avLst/>
              <a:gdLst/>
              <a:ahLst/>
              <a:cxnLst/>
              <a:rect l="l" t="t" r="r" b="b"/>
              <a:pathLst>
                <a:path w="975" h="1996" extrusionOk="0">
                  <a:moveTo>
                    <a:pt x="719" y="1"/>
                  </a:moveTo>
                  <a:lnTo>
                    <a:pt x="0" y="1847"/>
                  </a:lnTo>
                  <a:lnTo>
                    <a:pt x="262" y="1996"/>
                  </a:lnTo>
                  <a:lnTo>
                    <a:pt x="974" y="149"/>
                  </a:lnTo>
                  <a:lnTo>
                    <a:pt x="719"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5">
              <a:extLst>
                <a:ext uri="{FF2B5EF4-FFF2-40B4-BE49-F238E27FC236}">
                  <a16:creationId xmlns:a16="http://schemas.microsoft.com/office/drawing/2014/main" id="{A497A706-26E7-53B9-DA84-0388B9DE6B60}"/>
                </a:ext>
              </a:extLst>
            </p:cNvPr>
            <p:cNvSpPr/>
            <p:nvPr/>
          </p:nvSpPr>
          <p:spPr>
            <a:xfrm>
              <a:off x="14539099" y="4164194"/>
              <a:ext cx="366262" cy="205220"/>
            </a:xfrm>
            <a:custGeom>
              <a:avLst/>
              <a:gdLst/>
              <a:ahLst/>
              <a:cxnLst/>
              <a:rect l="l" t="t" r="r" b="b"/>
              <a:pathLst>
                <a:path w="1688" h="975" extrusionOk="0">
                  <a:moveTo>
                    <a:pt x="1432" y="0"/>
                  </a:moveTo>
                  <a:lnTo>
                    <a:pt x="1" y="826"/>
                  </a:lnTo>
                  <a:lnTo>
                    <a:pt x="256" y="974"/>
                  </a:lnTo>
                  <a:lnTo>
                    <a:pt x="1687" y="149"/>
                  </a:lnTo>
                  <a:lnTo>
                    <a:pt x="1432"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5">
              <a:extLst>
                <a:ext uri="{FF2B5EF4-FFF2-40B4-BE49-F238E27FC236}">
                  <a16:creationId xmlns:a16="http://schemas.microsoft.com/office/drawing/2014/main" id="{EBC09574-7F0B-CFEC-600F-D15F1AA15A38}"/>
                </a:ext>
              </a:extLst>
            </p:cNvPr>
            <p:cNvSpPr/>
            <p:nvPr/>
          </p:nvSpPr>
          <p:spPr>
            <a:xfrm>
              <a:off x="1882175" y="2775750"/>
              <a:ext cx="122900" cy="74550"/>
            </a:xfrm>
            <a:custGeom>
              <a:avLst/>
              <a:gdLst/>
              <a:ahLst/>
              <a:cxnLst/>
              <a:rect l="l" t="t" r="r" b="b"/>
              <a:pathLst>
                <a:path w="4916" h="2982" extrusionOk="0">
                  <a:moveTo>
                    <a:pt x="119" y="0"/>
                  </a:moveTo>
                  <a:lnTo>
                    <a:pt x="4916" y="2391"/>
                  </a:lnTo>
                  <a:lnTo>
                    <a:pt x="4916" y="2833"/>
                  </a:lnTo>
                  <a:lnTo>
                    <a:pt x="4076" y="2982"/>
                  </a:lnTo>
                  <a:lnTo>
                    <a:pt x="0" y="238"/>
                  </a:lnTo>
                  <a:close/>
                </a:path>
              </a:pathLst>
            </a:custGeom>
            <a:solidFill>
              <a:schemeClr val="lt1"/>
            </a:solidFill>
            <a:ln>
              <a:noFill/>
            </a:ln>
          </p:spPr>
          <p:txBody>
            <a:bodyPr/>
            <a:lstStyle/>
            <a:p>
              <a:endParaRPr lang="en-PK"/>
            </a:p>
          </p:txBody>
        </p:sp>
        <p:sp>
          <p:nvSpPr>
            <p:cNvPr id="1299" name="Google Shape;1299;p45">
              <a:extLst>
                <a:ext uri="{FF2B5EF4-FFF2-40B4-BE49-F238E27FC236}">
                  <a16:creationId xmlns:a16="http://schemas.microsoft.com/office/drawing/2014/main" id="{A242D831-F498-6EF4-3C44-168E79637897}"/>
                </a:ext>
              </a:extLst>
            </p:cNvPr>
            <p:cNvSpPr/>
            <p:nvPr/>
          </p:nvSpPr>
          <p:spPr>
            <a:xfrm>
              <a:off x="9708860" y="-1666675"/>
              <a:ext cx="121106" cy="76743"/>
            </a:xfrm>
            <a:custGeom>
              <a:avLst/>
              <a:gdLst/>
              <a:ahLst/>
              <a:cxnLst/>
              <a:rect l="l" t="t" r="r" b="b"/>
              <a:pathLst>
                <a:path w="3025" h="1976" extrusionOk="0">
                  <a:moveTo>
                    <a:pt x="0" y="0"/>
                  </a:moveTo>
                  <a:lnTo>
                    <a:pt x="3025" y="1476"/>
                  </a:lnTo>
                  <a:lnTo>
                    <a:pt x="2953" y="1786"/>
                  </a:lnTo>
                  <a:lnTo>
                    <a:pt x="2215" y="1976"/>
                  </a:lnTo>
                  <a:lnTo>
                    <a:pt x="24" y="286"/>
                  </a:lnTo>
                  <a:close/>
                </a:path>
              </a:pathLst>
            </a:custGeom>
            <a:solidFill>
              <a:schemeClr val="lt1"/>
            </a:solidFill>
            <a:ln>
              <a:noFill/>
            </a:ln>
          </p:spPr>
          <p:txBody>
            <a:bodyPr/>
            <a:lstStyle/>
            <a:p>
              <a:endParaRPr lang="en-PK"/>
            </a:p>
          </p:txBody>
        </p:sp>
      </p:grpSp>
    </p:spTree>
    <p:extLst>
      <p:ext uri="{BB962C8B-B14F-4D97-AF65-F5344CB8AC3E}">
        <p14:creationId xmlns:p14="http://schemas.microsoft.com/office/powerpoint/2010/main" val="2449574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0">
          <a:extLst>
            <a:ext uri="{FF2B5EF4-FFF2-40B4-BE49-F238E27FC236}">
              <a16:creationId xmlns:a16="http://schemas.microsoft.com/office/drawing/2014/main" id="{790F18B1-95BB-4394-E0F6-E51F5718CC2F}"/>
            </a:ext>
          </a:extLst>
        </p:cNvPr>
        <p:cNvGrpSpPr/>
        <p:nvPr/>
      </p:nvGrpSpPr>
      <p:grpSpPr>
        <a:xfrm>
          <a:off x="0" y="0"/>
          <a:ext cx="0" cy="0"/>
          <a:chOff x="0" y="0"/>
          <a:chExt cx="0" cy="0"/>
        </a:xfrm>
      </p:grpSpPr>
      <p:sp>
        <p:nvSpPr>
          <p:cNvPr id="511" name="Google Shape;511;p24">
            <a:extLst>
              <a:ext uri="{FF2B5EF4-FFF2-40B4-BE49-F238E27FC236}">
                <a16:creationId xmlns:a16="http://schemas.microsoft.com/office/drawing/2014/main" id="{B94E2B8C-5438-A418-70CA-970082C4B143}"/>
              </a:ext>
            </a:extLst>
          </p:cNvPr>
          <p:cNvSpPr txBox="1">
            <a:spLocks noGrp="1"/>
          </p:cNvSpPr>
          <p:nvPr>
            <p:ph type="title"/>
          </p:nvPr>
        </p:nvSpPr>
        <p:spPr>
          <a:xfrm>
            <a:off x="-536892" y="349861"/>
            <a:ext cx="5108892"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b="1" dirty="0">
                <a:solidFill>
                  <a:srgbClr val="00B050"/>
                </a:solidFill>
              </a:rPr>
              <a:t>Key Challenges Of JWST:</a:t>
            </a:r>
            <a:endParaRPr b="1" dirty="0">
              <a:solidFill>
                <a:srgbClr val="00B050"/>
              </a:solidFill>
            </a:endParaRPr>
          </a:p>
        </p:txBody>
      </p:sp>
      <p:sp>
        <p:nvSpPr>
          <p:cNvPr id="14" name="Google Shape;1047;p34">
            <a:extLst>
              <a:ext uri="{FF2B5EF4-FFF2-40B4-BE49-F238E27FC236}">
                <a16:creationId xmlns:a16="http://schemas.microsoft.com/office/drawing/2014/main" id="{21165B05-FB9D-4C0B-9294-D51908184FF3}"/>
              </a:ext>
            </a:extLst>
          </p:cNvPr>
          <p:cNvSpPr txBox="1"/>
          <p:nvPr/>
        </p:nvSpPr>
        <p:spPr>
          <a:xfrm>
            <a:off x="1310489" y="4212349"/>
            <a:ext cx="6523021" cy="429600"/>
          </a:xfrm>
          <a:prstGeom prst="rect">
            <a:avLst/>
          </a:prstGeom>
          <a:noFill/>
          <a:ln>
            <a:noFill/>
          </a:ln>
        </p:spPr>
        <p:txBody>
          <a:bodyPr spcFirstLastPara="1" wrap="square" lIns="91425" tIns="91425" rIns="91425" bIns="91425" anchor="ctr" anchorCtr="0">
            <a:noAutofit/>
          </a:bodyPr>
          <a:lstStyle/>
          <a:p>
            <a:pPr lvl="0" algn="ctr"/>
            <a:r>
              <a:rPr lang="en-US" sz="1700" b="1" dirty="0">
                <a:solidFill>
                  <a:schemeClr val="accent3"/>
                </a:solidFill>
                <a:latin typeface="Fira Sans Extra Condensed Medium"/>
                <a:ea typeface="Fira Sans Extra Condensed Medium"/>
                <a:cs typeface="Fira Sans Extra Condensed Medium"/>
                <a:sym typeface="Fira Sans Extra Condensed Medium"/>
              </a:rPr>
              <a:t>“Managing high-risk, high-complexity projects requires proactive identification and mitigation of challenges.”</a:t>
            </a:r>
            <a:endParaRPr sz="1700" b="1" dirty="0">
              <a:solidFill>
                <a:schemeClr val="accent3"/>
              </a:solidFill>
              <a:latin typeface="Fira Sans Extra Condensed Medium"/>
              <a:ea typeface="Fira Sans Extra Condensed Medium"/>
              <a:cs typeface="Fira Sans Extra Condensed Medium"/>
              <a:sym typeface="Fira Sans Extra Condensed Medium"/>
            </a:endParaRPr>
          </a:p>
        </p:txBody>
      </p:sp>
      <p:sp>
        <p:nvSpPr>
          <p:cNvPr id="6" name="TextBox 5">
            <a:extLst>
              <a:ext uri="{FF2B5EF4-FFF2-40B4-BE49-F238E27FC236}">
                <a16:creationId xmlns:a16="http://schemas.microsoft.com/office/drawing/2014/main" id="{52441C2C-D8DD-E938-570B-E62C73CC5A94}"/>
              </a:ext>
            </a:extLst>
          </p:cNvPr>
          <p:cNvSpPr txBox="1"/>
          <p:nvPr/>
        </p:nvSpPr>
        <p:spPr>
          <a:xfrm>
            <a:off x="622005" y="931151"/>
            <a:ext cx="8075428" cy="738664"/>
          </a:xfrm>
          <a:prstGeom prst="rect">
            <a:avLst/>
          </a:prstGeom>
          <a:noFill/>
        </p:spPr>
        <p:txBody>
          <a:bodyPr wrap="square">
            <a:spAutoFit/>
          </a:bodyPr>
          <a:lstStyle/>
          <a:p>
            <a:pPr algn="just"/>
            <a:r>
              <a:rPr lang="en-PK" dirty="0"/>
              <a:t>JWST faced unprecedented challenges due to its technical complexity, long duration, high budget, and multi-agency collaboration. Understanding these challenges helps project managers learn how to mitigate risks and maintain control over megaprojects.</a:t>
            </a:r>
          </a:p>
        </p:txBody>
      </p:sp>
      <p:sp>
        <p:nvSpPr>
          <p:cNvPr id="9" name="TextBox 8">
            <a:extLst>
              <a:ext uri="{FF2B5EF4-FFF2-40B4-BE49-F238E27FC236}">
                <a16:creationId xmlns:a16="http://schemas.microsoft.com/office/drawing/2014/main" id="{6DB1E480-6570-6075-29EE-98C569F4D4AF}"/>
              </a:ext>
            </a:extLst>
          </p:cNvPr>
          <p:cNvSpPr txBox="1"/>
          <p:nvPr/>
        </p:nvSpPr>
        <p:spPr>
          <a:xfrm>
            <a:off x="869211" y="1834780"/>
            <a:ext cx="5225902" cy="1815882"/>
          </a:xfrm>
          <a:prstGeom prst="rect">
            <a:avLst/>
          </a:prstGeom>
          <a:noFill/>
        </p:spPr>
        <p:txBody>
          <a:bodyPr wrap="square">
            <a:spAutoFit/>
          </a:bodyPr>
          <a:lstStyle/>
          <a:p>
            <a:pPr marL="285750" indent="-285750">
              <a:buFont typeface="Arial" panose="020B0604020202020204" pitchFamily="34" charset="0"/>
              <a:buChar char="•"/>
            </a:pPr>
            <a:r>
              <a:rPr lang="en-PK" dirty="0"/>
              <a:t>Extreme technical complexity (foldable mirrors,</a:t>
            </a:r>
            <a:br>
              <a:rPr lang="en-US" dirty="0"/>
            </a:br>
            <a:r>
              <a:rPr lang="en-PK" dirty="0"/>
              <a:t> sunshield, cryogenic systems)</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dirty="0"/>
              <a:t>Long timeline (25 years from concept to launch)</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dirty="0"/>
              <a:t>Multi-agency and multinational collaboration</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dirty="0"/>
              <a:t>Budget constraints and political scrutiny</a:t>
            </a:r>
          </a:p>
        </p:txBody>
      </p:sp>
      <p:pic>
        <p:nvPicPr>
          <p:cNvPr id="12" name="Picture 11">
            <a:extLst>
              <a:ext uri="{FF2B5EF4-FFF2-40B4-BE49-F238E27FC236}">
                <a16:creationId xmlns:a16="http://schemas.microsoft.com/office/drawing/2014/main" id="{941176B0-D7CB-3434-AF96-700390DFA53A}"/>
              </a:ext>
            </a:extLst>
          </p:cNvPr>
          <p:cNvPicPr>
            <a:picLocks noChangeAspect="1"/>
          </p:cNvPicPr>
          <p:nvPr/>
        </p:nvPicPr>
        <p:blipFill>
          <a:blip r:embed="rId3"/>
          <a:stretch>
            <a:fillRect/>
          </a:stretch>
        </p:blipFill>
        <p:spPr>
          <a:xfrm>
            <a:off x="5252482" y="1669815"/>
            <a:ext cx="3710763" cy="2389304"/>
          </a:xfrm>
          <a:prstGeom prst="rect">
            <a:avLst/>
          </a:prstGeom>
        </p:spPr>
      </p:pic>
    </p:spTree>
    <p:extLst>
      <p:ext uri="{BB962C8B-B14F-4D97-AF65-F5344CB8AC3E}">
        <p14:creationId xmlns:p14="http://schemas.microsoft.com/office/powerpoint/2010/main" val="387769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10">
          <a:extLst>
            <a:ext uri="{FF2B5EF4-FFF2-40B4-BE49-F238E27FC236}">
              <a16:creationId xmlns:a16="http://schemas.microsoft.com/office/drawing/2014/main" id="{A790F3EA-9492-3058-975F-B5C274D4A344}"/>
            </a:ext>
          </a:extLst>
        </p:cNvPr>
        <p:cNvGrpSpPr/>
        <p:nvPr/>
      </p:nvGrpSpPr>
      <p:grpSpPr>
        <a:xfrm>
          <a:off x="0" y="0"/>
          <a:ext cx="0" cy="0"/>
          <a:chOff x="0" y="0"/>
          <a:chExt cx="0" cy="0"/>
        </a:xfrm>
      </p:grpSpPr>
      <p:sp>
        <p:nvSpPr>
          <p:cNvPr id="511" name="Google Shape;511;p24">
            <a:extLst>
              <a:ext uri="{FF2B5EF4-FFF2-40B4-BE49-F238E27FC236}">
                <a16:creationId xmlns:a16="http://schemas.microsoft.com/office/drawing/2014/main" id="{7592EA8E-86A8-6632-3717-5441BCBF9A97}"/>
              </a:ext>
            </a:extLst>
          </p:cNvPr>
          <p:cNvSpPr txBox="1">
            <a:spLocks noGrp="1"/>
          </p:cNvSpPr>
          <p:nvPr>
            <p:ph type="title"/>
          </p:nvPr>
        </p:nvSpPr>
        <p:spPr>
          <a:xfrm>
            <a:off x="-536892" y="349861"/>
            <a:ext cx="5108892"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b="1" dirty="0">
                <a:solidFill>
                  <a:srgbClr val="00B050"/>
                </a:solidFill>
              </a:rPr>
              <a:t>Technical Complexity</a:t>
            </a:r>
            <a:r>
              <a:rPr lang="en" b="1" dirty="0">
                <a:solidFill>
                  <a:srgbClr val="00B050"/>
                </a:solidFill>
              </a:rPr>
              <a:t>:</a:t>
            </a:r>
            <a:endParaRPr b="1" dirty="0">
              <a:solidFill>
                <a:srgbClr val="00B050"/>
              </a:solidFill>
            </a:endParaRPr>
          </a:p>
        </p:txBody>
      </p:sp>
      <p:sp>
        <p:nvSpPr>
          <p:cNvPr id="6" name="TextBox 5">
            <a:extLst>
              <a:ext uri="{FF2B5EF4-FFF2-40B4-BE49-F238E27FC236}">
                <a16:creationId xmlns:a16="http://schemas.microsoft.com/office/drawing/2014/main" id="{F730A476-D2D9-2611-4CAD-C7BC35AA173B}"/>
              </a:ext>
            </a:extLst>
          </p:cNvPr>
          <p:cNvSpPr txBox="1"/>
          <p:nvPr/>
        </p:nvSpPr>
        <p:spPr>
          <a:xfrm>
            <a:off x="622005" y="931151"/>
            <a:ext cx="8075428" cy="738664"/>
          </a:xfrm>
          <a:prstGeom prst="rect">
            <a:avLst/>
          </a:prstGeom>
          <a:noFill/>
        </p:spPr>
        <p:txBody>
          <a:bodyPr wrap="square">
            <a:spAutoFit/>
          </a:bodyPr>
          <a:lstStyle/>
          <a:p>
            <a:pPr algn="just"/>
            <a:r>
              <a:rPr lang="en-PK" dirty="0"/>
              <a:t>J</a:t>
            </a:r>
            <a:r>
              <a:rPr lang="en-US" dirty="0"/>
              <a:t>WST pushed the boundaries of engineering. Every subsystem had tight tolerances, zero-repair tolerance, and unprecedented requirements. This demanded meticulous planning, testing, and systems engineering.</a:t>
            </a:r>
            <a:endParaRPr lang="en-PK" dirty="0"/>
          </a:p>
        </p:txBody>
      </p:sp>
      <p:sp>
        <p:nvSpPr>
          <p:cNvPr id="3" name="TextBox 2">
            <a:extLst>
              <a:ext uri="{FF2B5EF4-FFF2-40B4-BE49-F238E27FC236}">
                <a16:creationId xmlns:a16="http://schemas.microsoft.com/office/drawing/2014/main" id="{251081E1-ADDF-4DE5-E6B6-0589F2280E45}"/>
              </a:ext>
            </a:extLst>
          </p:cNvPr>
          <p:cNvSpPr txBox="1"/>
          <p:nvPr/>
        </p:nvSpPr>
        <p:spPr>
          <a:xfrm>
            <a:off x="802759" y="1770408"/>
            <a:ext cx="4609214" cy="2893100"/>
          </a:xfrm>
          <a:prstGeom prst="rect">
            <a:avLst/>
          </a:prstGeom>
          <a:noFill/>
        </p:spPr>
        <p:txBody>
          <a:bodyPr wrap="square">
            <a:spAutoFit/>
          </a:bodyPr>
          <a:lstStyle/>
          <a:p>
            <a:pPr marL="285750" indent="-285750" algn="just">
              <a:buFont typeface="Arial" panose="020B0604020202020204" pitchFamily="34" charset="0"/>
              <a:buChar char="•"/>
            </a:pPr>
            <a:r>
              <a:rPr lang="en-PK" dirty="0"/>
              <a:t>6.5m segmented mirror</a:t>
            </a:r>
            <a:r>
              <a:rPr lang="en-US" dirty="0"/>
              <a:t>,</a:t>
            </a:r>
            <a:r>
              <a:rPr lang="en-PK" dirty="0"/>
              <a:t> foldable, micron-level alignment</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Sunshield deployment</a:t>
            </a:r>
            <a:r>
              <a:rPr lang="en-US" dirty="0"/>
              <a:t>,</a:t>
            </a:r>
            <a:r>
              <a:rPr lang="en-PK" dirty="0"/>
              <a:t> 50-step process, size of a tennis court</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Cryogenic operation</a:t>
            </a:r>
            <a:r>
              <a:rPr lang="en-US" dirty="0"/>
              <a:t>,</a:t>
            </a:r>
            <a:r>
              <a:rPr lang="en-PK" dirty="0"/>
              <a:t> −233°C for infrared sensitivity</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Single-point failures</a:t>
            </a:r>
            <a:r>
              <a:rPr lang="en-US" dirty="0"/>
              <a:t>,</a:t>
            </a:r>
            <a:r>
              <a:rPr lang="en-PK" dirty="0"/>
              <a:t> 344 mechanisms critical for mission success</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Required extensive simulations, prototypes, and integration testing</a:t>
            </a:r>
          </a:p>
        </p:txBody>
      </p:sp>
      <p:pic>
        <p:nvPicPr>
          <p:cNvPr id="5" name="Picture 4">
            <a:extLst>
              <a:ext uri="{FF2B5EF4-FFF2-40B4-BE49-F238E27FC236}">
                <a16:creationId xmlns:a16="http://schemas.microsoft.com/office/drawing/2014/main" id="{97CE4E2E-D1C7-554D-54DE-79BF35968617}"/>
              </a:ext>
            </a:extLst>
          </p:cNvPr>
          <p:cNvPicPr>
            <a:picLocks noChangeAspect="1"/>
          </p:cNvPicPr>
          <p:nvPr/>
        </p:nvPicPr>
        <p:blipFill>
          <a:blip r:embed="rId3"/>
          <a:stretch>
            <a:fillRect/>
          </a:stretch>
        </p:blipFill>
        <p:spPr>
          <a:xfrm>
            <a:off x="5615320" y="2190307"/>
            <a:ext cx="3314700" cy="1485900"/>
          </a:xfrm>
          <a:prstGeom prst="rect">
            <a:avLst/>
          </a:prstGeom>
        </p:spPr>
      </p:pic>
    </p:spTree>
    <p:extLst>
      <p:ext uri="{BB962C8B-B14F-4D97-AF65-F5344CB8AC3E}">
        <p14:creationId xmlns:p14="http://schemas.microsoft.com/office/powerpoint/2010/main" val="1206358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10">
          <a:extLst>
            <a:ext uri="{FF2B5EF4-FFF2-40B4-BE49-F238E27FC236}">
              <a16:creationId xmlns:a16="http://schemas.microsoft.com/office/drawing/2014/main" id="{446E8A6B-AE58-DBF5-4C78-F4FAD07BE7A0}"/>
            </a:ext>
          </a:extLst>
        </p:cNvPr>
        <p:cNvGrpSpPr/>
        <p:nvPr/>
      </p:nvGrpSpPr>
      <p:grpSpPr>
        <a:xfrm>
          <a:off x="0" y="0"/>
          <a:ext cx="0" cy="0"/>
          <a:chOff x="0" y="0"/>
          <a:chExt cx="0" cy="0"/>
        </a:xfrm>
      </p:grpSpPr>
      <p:sp>
        <p:nvSpPr>
          <p:cNvPr id="511" name="Google Shape;511;p24">
            <a:extLst>
              <a:ext uri="{FF2B5EF4-FFF2-40B4-BE49-F238E27FC236}">
                <a16:creationId xmlns:a16="http://schemas.microsoft.com/office/drawing/2014/main" id="{02D05E46-07CC-D46A-B6D0-2B1F68362352}"/>
              </a:ext>
            </a:extLst>
          </p:cNvPr>
          <p:cNvSpPr txBox="1">
            <a:spLocks noGrp="1"/>
          </p:cNvSpPr>
          <p:nvPr>
            <p:ph type="title"/>
          </p:nvPr>
        </p:nvSpPr>
        <p:spPr>
          <a:xfrm>
            <a:off x="-536892" y="349861"/>
            <a:ext cx="5108892"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b="1" dirty="0">
                <a:solidFill>
                  <a:srgbClr val="00B050"/>
                </a:solidFill>
              </a:rPr>
              <a:t>Schedule Challenges</a:t>
            </a:r>
            <a:r>
              <a:rPr lang="en" b="1" dirty="0">
                <a:solidFill>
                  <a:srgbClr val="00B050"/>
                </a:solidFill>
              </a:rPr>
              <a:t>:</a:t>
            </a:r>
            <a:endParaRPr b="1" dirty="0">
              <a:solidFill>
                <a:srgbClr val="00B050"/>
              </a:solidFill>
            </a:endParaRPr>
          </a:p>
        </p:txBody>
      </p:sp>
      <p:sp>
        <p:nvSpPr>
          <p:cNvPr id="8" name="TextBox 7">
            <a:extLst>
              <a:ext uri="{FF2B5EF4-FFF2-40B4-BE49-F238E27FC236}">
                <a16:creationId xmlns:a16="http://schemas.microsoft.com/office/drawing/2014/main" id="{C43E37B6-E0A5-E70E-498A-5ACD3FDCFC8C}"/>
              </a:ext>
            </a:extLst>
          </p:cNvPr>
          <p:cNvSpPr txBox="1"/>
          <p:nvPr/>
        </p:nvSpPr>
        <p:spPr>
          <a:xfrm>
            <a:off x="688459" y="816301"/>
            <a:ext cx="7902648" cy="738664"/>
          </a:xfrm>
          <a:prstGeom prst="rect">
            <a:avLst/>
          </a:prstGeom>
          <a:noFill/>
        </p:spPr>
        <p:txBody>
          <a:bodyPr wrap="square">
            <a:spAutoFit/>
          </a:bodyPr>
          <a:lstStyle/>
          <a:p>
            <a:pPr algn="just"/>
            <a:r>
              <a:rPr lang="en-PK" dirty="0"/>
              <a:t>JWST’s long development cycle exposed it to multiple schedule risks. Delays occurred due to technical setbacks, integration issues, and evolving requirements. PM practices were essential to keep the project on track.</a:t>
            </a:r>
          </a:p>
        </p:txBody>
      </p:sp>
      <p:sp>
        <p:nvSpPr>
          <p:cNvPr id="10" name="TextBox 9">
            <a:extLst>
              <a:ext uri="{FF2B5EF4-FFF2-40B4-BE49-F238E27FC236}">
                <a16:creationId xmlns:a16="http://schemas.microsoft.com/office/drawing/2014/main" id="{D5947BC6-50FA-2753-FBF2-2331289B504E}"/>
              </a:ext>
            </a:extLst>
          </p:cNvPr>
          <p:cNvSpPr txBox="1"/>
          <p:nvPr/>
        </p:nvSpPr>
        <p:spPr>
          <a:xfrm>
            <a:off x="777506" y="1689462"/>
            <a:ext cx="4837814" cy="1815882"/>
          </a:xfrm>
          <a:prstGeom prst="rect">
            <a:avLst/>
          </a:prstGeom>
          <a:noFill/>
        </p:spPr>
        <p:txBody>
          <a:bodyPr wrap="square">
            <a:spAutoFit/>
          </a:bodyPr>
          <a:lstStyle/>
          <a:p>
            <a:pPr marL="285750" indent="-285750">
              <a:buFont typeface="Arial" panose="020B0604020202020204" pitchFamily="34" charset="0"/>
              <a:buChar char="•"/>
            </a:pPr>
            <a:r>
              <a:rPr lang="en-PK" dirty="0"/>
              <a:t>Original launch: 2007 → Actual launch: 2021</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dirty="0"/>
              <a:t>Major delays caused by:</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PK" dirty="0"/>
          </a:p>
        </p:txBody>
      </p:sp>
      <p:sp>
        <p:nvSpPr>
          <p:cNvPr id="12" name="TextBox 11">
            <a:extLst>
              <a:ext uri="{FF2B5EF4-FFF2-40B4-BE49-F238E27FC236}">
                <a16:creationId xmlns:a16="http://schemas.microsoft.com/office/drawing/2014/main" id="{7BBCEB11-3902-6219-1BDA-D075EBAFAAEE}"/>
              </a:ext>
            </a:extLst>
          </p:cNvPr>
          <p:cNvSpPr txBox="1"/>
          <p:nvPr/>
        </p:nvSpPr>
        <p:spPr>
          <a:xfrm>
            <a:off x="1143000" y="2452274"/>
            <a:ext cx="3875567" cy="1600438"/>
          </a:xfrm>
          <a:prstGeom prst="rect">
            <a:avLst/>
          </a:prstGeom>
          <a:noFill/>
        </p:spPr>
        <p:txBody>
          <a:bodyPr wrap="square">
            <a:spAutoFit/>
          </a:bodyPr>
          <a:lstStyle/>
          <a:p>
            <a:pPr marL="285750" indent="-285750">
              <a:buFont typeface="Arial" panose="020B0604020202020204" pitchFamily="34" charset="0"/>
              <a:buChar char="•"/>
            </a:pPr>
            <a:r>
              <a:rPr lang="en-PK" dirty="0"/>
              <a:t>Sunshield redesign and testing failures (+2–3 years)</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dirty="0"/>
              <a:t>Launch vehicle adjustments (+1 year)</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dirty="0"/>
              <a:t>Hardware damage during vibration tests (+1.5–2 years)</a:t>
            </a:r>
          </a:p>
        </p:txBody>
      </p:sp>
      <p:pic>
        <p:nvPicPr>
          <p:cNvPr id="14338" name="Picture 2" descr="NASA's James Webb Space Telescope passes key review ahead of fall launch |  Space">
            <a:extLst>
              <a:ext uri="{FF2B5EF4-FFF2-40B4-BE49-F238E27FC236}">
                <a16:creationId xmlns:a16="http://schemas.microsoft.com/office/drawing/2014/main" id="{B3CFE298-B201-AACE-D4AF-599D17F839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8567" y="1676218"/>
            <a:ext cx="3557551" cy="2650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2350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10">
          <a:extLst>
            <a:ext uri="{FF2B5EF4-FFF2-40B4-BE49-F238E27FC236}">
              <a16:creationId xmlns:a16="http://schemas.microsoft.com/office/drawing/2014/main" id="{3CE96551-6AD5-61FB-AD2F-E72108C686CD}"/>
            </a:ext>
          </a:extLst>
        </p:cNvPr>
        <p:cNvGrpSpPr/>
        <p:nvPr/>
      </p:nvGrpSpPr>
      <p:grpSpPr>
        <a:xfrm>
          <a:off x="0" y="0"/>
          <a:ext cx="0" cy="0"/>
          <a:chOff x="0" y="0"/>
          <a:chExt cx="0" cy="0"/>
        </a:xfrm>
      </p:grpSpPr>
      <p:sp>
        <p:nvSpPr>
          <p:cNvPr id="511" name="Google Shape;511;p24">
            <a:extLst>
              <a:ext uri="{FF2B5EF4-FFF2-40B4-BE49-F238E27FC236}">
                <a16:creationId xmlns:a16="http://schemas.microsoft.com/office/drawing/2014/main" id="{658E4803-E057-E951-10FF-E10B62657C85}"/>
              </a:ext>
            </a:extLst>
          </p:cNvPr>
          <p:cNvSpPr txBox="1">
            <a:spLocks noGrp="1"/>
          </p:cNvSpPr>
          <p:nvPr>
            <p:ph type="title"/>
          </p:nvPr>
        </p:nvSpPr>
        <p:spPr>
          <a:xfrm>
            <a:off x="-1057888" y="335101"/>
            <a:ext cx="5108892"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b="1" dirty="0">
                <a:solidFill>
                  <a:srgbClr val="00B050"/>
                </a:solidFill>
              </a:rPr>
              <a:t>Scope Challenges</a:t>
            </a:r>
            <a:r>
              <a:rPr lang="en" b="1" dirty="0">
                <a:solidFill>
                  <a:srgbClr val="00B050"/>
                </a:solidFill>
              </a:rPr>
              <a:t>:</a:t>
            </a:r>
            <a:endParaRPr b="1" dirty="0">
              <a:solidFill>
                <a:srgbClr val="00B050"/>
              </a:solidFill>
            </a:endParaRPr>
          </a:p>
        </p:txBody>
      </p:sp>
      <p:sp>
        <p:nvSpPr>
          <p:cNvPr id="16" name="TextBox 15">
            <a:extLst>
              <a:ext uri="{FF2B5EF4-FFF2-40B4-BE49-F238E27FC236}">
                <a16:creationId xmlns:a16="http://schemas.microsoft.com/office/drawing/2014/main" id="{62076F5F-3963-2A20-2F9E-850208EDFA4D}"/>
              </a:ext>
            </a:extLst>
          </p:cNvPr>
          <p:cNvSpPr txBox="1"/>
          <p:nvPr/>
        </p:nvSpPr>
        <p:spPr>
          <a:xfrm>
            <a:off x="475806" y="936169"/>
            <a:ext cx="7679365" cy="523220"/>
          </a:xfrm>
          <a:prstGeom prst="rect">
            <a:avLst/>
          </a:prstGeom>
          <a:noFill/>
        </p:spPr>
        <p:txBody>
          <a:bodyPr wrap="square">
            <a:spAutoFit/>
          </a:bodyPr>
          <a:lstStyle/>
          <a:p>
            <a:r>
              <a:rPr lang="en-PK" dirty="0"/>
              <a:t>JWST’s scope evolved over time as technology advanced and scientific requirements expanded. Managing scope creep was essential to balance ambition with feasibility.</a:t>
            </a:r>
          </a:p>
        </p:txBody>
      </p:sp>
      <p:sp>
        <p:nvSpPr>
          <p:cNvPr id="18" name="TextBox 17">
            <a:extLst>
              <a:ext uri="{FF2B5EF4-FFF2-40B4-BE49-F238E27FC236}">
                <a16:creationId xmlns:a16="http://schemas.microsoft.com/office/drawing/2014/main" id="{B8ADAAB3-1DB5-188D-06D6-8BCE4764E6D9}"/>
              </a:ext>
            </a:extLst>
          </p:cNvPr>
          <p:cNvSpPr txBox="1"/>
          <p:nvPr/>
        </p:nvSpPr>
        <p:spPr>
          <a:xfrm>
            <a:off x="784595" y="1664594"/>
            <a:ext cx="5098310" cy="1384995"/>
          </a:xfrm>
          <a:prstGeom prst="rect">
            <a:avLst/>
          </a:prstGeom>
          <a:noFill/>
        </p:spPr>
        <p:txBody>
          <a:bodyPr wrap="square">
            <a:spAutoFit/>
          </a:bodyPr>
          <a:lstStyle/>
          <a:p>
            <a:pPr marL="285750" indent="-285750">
              <a:buFont typeface="Arial" panose="020B0604020202020204" pitchFamily="34" charset="0"/>
              <a:buChar char="•"/>
            </a:pPr>
            <a:r>
              <a:rPr lang="en-PK" dirty="0"/>
              <a:t>Shift from simple Hubble successor → foldable infrared observatory</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dirty="0"/>
              <a:t>Added instruments and capabilities during development</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dirty="0"/>
              <a:t>Managed through:</a:t>
            </a:r>
          </a:p>
        </p:txBody>
      </p:sp>
      <p:sp>
        <p:nvSpPr>
          <p:cNvPr id="20" name="TextBox 19">
            <a:extLst>
              <a:ext uri="{FF2B5EF4-FFF2-40B4-BE49-F238E27FC236}">
                <a16:creationId xmlns:a16="http://schemas.microsoft.com/office/drawing/2014/main" id="{143C3EB1-CACD-6E3E-014A-9C02476816F8}"/>
              </a:ext>
            </a:extLst>
          </p:cNvPr>
          <p:cNvSpPr txBox="1"/>
          <p:nvPr/>
        </p:nvSpPr>
        <p:spPr>
          <a:xfrm>
            <a:off x="1226731" y="2991614"/>
            <a:ext cx="5098310" cy="954107"/>
          </a:xfrm>
          <a:prstGeom prst="rect">
            <a:avLst/>
          </a:prstGeom>
          <a:noFill/>
        </p:spPr>
        <p:txBody>
          <a:bodyPr wrap="square">
            <a:spAutoFit/>
          </a:bodyPr>
          <a:lstStyle/>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dirty="0"/>
              <a:t>Structured change control processes</a:t>
            </a:r>
          </a:p>
          <a:p>
            <a:pPr marL="285750" indent="-285750">
              <a:buFont typeface="Arial" panose="020B0604020202020204" pitchFamily="34" charset="0"/>
              <a:buChar char="•"/>
            </a:pPr>
            <a:r>
              <a:rPr lang="en-PK" dirty="0"/>
              <a:t>Regular stakeholder reviews</a:t>
            </a:r>
          </a:p>
          <a:p>
            <a:pPr marL="285750" indent="-285750">
              <a:buFont typeface="Arial" panose="020B0604020202020204" pitchFamily="34" charset="0"/>
              <a:buChar char="•"/>
            </a:pPr>
            <a:r>
              <a:rPr lang="en-PK" dirty="0"/>
              <a:t>Alignment of technical and scientific goals</a:t>
            </a:r>
          </a:p>
        </p:txBody>
      </p:sp>
      <p:pic>
        <p:nvPicPr>
          <p:cNvPr id="22" name="Picture 21">
            <a:extLst>
              <a:ext uri="{FF2B5EF4-FFF2-40B4-BE49-F238E27FC236}">
                <a16:creationId xmlns:a16="http://schemas.microsoft.com/office/drawing/2014/main" id="{CAC370F5-1A77-2BD4-88E6-B01C68E956F7}"/>
              </a:ext>
            </a:extLst>
          </p:cNvPr>
          <p:cNvPicPr>
            <a:picLocks noChangeAspect="1"/>
          </p:cNvPicPr>
          <p:nvPr/>
        </p:nvPicPr>
        <p:blipFill>
          <a:blip r:embed="rId3"/>
          <a:stretch>
            <a:fillRect/>
          </a:stretch>
        </p:blipFill>
        <p:spPr>
          <a:xfrm>
            <a:off x="5624623" y="1536523"/>
            <a:ext cx="3274495" cy="2820432"/>
          </a:xfrm>
          <a:prstGeom prst="rect">
            <a:avLst/>
          </a:prstGeom>
        </p:spPr>
      </p:pic>
    </p:spTree>
    <p:extLst>
      <p:ext uri="{BB962C8B-B14F-4D97-AF65-F5344CB8AC3E}">
        <p14:creationId xmlns:p14="http://schemas.microsoft.com/office/powerpoint/2010/main" val="3046278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10">
          <a:extLst>
            <a:ext uri="{FF2B5EF4-FFF2-40B4-BE49-F238E27FC236}">
              <a16:creationId xmlns:a16="http://schemas.microsoft.com/office/drawing/2014/main" id="{0BDADC56-186B-72DE-C65C-BBF4357E4722}"/>
            </a:ext>
          </a:extLst>
        </p:cNvPr>
        <p:cNvGrpSpPr/>
        <p:nvPr/>
      </p:nvGrpSpPr>
      <p:grpSpPr>
        <a:xfrm>
          <a:off x="0" y="0"/>
          <a:ext cx="0" cy="0"/>
          <a:chOff x="0" y="0"/>
          <a:chExt cx="0" cy="0"/>
        </a:xfrm>
      </p:grpSpPr>
      <p:sp>
        <p:nvSpPr>
          <p:cNvPr id="511" name="Google Shape;511;p24">
            <a:extLst>
              <a:ext uri="{FF2B5EF4-FFF2-40B4-BE49-F238E27FC236}">
                <a16:creationId xmlns:a16="http://schemas.microsoft.com/office/drawing/2014/main" id="{C5AFFDD8-F84E-7F34-4D38-E0FDE27F47D9}"/>
              </a:ext>
            </a:extLst>
          </p:cNvPr>
          <p:cNvSpPr txBox="1">
            <a:spLocks noGrp="1"/>
          </p:cNvSpPr>
          <p:nvPr>
            <p:ph type="title"/>
          </p:nvPr>
        </p:nvSpPr>
        <p:spPr>
          <a:xfrm>
            <a:off x="0" y="349358"/>
            <a:ext cx="5108892"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b="1" dirty="0">
                <a:solidFill>
                  <a:srgbClr val="00B050"/>
                </a:solidFill>
              </a:rPr>
              <a:t>Risk Management Complexity</a:t>
            </a:r>
            <a:r>
              <a:rPr lang="en" b="1" dirty="0">
                <a:solidFill>
                  <a:srgbClr val="00B050"/>
                </a:solidFill>
              </a:rPr>
              <a:t>:</a:t>
            </a:r>
            <a:endParaRPr b="1" dirty="0">
              <a:solidFill>
                <a:srgbClr val="00B050"/>
              </a:solidFill>
            </a:endParaRPr>
          </a:p>
        </p:txBody>
      </p:sp>
      <p:sp>
        <p:nvSpPr>
          <p:cNvPr id="4" name="TextBox 3">
            <a:extLst>
              <a:ext uri="{FF2B5EF4-FFF2-40B4-BE49-F238E27FC236}">
                <a16:creationId xmlns:a16="http://schemas.microsoft.com/office/drawing/2014/main" id="{F8DC992B-D9E1-4B69-09AA-C94920FE3346}"/>
              </a:ext>
            </a:extLst>
          </p:cNvPr>
          <p:cNvSpPr txBox="1"/>
          <p:nvPr/>
        </p:nvSpPr>
        <p:spPr>
          <a:xfrm>
            <a:off x="622311" y="972285"/>
            <a:ext cx="7899378" cy="523220"/>
          </a:xfrm>
          <a:prstGeom prst="rect">
            <a:avLst/>
          </a:prstGeom>
          <a:noFill/>
        </p:spPr>
        <p:txBody>
          <a:bodyPr wrap="square">
            <a:spAutoFit/>
          </a:bodyPr>
          <a:lstStyle/>
          <a:p>
            <a:pPr algn="just"/>
            <a:r>
              <a:rPr lang="en-PK" dirty="0"/>
              <a:t>JWST faced technical, schedule, cost, and operational risks. A comprehensive risk management framework was critical to minimize the likelihood of catastrophic failures.</a:t>
            </a:r>
          </a:p>
        </p:txBody>
      </p:sp>
      <p:sp>
        <p:nvSpPr>
          <p:cNvPr id="9" name="TextBox 8">
            <a:extLst>
              <a:ext uri="{FF2B5EF4-FFF2-40B4-BE49-F238E27FC236}">
                <a16:creationId xmlns:a16="http://schemas.microsoft.com/office/drawing/2014/main" id="{4EC1994A-4177-6761-0508-4BB1F3CE84AB}"/>
              </a:ext>
            </a:extLst>
          </p:cNvPr>
          <p:cNvSpPr txBox="1"/>
          <p:nvPr/>
        </p:nvSpPr>
        <p:spPr>
          <a:xfrm>
            <a:off x="903766" y="1637232"/>
            <a:ext cx="5794746" cy="2246769"/>
          </a:xfrm>
          <a:prstGeom prst="rect">
            <a:avLst/>
          </a:prstGeom>
          <a:noFill/>
        </p:spPr>
        <p:txBody>
          <a:bodyPr wrap="square">
            <a:spAutoFit/>
          </a:bodyPr>
          <a:lstStyle/>
          <a:p>
            <a:pPr marL="285750" indent="-285750">
              <a:buFont typeface="Arial" panose="020B0604020202020204" pitchFamily="34" charset="0"/>
              <a:buChar char="•"/>
            </a:pPr>
            <a:r>
              <a:rPr lang="en-PK" dirty="0"/>
              <a:t>Technical risks: untested components, zero-repair tolerance</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dirty="0"/>
              <a:t>Schedule risks: long development, integration dependencies</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dirty="0"/>
              <a:t>Cost risks: inflation, redesigns, delayed milestones</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dirty="0"/>
              <a:t>Operational risks: deployment failures in space impossible to repair</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dirty="0"/>
              <a:t>Mitigation strategies:</a:t>
            </a:r>
          </a:p>
          <a:p>
            <a:pPr marL="285750" indent="-285750">
              <a:buFont typeface="Arial" panose="020B0604020202020204" pitchFamily="34" charset="0"/>
              <a:buChar char="•"/>
            </a:pPr>
            <a:endParaRPr lang="en-PK" dirty="0"/>
          </a:p>
        </p:txBody>
      </p:sp>
      <p:sp>
        <p:nvSpPr>
          <p:cNvPr id="11" name="TextBox 10">
            <a:extLst>
              <a:ext uri="{FF2B5EF4-FFF2-40B4-BE49-F238E27FC236}">
                <a16:creationId xmlns:a16="http://schemas.microsoft.com/office/drawing/2014/main" id="{4D6486B6-DCCA-2E55-5A96-FBA50C5A2B07}"/>
              </a:ext>
            </a:extLst>
          </p:cNvPr>
          <p:cNvSpPr txBox="1"/>
          <p:nvPr/>
        </p:nvSpPr>
        <p:spPr>
          <a:xfrm>
            <a:off x="1242681" y="3618566"/>
            <a:ext cx="4572000" cy="738664"/>
          </a:xfrm>
          <a:prstGeom prst="rect">
            <a:avLst/>
          </a:prstGeom>
          <a:noFill/>
        </p:spPr>
        <p:txBody>
          <a:bodyPr wrap="square">
            <a:spAutoFit/>
          </a:bodyPr>
          <a:lstStyle/>
          <a:p>
            <a:pPr marL="285750" indent="-285750">
              <a:buFont typeface="Arial" panose="020B0604020202020204" pitchFamily="34" charset="0"/>
              <a:buChar char="•"/>
            </a:pPr>
            <a:r>
              <a:rPr lang="en-PK" dirty="0"/>
              <a:t>Extensive simulations and testing</a:t>
            </a:r>
          </a:p>
          <a:p>
            <a:pPr marL="285750" indent="-285750">
              <a:buFont typeface="Arial" panose="020B0604020202020204" pitchFamily="34" charset="0"/>
              <a:buChar char="•"/>
            </a:pPr>
            <a:r>
              <a:rPr lang="en-PK" dirty="0"/>
              <a:t>Redundancy in critical systems</a:t>
            </a:r>
          </a:p>
          <a:p>
            <a:pPr marL="285750" indent="-285750">
              <a:buFont typeface="Arial" panose="020B0604020202020204" pitchFamily="34" charset="0"/>
              <a:buChar char="•"/>
            </a:pPr>
            <a:r>
              <a:rPr lang="en-PK" dirty="0"/>
              <a:t>Regular risk reviews and mitigation planning</a:t>
            </a:r>
          </a:p>
        </p:txBody>
      </p:sp>
      <p:grpSp>
        <p:nvGrpSpPr>
          <p:cNvPr id="12" name="Google Shape;293;p19">
            <a:extLst>
              <a:ext uri="{FF2B5EF4-FFF2-40B4-BE49-F238E27FC236}">
                <a16:creationId xmlns:a16="http://schemas.microsoft.com/office/drawing/2014/main" id="{CC643C48-DA68-3D3F-BCFE-CE0A542E4171}"/>
              </a:ext>
            </a:extLst>
          </p:cNvPr>
          <p:cNvGrpSpPr/>
          <p:nvPr/>
        </p:nvGrpSpPr>
        <p:grpSpPr>
          <a:xfrm rot="1166897">
            <a:off x="6613074" y="1437077"/>
            <a:ext cx="1690107" cy="3637950"/>
            <a:chOff x="2208223" y="2053240"/>
            <a:chExt cx="1244739" cy="2679297"/>
          </a:xfrm>
        </p:grpSpPr>
        <p:sp>
          <p:nvSpPr>
            <p:cNvPr id="13" name="Google Shape;294;p19">
              <a:extLst>
                <a:ext uri="{FF2B5EF4-FFF2-40B4-BE49-F238E27FC236}">
                  <a16:creationId xmlns:a16="http://schemas.microsoft.com/office/drawing/2014/main" id="{0DFA7A19-EE32-6B65-C37D-6CB8061677A2}"/>
                </a:ext>
              </a:extLst>
            </p:cNvPr>
            <p:cNvSpPr/>
            <p:nvPr/>
          </p:nvSpPr>
          <p:spPr>
            <a:xfrm>
              <a:off x="2579740" y="3822973"/>
              <a:ext cx="502038" cy="909565"/>
            </a:xfrm>
            <a:custGeom>
              <a:avLst/>
              <a:gdLst/>
              <a:ahLst/>
              <a:cxnLst/>
              <a:rect l="l" t="t" r="r" b="b"/>
              <a:pathLst>
                <a:path w="19324" h="84297" extrusionOk="0">
                  <a:moveTo>
                    <a:pt x="19324" y="84297"/>
                  </a:moveTo>
                  <a:lnTo>
                    <a:pt x="12776" y="1"/>
                  </a:lnTo>
                  <a:lnTo>
                    <a:pt x="6537" y="1"/>
                  </a:lnTo>
                  <a:lnTo>
                    <a:pt x="0" y="84297"/>
                  </a:lnTo>
                  <a:close/>
                </a:path>
              </a:pathLst>
            </a:custGeom>
            <a:gradFill>
              <a:gsLst>
                <a:gs pos="0">
                  <a:srgbClr val="FCBD24"/>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95;p19">
              <a:extLst>
                <a:ext uri="{FF2B5EF4-FFF2-40B4-BE49-F238E27FC236}">
                  <a16:creationId xmlns:a16="http://schemas.microsoft.com/office/drawing/2014/main" id="{D81F757D-E7F5-79ED-C76A-41E89FE3CF6B}"/>
                </a:ext>
              </a:extLst>
            </p:cNvPr>
            <p:cNvSpPr/>
            <p:nvPr/>
          </p:nvSpPr>
          <p:spPr>
            <a:xfrm>
              <a:off x="2651485" y="3610837"/>
              <a:ext cx="358212" cy="218990"/>
            </a:xfrm>
            <a:custGeom>
              <a:avLst/>
              <a:gdLst/>
              <a:ahLst/>
              <a:cxnLst/>
              <a:rect l="l" t="t" r="r" b="b"/>
              <a:pathLst>
                <a:path w="13788" h="8430" extrusionOk="0">
                  <a:moveTo>
                    <a:pt x="0" y="0"/>
                  </a:moveTo>
                  <a:lnTo>
                    <a:pt x="2739" y="8430"/>
                  </a:lnTo>
                  <a:lnTo>
                    <a:pt x="11061" y="8430"/>
                  </a:lnTo>
                  <a:lnTo>
                    <a:pt x="13788"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96;p19">
              <a:extLst>
                <a:ext uri="{FF2B5EF4-FFF2-40B4-BE49-F238E27FC236}">
                  <a16:creationId xmlns:a16="http://schemas.microsoft.com/office/drawing/2014/main" id="{84B9B9F6-8709-8A34-29CA-B4AAB30993FB}"/>
                </a:ext>
              </a:extLst>
            </p:cNvPr>
            <p:cNvSpPr/>
            <p:nvPr/>
          </p:nvSpPr>
          <p:spPr>
            <a:xfrm>
              <a:off x="2997299" y="3311709"/>
              <a:ext cx="455663" cy="690352"/>
            </a:xfrm>
            <a:custGeom>
              <a:avLst/>
              <a:gdLst/>
              <a:ahLst/>
              <a:cxnLst/>
              <a:rect l="l" t="t" r="r" b="b"/>
              <a:pathLst>
                <a:path w="17539" h="26575" extrusionOk="0">
                  <a:moveTo>
                    <a:pt x="5608" y="1"/>
                  </a:moveTo>
                  <a:cubicBezTo>
                    <a:pt x="4965" y="3132"/>
                    <a:pt x="4168" y="6144"/>
                    <a:pt x="3275" y="8692"/>
                  </a:cubicBezTo>
                  <a:cubicBezTo>
                    <a:pt x="2310" y="11478"/>
                    <a:pt x="1203" y="13729"/>
                    <a:pt x="1" y="15003"/>
                  </a:cubicBezTo>
                  <a:cubicBezTo>
                    <a:pt x="7930" y="15003"/>
                    <a:pt x="10716" y="22349"/>
                    <a:pt x="11621" y="26099"/>
                  </a:cubicBezTo>
                  <a:cubicBezTo>
                    <a:pt x="11701" y="26413"/>
                    <a:pt x="11969" y="26575"/>
                    <a:pt x="12236" y="26575"/>
                  </a:cubicBezTo>
                  <a:cubicBezTo>
                    <a:pt x="12484" y="26575"/>
                    <a:pt x="12732" y="26434"/>
                    <a:pt x="12824" y="26147"/>
                  </a:cubicBezTo>
                  <a:cubicBezTo>
                    <a:pt x="17538" y="11931"/>
                    <a:pt x="6204" y="572"/>
                    <a:pt x="560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97;p19">
              <a:extLst>
                <a:ext uri="{FF2B5EF4-FFF2-40B4-BE49-F238E27FC236}">
                  <a16:creationId xmlns:a16="http://schemas.microsoft.com/office/drawing/2014/main" id="{B1524955-7F19-05C6-8A08-410FD28AF736}"/>
                </a:ext>
              </a:extLst>
            </p:cNvPr>
            <p:cNvSpPr/>
            <p:nvPr/>
          </p:nvSpPr>
          <p:spPr>
            <a:xfrm>
              <a:off x="2461549" y="2053240"/>
              <a:ext cx="749211" cy="1648246"/>
            </a:xfrm>
            <a:custGeom>
              <a:avLst/>
              <a:gdLst/>
              <a:ahLst/>
              <a:cxnLst/>
              <a:rect l="l" t="t" r="r" b="b"/>
              <a:pathLst>
                <a:path w="28838" h="63449" extrusionOk="0">
                  <a:moveTo>
                    <a:pt x="14419" y="0"/>
                  </a:moveTo>
                  <a:cubicBezTo>
                    <a:pt x="14419" y="0"/>
                    <a:pt x="6466" y="6751"/>
                    <a:pt x="2382" y="17526"/>
                  </a:cubicBezTo>
                  <a:cubicBezTo>
                    <a:pt x="953" y="21265"/>
                    <a:pt x="1" y="25480"/>
                    <a:pt x="1" y="30076"/>
                  </a:cubicBezTo>
                  <a:cubicBezTo>
                    <a:pt x="1" y="39243"/>
                    <a:pt x="3168" y="58531"/>
                    <a:pt x="7788" y="63449"/>
                  </a:cubicBezTo>
                  <a:lnTo>
                    <a:pt x="21051" y="63449"/>
                  </a:lnTo>
                  <a:cubicBezTo>
                    <a:pt x="25671" y="58531"/>
                    <a:pt x="28838" y="39243"/>
                    <a:pt x="28838" y="30076"/>
                  </a:cubicBezTo>
                  <a:cubicBezTo>
                    <a:pt x="28838" y="25361"/>
                    <a:pt x="27993" y="21170"/>
                    <a:pt x="26719" y="17526"/>
                  </a:cubicBezTo>
                  <a:cubicBezTo>
                    <a:pt x="22718" y="6073"/>
                    <a:pt x="14419" y="0"/>
                    <a:pt x="144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98;p19">
              <a:extLst>
                <a:ext uri="{FF2B5EF4-FFF2-40B4-BE49-F238E27FC236}">
                  <a16:creationId xmlns:a16="http://schemas.microsoft.com/office/drawing/2014/main" id="{51DACFE3-D446-DD6F-3BD2-3C6ABB035EA5}"/>
                </a:ext>
              </a:extLst>
            </p:cNvPr>
            <p:cNvSpPr/>
            <p:nvPr/>
          </p:nvSpPr>
          <p:spPr>
            <a:xfrm>
              <a:off x="2615608" y="2053240"/>
              <a:ext cx="452260" cy="268477"/>
            </a:xfrm>
            <a:custGeom>
              <a:avLst/>
              <a:gdLst/>
              <a:ahLst/>
              <a:cxnLst/>
              <a:rect l="l" t="t" r="r" b="b"/>
              <a:pathLst>
                <a:path w="17408" h="10335" extrusionOk="0">
                  <a:moveTo>
                    <a:pt x="8489" y="0"/>
                  </a:moveTo>
                  <a:cubicBezTo>
                    <a:pt x="8489" y="0"/>
                    <a:pt x="3977" y="3834"/>
                    <a:pt x="0" y="10335"/>
                  </a:cubicBezTo>
                  <a:lnTo>
                    <a:pt x="17407" y="10335"/>
                  </a:lnTo>
                  <a:cubicBezTo>
                    <a:pt x="13335" y="3548"/>
                    <a:pt x="8489" y="0"/>
                    <a:pt x="848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99;p19">
              <a:extLst>
                <a:ext uri="{FF2B5EF4-FFF2-40B4-BE49-F238E27FC236}">
                  <a16:creationId xmlns:a16="http://schemas.microsoft.com/office/drawing/2014/main" id="{3A7ACADC-DCBF-0109-A202-D216E5968E82}"/>
                </a:ext>
              </a:extLst>
            </p:cNvPr>
            <p:cNvSpPr/>
            <p:nvPr/>
          </p:nvSpPr>
          <p:spPr>
            <a:xfrm>
              <a:off x="2208223" y="3311709"/>
              <a:ext cx="455663" cy="690352"/>
            </a:xfrm>
            <a:custGeom>
              <a:avLst/>
              <a:gdLst/>
              <a:ahLst/>
              <a:cxnLst/>
              <a:rect l="l" t="t" r="r" b="b"/>
              <a:pathLst>
                <a:path w="17539" h="26575" extrusionOk="0">
                  <a:moveTo>
                    <a:pt x="11931" y="1"/>
                  </a:moveTo>
                  <a:cubicBezTo>
                    <a:pt x="11335" y="572"/>
                    <a:pt x="1" y="11931"/>
                    <a:pt x="4716" y="26147"/>
                  </a:cubicBezTo>
                  <a:cubicBezTo>
                    <a:pt x="4813" y="26434"/>
                    <a:pt x="5064" y="26575"/>
                    <a:pt x="5312" y="26575"/>
                  </a:cubicBezTo>
                  <a:cubicBezTo>
                    <a:pt x="5579" y="26575"/>
                    <a:pt x="5844" y="26413"/>
                    <a:pt x="5918" y="26099"/>
                  </a:cubicBezTo>
                  <a:cubicBezTo>
                    <a:pt x="6823" y="22349"/>
                    <a:pt x="9609" y="15003"/>
                    <a:pt x="17539" y="15003"/>
                  </a:cubicBezTo>
                  <a:cubicBezTo>
                    <a:pt x="16348" y="13729"/>
                    <a:pt x="15241" y="11478"/>
                    <a:pt x="14264" y="8692"/>
                  </a:cubicBezTo>
                  <a:cubicBezTo>
                    <a:pt x="13371" y="6144"/>
                    <a:pt x="12586" y="3132"/>
                    <a:pt x="1193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00;p19">
              <a:extLst>
                <a:ext uri="{FF2B5EF4-FFF2-40B4-BE49-F238E27FC236}">
                  <a16:creationId xmlns:a16="http://schemas.microsoft.com/office/drawing/2014/main" id="{859DCFC8-5033-3158-54B3-48F0E07A0C35}"/>
                </a:ext>
              </a:extLst>
            </p:cNvPr>
            <p:cNvSpPr/>
            <p:nvPr/>
          </p:nvSpPr>
          <p:spPr>
            <a:xfrm>
              <a:off x="2612516" y="3620390"/>
              <a:ext cx="447298" cy="81050"/>
            </a:xfrm>
            <a:custGeom>
              <a:avLst/>
              <a:gdLst/>
              <a:ahLst/>
              <a:cxnLst/>
              <a:rect l="l" t="t" r="r" b="b"/>
              <a:pathLst>
                <a:path w="17217" h="3120" extrusionOk="0">
                  <a:moveTo>
                    <a:pt x="0" y="0"/>
                  </a:moveTo>
                  <a:cubicBezTo>
                    <a:pt x="619" y="1310"/>
                    <a:pt x="1286" y="2381"/>
                    <a:pt x="1977" y="3120"/>
                  </a:cubicBezTo>
                  <a:lnTo>
                    <a:pt x="15240" y="3120"/>
                  </a:lnTo>
                  <a:cubicBezTo>
                    <a:pt x="15931" y="2381"/>
                    <a:pt x="16598" y="1310"/>
                    <a:pt x="17217"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01;p19">
              <a:extLst>
                <a:ext uri="{FF2B5EF4-FFF2-40B4-BE49-F238E27FC236}">
                  <a16:creationId xmlns:a16="http://schemas.microsoft.com/office/drawing/2014/main" id="{3F7C17D8-3A9F-1A51-5909-B6FAE5ACB1A3}"/>
                </a:ext>
              </a:extLst>
            </p:cNvPr>
            <p:cNvSpPr/>
            <p:nvPr/>
          </p:nvSpPr>
          <p:spPr>
            <a:xfrm>
              <a:off x="2640964" y="2491805"/>
              <a:ext cx="384816" cy="385090"/>
            </a:xfrm>
            <a:custGeom>
              <a:avLst/>
              <a:gdLst/>
              <a:ahLst/>
              <a:cxnLst/>
              <a:rect l="l" t="t" r="r" b="b"/>
              <a:pathLst>
                <a:path w="14812" h="14824" extrusionOk="0">
                  <a:moveTo>
                    <a:pt x="7406" y="0"/>
                  </a:moveTo>
                  <a:cubicBezTo>
                    <a:pt x="3311" y="0"/>
                    <a:pt x="1" y="3322"/>
                    <a:pt x="1" y="7418"/>
                  </a:cubicBezTo>
                  <a:cubicBezTo>
                    <a:pt x="1" y="11502"/>
                    <a:pt x="3311" y="14824"/>
                    <a:pt x="7406" y="14824"/>
                  </a:cubicBezTo>
                  <a:cubicBezTo>
                    <a:pt x="11502" y="14824"/>
                    <a:pt x="14812" y="11502"/>
                    <a:pt x="14812" y="7418"/>
                  </a:cubicBezTo>
                  <a:cubicBezTo>
                    <a:pt x="14812" y="3322"/>
                    <a:pt x="11502" y="0"/>
                    <a:pt x="74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302;p19">
              <a:extLst>
                <a:ext uri="{FF2B5EF4-FFF2-40B4-BE49-F238E27FC236}">
                  <a16:creationId xmlns:a16="http://schemas.microsoft.com/office/drawing/2014/main" id="{33E171FE-2958-3A19-4076-3E9865746489}"/>
                </a:ext>
              </a:extLst>
            </p:cNvPr>
            <p:cNvSpPr/>
            <p:nvPr/>
          </p:nvSpPr>
          <p:spPr>
            <a:xfrm>
              <a:off x="2692013" y="2542824"/>
              <a:ext cx="283052" cy="283051"/>
            </a:xfrm>
            <a:custGeom>
              <a:avLst/>
              <a:gdLst/>
              <a:ahLst/>
              <a:cxnLst/>
              <a:rect l="l" t="t" r="r" b="b"/>
              <a:pathLst>
                <a:path w="10895" h="10896" extrusionOk="0">
                  <a:moveTo>
                    <a:pt x="5441" y="1"/>
                  </a:moveTo>
                  <a:cubicBezTo>
                    <a:pt x="2429" y="1"/>
                    <a:pt x="0" y="2442"/>
                    <a:pt x="0" y="5454"/>
                  </a:cubicBezTo>
                  <a:cubicBezTo>
                    <a:pt x="0" y="8454"/>
                    <a:pt x="2429" y="10895"/>
                    <a:pt x="5441" y="10895"/>
                  </a:cubicBezTo>
                  <a:cubicBezTo>
                    <a:pt x="8454" y="10895"/>
                    <a:pt x="10894" y="8454"/>
                    <a:pt x="10894" y="5454"/>
                  </a:cubicBezTo>
                  <a:cubicBezTo>
                    <a:pt x="10894" y="2442"/>
                    <a:pt x="8454" y="1"/>
                    <a:pt x="54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03;p19">
              <a:extLst>
                <a:ext uri="{FF2B5EF4-FFF2-40B4-BE49-F238E27FC236}">
                  <a16:creationId xmlns:a16="http://schemas.microsoft.com/office/drawing/2014/main" id="{7FDF4B06-F45D-3B3C-15A1-A34E12B51A8D}"/>
                </a:ext>
              </a:extLst>
            </p:cNvPr>
            <p:cNvSpPr/>
            <p:nvPr/>
          </p:nvSpPr>
          <p:spPr>
            <a:xfrm>
              <a:off x="2714901" y="2983571"/>
              <a:ext cx="257696" cy="257359"/>
            </a:xfrm>
            <a:custGeom>
              <a:avLst/>
              <a:gdLst/>
              <a:ahLst/>
              <a:cxnLst/>
              <a:rect l="l" t="t" r="r" b="b"/>
              <a:pathLst>
                <a:path w="9919" h="9907" extrusionOk="0">
                  <a:moveTo>
                    <a:pt x="4953" y="0"/>
                  </a:moveTo>
                  <a:cubicBezTo>
                    <a:pt x="2215" y="0"/>
                    <a:pt x="0" y="2215"/>
                    <a:pt x="0" y="4953"/>
                  </a:cubicBezTo>
                  <a:cubicBezTo>
                    <a:pt x="0" y="7692"/>
                    <a:pt x="2215" y="9906"/>
                    <a:pt x="4953" y="9906"/>
                  </a:cubicBezTo>
                  <a:cubicBezTo>
                    <a:pt x="7692" y="9906"/>
                    <a:pt x="9918" y="7692"/>
                    <a:pt x="9918" y="4953"/>
                  </a:cubicBezTo>
                  <a:cubicBezTo>
                    <a:pt x="9918" y="2215"/>
                    <a:pt x="7692" y="0"/>
                    <a:pt x="495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04;p19">
              <a:extLst>
                <a:ext uri="{FF2B5EF4-FFF2-40B4-BE49-F238E27FC236}">
                  <a16:creationId xmlns:a16="http://schemas.microsoft.com/office/drawing/2014/main" id="{6F695C26-E9F8-59CD-38C5-78CBA91C8DEC}"/>
                </a:ext>
              </a:extLst>
            </p:cNvPr>
            <p:cNvSpPr/>
            <p:nvPr/>
          </p:nvSpPr>
          <p:spPr>
            <a:xfrm>
              <a:off x="2759119" y="3027783"/>
              <a:ext cx="168922" cy="168906"/>
            </a:xfrm>
            <a:custGeom>
              <a:avLst/>
              <a:gdLst/>
              <a:ahLst/>
              <a:cxnLst/>
              <a:rect l="l" t="t" r="r" b="b"/>
              <a:pathLst>
                <a:path w="6502" h="6502" extrusionOk="0">
                  <a:moveTo>
                    <a:pt x="3251" y="1"/>
                  </a:moveTo>
                  <a:cubicBezTo>
                    <a:pt x="1453" y="1"/>
                    <a:pt x="1" y="1453"/>
                    <a:pt x="1" y="3251"/>
                  </a:cubicBezTo>
                  <a:cubicBezTo>
                    <a:pt x="1" y="5049"/>
                    <a:pt x="1453" y="6502"/>
                    <a:pt x="3251" y="6502"/>
                  </a:cubicBezTo>
                  <a:cubicBezTo>
                    <a:pt x="5049" y="6502"/>
                    <a:pt x="6502" y="5049"/>
                    <a:pt x="6502" y="3251"/>
                  </a:cubicBezTo>
                  <a:cubicBezTo>
                    <a:pt x="6502" y="1453"/>
                    <a:pt x="5049" y="1"/>
                    <a:pt x="32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45981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13">
          <a:extLst>
            <a:ext uri="{FF2B5EF4-FFF2-40B4-BE49-F238E27FC236}">
              <a16:creationId xmlns:a16="http://schemas.microsoft.com/office/drawing/2014/main" id="{825A26B0-3403-C72E-00AA-B17CB1E837BC}"/>
            </a:ext>
          </a:extLst>
        </p:cNvPr>
        <p:cNvGrpSpPr/>
        <p:nvPr/>
      </p:nvGrpSpPr>
      <p:grpSpPr>
        <a:xfrm>
          <a:off x="0" y="0"/>
          <a:ext cx="0" cy="0"/>
          <a:chOff x="0" y="0"/>
          <a:chExt cx="0" cy="0"/>
        </a:xfrm>
      </p:grpSpPr>
      <p:sp>
        <p:nvSpPr>
          <p:cNvPr id="1216" name="Google Shape;1216;p45">
            <a:extLst>
              <a:ext uri="{FF2B5EF4-FFF2-40B4-BE49-F238E27FC236}">
                <a16:creationId xmlns:a16="http://schemas.microsoft.com/office/drawing/2014/main" id="{9D06CD34-C62A-D617-83AC-F3C9366073A1}"/>
              </a:ext>
            </a:extLst>
          </p:cNvPr>
          <p:cNvSpPr txBox="1">
            <a:spLocks noGrp="1"/>
          </p:cNvSpPr>
          <p:nvPr>
            <p:ph type="title" idx="2"/>
          </p:nvPr>
        </p:nvSpPr>
        <p:spPr>
          <a:xfrm>
            <a:off x="1445850" y="533018"/>
            <a:ext cx="1839600" cy="115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04</a:t>
            </a:r>
            <a:endParaRPr dirty="0"/>
          </a:p>
        </p:txBody>
      </p:sp>
      <p:grpSp>
        <p:nvGrpSpPr>
          <p:cNvPr id="1217" name="Google Shape;1217;p45">
            <a:extLst>
              <a:ext uri="{FF2B5EF4-FFF2-40B4-BE49-F238E27FC236}">
                <a16:creationId xmlns:a16="http://schemas.microsoft.com/office/drawing/2014/main" id="{6AD93402-3193-3524-B63D-258FD7306856}"/>
              </a:ext>
            </a:extLst>
          </p:cNvPr>
          <p:cNvGrpSpPr/>
          <p:nvPr/>
        </p:nvGrpSpPr>
        <p:grpSpPr>
          <a:xfrm>
            <a:off x="2229327" y="0"/>
            <a:ext cx="7831882" cy="5214329"/>
            <a:chOff x="-2287178" y="355461"/>
            <a:chExt cx="7831882" cy="5214329"/>
          </a:xfrm>
        </p:grpSpPr>
        <p:grpSp>
          <p:nvGrpSpPr>
            <p:cNvPr id="1218" name="Google Shape;1218;p45">
              <a:extLst>
                <a:ext uri="{FF2B5EF4-FFF2-40B4-BE49-F238E27FC236}">
                  <a16:creationId xmlns:a16="http://schemas.microsoft.com/office/drawing/2014/main" id="{01067160-B722-05FC-2C97-25716C39F3AA}"/>
                </a:ext>
              </a:extLst>
            </p:cNvPr>
            <p:cNvGrpSpPr/>
            <p:nvPr/>
          </p:nvGrpSpPr>
          <p:grpSpPr>
            <a:xfrm rot="-1389532">
              <a:off x="766951" y="2008871"/>
              <a:ext cx="1659012" cy="1653911"/>
              <a:chOff x="991825" y="1680713"/>
              <a:chExt cx="1787560" cy="1782064"/>
            </a:xfrm>
          </p:grpSpPr>
          <p:sp>
            <p:nvSpPr>
              <p:cNvPr id="1219" name="Google Shape;1219;p45">
                <a:extLst>
                  <a:ext uri="{FF2B5EF4-FFF2-40B4-BE49-F238E27FC236}">
                    <a16:creationId xmlns:a16="http://schemas.microsoft.com/office/drawing/2014/main" id="{B5E14F77-2131-B545-38BA-BCAB31139856}"/>
                  </a:ext>
                </a:extLst>
              </p:cNvPr>
              <p:cNvSpPr/>
              <p:nvPr/>
            </p:nvSpPr>
            <p:spPr>
              <a:xfrm>
                <a:off x="997314" y="1680713"/>
                <a:ext cx="1782071" cy="1778380"/>
              </a:xfrm>
              <a:custGeom>
                <a:avLst/>
                <a:gdLst/>
                <a:ahLst/>
                <a:cxnLst/>
                <a:rect l="l" t="t" r="r" b="b"/>
                <a:pathLst>
                  <a:path w="18830" h="18791" extrusionOk="0">
                    <a:moveTo>
                      <a:pt x="9438" y="0"/>
                    </a:moveTo>
                    <a:cubicBezTo>
                      <a:pt x="9414" y="0"/>
                      <a:pt x="9390" y="0"/>
                      <a:pt x="9366" y="0"/>
                    </a:cubicBezTo>
                    <a:cubicBezTo>
                      <a:pt x="4176" y="20"/>
                      <a:pt x="1" y="4254"/>
                      <a:pt x="1" y="9425"/>
                    </a:cubicBezTo>
                    <a:cubicBezTo>
                      <a:pt x="20" y="14610"/>
                      <a:pt x="4196" y="18790"/>
                      <a:pt x="9372" y="18790"/>
                    </a:cubicBezTo>
                    <a:cubicBezTo>
                      <a:pt x="9396" y="18790"/>
                      <a:pt x="9420" y="18790"/>
                      <a:pt x="9445" y="18790"/>
                    </a:cubicBezTo>
                    <a:cubicBezTo>
                      <a:pt x="14635" y="18771"/>
                      <a:pt x="18830" y="14556"/>
                      <a:pt x="18810" y="9366"/>
                    </a:cubicBezTo>
                    <a:cubicBezTo>
                      <a:pt x="18771" y="4180"/>
                      <a:pt x="14595" y="0"/>
                      <a:pt x="94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5">
                <a:extLst>
                  <a:ext uri="{FF2B5EF4-FFF2-40B4-BE49-F238E27FC236}">
                    <a16:creationId xmlns:a16="http://schemas.microsoft.com/office/drawing/2014/main" id="{659252FD-AFDC-7C80-F433-1548D56C6839}"/>
                  </a:ext>
                </a:extLst>
              </p:cNvPr>
              <p:cNvSpPr/>
              <p:nvPr/>
            </p:nvSpPr>
            <p:spPr>
              <a:xfrm>
                <a:off x="1036115" y="1682511"/>
                <a:ext cx="1743269" cy="927093"/>
              </a:xfrm>
              <a:custGeom>
                <a:avLst/>
                <a:gdLst/>
                <a:ahLst/>
                <a:cxnLst/>
                <a:rect l="l" t="t" r="r" b="b"/>
                <a:pathLst>
                  <a:path w="18420" h="9796" extrusionOk="0">
                    <a:moveTo>
                      <a:pt x="9012" y="1"/>
                    </a:moveTo>
                    <a:cubicBezTo>
                      <a:pt x="9000" y="1"/>
                      <a:pt x="8988" y="1"/>
                      <a:pt x="8976" y="1"/>
                    </a:cubicBezTo>
                    <a:cubicBezTo>
                      <a:pt x="4722" y="20"/>
                      <a:pt x="1152" y="2850"/>
                      <a:pt x="1" y="6732"/>
                    </a:cubicBezTo>
                    <a:lnTo>
                      <a:pt x="1" y="6732"/>
                    </a:lnTo>
                    <a:cubicBezTo>
                      <a:pt x="1425" y="3318"/>
                      <a:pt x="4839" y="898"/>
                      <a:pt x="8800" y="879"/>
                    </a:cubicBezTo>
                    <a:cubicBezTo>
                      <a:pt x="8813" y="879"/>
                      <a:pt x="8826" y="879"/>
                      <a:pt x="8838" y="879"/>
                    </a:cubicBezTo>
                    <a:cubicBezTo>
                      <a:pt x="13953" y="879"/>
                      <a:pt x="18128" y="4813"/>
                      <a:pt x="18420" y="9796"/>
                    </a:cubicBezTo>
                    <a:lnTo>
                      <a:pt x="18420" y="9367"/>
                    </a:lnTo>
                    <a:cubicBezTo>
                      <a:pt x="18400" y="4188"/>
                      <a:pt x="14186" y="1"/>
                      <a:pt x="9012" y="1"/>
                    </a:cubicBez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5">
                <a:extLst>
                  <a:ext uri="{FF2B5EF4-FFF2-40B4-BE49-F238E27FC236}">
                    <a16:creationId xmlns:a16="http://schemas.microsoft.com/office/drawing/2014/main" id="{97F38CA0-224A-E601-1596-A9491972B7B5}"/>
                  </a:ext>
                </a:extLst>
              </p:cNvPr>
              <p:cNvSpPr/>
              <p:nvPr/>
            </p:nvSpPr>
            <p:spPr>
              <a:xfrm>
                <a:off x="997314" y="1926296"/>
                <a:ext cx="1673141" cy="1536480"/>
              </a:xfrm>
              <a:custGeom>
                <a:avLst/>
                <a:gdLst/>
                <a:ahLst/>
                <a:cxnLst/>
                <a:rect l="l" t="t" r="r" b="b"/>
                <a:pathLst>
                  <a:path w="17679" h="16235" extrusionOk="0">
                    <a:moveTo>
                      <a:pt x="2928" y="0"/>
                    </a:moveTo>
                    <a:lnTo>
                      <a:pt x="2928" y="0"/>
                    </a:lnTo>
                    <a:cubicBezTo>
                      <a:pt x="1113" y="1737"/>
                      <a:pt x="1" y="4156"/>
                      <a:pt x="1" y="6869"/>
                    </a:cubicBezTo>
                    <a:cubicBezTo>
                      <a:pt x="20" y="12047"/>
                      <a:pt x="4215" y="16234"/>
                      <a:pt x="9408" y="16234"/>
                    </a:cubicBezTo>
                    <a:cubicBezTo>
                      <a:pt x="9420" y="16234"/>
                      <a:pt x="9432" y="16234"/>
                      <a:pt x="9445" y="16234"/>
                    </a:cubicBezTo>
                    <a:cubicBezTo>
                      <a:pt x="12996" y="16234"/>
                      <a:pt x="16098" y="14224"/>
                      <a:pt x="17678" y="11278"/>
                    </a:cubicBezTo>
                    <a:lnTo>
                      <a:pt x="17678" y="11278"/>
                    </a:lnTo>
                    <a:cubicBezTo>
                      <a:pt x="16020" y="12859"/>
                      <a:pt x="13757" y="13854"/>
                      <a:pt x="11240" y="13854"/>
                    </a:cubicBezTo>
                    <a:cubicBezTo>
                      <a:pt x="11216" y="13854"/>
                      <a:pt x="11192" y="13854"/>
                      <a:pt x="11168" y="13854"/>
                    </a:cubicBezTo>
                    <a:cubicBezTo>
                      <a:pt x="6011" y="13854"/>
                      <a:pt x="1835" y="9674"/>
                      <a:pt x="1796" y="4488"/>
                    </a:cubicBezTo>
                    <a:cubicBezTo>
                      <a:pt x="1796" y="2869"/>
                      <a:pt x="2225" y="1347"/>
                      <a:pt x="2928" y="0"/>
                    </a:cubicBezTo>
                    <a:close/>
                  </a:path>
                </a:pathLst>
              </a:custGeom>
              <a:solidFill>
                <a:srgbClr val="052E3A">
                  <a:alpha val="21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5">
                <a:extLst>
                  <a:ext uri="{FF2B5EF4-FFF2-40B4-BE49-F238E27FC236}">
                    <a16:creationId xmlns:a16="http://schemas.microsoft.com/office/drawing/2014/main" id="{01E7345F-647A-28B4-4F34-1646601AD6C7}"/>
                  </a:ext>
                </a:extLst>
              </p:cNvPr>
              <p:cNvSpPr/>
              <p:nvPr/>
            </p:nvSpPr>
            <p:spPr>
              <a:xfrm>
                <a:off x="997314" y="1841312"/>
                <a:ext cx="871729" cy="1412786"/>
              </a:xfrm>
              <a:custGeom>
                <a:avLst/>
                <a:gdLst/>
                <a:ahLst/>
                <a:cxnLst/>
                <a:rect l="l" t="t" r="r" b="b"/>
                <a:pathLst>
                  <a:path w="9211" h="14928" extrusionOk="0">
                    <a:moveTo>
                      <a:pt x="4098" y="1"/>
                    </a:moveTo>
                    <a:lnTo>
                      <a:pt x="3884" y="137"/>
                    </a:lnTo>
                    <a:lnTo>
                      <a:pt x="3825" y="196"/>
                    </a:lnTo>
                    <a:cubicBezTo>
                      <a:pt x="3747" y="235"/>
                      <a:pt x="3708" y="274"/>
                      <a:pt x="3650" y="313"/>
                    </a:cubicBezTo>
                    <a:cubicBezTo>
                      <a:pt x="3650" y="333"/>
                      <a:pt x="3630" y="333"/>
                      <a:pt x="3610" y="372"/>
                    </a:cubicBezTo>
                    <a:cubicBezTo>
                      <a:pt x="3552" y="391"/>
                      <a:pt x="3493" y="430"/>
                      <a:pt x="3435" y="489"/>
                    </a:cubicBezTo>
                    <a:cubicBezTo>
                      <a:pt x="3415" y="489"/>
                      <a:pt x="3415" y="508"/>
                      <a:pt x="3396" y="508"/>
                    </a:cubicBezTo>
                    <a:cubicBezTo>
                      <a:pt x="3259" y="606"/>
                      <a:pt x="3123" y="723"/>
                      <a:pt x="3006" y="859"/>
                    </a:cubicBezTo>
                    <a:lnTo>
                      <a:pt x="2947" y="898"/>
                    </a:lnTo>
                    <a:lnTo>
                      <a:pt x="2811" y="1055"/>
                    </a:lnTo>
                    <a:lnTo>
                      <a:pt x="2752" y="1094"/>
                    </a:lnTo>
                    <a:lnTo>
                      <a:pt x="2615" y="1250"/>
                    </a:lnTo>
                    <a:cubicBezTo>
                      <a:pt x="2576" y="1269"/>
                      <a:pt x="2557" y="1269"/>
                      <a:pt x="2557" y="1289"/>
                    </a:cubicBezTo>
                    <a:cubicBezTo>
                      <a:pt x="2440" y="1406"/>
                      <a:pt x="2323" y="1562"/>
                      <a:pt x="2186" y="1679"/>
                    </a:cubicBezTo>
                    <a:lnTo>
                      <a:pt x="2147" y="1737"/>
                    </a:lnTo>
                    <a:cubicBezTo>
                      <a:pt x="2089" y="1776"/>
                      <a:pt x="2069" y="1835"/>
                      <a:pt x="2030" y="1874"/>
                    </a:cubicBezTo>
                    <a:cubicBezTo>
                      <a:pt x="1991" y="1874"/>
                      <a:pt x="1991" y="1894"/>
                      <a:pt x="1971" y="1933"/>
                    </a:cubicBezTo>
                    <a:cubicBezTo>
                      <a:pt x="1932" y="1991"/>
                      <a:pt x="1893" y="2050"/>
                      <a:pt x="1854" y="2089"/>
                    </a:cubicBezTo>
                    <a:cubicBezTo>
                      <a:pt x="1854" y="2128"/>
                      <a:pt x="1835" y="2128"/>
                      <a:pt x="1835" y="2147"/>
                    </a:cubicBezTo>
                    <a:lnTo>
                      <a:pt x="1542" y="2576"/>
                    </a:lnTo>
                    <a:cubicBezTo>
                      <a:pt x="1503" y="2576"/>
                      <a:pt x="1503" y="2615"/>
                      <a:pt x="1484" y="2635"/>
                    </a:cubicBezTo>
                    <a:cubicBezTo>
                      <a:pt x="1464" y="2713"/>
                      <a:pt x="1406" y="2752"/>
                      <a:pt x="1386" y="2811"/>
                    </a:cubicBezTo>
                    <a:cubicBezTo>
                      <a:pt x="1367" y="2830"/>
                      <a:pt x="1367" y="2850"/>
                      <a:pt x="1347" y="2869"/>
                    </a:cubicBezTo>
                    <a:cubicBezTo>
                      <a:pt x="1308" y="2928"/>
                      <a:pt x="1269" y="3006"/>
                      <a:pt x="1250" y="3045"/>
                    </a:cubicBezTo>
                    <a:cubicBezTo>
                      <a:pt x="1250" y="3045"/>
                      <a:pt x="1211" y="3064"/>
                      <a:pt x="1211" y="3103"/>
                    </a:cubicBezTo>
                    <a:cubicBezTo>
                      <a:pt x="1172" y="3162"/>
                      <a:pt x="1152" y="3240"/>
                      <a:pt x="1093" y="3318"/>
                    </a:cubicBezTo>
                    <a:cubicBezTo>
                      <a:pt x="1054" y="3396"/>
                      <a:pt x="1015" y="3454"/>
                      <a:pt x="976" y="3533"/>
                    </a:cubicBezTo>
                    <a:cubicBezTo>
                      <a:pt x="976" y="3552"/>
                      <a:pt x="957" y="3591"/>
                      <a:pt x="957" y="3611"/>
                    </a:cubicBezTo>
                    <a:cubicBezTo>
                      <a:pt x="918" y="3650"/>
                      <a:pt x="898" y="3728"/>
                      <a:pt x="879" y="3786"/>
                    </a:cubicBezTo>
                    <a:cubicBezTo>
                      <a:pt x="879" y="3806"/>
                      <a:pt x="859" y="3825"/>
                      <a:pt x="859" y="3845"/>
                    </a:cubicBezTo>
                    <a:cubicBezTo>
                      <a:pt x="820" y="3903"/>
                      <a:pt x="801" y="3981"/>
                      <a:pt x="781" y="4020"/>
                    </a:cubicBezTo>
                    <a:cubicBezTo>
                      <a:pt x="781" y="4040"/>
                      <a:pt x="762" y="4079"/>
                      <a:pt x="762" y="4098"/>
                    </a:cubicBezTo>
                    <a:cubicBezTo>
                      <a:pt x="723" y="4176"/>
                      <a:pt x="684" y="4274"/>
                      <a:pt x="664" y="4333"/>
                    </a:cubicBezTo>
                    <a:cubicBezTo>
                      <a:pt x="606" y="4411"/>
                      <a:pt x="586" y="4508"/>
                      <a:pt x="567" y="4586"/>
                    </a:cubicBezTo>
                    <a:cubicBezTo>
                      <a:pt x="567" y="4606"/>
                      <a:pt x="528" y="4625"/>
                      <a:pt x="528" y="4664"/>
                    </a:cubicBezTo>
                    <a:cubicBezTo>
                      <a:pt x="528" y="4703"/>
                      <a:pt x="508" y="4781"/>
                      <a:pt x="489" y="4820"/>
                    </a:cubicBezTo>
                    <a:cubicBezTo>
                      <a:pt x="489" y="4859"/>
                      <a:pt x="469" y="4879"/>
                      <a:pt x="469" y="4898"/>
                    </a:cubicBezTo>
                    <a:cubicBezTo>
                      <a:pt x="430" y="4957"/>
                      <a:pt x="430" y="5015"/>
                      <a:pt x="411" y="5074"/>
                    </a:cubicBezTo>
                    <a:cubicBezTo>
                      <a:pt x="411" y="5093"/>
                      <a:pt x="391" y="5113"/>
                      <a:pt x="391" y="5152"/>
                    </a:cubicBezTo>
                    <a:cubicBezTo>
                      <a:pt x="372" y="5250"/>
                      <a:pt x="333" y="5308"/>
                      <a:pt x="313" y="5406"/>
                    </a:cubicBezTo>
                    <a:cubicBezTo>
                      <a:pt x="313" y="5484"/>
                      <a:pt x="293" y="5581"/>
                      <a:pt x="274" y="5659"/>
                    </a:cubicBezTo>
                    <a:cubicBezTo>
                      <a:pt x="235" y="5679"/>
                      <a:pt x="235" y="5698"/>
                      <a:pt x="235" y="5737"/>
                    </a:cubicBezTo>
                    <a:cubicBezTo>
                      <a:pt x="215" y="5796"/>
                      <a:pt x="215" y="5854"/>
                      <a:pt x="196" y="5932"/>
                    </a:cubicBezTo>
                    <a:cubicBezTo>
                      <a:pt x="176" y="5952"/>
                      <a:pt x="176" y="5991"/>
                      <a:pt x="176" y="6030"/>
                    </a:cubicBezTo>
                    <a:cubicBezTo>
                      <a:pt x="176" y="6089"/>
                      <a:pt x="137" y="6147"/>
                      <a:pt x="137" y="6225"/>
                    </a:cubicBezTo>
                    <a:cubicBezTo>
                      <a:pt x="118" y="6245"/>
                      <a:pt x="118" y="6264"/>
                      <a:pt x="118" y="6284"/>
                    </a:cubicBezTo>
                    <a:cubicBezTo>
                      <a:pt x="98" y="6381"/>
                      <a:pt x="79" y="6459"/>
                      <a:pt x="79" y="6557"/>
                    </a:cubicBezTo>
                    <a:cubicBezTo>
                      <a:pt x="79" y="6654"/>
                      <a:pt x="40" y="6732"/>
                      <a:pt x="40" y="6830"/>
                    </a:cubicBezTo>
                    <a:lnTo>
                      <a:pt x="40" y="6908"/>
                    </a:lnTo>
                    <a:cubicBezTo>
                      <a:pt x="20" y="6986"/>
                      <a:pt x="20" y="7025"/>
                      <a:pt x="20" y="7103"/>
                    </a:cubicBezTo>
                    <a:lnTo>
                      <a:pt x="20" y="7201"/>
                    </a:lnTo>
                    <a:lnTo>
                      <a:pt x="20" y="7396"/>
                    </a:lnTo>
                    <a:cubicBezTo>
                      <a:pt x="20" y="7415"/>
                      <a:pt x="1" y="7435"/>
                      <a:pt x="40" y="7630"/>
                    </a:cubicBezTo>
                    <a:lnTo>
                      <a:pt x="40" y="7903"/>
                    </a:lnTo>
                    <a:lnTo>
                      <a:pt x="40" y="8137"/>
                    </a:lnTo>
                    <a:lnTo>
                      <a:pt x="40" y="8215"/>
                    </a:lnTo>
                    <a:lnTo>
                      <a:pt x="40" y="8391"/>
                    </a:lnTo>
                    <a:lnTo>
                      <a:pt x="40" y="8489"/>
                    </a:lnTo>
                    <a:lnTo>
                      <a:pt x="40" y="8625"/>
                    </a:lnTo>
                    <a:lnTo>
                      <a:pt x="40" y="8723"/>
                    </a:lnTo>
                    <a:cubicBezTo>
                      <a:pt x="59" y="8781"/>
                      <a:pt x="59" y="8820"/>
                      <a:pt x="59" y="8879"/>
                    </a:cubicBezTo>
                    <a:lnTo>
                      <a:pt x="59" y="8976"/>
                    </a:lnTo>
                    <a:cubicBezTo>
                      <a:pt x="59" y="9015"/>
                      <a:pt x="98" y="9074"/>
                      <a:pt x="98" y="9113"/>
                    </a:cubicBezTo>
                    <a:cubicBezTo>
                      <a:pt x="118" y="9152"/>
                      <a:pt x="118" y="9191"/>
                      <a:pt x="118" y="9210"/>
                    </a:cubicBezTo>
                    <a:cubicBezTo>
                      <a:pt x="118" y="9269"/>
                      <a:pt x="137" y="9308"/>
                      <a:pt x="137" y="9367"/>
                    </a:cubicBezTo>
                    <a:cubicBezTo>
                      <a:pt x="157" y="9386"/>
                      <a:pt x="157" y="9445"/>
                      <a:pt x="157" y="9464"/>
                    </a:cubicBezTo>
                    <a:cubicBezTo>
                      <a:pt x="157" y="9503"/>
                      <a:pt x="196" y="9562"/>
                      <a:pt x="196" y="9601"/>
                    </a:cubicBezTo>
                    <a:cubicBezTo>
                      <a:pt x="196" y="9640"/>
                      <a:pt x="215" y="9679"/>
                      <a:pt x="215" y="9698"/>
                    </a:cubicBezTo>
                    <a:cubicBezTo>
                      <a:pt x="215" y="9757"/>
                      <a:pt x="235" y="9796"/>
                      <a:pt x="235" y="9854"/>
                    </a:cubicBezTo>
                    <a:cubicBezTo>
                      <a:pt x="254" y="9874"/>
                      <a:pt x="254" y="9893"/>
                      <a:pt x="254" y="9932"/>
                    </a:cubicBezTo>
                    <a:cubicBezTo>
                      <a:pt x="293" y="9971"/>
                      <a:pt x="293" y="10049"/>
                      <a:pt x="313" y="10088"/>
                    </a:cubicBezTo>
                    <a:cubicBezTo>
                      <a:pt x="333" y="10088"/>
                      <a:pt x="333" y="10127"/>
                      <a:pt x="333" y="10147"/>
                    </a:cubicBezTo>
                    <a:cubicBezTo>
                      <a:pt x="391" y="10323"/>
                      <a:pt x="430" y="10479"/>
                      <a:pt x="489" y="10635"/>
                    </a:cubicBezTo>
                    <a:cubicBezTo>
                      <a:pt x="508" y="10654"/>
                      <a:pt x="508" y="10654"/>
                      <a:pt x="508" y="10674"/>
                    </a:cubicBezTo>
                    <a:cubicBezTo>
                      <a:pt x="528" y="10752"/>
                      <a:pt x="547" y="10810"/>
                      <a:pt x="586" y="10869"/>
                    </a:cubicBezTo>
                    <a:cubicBezTo>
                      <a:pt x="586" y="10908"/>
                      <a:pt x="606" y="10927"/>
                      <a:pt x="606" y="10947"/>
                    </a:cubicBezTo>
                    <a:cubicBezTo>
                      <a:pt x="606" y="11025"/>
                      <a:pt x="625" y="11064"/>
                      <a:pt x="645" y="11123"/>
                    </a:cubicBezTo>
                    <a:cubicBezTo>
                      <a:pt x="645" y="11142"/>
                      <a:pt x="684" y="11162"/>
                      <a:pt x="684" y="11201"/>
                    </a:cubicBezTo>
                    <a:cubicBezTo>
                      <a:pt x="684" y="11240"/>
                      <a:pt x="703" y="11298"/>
                      <a:pt x="723" y="11337"/>
                    </a:cubicBezTo>
                    <a:cubicBezTo>
                      <a:pt x="723" y="11357"/>
                      <a:pt x="742" y="11396"/>
                      <a:pt x="742" y="11415"/>
                    </a:cubicBezTo>
                    <a:lnTo>
                      <a:pt x="820" y="11552"/>
                    </a:lnTo>
                    <a:cubicBezTo>
                      <a:pt x="820" y="11591"/>
                      <a:pt x="840" y="11610"/>
                      <a:pt x="840" y="11630"/>
                    </a:cubicBezTo>
                    <a:lnTo>
                      <a:pt x="918" y="11786"/>
                    </a:lnTo>
                    <a:cubicBezTo>
                      <a:pt x="918" y="11805"/>
                      <a:pt x="937" y="11825"/>
                      <a:pt x="937" y="11845"/>
                    </a:cubicBezTo>
                    <a:cubicBezTo>
                      <a:pt x="976" y="11923"/>
                      <a:pt x="996" y="11981"/>
                      <a:pt x="1015" y="12020"/>
                    </a:cubicBezTo>
                    <a:cubicBezTo>
                      <a:pt x="1015" y="12020"/>
                      <a:pt x="1054" y="12040"/>
                      <a:pt x="1054" y="12079"/>
                    </a:cubicBezTo>
                    <a:cubicBezTo>
                      <a:pt x="1074" y="12118"/>
                      <a:pt x="1113" y="12196"/>
                      <a:pt x="1152" y="12235"/>
                    </a:cubicBezTo>
                    <a:cubicBezTo>
                      <a:pt x="1152" y="12274"/>
                      <a:pt x="1172" y="12274"/>
                      <a:pt x="1172" y="12293"/>
                    </a:cubicBezTo>
                    <a:cubicBezTo>
                      <a:pt x="1308" y="12566"/>
                      <a:pt x="1484" y="12859"/>
                      <a:pt x="1679" y="13113"/>
                    </a:cubicBezTo>
                    <a:lnTo>
                      <a:pt x="1698" y="13152"/>
                    </a:lnTo>
                    <a:cubicBezTo>
                      <a:pt x="1757" y="13191"/>
                      <a:pt x="1776" y="13269"/>
                      <a:pt x="1835" y="13308"/>
                    </a:cubicBezTo>
                    <a:lnTo>
                      <a:pt x="1854" y="13347"/>
                    </a:lnTo>
                    <a:cubicBezTo>
                      <a:pt x="1893" y="13405"/>
                      <a:pt x="1932" y="13464"/>
                      <a:pt x="1971" y="13503"/>
                    </a:cubicBezTo>
                    <a:lnTo>
                      <a:pt x="1991" y="13542"/>
                    </a:lnTo>
                    <a:cubicBezTo>
                      <a:pt x="2050" y="13581"/>
                      <a:pt x="2069" y="13640"/>
                      <a:pt x="2128" y="13679"/>
                    </a:cubicBezTo>
                    <a:lnTo>
                      <a:pt x="2147" y="13698"/>
                    </a:lnTo>
                    <a:cubicBezTo>
                      <a:pt x="2167" y="13757"/>
                      <a:pt x="2225" y="13796"/>
                      <a:pt x="2264" y="13854"/>
                    </a:cubicBezTo>
                    <a:lnTo>
                      <a:pt x="2284" y="13874"/>
                    </a:lnTo>
                    <a:cubicBezTo>
                      <a:pt x="2342" y="13952"/>
                      <a:pt x="2381" y="13991"/>
                      <a:pt x="2440" y="14049"/>
                    </a:cubicBezTo>
                    <a:lnTo>
                      <a:pt x="2459" y="14069"/>
                    </a:lnTo>
                    <a:cubicBezTo>
                      <a:pt x="2537" y="14127"/>
                      <a:pt x="2576" y="14186"/>
                      <a:pt x="2635" y="14244"/>
                    </a:cubicBezTo>
                    <a:cubicBezTo>
                      <a:pt x="2850" y="14479"/>
                      <a:pt x="3103" y="14713"/>
                      <a:pt x="3337" y="14927"/>
                    </a:cubicBezTo>
                    <a:cubicBezTo>
                      <a:pt x="3259" y="14420"/>
                      <a:pt x="3025" y="13854"/>
                      <a:pt x="2752" y="13171"/>
                    </a:cubicBezTo>
                    <a:cubicBezTo>
                      <a:pt x="2342" y="12118"/>
                      <a:pt x="2811" y="12079"/>
                      <a:pt x="3240" y="11240"/>
                    </a:cubicBezTo>
                    <a:cubicBezTo>
                      <a:pt x="3689" y="10420"/>
                      <a:pt x="4469" y="10908"/>
                      <a:pt x="5308" y="9893"/>
                    </a:cubicBezTo>
                    <a:cubicBezTo>
                      <a:pt x="6167" y="8879"/>
                      <a:pt x="5464" y="7942"/>
                      <a:pt x="5796" y="7513"/>
                    </a:cubicBezTo>
                    <a:cubicBezTo>
                      <a:pt x="5863" y="7424"/>
                      <a:pt x="5946" y="7393"/>
                      <a:pt x="6045" y="7393"/>
                    </a:cubicBezTo>
                    <a:cubicBezTo>
                      <a:pt x="6255" y="7393"/>
                      <a:pt x="6536" y="7530"/>
                      <a:pt x="6881" y="7530"/>
                    </a:cubicBezTo>
                    <a:cubicBezTo>
                      <a:pt x="7225" y="7530"/>
                      <a:pt x="7633" y="7394"/>
                      <a:pt x="8098" y="6850"/>
                    </a:cubicBezTo>
                    <a:cubicBezTo>
                      <a:pt x="9210" y="5503"/>
                      <a:pt x="8313" y="4801"/>
                      <a:pt x="7786" y="4176"/>
                    </a:cubicBezTo>
                    <a:cubicBezTo>
                      <a:pt x="7220" y="3533"/>
                      <a:pt x="6674" y="4020"/>
                      <a:pt x="6362" y="2947"/>
                    </a:cubicBezTo>
                    <a:cubicBezTo>
                      <a:pt x="6049" y="1874"/>
                      <a:pt x="4996" y="2089"/>
                      <a:pt x="4508" y="1991"/>
                    </a:cubicBezTo>
                    <a:cubicBezTo>
                      <a:pt x="4020" y="1894"/>
                      <a:pt x="4098" y="1"/>
                      <a:pt x="40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5">
                <a:extLst>
                  <a:ext uri="{FF2B5EF4-FFF2-40B4-BE49-F238E27FC236}">
                    <a16:creationId xmlns:a16="http://schemas.microsoft.com/office/drawing/2014/main" id="{45EFA5FC-2140-04AA-4AD2-A75647A6C67F}"/>
                  </a:ext>
                </a:extLst>
              </p:cNvPr>
              <p:cNvSpPr/>
              <p:nvPr/>
            </p:nvSpPr>
            <p:spPr>
              <a:xfrm>
                <a:off x="991825" y="1931785"/>
                <a:ext cx="330578" cy="1320417"/>
              </a:xfrm>
              <a:custGeom>
                <a:avLst/>
                <a:gdLst/>
                <a:ahLst/>
                <a:cxnLst/>
                <a:rect l="l" t="t" r="r" b="b"/>
                <a:pathLst>
                  <a:path w="3493" h="13952" extrusionOk="0">
                    <a:moveTo>
                      <a:pt x="2869" y="1"/>
                    </a:moveTo>
                    <a:cubicBezTo>
                      <a:pt x="2866" y="5"/>
                      <a:pt x="2864" y="9"/>
                      <a:pt x="2862" y="12"/>
                    </a:cubicBezTo>
                    <a:lnTo>
                      <a:pt x="2862" y="12"/>
                    </a:lnTo>
                    <a:cubicBezTo>
                      <a:pt x="2866" y="9"/>
                      <a:pt x="2869" y="6"/>
                      <a:pt x="2869" y="1"/>
                    </a:cubicBezTo>
                    <a:close/>
                    <a:moveTo>
                      <a:pt x="2862" y="12"/>
                    </a:moveTo>
                    <a:cubicBezTo>
                      <a:pt x="2851" y="22"/>
                      <a:pt x="2825" y="25"/>
                      <a:pt x="2810" y="40"/>
                    </a:cubicBezTo>
                    <a:lnTo>
                      <a:pt x="2712" y="138"/>
                    </a:lnTo>
                    <a:lnTo>
                      <a:pt x="2615" y="235"/>
                    </a:lnTo>
                    <a:lnTo>
                      <a:pt x="2537" y="313"/>
                    </a:lnTo>
                    <a:cubicBezTo>
                      <a:pt x="2498" y="372"/>
                      <a:pt x="2420" y="411"/>
                      <a:pt x="2381" y="489"/>
                    </a:cubicBezTo>
                    <a:cubicBezTo>
                      <a:pt x="2381" y="508"/>
                      <a:pt x="2342" y="508"/>
                      <a:pt x="2342" y="528"/>
                    </a:cubicBezTo>
                    <a:cubicBezTo>
                      <a:pt x="2322" y="586"/>
                      <a:pt x="2283" y="625"/>
                      <a:pt x="2225" y="684"/>
                    </a:cubicBezTo>
                    <a:cubicBezTo>
                      <a:pt x="2205" y="703"/>
                      <a:pt x="2186" y="762"/>
                      <a:pt x="2147" y="781"/>
                    </a:cubicBezTo>
                    <a:cubicBezTo>
                      <a:pt x="2108" y="801"/>
                      <a:pt x="2088" y="859"/>
                      <a:pt x="2049" y="879"/>
                    </a:cubicBezTo>
                    <a:cubicBezTo>
                      <a:pt x="2029" y="899"/>
                      <a:pt x="2010" y="957"/>
                      <a:pt x="1990" y="977"/>
                    </a:cubicBezTo>
                    <a:cubicBezTo>
                      <a:pt x="1951" y="996"/>
                      <a:pt x="1932" y="1055"/>
                      <a:pt x="1912" y="1074"/>
                    </a:cubicBezTo>
                    <a:cubicBezTo>
                      <a:pt x="1893" y="1094"/>
                      <a:pt x="1854" y="1152"/>
                      <a:pt x="1834" y="1172"/>
                    </a:cubicBezTo>
                    <a:cubicBezTo>
                      <a:pt x="1815" y="1211"/>
                      <a:pt x="1756" y="1269"/>
                      <a:pt x="1737" y="1308"/>
                    </a:cubicBezTo>
                    <a:cubicBezTo>
                      <a:pt x="1717" y="1347"/>
                      <a:pt x="1698" y="1347"/>
                      <a:pt x="1698" y="1367"/>
                    </a:cubicBezTo>
                    <a:lnTo>
                      <a:pt x="1542" y="1581"/>
                    </a:lnTo>
                    <a:cubicBezTo>
                      <a:pt x="1542" y="1601"/>
                      <a:pt x="1522" y="1640"/>
                      <a:pt x="1503" y="1659"/>
                    </a:cubicBezTo>
                    <a:cubicBezTo>
                      <a:pt x="1464" y="1698"/>
                      <a:pt x="1444" y="1738"/>
                      <a:pt x="1425" y="1777"/>
                    </a:cubicBezTo>
                    <a:cubicBezTo>
                      <a:pt x="1405" y="1796"/>
                      <a:pt x="1366" y="1855"/>
                      <a:pt x="1347" y="1874"/>
                    </a:cubicBezTo>
                    <a:cubicBezTo>
                      <a:pt x="1327" y="1933"/>
                      <a:pt x="1308" y="1952"/>
                      <a:pt x="1269" y="1991"/>
                    </a:cubicBezTo>
                    <a:cubicBezTo>
                      <a:pt x="1269" y="2030"/>
                      <a:pt x="1249" y="2069"/>
                      <a:pt x="1230" y="2089"/>
                    </a:cubicBezTo>
                    <a:cubicBezTo>
                      <a:pt x="1210" y="2147"/>
                      <a:pt x="1171" y="2167"/>
                      <a:pt x="1151" y="2225"/>
                    </a:cubicBezTo>
                    <a:cubicBezTo>
                      <a:pt x="1151" y="2245"/>
                      <a:pt x="1132" y="2284"/>
                      <a:pt x="1112" y="2323"/>
                    </a:cubicBezTo>
                    <a:lnTo>
                      <a:pt x="1034" y="2459"/>
                    </a:lnTo>
                    <a:cubicBezTo>
                      <a:pt x="1034" y="2479"/>
                      <a:pt x="1015" y="2518"/>
                      <a:pt x="1015" y="2537"/>
                    </a:cubicBezTo>
                    <a:cubicBezTo>
                      <a:pt x="1015" y="2557"/>
                      <a:pt x="976" y="2557"/>
                      <a:pt x="976" y="2577"/>
                    </a:cubicBezTo>
                    <a:cubicBezTo>
                      <a:pt x="956" y="2635"/>
                      <a:pt x="937" y="2713"/>
                      <a:pt x="917" y="2752"/>
                    </a:cubicBezTo>
                    <a:cubicBezTo>
                      <a:pt x="917" y="2752"/>
                      <a:pt x="878" y="2772"/>
                      <a:pt x="878" y="2811"/>
                    </a:cubicBezTo>
                    <a:cubicBezTo>
                      <a:pt x="878" y="2830"/>
                      <a:pt x="859" y="2830"/>
                      <a:pt x="859" y="2850"/>
                    </a:cubicBezTo>
                    <a:lnTo>
                      <a:pt x="781" y="3006"/>
                    </a:lnTo>
                    <a:lnTo>
                      <a:pt x="781" y="3025"/>
                    </a:lnTo>
                    <a:cubicBezTo>
                      <a:pt x="761" y="3045"/>
                      <a:pt x="761" y="3103"/>
                      <a:pt x="742" y="3123"/>
                    </a:cubicBezTo>
                    <a:cubicBezTo>
                      <a:pt x="742" y="3162"/>
                      <a:pt x="722" y="3220"/>
                      <a:pt x="683" y="3259"/>
                    </a:cubicBezTo>
                    <a:cubicBezTo>
                      <a:pt x="664" y="3298"/>
                      <a:pt x="664" y="3337"/>
                      <a:pt x="644" y="3357"/>
                    </a:cubicBezTo>
                    <a:cubicBezTo>
                      <a:pt x="644" y="3416"/>
                      <a:pt x="625" y="3455"/>
                      <a:pt x="586" y="3513"/>
                    </a:cubicBezTo>
                    <a:cubicBezTo>
                      <a:pt x="586" y="3533"/>
                      <a:pt x="566" y="3552"/>
                      <a:pt x="566" y="3591"/>
                    </a:cubicBezTo>
                    <a:cubicBezTo>
                      <a:pt x="547" y="3611"/>
                      <a:pt x="547" y="3611"/>
                      <a:pt x="547" y="3630"/>
                    </a:cubicBezTo>
                    <a:cubicBezTo>
                      <a:pt x="547" y="3689"/>
                      <a:pt x="527" y="3747"/>
                      <a:pt x="488" y="3806"/>
                    </a:cubicBezTo>
                    <a:lnTo>
                      <a:pt x="488" y="3825"/>
                    </a:lnTo>
                    <a:cubicBezTo>
                      <a:pt x="488" y="3845"/>
                      <a:pt x="469" y="3884"/>
                      <a:pt x="469" y="3903"/>
                    </a:cubicBezTo>
                    <a:cubicBezTo>
                      <a:pt x="449" y="3942"/>
                      <a:pt x="449" y="4020"/>
                      <a:pt x="430" y="4079"/>
                    </a:cubicBezTo>
                    <a:cubicBezTo>
                      <a:pt x="391" y="4098"/>
                      <a:pt x="391" y="4098"/>
                      <a:pt x="391" y="4118"/>
                    </a:cubicBezTo>
                    <a:cubicBezTo>
                      <a:pt x="391" y="4137"/>
                      <a:pt x="371" y="4176"/>
                      <a:pt x="371" y="4196"/>
                    </a:cubicBezTo>
                    <a:cubicBezTo>
                      <a:pt x="351" y="4235"/>
                      <a:pt x="351" y="4313"/>
                      <a:pt x="332" y="4372"/>
                    </a:cubicBezTo>
                    <a:cubicBezTo>
                      <a:pt x="332" y="4391"/>
                      <a:pt x="293" y="4430"/>
                      <a:pt x="293" y="4469"/>
                    </a:cubicBezTo>
                    <a:cubicBezTo>
                      <a:pt x="273" y="4508"/>
                      <a:pt x="273" y="4586"/>
                      <a:pt x="254" y="4625"/>
                    </a:cubicBezTo>
                    <a:cubicBezTo>
                      <a:pt x="254" y="4684"/>
                      <a:pt x="234" y="4703"/>
                      <a:pt x="234" y="4723"/>
                    </a:cubicBezTo>
                    <a:lnTo>
                      <a:pt x="234" y="4762"/>
                    </a:lnTo>
                    <a:cubicBezTo>
                      <a:pt x="234" y="4820"/>
                      <a:pt x="195" y="4879"/>
                      <a:pt x="195" y="4918"/>
                    </a:cubicBezTo>
                    <a:lnTo>
                      <a:pt x="195" y="4976"/>
                    </a:lnTo>
                    <a:lnTo>
                      <a:pt x="195" y="5055"/>
                    </a:lnTo>
                    <a:cubicBezTo>
                      <a:pt x="195" y="5113"/>
                      <a:pt x="176" y="5172"/>
                      <a:pt x="176" y="5250"/>
                    </a:cubicBezTo>
                    <a:cubicBezTo>
                      <a:pt x="156" y="5269"/>
                      <a:pt x="156" y="5289"/>
                      <a:pt x="156" y="5308"/>
                    </a:cubicBezTo>
                    <a:cubicBezTo>
                      <a:pt x="156" y="5386"/>
                      <a:pt x="137" y="5484"/>
                      <a:pt x="137" y="5562"/>
                    </a:cubicBezTo>
                    <a:lnTo>
                      <a:pt x="137" y="5659"/>
                    </a:lnTo>
                    <a:cubicBezTo>
                      <a:pt x="137" y="5737"/>
                      <a:pt x="98" y="5776"/>
                      <a:pt x="98" y="5854"/>
                    </a:cubicBezTo>
                    <a:lnTo>
                      <a:pt x="98" y="5952"/>
                    </a:lnTo>
                    <a:cubicBezTo>
                      <a:pt x="78" y="5991"/>
                      <a:pt x="78" y="6069"/>
                      <a:pt x="78" y="6108"/>
                    </a:cubicBezTo>
                    <a:lnTo>
                      <a:pt x="78" y="6186"/>
                    </a:lnTo>
                    <a:lnTo>
                      <a:pt x="78" y="6225"/>
                    </a:lnTo>
                    <a:lnTo>
                      <a:pt x="78" y="6420"/>
                    </a:lnTo>
                    <a:lnTo>
                      <a:pt x="78" y="6459"/>
                    </a:lnTo>
                    <a:cubicBezTo>
                      <a:pt x="78" y="6479"/>
                      <a:pt x="59" y="6479"/>
                      <a:pt x="0" y="6596"/>
                    </a:cubicBezTo>
                    <a:lnTo>
                      <a:pt x="0" y="6869"/>
                    </a:lnTo>
                    <a:lnTo>
                      <a:pt x="0" y="7123"/>
                    </a:lnTo>
                    <a:lnTo>
                      <a:pt x="0" y="7201"/>
                    </a:lnTo>
                    <a:lnTo>
                      <a:pt x="0" y="7357"/>
                    </a:lnTo>
                    <a:lnTo>
                      <a:pt x="0" y="7415"/>
                    </a:lnTo>
                    <a:lnTo>
                      <a:pt x="0" y="7454"/>
                    </a:lnTo>
                    <a:lnTo>
                      <a:pt x="0" y="7611"/>
                    </a:lnTo>
                    <a:lnTo>
                      <a:pt x="0" y="7708"/>
                    </a:lnTo>
                    <a:cubicBezTo>
                      <a:pt x="20" y="7747"/>
                      <a:pt x="20" y="7806"/>
                      <a:pt x="20" y="7845"/>
                    </a:cubicBezTo>
                    <a:lnTo>
                      <a:pt x="20" y="7942"/>
                    </a:lnTo>
                    <a:cubicBezTo>
                      <a:pt x="20" y="8001"/>
                      <a:pt x="59" y="8040"/>
                      <a:pt x="59" y="8098"/>
                    </a:cubicBezTo>
                    <a:cubicBezTo>
                      <a:pt x="78" y="8118"/>
                      <a:pt x="78" y="8157"/>
                      <a:pt x="78" y="8196"/>
                    </a:cubicBezTo>
                    <a:cubicBezTo>
                      <a:pt x="78" y="8235"/>
                      <a:pt x="98" y="8293"/>
                      <a:pt x="98" y="8332"/>
                    </a:cubicBezTo>
                    <a:cubicBezTo>
                      <a:pt x="117" y="8352"/>
                      <a:pt x="117" y="8411"/>
                      <a:pt x="117" y="8430"/>
                    </a:cubicBezTo>
                    <a:cubicBezTo>
                      <a:pt x="117" y="8489"/>
                      <a:pt x="156" y="8528"/>
                      <a:pt x="156" y="8586"/>
                    </a:cubicBezTo>
                    <a:cubicBezTo>
                      <a:pt x="156" y="8606"/>
                      <a:pt x="176" y="8645"/>
                      <a:pt x="176" y="8684"/>
                    </a:cubicBezTo>
                    <a:cubicBezTo>
                      <a:pt x="176" y="8723"/>
                      <a:pt x="195" y="8781"/>
                      <a:pt x="195" y="8820"/>
                    </a:cubicBezTo>
                    <a:lnTo>
                      <a:pt x="195" y="8879"/>
                    </a:lnTo>
                    <a:lnTo>
                      <a:pt x="195" y="8918"/>
                    </a:lnTo>
                    <a:cubicBezTo>
                      <a:pt x="215" y="8976"/>
                      <a:pt x="215" y="9035"/>
                      <a:pt x="254" y="9093"/>
                    </a:cubicBezTo>
                    <a:cubicBezTo>
                      <a:pt x="273" y="9093"/>
                      <a:pt x="273" y="9113"/>
                      <a:pt x="273" y="9132"/>
                    </a:cubicBezTo>
                    <a:cubicBezTo>
                      <a:pt x="312" y="9308"/>
                      <a:pt x="371" y="9484"/>
                      <a:pt x="410" y="9620"/>
                    </a:cubicBezTo>
                    <a:cubicBezTo>
                      <a:pt x="449" y="9659"/>
                      <a:pt x="449" y="9659"/>
                      <a:pt x="449" y="9679"/>
                    </a:cubicBezTo>
                    <a:cubicBezTo>
                      <a:pt x="469" y="9757"/>
                      <a:pt x="488" y="9796"/>
                      <a:pt x="508" y="9874"/>
                    </a:cubicBezTo>
                    <a:cubicBezTo>
                      <a:pt x="508" y="9893"/>
                      <a:pt x="547" y="9913"/>
                      <a:pt x="547" y="9952"/>
                    </a:cubicBezTo>
                    <a:cubicBezTo>
                      <a:pt x="547" y="10010"/>
                      <a:pt x="566" y="10069"/>
                      <a:pt x="586" y="10108"/>
                    </a:cubicBezTo>
                    <a:lnTo>
                      <a:pt x="586" y="10147"/>
                    </a:lnTo>
                    <a:cubicBezTo>
                      <a:pt x="586" y="10167"/>
                      <a:pt x="625" y="10167"/>
                      <a:pt x="625" y="10186"/>
                    </a:cubicBezTo>
                    <a:cubicBezTo>
                      <a:pt x="625" y="10245"/>
                      <a:pt x="644" y="10284"/>
                      <a:pt x="664" y="10342"/>
                    </a:cubicBezTo>
                    <a:cubicBezTo>
                      <a:pt x="664" y="10362"/>
                      <a:pt x="683" y="10381"/>
                      <a:pt x="683" y="10420"/>
                    </a:cubicBezTo>
                    <a:lnTo>
                      <a:pt x="761" y="10557"/>
                    </a:lnTo>
                    <a:cubicBezTo>
                      <a:pt x="761" y="10576"/>
                      <a:pt x="781" y="10615"/>
                      <a:pt x="781" y="10635"/>
                    </a:cubicBezTo>
                    <a:lnTo>
                      <a:pt x="859" y="10771"/>
                    </a:lnTo>
                    <a:cubicBezTo>
                      <a:pt x="859" y="10810"/>
                      <a:pt x="878" y="10810"/>
                      <a:pt x="878" y="10830"/>
                    </a:cubicBezTo>
                    <a:lnTo>
                      <a:pt x="878" y="10849"/>
                    </a:lnTo>
                    <a:cubicBezTo>
                      <a:pt x="917" y="10928"/>
                      <a:pt x="937" y="10967"/>
                      <a:pt x="956" y="11025"/>
                    </a:cubicBezTo>
                    <a:cubicBezTo>
                      <a:pt x="956" y="11025"/>
                      <a:pt x="976" y="11045"/>
                      <a:pt x="976" y="11064"/>
                    </a:cubicBezTo>
                    <a:cubicBezTo>
                      <a:pt x="1034" y="11123"/>
                      <a:pt x="1054" y="11201"/>
                      <a:pt x="1073" y="11240"/>
                    </a:cubicBezTo>
                    <a:lnTo>
                      <a:pt x="1073" y="11259"/>
                    </a:lnTo>
                    <a:lnTo>
                      <a:pt x="1073" y="11298"/>
                    </a:lnTo>
                    <a:cubicBezTo>
                      <a:pt x="1230" y="11552"/>
                      <a:pt x="1405" y="11845"/>
                      <a:pt x="1600" y="12118"/>
                    </a:cubicBezTo>
                    <a:lnTo>
                      <a:pt x="1620" y="12137"/>
                    </a:lnTo>
                    <a:cubicBezTo>
                      <a:pt x="1659" y="12196"/>
                      <a:pt x="1698" y="12274"/>
                      <a:pt x="1737" y="12313"/>
                    </a:cubicBezTo>
                    <a:lnTo>
                      <a:pt x="1756" y="12332"/>
                    </a:lnTo>
                    <a:cubicBezTo>
                      <a:pt x="1815" y="12410"/>
                      <a:pt x="1834" y="12469"/>
                      <a:pt x="1893" y="12508"/>
                    </a:cubicBezTo>
                    <a:cubicBezTo>
                      <a:pt x="1912" y="12508"/>
                      <a:pt x="1912" y="12528"/>
                      <a:pt x="1912" y="12528"/>
                    </a:cubicBezTo>
                    <a:lnTo>
                      <a:pt x="1912" y="12567"/>
                    </a:lnTo>
                    <a:cubicBezTo>
                      <a:pt x="1951" y="12606"/>
                      <a:pt x="1990" y="12664"/>
                      <a:pt x="2029" y="12703"/>
                    </a:cubicBezTo>
                    <a:lnTo>
                      <a:pt x="2049" y="12723"/>
                    </a:lnTo>
                    <a:cubicBezTo>
                      <a:pt x="2088" y="12781"/>
                      <a:pt x="2127" y="12820"/>
                      <a:pt x="2186" y="12879"/>
                    </a:cubicBezTo>
                    <a:lnTo>
                      <a:pt x="2205" y="12898"/>
                    </a:lnTo>
                    <a:cubicBezTo>
                      <a:pt x="2244" y="12976"/>
                      <a:pt x="2303" y="13015"/>
                      <a:pt x="2342" y="13074"/>
                    </a:cubicBezTo>
                    <a:lnTo>
                      <a:pt x="2381" y="13093"/>
                    </a:lnTo>
                    <a:cubicBezTo>
                      <a:pt x="2439" y="13152"/>
                      <a:pt x="2498" y="13210"/>
                      <a:pt x="2537" y="13269"/>
                    </a:cubicBezTo>
                    <a:cubicBezTo>
                      <a:pt x="2790" y="13503"/>
                      <a:pt x="3025" y="13737"/>
                      <a:pt x="3278" y="13952"/>
                    </a:cubicBezTo>
                    <a:cubicBezTo>
                      <a:pt x="3200" y="13445"/>
                      <a:pt x="2966" y="12879"/>
                      <a:pt x="2693" y="12196"/>
                    </a:cubicBezTo>
                    <a:cubicBezTo>
                      <a:pt x="2283" y="11142"/>
                      <a:pt x="2732" y="11103"/>
                      <a:pt x="3181" y="10264"/>
                    </a:cubicBezTo>
                    <a:cubicBezTo>
                      <a:pt x="3278" y="10089"/>
                      <a:pt x="3376" y="9971"/>
                      <a:pt x="3493" y="9893"/>
                    </a:cubicBezTo>
                    <a:cubicBezTo>
                      <a:pt x="2400" y="8372"/>
                      <a:pt x="1737" y="6479"/>
                      <a:pt x="1737" y="4469"/>
                    </a:cubicBezTo>
                    <a:cubicBezTo>
                      <a:pt x="1737" y="2854"/>
                      <a:pt x="2144" y="1356"/>
                      <a:pt x="2862" y="12"/>
                    </a:cubicBezTo>
                    <a:close/>
                  </a:path>
                </a:pathLst>
              </a:custGeom>
              <a:solidFill>
                <a:srgbClr val="052E3A">
                  <a:alpha val="21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5">
                <a:extLst>
                  <a:ext uri="{FF2B5EF4-FFF2-40B4-BE49-F238E27FC236}">
                    <a16:creationId xmlns:a16="http://schemas.microsoft.com/office/drawing/2014/main" id="{684738AA-772C-B3E8-2F87-56DDE6392931}"/>
                  </a:ext>
                </a:extLst>
              </p:cNvPr>
              <p:cNvSpPr/>
              <p:nvPr/>
            </p:nvSpPr>
            <p:spPr>
              <a:xfrm>
                <a:off x="2044289" y="1917021"/>
                <a:ext cx="733271" cy="1108045"/>
              </a:xfrm>
              <a:custGeom>
                <a:avLst/>
                <a:gdLst/>
                <a:ahLst/>
                <a:cxnLst/>
                <a:rect l="l" t="t" r="r" b="b"/>
                <a:pathLst>
                  <a:path w="7748" h="11708" extrusionOk="0">
                    <a:moveTo>
                      <a:pt x="4781" y="1"/>
                    </a:moveTo>
                    <a:cubicBezTo>
                      <a:pt x="4567" y="625"/>
                      <a:pt x="4157" y="1328"/>
                      <a:pt x="3338" y="1542"/>
                    </a:cubicBezTo>
                    <a:cubicBezTo>
                      <a:pt x="1855" y="1933"/>
                      <a:pt x="1" y="2889"/>
                      <a:pt x="703" y="4040"/>
                    </a:cubicBezTo>
                    <a:cubicBezTo>
                      <a:pt x="946" y="4431"/>
                      <a:pt x="1189" y="4521"/>
                      <a:pt x="1459" y="4521"/>
                    </a:cubicBezTo>
                    <a:cubicBezTo>
                      <a:pt x="1690" y="4521"/>
                      <a:pt x="1941" y="4455"/>
                      <a:pt x="2229" y="4455"/>
                    </a:cubicBezTo>
                    <a:cubicBezTo>
                      <a:pt x="2575" y="4455"/>
                      <a:pt x="2974" y="4551"/>
                      <a:pt x="3455" y="4976"/>
                    </a:cubicBezTo>
                    <a:cubicBezTo>
                      <a:pt x="4781" y="6167"/>
                      <a:pt x="2967" y="6713"/>
                      <a:pt x="4059" y="7767"/>
                    </a:cubicBezTo>
                    <a:cubicBezTo>
                      <a:pt x="4294" y="7989"/>
                      <a:pt x="4501" y="8072"/>
                      <a:pt x="4687" y="8072"/>
                    </a:cubicBezTo>
                    <a:cubicBezTo>
                      <a:pt x="5253" y="8072"/>
                      <a:pt x="5634" y="7304"/>
                      <a:pt x="6044" y="7304"/>
                    </a:cubicBezTo>
                    <a:cubicBezTo>
                      <a:pt x="6129" y="7304"/>
                      <a:pt x="6214" y="7337"/>
                      <a:pt x="6303" y="7415"/>
                    </a:cubicBezTo>
                    <a:cubicBezTo>
                      <a:pt x="6928" y="8020"/>
                      <a:pt x="7084" y="9464"/>
                      <a:pt x="6420" y="11708"/>
                    </a:cubicBezTo>
                    <a:cubicBezTo>
                      <a:pt x="7279" y="10303"/>
                      <a:pt x="7747" y="8645"/>
                      <a:pt x="7747" y="6889"/>
                    </a:cubicBezTo>
                    <a:cubicBezTo>
                      <a:pt x="7747" y="4176"/>
                      <a:pt x="6596" y="1757"/>
                      <a:pt x="47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5">
                <a:extLst>
                  <a:ext uri="{FF2B5EF4-FFF2-40B4-BE49-F238E27FC236}">
                    <a16:creationId xmlns:a16="http://schemas.microsoft.com/office/drawing/2014/main" id="{97157DA4-3723-A1DC-0886-612EDB810E10}"/>
                  </a:ext>
                </a:extLst>
              </p:cNvPr>
              <p:cNvSpPr/>
              <p:nvPr/>
            </p:nvSpPr>
            <p:spPr>
              <a:xfrm>
                <a:off x="1663941" y="2486358"/>
                <a:ext cx="688885" cy="731094"/>
              </a:xfrm>
              <a:custGeom>
                <a:avLst/>
                <a:gdLst/>
                <a:ahLst/>
                <a:cxnLst/>
                <a:rect l="l" t="t" r="r" b="b"/>
                <a:pathLst>
                  <a:path w="7279" h="7725" extrusionOk="0">
                    <a:moveTo>
                      <a:pt x="4341" y="1"/>
                    </a:moveTo>
                    <a:cubicBezTo>
                      <a:pt x="4027" y="1"/>
                      <a:pt x="3675" y="188"/>
                      <a:pt x="3298" y="580"/>
                    </a:cubicBezTo>
                    <a:cubicBezTo>
                      <a:pt x="2303" y="1594"/>
                      <a:pt x="1913" y="599"/>
                      <a:pt x="1054" y="1887"/>
                    </a:cubicBezTo>
                    <a:cubicBezTo>
                      <a:pt x="215" y="3175"/>
                      <a:pt x="1" y="3546"/>
                      <a:pt x="1054" y="4033"/>
                    </a:cubicBezTo>
                    <a:cubicBezTo>
                      <a:pt x="2108" y="4521"/>
                      <a:pt x="3493" y="4424"/>
                      <a:pt x="3142" y="5711"/>
                    </a:cubicBezTo>
                    <a:cubicBezTo>
                      <a:pt x="2899" y="6671"/>
                      <a:pt x="2781" y="7724"/>
                      <a:pt x="3306" y="7724"/>
                    </a:cubicBezTo>
                    <a:cubicBezTo>
                      <a:pt x="3497" y="7724"/>
                      <a:pt x="3772" y="7585"/>
                      <a:pt x="4157" y="7253"/>
                    </a:cubicBezTo>
                    <a:cubicBezTo>
                      <a:pt x="5581" y="6004"/>
                      <a:pt x="7278" y="5672"/>
                      <a:pt x="6635" y="3838"/>
                    </a:cubicBezTo>
                    <a:cubicBezTo>
                      <a:pt x="5971" y="2024"/>
                      <a:pt x="5542" y="1438"/>
                      <a:pt x="5542" y="1438"/>
                    </a:cubicBezTo>
                    <a:cubicBezTo>
                      <a:pt x="5275" y="505"/>
                      <a:pt x="4858" y="1"/>
                      <a:pt x="43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6" name="Google Shape;1226;p45">
                <a:extLst>
                  <a:ext uri="{FF2B5EF4-FFF2-40B4-BE49-F238E27FC236}">
                    <a16:creationId xmlns:a16="http://schemas.microsoft.com/office/drawing/2014/main" id="{4CA7B74E-7D0B-3385-DBB7-81BBCD57C059}"/>
                  </a:ext>
                </a:extLst>
              </p:cNvPr>
              <p:cNvSpPr/>
              <p:nvPr/>
            </p:nvSpPr>
            <p:spPr>
              <a:xfrm>
                <a:off x="2209810" y="3011310"/>
                <a:ext cx="259219" cy="258556"/>
              </a:xfrm>
              <a:custGeom>
                <a:avLst/>
                <a:gdLst/>
                <a:ahLst/>
                <a:cxnLst/>
                <a:rect l="l" t="t" r="r" b="b"/>
                <a:pathLst>
                  <a:path w="2739" h="2732" extrusionOk="0">
                    <a:moveTo>
                      <a:pt x="2476" y="0"/>
                    </a:moveTo>
                    <a:cubicBezTo>
                      <a:pt x="2278" y="0"/>
                      <a:pt x="1972" y="237"/>
                      <a:pt x="1784" y="613"/>
                    </a:cubicBezTo>
                    <a:cubicBezTo>
                      <a:pt x="1452" y="1316"/>
                      <a:pt x="964" y="1706"/>
                      <a:pt x="964" y="1706"/>
                    </a:cubicBezTo>
                    <a:cubicBezTo>
                      <a:pt x="332" y="2193"/>
                      <a:pt x="1" y="2731"/>
                      <a:pt x="512" y="2731"/>
                    </a:cubicBezTo>
                    <a:cubicBezTo>
                      <a:pt x="553" y="2731"/>
                      <a:pt x="600" y="2728"/>
                      <a:pt x="652" y="2720"/>
                    </a:cubicBezTo>
                    <a:cubicBezTo>
                      <a:pt x="1374" y="2584"/>
                      <a:pt x="2310" y="1491"/>
                      <a:pt x="2603" y="594"/>
                    </a:cubicBezTo>
                    <a:cubicBezTo>
                      <a:pt x="2739" y="177"/>
                      <a:pt x="2648" y="0"/>
                      <a:pt x="2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5">
                <a:extLst>
                  <a:ext uri="{FF2B5EF4-FFF2-40B4-BE49-F238E27FC236}">
                    <a16:creationId xmlns:a16="http://schemas.microsoft.com/office/drawing/2014/main" id="{E2AD3DD3-4464-CD62-5AAE-41FECE208A97}"/>
                  </a:ext>
                </a:extLst>
              </p:cNvPr>
              <p:cNvSpPr/>
              <p:nvPr/>
            </p:nvSpPr>
            <p:spPr>
              <a:xfrm>
                <a:off x="1628830" y="1682511"/>
                <a:ext cx="543044" cy="191362"/>
              </a:xfrm>
              <a:custGeom>
                <a:avLst/>
                <a:gdLst/>
                <a:ahLst/>
                <a:cxnLst/>
                <a:rect l="l" t="t" r="r" b="b"/>
                <a:pathLst>
                  <a:path w="5738" h="2022" extrusionOk="0">
                    <a:moveTo>
                      <a:pt x="2693" y="1"/>
                    </a:moveTo>
                    <a:cubicBezTo>
                      <a:pt x="1757" y="1"/>
                      <a:pt x="859" y="137"/>
                      <a:pt x="1" y="391"/>
                    </a:cubicBezTo>
                    <a:cubicBezTo>
                      <a:pt x="196" y="567"/>
                      <a:pt x="450" y="703"/>
                      <a:pt x="664" y="820"/>
                    </a:cubicBezTo>
                    <a:cubicBezTo>
                      <a:pt x="1351" y="1190"/>
                      <a:pt x="1020" y="2022"/>
                      <a:pt x="1682" y="2022"/>
                    </a:cubicBezTo>
                    <a:cubicBezTo>
                      <a:pt x="1753" y="2022"/>
                      <a:pt x="1836" y="2012"/>
                      <a:pt x="1933" y="1991"/>
                    </a:cubicBezTo>
                    <a:cubicBezTo>
                      <a:pt x="2624" y="1842"/>
                      <a:pt x="2816" y="1711"/>
                      <a:pt x="3204" y="1711"/>
                    </a:cubicBezTo>
                    <a:cubicBezTo>
                      <a:pt x="3373" y="1711"/>
                      <a:pt x="3580" y="1737"/>
                      <a:pt x="3884" y="1796"/>
                    </a:cubicBezTo>
                    <a:cubicBezTo>
                      <a:pt x="3993" y="1817"/>
                      <a:pt x="4094" y="1826"/>
                      <a:pt x="4188" y="1826"/>
                    </a:cubicBezTo>
                    <a:cubicBezTo>
                      <a:pt x="4979" y="1826"/>
                      <a:pt x="5249" y="1134"/>
                      <a:pt x="5737" y="489"/>
                    </a:cubicBezTo>
                    <a:cubicBezTo>
                      <a:pt x="4781" y="176"/>
                      <a:pt x="3767" y="1"/>
                      <a:pt x="26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5">
                <a:extLst>
                  <a:ext uri="{FF2B5EF4-FFF2-40B4-BE49-F238E27FC236}">
                    <a16:creationId xmlns:a16="http://schemas.microsoft.com/office/drawing/2014/main" id="{ABFAA4B0-28C5-2BF0-11FF-33CA87E2036E}"/>
                  </a:ext>
                </a:extLst>
              </p:cNvPr>
              <p:cNvSpPr/>
              <p:nvPr/>
            </p:nvSpPr>
            <p:spPr>
              <a:xfrm>
                <a:off x="1571575" y="3269859"/>
                <a:ext cx="358402" cy="189185"/>
              </a:xfrm>
              <a:custGeom>
                <a:avLst/>
                <a:gdLst/>
                <a:ahLst/>
                <a:cxnLst/>
                <a:rect l="l" t="t" r="r" b="b"/>
                <a:pathLst>
                  <a:path w="3787" h="1999" extrusionOk="0">
                    <a:moveTo>
                      <a:pt x="2394" y="0"/>
                    </a:moveTo>
                    <a:cubicBezTo>
                      <a:pt x="2150" y="0"/>
                      <a:pt x="1928" y="202"/>
                      <a:pt x="1757" y="535"/>
                    </a:cubicBezTo>
                    <a:cubicBezTo>
                      <a:pt x="1573" y="884"/>
                      <a:pt x="1415" y="982"/>
                      <a:pt x="1249" y="982"/>
                    </a:cubicBezTo>
                    <a:cubicBezTo>
                      <a:pt x="1062" y="982"/>
                      <a:pt x="864" y="858"/>
                      <a:pt x="606" y="827"/>
                    </a:cubicBezTo>
                    <a:cubicBezTo>
                      <a:pt x="598" y="827"/>
                      <a:pt x="590" y="827"/>
                      <a:pt x="582" y="827"/>
                    </a:cubicBezTo>
                    <a:cubicBezTo>
                      <a:pt x="341" y="827"/>
                      <a:pt x="171" y="1110"/>
                      <a:pt x="1" y="1393"/>
                    </a:cubicBezTo>
                    <a:cubicBezTo>
                      <a:pt x="1055" y="1784"/>
                      <a:pt x="2167" y="1998"/>
                      <a:pt x="3377" y="1998"/>
                    </a:cubicBezTo>
                    <a:lnTo>
                      <a:pt x="3786" y="1998"/>
                    </a:lnTo>
                    <a:cubicBezTo>
                      <a:pt x="3669" y="1842"/>
                      <a:pt x="3533" y="1569"/>
                      <a:pt x="3377" y="1159"/>
                    </a:cubicBezTo>
                    <a:cubicBezTo>
                      <a:pt x="3058" y="335"/>
                      <a:pt x="2709" y="0"/>
                      <a:pt x="23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9" name="Google Shape;1229;p45">
              <a:extLst>
                <a:ext uri="{FF2B5EF4-FFF2-40B4-BE49-F238E27FC236}">
                  <a16:creationId xmlns:a16="http://schemas.microsoft.com/office/drawing/2014/main" id="{39510931-439E-128D-24D8-809A6972B6CF}"/>
                </a:ext>
              </a:extLst>
            </p:cNvPr>
            <p:cNvSpPr/>
            <p:nvPr/>
          </p:nvSpPr>
          <p:spPr>
            <a:xfrm rot="-1389276">
              <a:off x="-1299612" y="1933746"/>
              <a:ext cx="5856910" cy="1804153"/>
            </a:xfrm>
            <a:custGeom>
              <a:avLst/>
              <a:gdLst/>
              <a:ahLst/>
              <a:cxnLst/>
              <a:rect l="l" t="t" r="r" b="b"/>
              <a:pathLst>
                <a:path w="57561" h="17731" extrusionOk="0">
                  <a:moveTo>
                    <a:pt x="31512" y="92"/>
                  </a:moveTo>
                  <a:cubicBezTo>
                    <a:pt x="38049" y="92"/>
                    <a:pt x="44097" y="775"/>
                    <a:pt x="48839" y="2062"/>
                  </a:cubicBezTo>
                  <a:cubicBezTo>
                    <a:pt x="54263" y="3565"/>
                    <a:pt x="57326" y="5653"/>
                    <a:pt x="57385" y="7975"/>
                  </a:cubicBezTo>
                  <a:cubicBezTo>
                    <a:pt x="57560" y="12774"/>
                    <a:pt x="44839" y="17087"/>
                    <a:pt x="29054" y="17613"/>
                  </a:cubicBezTo>
                  <a:cubicBezTo>
                    <a:pt x="28067" y="17643"/>
                    <a:pt x="27087" y="17658"/>
                    <a:pt x="26118" y="17658"/>
                  </a:cubicBezTo>
                  <a:cubicBezTo>
                    <a:pt x="19556" y="17658"/>
                    <a:pt x="13463" y="16974"/>
                    <a:pt x="8703" y="15682"/>
                  </a:cubicBezTo>
                  <a:cubicBezTo>
                    <a:pt x="3279" y="14199"/>
                    <a:pt x="215" y="12092"/>
                    <a:pt x="157" y="9770"/>
                  </a:cubicBezTo>
                  <a:cubicBezTo>
                    <a:pt x="1" y="4950"/>
                    <a:pt x="12703" y="638"/>
                    <a:pt x="28488" y="150"/>
                  </a:cubicBezTo>
                  <a:cubicBezTo>
                    <a:pt x="29522" y="111"/>
                    <a:pt x="30517" y="92"/>
                    <a:pt x="31512" y="92"/>
                  </a:cubicBezTo>
                  <a:close/>
                  <a:moveTo>
                    <a:pt x="31601" y="1"/>
                  </a:moveTo>
                  <a:cubicBezTo>
                    <a:pt x="30573" y="1"/>
                    <a:pt x="29534" y="18"/>
                    <a:pt x="28488" y="53"/>
                  </a:cubicBezTo>
                  <a:cubicBezTo>
                    <a:pt x="20839" y="287"/>
                    <a:pt x="13659" y="1438"/>
                    <a:pt x="8293" y="3272"/>
                  </a:cubicBezTo>
                  <a:cubicBezTo>
                    <a:pt x="2908" y="5087"/>
                    <a:pt x="1" y="7409"/>
                    <a:pt x="59" y="9770"/>
                  </a:cubicBezTo>
                  <a:cubicBezTo>
                    <a:pt x="118" y="12150"/>
                    <a:pt x="3201" y="14257"/>
                    <a:pt x="8683" y="15760"/>
                  </a:cubicBezTo>
                  <a:cubicBezTo>
                    <a:pt x="13425" y="17047"/>
                    <a:pt x="19493" y="17730"/>
                    <a:pt x="26029" y="17730"/>
                  </a:cubicBezTo>
                  <a:cubicBezTo>
                    <a:pt x="27024" y="17730"/>
                    <a:pt x="28059" y="17691"/>
                    <a:pt x="29073" y="17672"/>
                  </a:cubicBezTo>
                  <a:cubicBezTo>
                    <a:pt x="36722" y="17438"/>
                    <a:pt x="43902" y="16287"/>
                    <a:pt x="49268" y="14452"/>
                  </a:cubicBezTo>
                  <a:cubicBezTo>
                    <a:pt x="54634" y="12638"/>
                    <a:pt x="57560" y="10316"/>
                    <a:pt x="57482" y="7955"/>
                  </a:cubicBezTo>
                  <a:cubicBezTo>
                    <a:pt x="57424" y="5575"/>
                    <a:pt x="54341" y="3467"/>
                    <a:pt x="48858" y="1965"/>
                  </a:cubicBezTo>
                  <a:cubicBezTo>
                    <a:pt x="44142" y="685"/>
                    <a:pt x="38088" y="1"/>
                    <a:pt x="3160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5">
              <a:extLst>
                <a:ext uri="{FF2B5EF4-FFF2-40B4-BE49-F238E27FC236}">
                  <a16:creationId xmlns:a16="http://schemas.microsoft.com/office/drawing/2014/main" id="{DB5E8265-D075-5DC7-74E5-E6F34A096556}"/>
                </a:ext>
              </a:extLst>
            </p:cNvPr>
            <p:cNvSpPr/>
            <p:nvPr/>
          </p:nvSpPr>
          <p:spPr>
            <a:xfrm rot="-1366029">
              <a:off x="-2085668" y="1694056"/>
              <a:ext cx="7428861" cy="2537137"/>
            </a:xfrm>
            <a:custGeom>
              <a:avLst/>
              <a:gdLst/>
              <a:ahLst/>
              <a:cxnLst/>
              <a:rect l="l" t="t" r="r" b="b"/>
              <a:pathLst>
                <a:path w="75570" h="25809" extrusionOk="0">
                  <a:moveTo>
                    <a:pt x="53443" y="92"/>
                  </a:moveTo>
                  <a:cubicBezTo>
                    <a:pt x="65619" y="92"/>
                    <a:pt x="74321" y="2570"/>
                    <a:pt x="75004" y="6940"/>
                  </a:cubicBezTo>
                  <a:cubicBezTo>
                    <a:pt x="75492" y="9965"/>
                    <a:pt x="72097" y="13418"/>
                    <a:pt x="65424" y="16696"/>
                  </a:cubicBezTo>
                  <a:cubicBezTo>
                    <a:pt x="58712" y="19994"/>
                    <a:pt x="49580" y="22667"/>
                    <a:pt x="39629" y="24247"/>
                  </a:cubicBezTo>
                  <a:cubicBezTo>
                    <a:pt x="33405" y="25262"/>
                    <a:pt x="27454" y="25711"/>
                    <a:pt x="22147" y="25711"/>
                  </a:cubicBezTo>
                  <a:cubicBezTo>
                    <a:pt x="10010" y="25711"/>
                    <a:pt x="1308" y="23233"/>
                    <a:pt x="606" y="18862"/>
                  </a:cubicBezTo>
                  <a:cubicBezTo>
                    <a:pt x="118" y="15838"/>
                    <a:pt x="3493" y="12384"/>
                    <a:pt x="10186" y="9106"/>
                  </a:cubicBezTo>
                  <a:cubicBezTo>
                    <a:pt x="16898" y="5809"/>
                    <a:pt x="26029" y="3136"/>
                    <a:pt x="35980" y="1555"/>
                  </a:cubicBezTo>
                  <a:cubicBezTo>
                    <a:pt x="42205" y="541"/>
                    <a:pt x="48156" y="92"/>
                    <a:pt x="53443" y="92"/>
                  </a:cubicBezTo>
                  <a:close/>
                  <a:moveTo>
                    <a:pt x="53399" y="0"/>
                  </a:moveTo>
                  <a:cubicBezTo>
                    <a:pt x="48008" y="0"/>
                    <a:pt x="42058" y="497"/>
                    <a:pt x="35961" y="1477"/>
                  </a:cubicBezTo>
                  <a:cubicBezTo>
                    <a:pt x="25990" y="3058"/>
                    <a:pt x="16820" y="5731"/>
                    <a:pt x="10127" y="9028"/>
                  </a:cubicBezTo>
                  <a:cubicBezTo>
                    <a:pt x="3415" y="12326"/>
                    <a:pt x="1" y="15818"/>
                    <a:pt x="488" y="18882"/>
                  </a:cubicBezTo>
                  <a:cubicBezTo>
                    <a:pt x="976" y="21965"/>
                    <a:pt x="5347" y="24208"/>
                    <a:pt x="12742" y="25223"/>
                  </a:cubicBezTo>
                  <a:cubicBezTo>
                    <a:pt x="15591" y="25613"/>
                    <a:pt x="18771" y="25808"/>
                    <a:pt x="22147" y="25808"/>
                  </a:cubicBezTo>
                  <a:cubicBezTo>
                    <a:pt x="27571" y="25808"/>
                    <a:pt x="33522" y="25301"/>
                    <a:pt x="39629" y="24345"/>
                  </a:cubicBezTo>
                  <a:cubicBezTo>
                    <a:pt x="49600" y="22765"/>
                    <a:pt x="58770" y="20091"/>
                    <a:pt x="65443" y="16794"/>
                  </a:cubicBezTo>
                  <a:cubicBezTo>
                    <a:pt x="72155" y="13496"/>
                    <a:pt x="75570" y="10004"/>
                    <a:pt x="75082" y="6940"/>
                  </a:cubicBezTo>
                  <a:cubicBezTo>
                    <a:pt x="74594" y="3858"/>
                    <a:pt x="70224" y="1614"/>
                    <a:pt x="62848" y="599"/>
                  </a:cubicBezTo>
                  <a:cubicBezTo>
                    <a:pt x="59991" y="199"/>
                    <a:pt x="56807" y="0"/>
                    <a:pt x="5339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5">
              <a:extLst>
                <a:ext uri="{FF2B5EF4-FFF2-40B4-BE49-F238E27FC236}">
                  <a16:creationId xmlns:a16="http://schemas.microsoft.com/office/drawing/2014/main" id="{7700F582-E0F6-702D-2AD8-EEC2744AB1B4}"/>
                </a:ext>
              </a:extLst>
            </p:cNvPr>
            <p:cNvSpPr/>
            <p:nvPr/>
          </p:nvSpPr>
          <p:spPr>
            <a:xfrm rot="-1389221">
              <a:off x="339877" y="2551855"/>
              <a:ext cx="2685617" cy="849810"/>
            </a:xfrm>
            <a:custGeom>
              <a:avLst/>
              <a:gdLst/>
              <a:ahLst/>
              <a:cxnLst/>
              <a:rect l="l" t="t" r="r" b="b"/>
              <a:pathLst>
                <a:path w="22264" h="7045" extrusionOk="0">
                  <a:moveTo>
                    <a:pt x="4390" y="1"/>
                  </a:moveTo>
                  <a:cubicBezTo>
                    <a:pt x="4137" y="20"/>
                    <a:pt x="3883" y="79"/>
                    <a:pt x="3649" y="118"/>
                  </a:cubicBezTo>
                  <a:cubicBezTo>
                    <a:pt x="1483" y="547"/>
                    <a:pt x="234" y="1249"/>
                    <a:pt x="137" y="2166"/>
                  </a:cubicBezTo>
                  <a:cubicBezTo>
                    <a:pt x="39" y="3103"/>
                    <a:pt x="1093" y="4078"/>
                    <a:pt x="3122" y="4957"/>
                  </a:cubicBezTo>
                  <a:cubicBezTo>
                    <a:pt x="5112" y="5835"/>
                    <a:pt x="7844" y="6498"/>
                    <a:pt x="10771" y="6830"/>
                  </a:cubicBezTo>
                  <a:cubicBezTo>
                    <a:pt x="12098" y="6986"/>
                    <a:pt x="13405" y="7044"/>
                    <a:pt x="14634" y="7044"/>
                  </a:cubicBezTo>
                  <a:cubicBezTo>
                    <a:pt x="16117" y="7044"/>
                    <a:pt x="17483" y="6927"/>
                    <a:pt x="18673" y="6713"/>
                  </a:cubicBezTo>
                  <a:cubicBezTo>
                    <a:pt x="20858" y="6303"/>
                    <a:pt x="22088" y="5581"/>
                    <a:pt x="22185" y="4664"/>
                  </a:cubicBezTo>
                  <a:cubicBezTo>
                    <a:pt x="22263" y="3727"/>
                    <a:pt x="21210" y="2732"/>
                    <a:pt x="19200" y="1854"/>
                  </a:cubicBezTo>
                  <a:cubicBezTo>
                    <a:pt x="18751" y="1659"/>
                    <a:pt x="18263" y="1483"/>
                    <a:pt x="17756" y="1327"/>
                  </a:cubicBezTo>
                  <a:lnTo>
                    <a:pt x="17756" y="1327"/>
                  </a:lnTo>
                  <a:cubicBezTo>
                    <a:pt x="17756" y="1347"/>
                    <a:pt x="17756" y="1386"/>
                    <a:pt x="17776" y="1425"/>
                  </a:cubicBezTo>
                  <a:cubicBezTo>
                    <a:pt x="18263" y="1581"/>
                    <a:pt x="18732" y="1757"/>
                    <a:pt x="19161" y="1952"/>
                  </a:cubicBezTo>
                  <a:cubicBezTo>
                    <a:pt x="21151" y="2810"/>
                    <a:pt x="22185" y="3786"/>
                    <a:pt x="22088" y="4664"/>
                  </a:cubicBezTo>
                  <a:cubicBezTo>
                    <a:pt x="21990" y="5542"/>
                    <a:pt x="20780" y="6244"/>
                    <a:pt x="18634" y="6635"/>
                  </a:cubicBezTo>
                  <a:cubicBezTo>
                    <a:pt x="17459" y="6848"/>
                    <a:pt x="16092" y="6956"/>
                    <a:pt x="14615" y="6956"/>
                  </a:cubicBezTo>
                  <a:cubicBezTo>
                    <a:pt x="13393" y="6956"/>
                    <a:pt x="12096" y="6882"/>
                    <a:pt x="10771" y="6732"/>
                  </a:cubicBezTo>
                  <a:cubicBezTo>
                    <a:pt x="4742" y="6049"/>
                    <a:pt x="0" y="4000"/>
                    <a:pt x="215" y="2166"/>
                  </a:cubicBezTo>
                  <a:cubicBezTo>
                    <a:pt x="332" y="1152"/>
                    <a:pt x="1951" y="410"/>
                    <a:pt x="4410" y="79"/>
                  </a:cubicBezTo>
                  <a:cubicBezTo>
                    <a:pt x="4410" y="59"/>
                    <a:pt x="4390" y="20"/>
                    <a:pt x="439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2" name="Google Shape;1232;p45">
            <a:extLst>
              <a:ext uri="{FF2B5EF4-FFF2-40B4-BE49-F238E27FC236}">
                <a16:creationId xmlns:a16="http://schemas.microsoft.com/office/drawing/2014/main" id="{7BA424BD-892F-B9AE-E1CE-C54650B8459F}"/>
              </a:ext>
            </a:extLst>
          </p:cNvPr>
          <p:cNvGrpSpPr/>
          <p:nvPr/>
        </p:nvGrpSpPr>
        <p:grpSpPr>
          <a:xfrm>
            <a:off x="5426692" y="1933292"/>
            <a:ext cx="3825381" cy="2920203"/>
            <a:chOff x="1880577" y="-4241474"/>
            <a:chExt cx="13181878" cy="10062727"/>
          </a:xfrm>
        </p:grpSpPr>
        <p:sp>
          <p:nvSpPr>
            <p:cNvPr id="1233" name="Google Shape;1233;p45">
              <a:extLst>
                <a:ext uri="{FF2B5EF4-FFF2-40B4-BE49-F238E27FC236}">
                  <a16:creationId xmlns:a16="http://schemas.microsoft.com/office/drawing/2014/main" id="{2078AA32-C0BC-21BE-A2D4-0A28E18A06A8}"/>
                </a:ext>
              </a:extLst>
            </p:cNvPr>
            <p:cNvSpPr/>
            <p:nvPr/>
          </p:nvSpPr>
          <p:spPr>
            <a:xfrm>
              <a:off x="9866545" y="3988184"/>
              <a:ext cx="3442573" cy="1796562"/>
            </a:xfrm>
            <a:custGeom>
              <a:avLst/>
              <a:gdLst/>
              <a:ahLst/>
              <a:cxnLst/>
              <a:rect l="l" t="t" r="r" b="b"/>
              <a:pathLst>
                <a:path w="63071" h="33931" extrusionOk="0">
                  <a:moveTo>
                    <a:pt x="2222" y="26391"/>
                  </a:moveTo>
                  <a:lnTo>
                    <a:pt x="9425" y="30127"/>
                  </a:lnTo>
                  <a:lnTo>
                    <a:pt x="20163" y="31507"/>
                  </a:lnTo>
                  <a:lnTo>
                    <a:pt x="28377" y="29622"/>
                  </a:lnTo>
                  <a:lnTo>
                    <a:pt x="33931" y="26088"/>
                  </a:lnTo>
                  <a:lnTo>
                    <a:pt x="42750" y="21431"/>
                  </a:lnTo>
                  <a:lnTo>
                    <a:pt x="48877" y="16113"/>
                  </a:lnTo>
                  <a:lnTo>
                    <a:pt x="52781" y="12073"/>
                  </a:lnTo>
                  <a:lnTo>
                    <a:pt x="55676" y="9178"/>
                  </a:lnTo>
                  <a:lnTo>
                    <a:pt x="59065" y="4275"/>
                  </a:lnTo>
                  <a:lnTo>
                    <a:pt x="61455" y="1178"/>
                  </a:lnTo>
                  <a:lnTo>
                    <a:pt x="62498" y="0"/>
                  </a:lnTo>
                  <a:lnTo>
                    <a:pt x="63071" y="471"/>
                  </a:lnTo>
                  <a:lnTo>
                    <a:pt x="57314" y="8819"/>
                  </a:lnTo>
                  <a:lnTo>
                    <a:pt x="52030" y="15047"/>
                  </a:lnTo>
                  <a:lnTo>
                    <a:pt x="47351" y="19456"/>
                  </a:lnTo>
                  <a:lnTo>
                    <a:pt x="38397" y="26413"/>
                  </a:lnTo>
                  <a:lnTo>
                    <a:pt x="31799" y="30385"/>
                  </a:lnTo>
                  <a:lnTo>
                    <a:pt x="23754" y="32943"/>
                  </a:lnTo>
                  <a:lnTo>
                    <a:pt x="18918" y="33931"/>
                  </a:lnTo>
                  <a:lnTo>
                    <a:pt x="11445" y="33325"/>
                  </a:lnTo>
                  <a:lnTo>
                    <a:pt x="6934" y="31911"/>
                  </a:lnTo>
                  <a:lnTo>
                    <a:pt x="2895" y="29723"/>
                  </a:lnTo>
                  <a:lnTo>
                    <a:pt x="404" y="26626"/>
                  </a:lnTo>
                  <a:lnTo>
                    <a:pt x="0" y="25583"/>
                  </a:lnTo>
                  <a:close/>
                </a:path>
              </a:pathLst>
            </a:custGeom>
            <a:solidFill>
              <a:schemeClr val="dk1"/>
            </a:solidFill>
            <a:ln>
              <a:noFill/>
            </a:ln>
          </p:spPr>
          <p:txBody>
            <a:bodyPr/>
            <a:lstStyle/>
            <a:p>
              <a:endParaRPr lang="en-PK"/>
            </a:p>
          </p:txBody>
        </p:sp>
        <p:sp>
          <p:nvSpPr>
            <p:cNvPr id="1234" name="Google Shape;1234;p45">
              <a:extLst>
                <a:ext uri="{FF2B5EF4-FFF2-40B4-BE49-F238E27FC236}">
                  <a16:creationId xmlns:a16="http://schemas.microsoft.com/office/drawing/2014/main" id="{F7A2D371-132F-9B4C-15B8-DF5E7CE82A8C}"/>
                </a:ext>
              </a:extLst>
            </p:cNvPr>
            <p:cNvSpPr/>
            <p:nvPr/>
          </p:nvSpPr>
          <p:spPr>
            <a:xfrm>
              <a:off x="5644068" y="-1391976"/>
              <a:ext cx="3720990" cy="3550419"/>
            </a:xfrm>
            <a:custGeom>
              <a:avLst/>
              <a:gdLst/>
              <a:ahLst/>
              <a:cxnLst/>
              <a:rect l="l" t="t" r="r" b="b"/>
              <a:pathLst>
                <a:path w="17149" h="16868" extrusionOk="0">
                  <a:moveTo>
                    <a:pt x="14002" y="4300"/>
                  </a:moveTo>
                  <a:cubicBezTo>
                    <a:pt x="13993" y="4302"/>
                    <a:pt x="13984" y="4304"/>
                    <a:pt x="13976" y="4305"/>
                  </a:cubicBezTo>
                  <a:lnTo>
                    <a:pt x="13976" y="4305"/>
                  </a:lnTo>
                  <a:cubicBezTo>
                    <a:pt x="13983" y="4302"/>
                    <a:pt x="13992" y="4300"/>
                    <a:pt x="14002" y="4300"/>
                  </a:cubicBezTo>
                  <a:close/>
                  <a:moveTo>
                    <a:pt x="14798" y="4294"/>
                  </a:moveTo>
                  <a:cubicBezTo>
                    <a:pt x="14809" y="4294"/>
                    <a:pt x="14815" y="4294"/>
                    <a:pt x="14827" y="4306"/>
                  </a:cubicBezTo>
                  <a:cubicBezTo>
                    <a:pt x="14815" y="4306"/>
                    <a:pt x="14809" y="4294"/>
                    <a:pt x="14798" y="4294"/>
                  </a:cubicBezTo>
                  <a:close/>
                  <a:moveTo>
                    <a:pt x="14899" y="4312"/>
                  </a:moveTo>
                  <a:cubicBezTo>
                    <a:pt x="14915" y="4312"/>
                    <a:pt x="14921" y="4317"/>
                    <a:pt x="14932" y="4318"/>
                  </a:cubicBezTo>
                  <a:lnTo>
                    <a:pt x="14932" y="4318"/>
                  </a:lnTo>
                  <a:cubicBezTo>
                    <a:pt x="14923" y="4317"/>
                    <a:pt x="14912" y="4316"/>
                    <a:pt x="14899" y="4312"/>
                  </a:cubicBezTo>
                  <a:close/>
                  <a:moveTo>
                    <a:pt x="13889" y="4318"/>
                  </a:moveTo>
                  <a:cubicBezTo>
                    <a:pt x="13878" y="4320"/>
                    <a:pt x="13867" y="4322"/>
                    <a:pt x="13857" y="4323"/>
                  </a:cubicBezTo>
                  <a:lnTo>
                    <a:pt x="13857" y="4323"/>
                  </a:lnTo>
                  <a:cubicBezTo>
                    <a:pt x="13868" y="4321"/>
                    <a:pt x="13880" y="4318"/>
                    <a:pt x="13889" y="4318"/>
                  </a:cubicBezTo>
                  <a:close/>
                  <a:moveTo>
                    <a:pt x="13764" y="4341"/>
                  </a:moveTo>
                  <a:cubicBezTo>
                    <a:pt x="13747" y="4341"/>
                    <a:pt x="13735" y="4347"/>
                    <a:pt x="13711" y="4347"/>
                  </a:cubicBezTo>
                  <a:cubicBezTo>
                    <a:pt x="13735" y="4341"/>
                    <a:pt x="13747" y="4341"/>
                    <a:pt x="13764" y="4341"/>
                  </a:cubicBezTo>
                  <a:close/>
                  <a:moveTo>
                    <a:pt x="15112" y="4353"/>
                  </a:moveTo>
                  <a:cubicBezTo>
                    <a:pt x="15130" y="4365"/>
                    <a:pt x="15136" y="4365"/>
                    <a:pt x="15142" y="4365"/>
                  </a:cubicBezTo>
                  <a:cubicBezTo>
                    <a:pt x="15130" y="4365"/>
                    <a:pt x="15124" y="4365"/>
                    <a:pt x="15112" y="4353"/>
                  </a:cubicBezTo>
                  <a:close/>
                  <a:moveTo>
                    <a:pt x="15213" y="4383"/>
                  </a:moveTo>
                  <a:cubicBezTo>
                    <a:pt x="15225" y="4383"/>
                    <a:pt x="15225" y="4395"/>
                    <a:pt x="15231" y="4395"/>
                  </a:cubicBezTo>
                  <a:cubicBezTo>
                    <a:pt x="15225" y="4395"/>
                    <a:pt x="15219" y="4395"/>
                    <a:pt x="15213" y="4383"/>
                  </a:cubicBezTo>
                  <a:close/>
                  <a:moveTo>
                    <a:pt x="13414" y="4425"/>
                  </a:moveTo>
                  <a:cubicBezTo>
                    <a:pt x="13398" y="4430"/>
                    <a:pt x="13383" y="4435"/>
                    <a:pt x="13367" y="4436"/>
                  </a:cubicBezTo>
                  <a:lnTo>
                    <a:pt x="13367" y="4436"/>
                  </a:lnTo>
                  <a:cubicBezTo>
                    <a:pt x="13385" y="4431"/>
                    <a:pt x="13397" y="4430"/>
                    <a:pt x="13414" y="4425"/>
                  </a:cubicBezTo>
                  <a:close/>
                  <a:moveTo>
                    <a:pt x="13276" y="4466"/>
                  </a:moveTo>
                  <a:cubicBezTo>
                    <a:pt x="13263" y="4469"/>
                    <a:pt x="13254" y="4472"/>
                    <a:pt x="13242" y="4472"/>
                  </a:cubicBezTo>
                  <a:cubicBezTo>
                    <a:pt x="13255" y="4469"/>
                    <a:pt x="13266" y="4467"/>
                    <a:pt x="13276" y="4466"/>
                  </a:cubicBezTo>
                  <a:close/>
                  <a:moveTo>
                    <a:pt x="13046" y="4549"/>
                  </a:moveTo>
                  <a:cubicBezTo>
                    <a:pt x="13034" y="4555"/>
                    <a:pt x="13022" y="4555"/>
                    <a:pt x="12998" y="4561"/>
                  </a:cubicBezTo>
                  <a:cubicBezTo>
                    <a:pt x="13016" y="4555"/>
                    <a:pt x="13028" y="4549"/>
                    <a:pt x="13046" y="4549"/>
                  </a:cubicBezTo>
                  <a:close/>
                  <a:moveTo>
                    <a:pt x="15724" y="4609"/>
                  </a:moveTo>
                  <a:lnTo>
                    <a:pt x="15724" y="4609"/>
                  </a:lnTo>
                  <a:cubicBezTo>
                    <a:pt x="15726" y="4610"/>
                    <a:pt x="15727" y="4611"/>
                    <a:pt x="15729" y="4612"/>
                  </a:cubicBezTo>
                  <a:lnTo>
                    <a:pt x="15729" y="4612"/>
                  </a:lnTo>
                  <a:cubicBezTo>
                    <a:pt x="15728" y="4609"/>
                    <a:pt x="15724" y="4609"/>
                    <a:pt x="15724" y="4609"/>
                  </a:cubicBezTo>
                  <a:close/>
                  <a:moveTo>
                    <a:pt x="7351" y="14228"/>
                  </a:moveTo>
                  <a:cubicBezTo>
                    <a:pt x="7357" y="14252"/>
                    <a:pt x="7357" y="14264"/>
                    <a:pt x="7357" y="14270"/>
                  </a:cubicBezTo>
                  <a:cubicBezTo>
                    <a:pt x="7357" y="14258"/>
                    <a:pt x="7351" y="14240"/>
                    <a:pt x="7351" y="14228"/>
                  </a:cubicBezTo>
                  <a:close/>
                  <a:moveTo>
                    <a:pt x="7393" y="14478"/>
                  </a:moveTo>
                  <a:lnTo>
                    <a:pt x="7393" y="14478"/>
                  </a:lnTo>
                  <a:cubicBezTo>
                    <a:pt x="7405" y="14501"/>
                    <a:pt x="7411" y="14525"/>
                    <a:pt x="7411" y="14537"/>
                  </a:cubicBezTo>
                  <a:cubicBezTo>
                    <a:pt x="7405" y="14519"/>
                    <a:pt x="7405" y="14501"/>
                    <a:pt x="7393" y="14478"/>
                  </a:cubicBezTo>
                  <a:close/>
                  <a:moveTo>
                    <a:pt x="7452" y="14715"/>
                  </a:moveTo>
                  <a:cubicBezTo>
                    <a:pt x="7458" y="14739"/>
                    <a:pt x="7458" y="14745"/>
                    <a:pt x="7458" y="14757"/>
                  </a:cubicBezTo>
                  <a:cubicBezTo>
                    <a:pt x="7458" y="14739"/>
                    <a:pt x="7452" y="14733"/>
                    <a:pt x="7452" y="14715"/>
                  </a:cubicBezTo>
                  <a:close/>
                  <a:moveTo>
                    <a:pt x="7494" y="14834"/>
                  </a:moveTo>
                  <a:lnTo>
                    <a:pt x="7494" y="14834"/>
                  </a:lnTo>
                  <a:cubicBezTo>
                    <a:pt x="7500" y="14852"/>
                    <a:pt x="7500" y="14864"/>
                    <a:pt x="7506" y="14881"/>
                  </a:cubicBezTo>
                  <a:cubicBezTo>
                    <a:pt x="7500" y="14881"/>
                    <a:pt x="7500" y="14875"/>
                    <a:pt x="7500" y="14864"/>
                  </a:cubicBezTo>
                  <a:cubicBezTo>
                    <a:pt x="7500" y="14858"/>
                    <a:pt x="7494" y="14846"/>
                    <a:pt x="7494" y="14834"/>
                  </a:cubicBezTo>
                  <a:close/>
                  <a:moveTo>
                    <a:pt x="7518" y="14947"/>
                  </a:moveTo>
                  <a:lnTo>
                    <a:pt x="7518" y="14947"/>
                  </a:lnTo>
                  <a:cubicBezTo>
                    <a:pt x="7530" y="14970"/>
                    <a:pt x="7536" y="14982"/>
                    <a:pt x="7536" y="15000"/>
                  </a:cubicBezTo>
                  <a:cubicBezTo>
                    <a:pt x="7530" y="14982"/>
                    <a:pt x="7530" y="14970"/>
                    <a:pt x="7518" y="14947"/>
                  </a:cubicBezTo>
                  <a:close/>
                  <a:moveTo>
                    <a:pt x="7559" y="15060"/>
                  </a:moveTo>
                  <a:lnTo>
                    <a:pt x="7559" y="15060"/>
                  </a:lnTo>
                  <a:cubicBezTo>
                    <a:pt x="7565" y="15071"/>
                    <a:pt x="7571" y="15089"/>
                    <a:pt x="7571" y="15095"/>
                  </a:cubicBezTo>
                  <a:cubicBezTo>
                    <a:pt x="7565" y="15083"/>
                    <a:pt x="7565" y="15071"/>
                    <a:pt x="7559" y="15060"/>
                  </a:cubicBezTo>
                  <a:close/>
                  <a:moveTo>
                    <a:pt x="7660" y="15301"/>
                  </a:moveTo>
                  <a:cubicBezTo>
                    <a:pt x="7664" y="15308"/>
                    <a:pt x="7667" y="15314"/>
                    <a:pt x="7672" y="15321"/>
                  </a:cubicBezTo>
                  <a:cubicBezTo>
                    <a:pt x="7663" y="15312"/>
                    <a:pt x="7661" y="15306"/>
                    <a:pt x="7660" y="15301"/>
                  </a:cubicBezTo>
                  <a:close/>
                  <a:moveTo>
                    <a:pt x="7684" y="15362"/>
                  </a:moveTo>
                  <a:cubicBezTo>
                    <a:pt x="7702" y="15386"/>
                    <a:pt x="7708" y="15398"/>
                    <a:pt x="7708" y="15410"/>
                  </a:cubicBezTo>
                  <a:lnTo>
                    <a:pt x="7684" y="15362"/>
                  </a:lnTo>
                  <a:close/>
                  <a:moveTo>
                    <a:pt x="7744" y="15484"/>
                  </a:moveTo>
                  <a:lnTo>
                    <a:pt x="7744" y="15484"/>
                  </a:lnTo>
                  <a:cubicBezTo>
                    <a:pt x="7746" y="15489"/>
                    <a:pt x="7749" y="15495"/>
                    <a:pt x="7751" y="15499"/>
                  </a:cubicBezTo>
                  <a:lnTo>
                    <a:pt x="7751" y="15499"/>
                  </a:lnTo>
                  <a:cubicBezTo>
                    <a:pt x="7751" y="15499"/>
                    <a:pt x="7750" y="15499"/>
                    <a:pt x="7749" y="15499"/>
                  </a:cubicBezTo>
                  <a:cubicBezTo>
                    <a:pt x="7747" y="15494"/>
                    <a:pt x="7745" y="15488"/>
                    <a:pt x="7744" y="15484"/>
                  </a:cubicBezTo>
                  <a:close/>
                  <a:moveTo>
                    <a:pt x="7803" y="15588"/>
                  </a:moveTo>
                  <a:cubicBezTo>
                    <a:pt x="7805" y="15592"/>
                    <a:pt x="7807" y="15596"/>
                    <a:pt x="7809" y="15600"/>
                  </a:cubicBezTo>
                  <a:cubicBezTo>
                    <a:pt x="7803" y="15594"/>
                    <a:pt x="7803" y="15588"/>
                    <a:pt x="7803" y="15588"/>
                  </a:cubicBezTo>
                  <a:close/>
                  <a:moveTo>
                    <a:pt x="7863" y="15682"/>
                  </a:moveTo>
                  <a:cubicBezTo>
                    <a:pt x="7865" y="15685"/>
                    <a:pt x="7866" y="15687"/>
                    <a:pt x="7868" y="15689"/>
                  </a:cubicBezTo>
                  <a:cubicBezTo>
                    <a:pt x="7865" y="15686"/>
                    <a:pt x="7864" y="15684"/>
                    <a:pt x="7863" y="15682"/>
                  </a:cubicBezTo>
                  <a:close/>
                  <a:moveTo>
                    <a:pt x="7957" y="15825"/>
                  </a:moveTo>
                  <a:cubicBezTo>
                    <a:pt x="7958" y="15828"/>
                    <a:pt x="7960" y="15831"/>
                    <a:pt x="7962" y="15833"/>
                  </a:cubicBezTo>
                  <a:lnTo>
                    <a:pt x="7962" y="15833"/>
                  </a:lnTo>
                  <a:cubicBezTo>
                    <a:pt x="7959" y="15830"/>
                    <a:pt x="7957" y="15828"/>
                    <a:pt x="7957" y="15825"/>
                  </a:cubicBezTo>
                  <a:close/>
                  <a:moveTo>
                    <a:pt x="8034" y="15922"/>
                  </a:moveTo>
                  <a:lnTo>
                    <a:pt x="8034" y="15922"/>
                  </a:lnTo>
                  <a:cubicBezTo>
                    <a:pt x="8038" y="15925"/>
                    <a:pt x="8042" y="15928"/>
                    <a:pt x="8046" y="15932"/>
                  </a:cubicBezTo>
                  <a:cubicBezTo>
                    <a:pt x="8041" y="15927"/>
                    <a:pt x="8035" y="15926"/>
                    <a:pt x="8034" y="15922"/>
                  </a:cubicBezTo>
                  <a:close/>
                  <a:moveTo>
                    <a:pt x="8076" y="15980"/>
                  </a:moveTo>
                  <a:cubicBezTo>
                    <a:pt x="8084" y="15985"/>
                    <a:pt x="8089" y="15992"/>
                    <a:pt x="8094" y="15998"/>
                  </a:cubicBezTo>
                  <a:lnTo>
                    <a:pt x="8094" y="15998"/>
                  </a:lnTo>
                  <a:lnTo>
                    <a:pt x="8076" y="15980"/>
                  </a:lnTo>
                  <a:close/>
                  <a:moveTo>
                    <a:pt x="8102" y="16010"/>
                  </a:moveTo>
                  <a:cubicBezTo>
                    <a:pt x="8103" y="16012"/>
                    <a:pt x="8104" y="16013"/>
                    <a:pt x="8105" y="16014"/>
                  </a:cubicBezTo>
                  <a:lnTo>
                    <a:pt x="8105" y="16014"/>
                  </a:lnTo>
                  <a:cubicBezTo>
                    <a:pt x="8104" y="16014"/>
                    <a:pt x="8103" y="16012"/>
                    <a:pt x="8102" y="16010"/>
                  </a:cubicBezTo>
                  <a:close/>
                  <a:moveTo>
                    <a:pt x="8147" y="16051"/>
                  </a:moveTo>
                  <a:cubicBezTo>
                    <a:pt x="8159" y="16069"/>
                    <a:pt x="8165" y="16075"/>
                    <a:pt x="8165" y="16081"/>
                  </a:cubicBezTo>
                  <a:cubicBezTo>
                    <a:pt x="8159" y="16075"/>
                    <a:pt x="8153" y="16069"/>
                    <a:pt x="8147" y="16051"/>
                  </a:cubicBezTo>
                  <a:close/>
                  <a:moveTo>
                    <a:pt x="8284" y="16194"/>
                  </a:moveTo>
                  <a:lnTo>
                    <a:pt x="8325" y="16229"/>
                  </a:lnTo>
                  <a:lnTo>
                    <a:pt x="8302" y="16211"/>
                  </a:lnTo>
                  <a:cubicBezTo>
                    <a:pt x="8296" y="16200"/>
                    <a:pt x="8284" y="16200"/>
                    <a:pt x="8284" y="16194"/>
                  </a:cubicBezTo>
                  <a:close/>
                  <a:moveTo>
                    <a:pt x="8503" y="16378"/>
                  </a:moveTo>
                  <a:cubicBezTo>
                    <a:pt x="8512" y="16386"/>
                    <a:pt x="8517" y="16391"/>
                    <a:pt x="8525" y="16396"/>
                  </a:cubicBezTo>
                  <a:lnTo>
                    <a:pt x="8525" y="16396"/>
                  </a:lnTo>
                  <a:cubicBezTo>
                    <a:pt x="8524" y="16396"/>
                    <a:pt x="8523" y="16396"/>
                    <a:pt x="8521" y="16396"/>
                  </a:cubicBezTo>
                  <a:cubicBezTo>
                    <a:pt x="8515" y="16390"/>
                    <a:pt x="8509" y="16390"/>
                    <a:pt x="8503" y="16378"/>
                  </a:cubicBezTo>
                  <a:close/>
                  <a:moveTo>
                    <a:pt x="8592" y="16431"/>
                  </a:moveTo>
                  <a:cubicBezTo>
                    <a:pt x="8593" y="16433"/>
                    <a:pt x="8594" y="16434"/>
                    <a:pt x="8594" y="16436"/>
                  </a:cubicBezTo>
                  <a:lnTo>
                    <a:pt x="8594" y="16436"/>
                  </a:lnTo>
                  <a:cubicBezTo>
                    <a:pt x="8593" y="16434"/>
                    <a:pt x="8592" y="16433"/>
                    <a:pt x="8592" y="16431"/>
                  </a:cubicBezTo>
                  <a:close/>
                  <a:moveTo>
                    <a:pt x="6930" y="1"/>
                  </a:moveTo>
                  <a:cubicBezTo>
                    <a:pt x="6906" y="1"/>
                    <a:pt x="6882" y="7"/>
                    <a:pt x="6853" y="7"/>
                  </a:cubicBezTo>
                  <a:cubicBezTo>
                    <a:pt x="6841" y="7"/>
                    <a:pt x="6823" y="7"/>
                    <a:pt x="6811" y="13"/>
                  </a:cubicBezTo>
                  <a:cubicBezTo>
                    <a:pt x="6787" y="13"/>
                    <a:pt x="6758" y="19"/>
                    <a:pt x="6728" y="19"/>
                  </a:cubicBezTo>
                  <a:cubicBezTo>
                    <a:pt x="6710" y="19"/>
                    <a:pt x="6704" y="19"/>
                    <a:pt x="6692" y="31"/>
                  </a:cubicBezTo>
                  <a:lnTo>
                    <a:pt x="6669" y="31"/>
                  </a:lnTo>
                  <a:cubicBezTo>
                    <a:pt x="6639" y="36"/>
                    <a:pt x="6609" y="36"/>
                    <a:pt x="6580" y="42"/>
                  </a:cubicBezTo>
                  <a:lnTo>
                    <a:pt x="6556" y="42"/>
                  </a:lnTo>
                  <a:cubicBezTo>
                    <a:pt x="6520" y="48"/>
                    <a:pt x="6490" y="60"/>
                    <a:pt x="6455" y="66"/>
                  </a:cubicBezTo>
                  <a:lnTo>
                    <a:pt x="6437" y="66"/>
                  </a:lnTo>
                  <a:cubicBezTo>
                    <a:pt x="6407" y="72"/>
                    <a:pt x="6372" y="78"/>
                    <a:pt x="6342" y="90"/>
                  </a:cubicBezTo>
                  <a:cubicBezTo>
                    <a:pt x="6336" y="90"/>
                    <a:pt x="6336" y="90"/>
                    <a:pt x="6324" y="96"/>
                  </a:cubicBezTo>
                  <a:cubicBezTo>
                    <a:pt x="6289" y="102"/>
                    <a:pt x="6253" y="108"/>
                    <a:pt x="6223" y="126"/>
                  </a:cubicBezTo>
                  <a:cubicBezTo>
                    <a:pt x="6217" y="126"/>
                    <a:pt x="6205" y="126"/>
                    <a:pt x="6205" y="131"/>
                  </a:cubicBezTo>
                  <a:cubicBezTo>
                    <a:pt x="6176" y="137"/>
                    <a:pt x="6140" y="149"/>
                    <a:pt x="6110" y="161"/>
                  </a:cubicBezTo>
                  <a:cubicBezTo>
                    <a:pt x="6104" y="161"/>
                    <a:pt x="6104" y="161"/>
                    <a:pt x="6099" y="167"/>
                  </a:cubicBezTo>
                  <a:cubicBezTo>
                    <a:pt x="6057" y="179"/>
                    <a:pt x="6021" y="191"/>
                    <a:pt x="5986" y="209"/>
                  </a:cubicBezTo>
                  <a:cubicBezTo>
                    <a:pt x="5980" y="209"/>
                    <a:pt x="5968" y="215"/>
                    <a:pt x="5962" y="215"/>
                  </a:cubicBezTo>
                  <a:cubicBezTo>
                    <a:pt x="5932" y="221"/>
                    <a:pt x="5897" y="238"/>
                    <a:pt x="5867" y="250"/>
                  </a:cubicBezTo>
                  <a:cubicBezTo>
                    <a:pt x="5861" y="250"/>
                    <a:pt x="5861" y="250"/>
                    <a:pt x="5849" y="256"/>
                  </a:cubicBezTo>
                  <a:lnTo>
                    <a:pt x="5742" y="304"/>
                  </a:lnTo>
                  <a:cubicBezTo>
                    <a:pt x="5730" y="304"/>
                    <a:pt x="5724" y="310"/>
                    <a:pt x="5719" y="310"/>
                  </a:cubicBezTo>
                  <a:cubicBezTo>
                    <a:pt x="5683" y="327"/>
                    <a:pt x="5653" y="339"/>
                    <a:pt x="5612" y="357"/>
                  </a:cubicBezTo>
                  <a:cubicBezTo>
                    <a:pt x="5606" y="357"/>
                    <a:pt x="5606" y="357"/>
                    <a:pt x="5600" y="363"/>
                  </a:cubicBezTo>
                  <a:lnTo>
                    <a:pt x="5487" y="405"/>
                  </a:lnTo>
                  <a:cubicBezTo>
                    <a:pt x="5481" y="417"/>
                    <a:pt x="5475" y="417"/>
                    <a:pt x="5463" y="422"/>
                  </a:cubicBezTo>
                  <a:cubicBezTo>
                    <a:pt x="5451" y="428"/>
                    <a:pt x="5445" y="428"/>
                    <a:pt x="5428" y="434"/>
                  </a:cubicBezTo>
                  <a:lnTo>
                    <a:pt x="5386" y="458"/>
                  </a:lnTo>
                  <a:lnTo>
                    <a:pt x="5338" y="482"/>
                  </a:lnTo>
                  <a:cubicBezTo>
                    <a:pt x="5309" y="494"/>
                    <a:pt x="5285" y="512"/>
                    <a:pt x="5255" y="517"/>
                  </a:cubicBezTo>
                  <a:lnTo>
                    <a:pt x="5214" y="541"/>
                  </a:lnTo>
                  <a:lnTo>
                    <a:pt x="5125" y="583"/>
                  </a:lnTo>
                  <a:cubicBezTo>
                    <a:pt x="5107" y="595"/>
                    <a:pt x="5101" y="601"/>
                    <a:pt x="5089" y="601"/>
                  </a:cubicBezTo>
                  <a:cubicBezTo>
                    <a:pt x="5048" y="624"/>
                    <a:pt x="5006" y="642"/>
                    <a:pt x="4958" y="666"/>
                  </a:cubicBezTo>
                  <a:cubicBezTo>
                    <a:pt x="4923" y="690"/>
                    <a:pt x="4881" y="713"/>
                    <a:pt x="4840" y="731"/>
                  </a:cubicBezTo>
                  <a:cubicBezTo>
                    <a:pt x="4834" y="743"/>
                    <a:pt x="4822" y="749"/>
                    <a:pt x="4810" y="755"/>
                  </a:cubicBezTo>
                  <a:cubicBezTo>
                    <a:pt x="4780" y="773"/>
                    <a:pt x="4751" y="791"/>
                    <a:pt x="4721" y="808"/>
                  </a:cubicBezTo>
                  <a:cubicBezTo>
                    <a:pt x="4709" y="814"/>
                    <a:pt x="4703" y="820"/>
                    <a:pt x="4685" y="832"/>
                  </a:cubicBezTo>
                  <a:cubicBezTo>
                    <a:pt x="4656" y="844"/>
                    <a:pt x="4632" y="868"/>
                    <a:pt x="4602" y="880"/>
                  </a:cubicBezTo>
                  <a:cubicBezTo>
                    <a:pt x="4590" y="892"/>
                    <a:pt x="4572" y="897"/>
                    <a:pt x="4567" y="903"/>
                  </a:cubicBezTo>
                  <a:cubicBezTo>
                    <a:pt x="4537" y="921"/>
                    <a:pt x="4513" y="939"/>
                    <a:pt x="4483" y="957"/>
                  </a:cubicBezTo>
                  <a:cubicBezTo>
                    <a:pt x="4472" y="963"/>
                    <a:pt x="4466" y="969"/>
                    <a:pt x="4448" y="981"/>
                  </a:cubicBezTo>
                  <a:lnTo>
                    <a:pt x="4359" y="1046"/>
                  </a:lnTo>
                  <a:cubicBezTo>
                    <a:pt x="4353" y="1052"/>
                    <a:pt x="4347" y="1058"/>
                    <a:pt x="4335" y="1058"/>
                  </a:cubicBezTo>
                  <a:cubicBezTo>
                    <a:pt x="4264" y="1111"/>
                    <a:pt x="4187" y="1165"/>
                    <a:pt x="4115" y="1224"/>
                  </a:cubicBezTo>
                  <a:lnTo>
                    <a:pt x="4109" y="1230"/>
                  </a:lnTo>
                  <a:cubicBezTo>
                    <a:pt x="4062" y="1266"/>
                    <a:pt x="4008" y="1307"/>
                    <a:pt x="3967" y="1343"/>
                  </a:cubicBezTo>
                  <a:cubicBezTo>
                    <a:pt x="3949" y="1349"/>
                    <a:pt x="3937" y="1367"/>
                    <a:pt x="3919" y="1378"/>
                  </a:cubicBezTo>
                  <a:cubicBezTo>
                    <a:pt x="3884" y="1408"/>
                    <a:pt x="3854" y="1438"/>
                    <a:pt x="3818" y="1468"/>
                  </a:cubicBezTo>
                  <a:cubicBezTo>
                    <a:pt x="3801" y="1485"/>
                    <a:pt x="3789" y="1497"/>
                    <a:pt x="3765" y="1515"/>
                  </a:cubicBezTo>
                  <a:cubicBezTo>
                    <a:pt x="3729" y="1545"/>
                    <a:pt x="3700" y="1574"/>
                    <a:pt x="3664" y="1604"/>
                  </a:cubicBezTo>
                  <a:lnTo>
                    <a:pt x="3622" y="1640"/>
                  </a:lnTo>
                  <a:cubicBezTo>
                    <a:pt x="3581" y="1675"/>
                    <a:pt x="3533" y="1723"/>
                    <a:pt x="3492" y="1764"/>
                  </a:cubicBezTo>
                  <a:lnTo>
                    <a:pt x="3456" y="1800"/>
                  </a:lnTo>
                  <a:cubicBezTo>
                    <a:pt x="3415" y="1830"/>
                    <a:pt x="3385" y="1871"/>
                    <a:pt x="3349" y="1901"/>
                  </a:cubicBezTo>
                  <a:lnTo>
                    <a:pt x="3308" y="1943"/>
                  </a:lnTo>
                  <a:cubicBezTo>
                    <a:pt x="3266" y="1972"/>
                    <a:pt x="3236" y="2008"/>
                    <a:pt x="3201" y="2038"/>
                  </a:cubicBezTo>
                  <a:lnTo>
                    <a:pt x="3165" y="2079"/>
                  </a:lnTo>
                  <a:lnTo>
                    <a:pt x="3029" y="2210"/>
                  </a:lnTo>
                  <a:lnTo>
                    <a:pt x="2993" y="2245"/>
                  </a:lnTo>
                  <a:cubicBezTo>
                    <a:pt x="2963" y="2287"/>
                    <a:pt x="2928" y="2317"/>
                    <a:pt x="2898" y="2352"/>
                  </a:cubicBezTo>
                  <a:lnTo>
                    <a:pt x="2850" y="2394"/>
                  </a:lnTo>
                  <a:cubicBezTo>
                    <a:pt x="2821" y="2435"/>
                    <a:pt x="2785" y="2471"/>
                    <a:pt x="2755" y="2507"/>
                  </a:cubicBezTo>
                  <a:lnTo>
                    <a:pt x="2720" y="2542"/>
                  </a:lnTo>
                  <a:cubicBezTo>
                    <a:pt x="2672" y="2590"/>
                    <a:pt x="2637" y="2643"/>
                    <a:pt x="2595" y="2691"/>
                  </a:cubicBezTo>
                  <a:cubicBezTo>
                    <a:pt x="2583" y="2709"/>
                    <a:pt x="2571" y="2714"/>
                    <a:pt x="2565" y="2732"/>
                  </a:cubicBezTo>
                  <a:cubicBezTo>
                    <a:pt x="2536" y="2768"/>
                    <a:pt x="2506" y="2804"/>
                    <a:pt x="2465" y="2839"/>
                  </a:cubicBezTo>
                  <a:cubicBezTo>
                    <a:pt x="2453" y="2857"/>
                    <a:pt x="2435" y="2869"/>
                    <a:pt x="2429" y="2893"/>
                  </a:cubicBezTo>
                  <a:cubicBezTo>
                    <a:pt x="2399" y="2928"/>
                    <a:pt x="2370" y="2970"/>
                    <a:pt x="2340" y="3011"/>
                  </a:cubicBezTo>
                  <a:cubicBezTo>
                    <a:pt x="2334" y="3029"/>
                    <a:pt x="2316" y="3035"/>
                    <a:pt x="2310" y="3047"/>
                  </a:cubicBezTo>
                  <a:cubicBezTo>
                    <a:pt x="2275" y="3100"/>
                    <a:pt x="2227" y="3154"/>
                    <a:pt x="2191" y="3207"/>
                  </a:cubicBezTo>
                  <a:cubicBezTo>
                    <a:pt x="2185" y="3219"/>
                    <a:pt x="2168" y="3225"/>
                    <a:pt x="2162" y="3243"/>
                  </a:cubicBezTo>
                  <a:cubicBezTo>
                    <a:pt x="2132" y="3285"/>
                    <a:pt x="2102" y="3326"/>
                    <a:pt x="2073" y="3368"/>
                  </a:cubicBezTo>
                  <a:cubicBezTo>
                    <a:pt x="2061" y="3385"/>
                    <a:pt x="2049" y="3403"/>
                    <a:pt x="2037" y="3421"/>
                  </a:cubicBezTo>
                  <a:cubicBezTo>
                    <a:pt x="2007" y="3463"/>
                    <a:pt x="1978" y="3504"/>
                    <a:pt x="1948" y="3546"/>
                  </a:cubicBezTo>
                  <a:cubicBezTo>
                    <a:pt x="1942" y="3564"/>
                    <a:pt x="1930" y="3576"/>
                    <a:pt x="1918" y="3581"/>
                  </a:cubicBezTo>
                  <a:cubicBezTo>
                    <a:pt x="1883" y="3635"/>
                    <a:pt x="1841" y="3694"/>
                    <a:pt x="1805" y="3748"/>
                  </a:cubicBezTo>
                  <a:cubicBezTo>
                    <a:pt x="1799" y="3760"/>
                    <a:pt x="1794" y="3771"/>
                    <a:pt x="1782" y="3783"/>
                  </a:cubicBezTo>
                  <a:cubicBezTo>
                    <a:pt x="1752" y="3831"/>
                    <a:pt x="1722" y="3872"/>
                    <a:pt x="1704" y="3920"/>
                  </a:cubicBezTo>
                  <a:cubicBezTo>
                    <a:pt x="1693" y="3932"/>
                    <a:pt x="1681" y="3956"/>
                    <a:pt x="1675" y="3967"/>
                  </a:cubicBezTo>
                  <a:cubicBezTo>
                    <a:pt x="1645" y="4015"/>
                    <a:pt x="1621" y="4056"/>
                    <a:pt x="1592" y="4104"/>
                  </a:cubicBezTo>
                  <a:cubicBezTo>
                    <a:pt x="1586" y="4116"/>
                    <a:pt x="1574" y="4134"/>
                    <a:pt x="1568" y="4140"/>
                  </a:cubicBezTo>
                  <a:cubicBezTo>
                    <a:pt x="1532" y="4199"/>
                    <a:pt x="1503" y="4252"/>
                    <a:pt x="1467" y="4312"/>
                  </a:cubicBezTo>
                  <a:cubicBezTo>
                    <a:pt x="1455" y="4324"/>
                    <a:pt x="1449" y="4336"/>
                    <a:pt x="1443" y="4347"/>
                  </a:cubicBezTo>
                  <a:cubicBezTo>
                    <a:pt x="1414" y="4395"/>
                    <a:pt x="1390" y="4437"/>
                    <a:pt x="1360" y="4490"/>
                  </a:cubicBezTo>
                  <a:cubicBezTo>
                    <a:pt x="1354" y="4502"/>
                    <a:pt x="1336" y="4526"/>
                    <a:pt x="1330" y="4543"/>
                  </a:cubicBezTo>
                  <a:cubicBezTo>
                    <a:pt x="1307" y="4585"/>
                    <a:pt x="1277" y="4632"/>
                    <a:pt x="1259" y="4674"/>
                  </a:cubicBezTo>
                  <a:cubicBezTo>
                    <a:pt x="1247" y="4692"/>
                    <a:pt x="1241" y="4704"/>
                    <a:pt x="1235" y="4710"/>
                  </a:cubicBezTo>
                  <a:lnTo>
                    <a:pt x="1146" y="4888"/>
                  </a:lnTo>
                  <a:cubicBezTo>
                    <a:pt x="1140" y="4906"/>
                    <a:pt x="1128" y="4912"/>
                    <a:pt x="1128" y="4929"/>
                  </a:cubicBezTo>
                  <a:cubicBezTo>
                    <a:pt x="1111" y="4971"/>
                    <a:pt x="1081" y="5024"/>
                    <a:pt x="1057" y="5066"/>
                  </a:cubicBezTo>
                  <a:cubicBezTo>
                    <a:pt x="1051" y="5084"/>
                    <a:pt x="1039" y="5107"/>
                    <a:pt x="1028" y="5119"/>
                  </a:cubicBezTo>
                  <a:cubicBezTo>
                    <a:pt x="1004" y="5167"/>
                    <a:pt x="980" y="5214"/>
                    <a:pt x="962" y="5262"/>
                  </a:cubicBezTo>
                  <a:lnTo>
                    <a:pt x="938" y="5303"/>
                  </a:lnTo>
                  <a:cubicBezTo>
                    <a:pt x="909" y="5363"/>
                    <a:pt x="885" y="5422"/>
                    <a:pt x="855" y="5482"/>
                  </a:cubicBezTo>
                  <a:cubicBezTo>
                    <a:pt x="849" y="5499"/>
                    <a:pt x="849" y="5505"/>
                    <a:pt x="843" y="5523"/>
                  </a:cubicBezTo>
                  <a:cubicBezTo>
                    <a:pt x="820" y="5571"/>
                    <a:pt x="796" y="5618"/>
                    <a:pt x="772" y="5672"/>
                  </a:cubicBezTo>
                  <a:cubicBezTo>
                    <a:pt x="766" y="5683"/>
                    <a:pt x="760" y="5707"/>
                    <a:pt x="754" y="5719"/>
                  </a:cubicBezTo>
                  <a:cubicBezTo>
                    <a:pt x="731" y="5767"/>
                    <a:pt x="713" y="5820"/>
                    <a:pt x="695" y="5862"/>
                  </a:cubicBezTo>
                  <a:cubicBezTo>
                    <a:pt x="683" y="5879"/>
                    <a:pt x="677" y="5891"/>
                    <a:pt x="677" y="5909"/>
                  </a:cubicBezTo>
                  <a:cubicBezTo>
                    <a:pt x="653" y="5968"/>
                    <a:pt x="636" y="6028"/>
                    <a:pt x="606" y="6093"/>
                  </a:cubicBezTo>
                  <a:cubicBezTo>
                    <a:pt x="594" y="6099"/>
                    <a:pt x="594" y="6117"/>
                    <a:pt x="588" y="6123"/>
                  </a:cubicBezTo>
                  <a:cubicBezTo>
                    <a:pt x="564" y="6176"/>
                    <a:pt x="553" y="6224"/>
                    <a:pt x="535" y="6271"/>
                  </a:cubicBezTo>
                  <a:cubicBezTo>
                    <a:pt x="529" y="6283"/>
                    <a:pt x="523" y="6307"/>
                    <a:pt x="517" y="6325"/>
                  </a:cubicBezTo>
                  <a:cubicBezTo>
                    <a:pt x="499" y="6366"/>
                    <a:pt x="481" y="6420"/>
                    <a:pt x="463" y="6461"/>
                  </a:cubicBezTo>
                  <a:cubicBezTo>
                    <a:pt x="458" y="6479"/>
                    <a:pt x="458" y="6491"/>
                    <a:pt x="446" y="6509"/>
                  </a:cubicBezTo>
                  <a:cubicBezTo>
                    <a:pt x="428" y="6568"/>
                    <a:pt x="410" y="6634"/>
                    <a:pt x="386" y="6693"/>
                  </a:cubicBezTo>
                  <a:cubicBezTo>
                    <a:pt x="386" y="6699"/>
                    <a:pt x="380" y="6717"/>
                    <a:pt x="380" y="6723"/>
                  </a:cubicBezTo>
                  <a:lnTo>
                    <a:pt x="339" y="6877"/>
                  </a:lnTo>
                  <a:cubicBezTo>
                    <a:pt x="339" y="6889"/>
                    <a:pt x="327" y="6895"/>
                    <a:pt x="327" y="6901"/>
                  </a:cubicBezTo>
                  <a:cubicBezTo>
                    <a:pt x="327" y="6907"/>
                    <a:pt x="321" y="6925"/>
                    <a:pt x="321" y="6930"/>
                  </a:cubicBezTo>
                  <a:cubicBezTo>
                    <a:pt x="309" y="6978"/>
                    <a:pt x="291" y="7025"/>
                    <a:pt x="285" y="7073"/>
                  </a:cubicBezTo>
                  <a:cubicBezTo>
                    <a:pt x="279" y="7085"/>
                    <a:pt x="279" y="7103"/>
                    <a:pt x="267" y="7115"/>
                  </a:cubicBezTo>
                  <a:cubicBezTo>
                    <a:pt x="256" y="7174"/>
                    <a:pt x="238" y="7233"/>
                    <a:pt x="226" y="7305"/>
                  </a:cubicBezTo>
                  <a:cubicBezTo>
                    <a:pt x="226" y="7310"/>
                    <a:pt x="220" y="7322"/>
                    <a:pt x="220" y="7334"/>
                  </a:cubicBezTo>
                  <a:cubicBezTo>
                    <a:pt x="202" y="7382"/>
                    <a:pt x="196" y="7435"/>
                    <a:pt x="178" y="7483"/>
                  </a:cubicBezTo>
                  <a:cubicBezTo>
                    <a:pt x="172" y="7500"/>
                    <a:pt x="172" y="7518"/>
                    <a:pt x="167" y="7542"/>
                  </a:cubicBezTo>
                  <a:cubicBezTo>
                    <a:pt x="161" y="7584"/>
                    <a:pt x="143" y="7631"/>
                    <a:pt x="137" y="7679"/>
                  </a:cubicBezTo>
                  <a:cubicBezTo>
                    <a:pt x="137" y="7696"/>
                    <a:pt x="131" y="7708"/>
                    <a:pt x="131" y="7726"/>
                  </a:cubicBezTo>
                  <a:cubicBezTo>
                    <a:pt x="113" y="7786"/>
                    <a:pt x="107" y="7845"/>
                    <a:pt x="101" y="7904"/>
                  </a:cubicBezTo>
                  <a:cubicBezTo>
                    <a:pt x="101" y="7910"/>
                    <a:pt x="101" y="7928"/>
                    <a:pt x="89" y="7934"/>
                  </a:cubicBezTo>
                  <a:cubicBezTo>
                    <a:pt x="83" y="7987"/>
                    <a:pt x="77" y="8029"/>
                    <a:pt x="72" y="8082"/>
                  </a:cubicBezTo>
                  <a:cubicBezTo>
                    <a:pt x="72" y="8106"/>
                    <a:pt x="60" y="8118"/>
                    <a:pt x="60" y="8136"/>
                  </a:cubicBezTo>
                  <a:cubicBezTo>
                    <a:pt x="54" y="8177"/>
                    <a:pt x="48" y="8225"/>
                    <a:pt x="48" y="8266"/>
                  </a:cubicBezTo>
                  <a:cubicBezTo>
                    <a:pt x="48" y="8284"/>
                    <a:pt x="42" y="8296"/>
                    <a:pt x="42" y="8314"/>
                  </a:cubicBezTo>
                  <a:cubicBezTo>
                    <a:pt x="30" y="8373"/>
                    <a:pt x="24" y="8433"/>
                    <a:pt x="24" y="8492"/>
                  </a:cubicBezTo>
                  <a:lnTo>
                    <a:pt x="24" y="8498"/>
                  </a:lnTo>
                  <a:cubicBezTo>
                    <a:pt x="24" y="8522"/>
                    <a:pt x="18" y="8551"/>
                    <a:pt x="18" y="8569"/>
                  </a:cubicBezTo>
                  <a:cubicBezTo>
                    <a:pt x="18" y="8593"/>
                    <a:pt x="18" y="8617"/>
                    <a:pt x="12" y="8641"/>
                  </a:cubicBezTo>
                  <a:cubicBezTo>
                    <a:pt x="12" y="8670"/>
                    <a:pt x="12" y="8700"/>
                    <a:pt x="0" y="8730"/>
                  </a:cubicBezTo>
                  <a:lnTo>
                    <a:pt x="0" y="8789"/>
                  </a:lnTo>
                  <a:lnTo>
                    <a:pt x="0" y="8884"/>
                  </a:lnTo>
                  <a:lnTo>
                    <a:pt x="0" y="8926"/>
                  </a:lnTo>
                  <a:lnTo>
                    <a:pt x="0" y="9068"/>
                  </a:lnTo>
                  <a:lnTo>
                    <a:pt x="0" y="9205"/>
                  </a:lnTo>
                  <a:lnTo>
                    <a:pt x="0" y="9246"/>
                  </a:lnTo>
                  <a:lnTo>
                    <a:pt x="0" y="9335"/>
                  </a:lnTo>
                  <a:lnTo>
                    <a:pt x="0" y="9383"/>
                  </a:lnTo>
                  <a:cubicBezTo>
                    <a:pt x="0" y="9412"/>
                    <a:pt x="0" y="9442"/>
                    <a:pt x="12" y="9460"/>
                  </a:cubicBezTo>
                  <a:lnTo>
                    <a:pt x="12" y="9508"/>
                  </a:lnTo>
                  <a:cubicBezTo>
                    <a:pt x="12" y="9537"/>
                    <a:pt x="18" y="9567"/>
                    <a:pt x="18" y="9603"/>
                  </a:cubicBezTo>
                  <a:lnTo>
                    <a:pt x="18" y="9632"/>
                  </a:lnTo>
                  <a:cubicBezTo>
                    <a:pt x="18" y="9680"/>
                    <a:pt x="24" y="9715"/>
                    <a:pt x="30" y="9757"/>
                  </a:cubicBezTo>
                  <a:lnTo>
                    <a:pt x="30" y="9781"/>
                  </a:lnTo>
                  <a:cubicBezTo>
                    <a:pt x="42" y="9810"/>
                    <a:pt x="42" y="9846"/>
                    <a:pt x="48" y="9876"/>
                  </a:cubicBezTo>
                  <a:cubicBezTo>
                    <a:pt x="48" y="9893"/>
                    <a:pt x="48" y="9899"/>
                    <a:pt x="54" y="9917"/>
                  </a:cubicBezTo>
                  <a:cubicBezTo>
                    <a:pt x="54" y="9929"/>
                    <a:pt x="60" y="9947"/>
                    <a:pt x="60" y="9959"/>
                  </a:cubicBezTo>
                  <a:cubicBezTo>
                    <a:pt x="60" y="9977"/>
                    <a:pt x="72" y="9983"/>
                    <a:pt x="72" y="9994"/>
                  </a:cubicBezTo>
                  <a:cubicBezTo>
                    <a:pt x="72" y="10012"/>
                    <a:pt x="77" y="10018"/>
                    <a:pt x="77" y="10036"/>
                  </a:cubicBezTo>
                  <a:cubicBezTo>
                    <a:pt x="83" y="10066"/>
                    <a:pt x="83" y="10095"/>
                    <a:pt x="89" y="10125"/>
                  </a:cubicBezTo>
                  <a:cubicBezTo>
                    <a:pt x="89" y="10131"/>
                    <a:pt x="89" y="10137"/>
                    <a:pt x="101" y="10155"/>
                  </a:cubicBezTo>
                  <a:lnTo>
                    <a:pt x="119" y="10262"/>
                  </a:lnTo>
                  <a:lnTo>
                    <a:pt x="119" y="10279"/>
                  </a:lnTo>
                  <a:cubicBezTo>
                    <a:pt x="131" y="10309"/>
                    <a:pt x="137" y="10345"/>
                    <a:pt x="143" y="10374"/>
                  </a:cubicBezTo>
                  <a:cubicBezTo>
                    <a:pt x="143" y="10380"/>
                    <a:pt x="149" y="10398"/>
                    <a:pt x="149" y="10404"/>
                  </a:cubicBezTo>
                  <a:cubicBezTo>
                    <a:pt x="161" y="10428"/>
                    <a:pt x="167" y="10458"/>
                    <a:pt x="172" y="10481"/>
                  </a:cubicBezTo>
                  <a:cubicBezTo>
                    <a:pt x="172" y="10493"/>
                    <a:pt x="178" y="10499"/>
                    <a:pt x="178" y="10517"/>
                  </a:cubicBezTo>
                  <a:cubicBezTo>
                    <a:pt x="184" y="10547"/>
                    <a:pt x="196" y="10570"/>
                    <a:pt x="202" y="10600"/>
                  </a:cubicBezTo>
                  <a:cubicBezTo>
                    <a:pt x="202" y="10606"/>
                    <a:pt x="208" y="10612"/>
                    <a:pt x="208" y="10618"/>
                  </a:cubicBezTo>
                  <a:cubicBezTo>
                    <a:pt x="214" y="10659"/>
                    <a:pt x="232" y="10689"/>
                    <a:pt x="238" y="10725"/>
                  </a:cubicBezTo>
                  <a:cubicBezTo>
                    <a:pt x="238" y="10731"/>
                    <a:pt x="244" y="10737"/>
                    <a:pt x="244" y="10737"/>
                  </a:cubicBezTo>
                  <a:cubicBezTo>
                    <a:pt x="256" y="10766"/>
                    <a:pt x="267" y="10790"/>
                    <a:pt x="279" y="10820"/>
                  </a:cubicBezTo>
                  <a:cubicBezTo>
                    <a:pt x="285" y="10826"/>
                    <a:pt x="285" y="10844"/>
                    <a:pt x="291" y="10849"/>
                  </a:cubicBezTo>
                  <a:cubicBezTo>
                    <a:pt x="297" y="10873"/>
                    <a:pt x="309" y="10897"/>
                    <a:pt x="321" y="10915"/>
                  </a:cubicBezTo>
                  <a:cubicBezTo>
                    <a:pt x="327" y="10927"/>
                    <a:pt x="327" y="10939"/>
                    <a:pt x="339" y="10944"/>
                  </a:cubicBezTo>
                  <a:cubicBezTo>
                    <a:pt x="345" y="10968"/>
                    <a:pt x="357" y="10998"/>
                    <a:pt x="368" y="11022"/>
                  </a:cubicBezTo>
                  <a:cubicBezTo>
                    <a:pt x="368" y="11028"/>
                    <a:pt x="374" y="11034"/>
                    <a:pt x="374" y="11045"/>
                  </a:cubicBezTo>
                  <a:lnTo>
                    <a:pt x="416" y="11135"/>
                  </a:lnTo>
                  <a:cubicBezTo>
                    <a:pt x="416" y="11140"/>
                    <a:pt x="428" y="11146"/>
                    <a:pt x="428" y="11152"/>
                  </a:cubicBezTo>
                  <a:cubicBezTo>
                    <a:pt x="440" y="11176"/>
                    <a:pt x="446" y="11200"/>
                    <a:pt x="463" y="11224"/>
                  </a:cubicBezTo>
                  <a:cubicBezTo>
                    <a:pt x="469" y="11230"/>
                    <a:pt x="469" y="11235"/>
                    <a:pt x="475" y="11253"/>
                  </a:cubicBezTo>
                  <a:cubicBezTo>
                    <a:pt x="481" y="11271"/>
                    <a:pt x="499" y="11289"/>
                    <a:pt x="517" y="11313"/>
                  </a:cubicBezTo>
                  <a:cubicBezTo>
                    <a:pt x="523" y="11319"/>
                    <a:pt x="523" y="11325"/>
                    <a:pt x="529" y="11342"/>
                  </a:cubicBezTo>
                  <a:lnTo>
                    <a:pt x="576" y="11408"/>
                  </a:lnTo>
                  <a:cubicBezTo>
                    <a:pt x="576" y="11414"/>
                    <a:pt x="582" y="11414"/>
                    <a:pt x="582" y="11420"/>
                  </a:cubicBezTo>
                  <a:cubicBezTo>
                    <a:pt x="594" y="11449"/>
                    <a:pt x="618" y="11473"/>
                    <a:pt x="630" y="11503"/>
                  </a:cubicBezTo>
                  <a:cubicBezTo>
                    <a:pt x="642" y="11509"/>
                    <a:pt x="642" y="11520"/>
                    <a:pt x="648" y="11526"/>
                  </a:cubicBezTo>
                  <a:cubicBezTo>
                    <a:pt x="665" y="11550"/>
                    <a:pt x="677" y="11562"/>
                    <a:pt x="689" y="11586"/>
                  </a:cubicBezTo>
                  <a:cubicBezTo>
                    <a:pt x="701" y="11592"/>
                    <a:pt x="707" y="11598"/>
                    <a:pt x="707" y="11610"/>
                  </a:cubicBezTo>
                  <a:cubicBezTo>
                    <a:pt x="725" y="11621"/>
                    <a:pt x="737" y="11645"/>
                    <a:pt x="743" y="11657"/>
                  </a:cubicBezTo>
                  <a:cubicBezTo>
                    <a:pt x="748" y="11669"/>
                    <a:pt x="760" y="11675"/>
                    <a:pt x="760" y="11681"/>
                  </a:cubicBezTo>
                  <a:cubicBezTo>
                    <a:pt x="772" y="11705"/>
                    <a:pt x="796" y="11716"/>
                    <a:pt x="814" y="11740"/>
                  </a:cubicBezTo>
                  <a:lnTo>
                    <a:pt x="820" y="11746"/>
                  </a:lnTo>
                  <a:cubicBezTo>
                    <a:pt x="838" y="11770"/>
                    <a:pt x="855" y="11794"/>
                    <a:pt x="879" y="11817"/>
                  </a:cubicBezTo>
                  <a:lnTo>
                    <a:pt x="891" y="11829"/>
                  </a:lnTo>
                  <a:lnTo>
                    <a:pt x="938" y="11877"/>
                  </a:lnTo>
                  <a:lnTo>
                    <a:pt x="956" y="11895"/>
                  </a:lnTo>
                  <a:lnTo>
                    <a:pt x="1004" y="11942"/>
                  </a:lnTo>
                  <a:lnTo>
                    <a:pt x="1028" y="11966"/>
                  </a:lnTo>
                  <a:cubicBezTo>
                    <a:pt x="1045" y="11978"/>
                    <a:pt x="1063" y="12001"/>
                    <a:pt x="1087" y="12013"/>
                  </a:cubicBezTo>
                  <a:lnTo>
                    <a:pt x="1093" y="12025"/>
                  </a:lnTo>
                  <a:cubicBezTo>
                    <a:pt x="1117" y="12043"/>
                    <a:pt x="1134" y="12061"/>
                    <a:pt x="1158" y="12073"/>
                  </a:cubicBezTo>
                  <a:cubicBezTo>
                    <a:pt x="1164" y="12085"/>
                    <a:pt x="1176" y="12085"/>
                    <a:pt x="1182" y="12091"/>
                  </a:cubicBezTo>
                  <a:cubicBezTo>
                    <a:pt x="1194" y="12102"/>
                    <a:pt x="1218" y="12114"/>
                    <a:pt x="1235" y="12126"/>
                  </a:cubicBezTo>
                  <a:cubicBezTo>
                    <a:pt x="1241" y="12132"/>
                    <a:pt x="1247" y="12144"/>
                    <a:pt x="1253" y="12144"/>
                  </a:cubicBezTo>
                  <a:cubicBezTo>
                    <a:pt x="1271" y="12156"/>
                    <a:pt x="1295" y="12162"/>
                    <a:pt x="1307" y="12180"/>
                  </a:cubicBezTo>
                  <a:cubicBezTo>
                    <a:pt x="1313" y="12186"/>
                    <a:pt x="1324" y="12186"/>
                    <a:pt x="1330" y="12191"/>
                  </a:cubicBezTo>
                  <a:cubicBezTo>
                    <a:pt x="1354" y="12209"/>
                    <a:pt x="1384" y="12221"/>
                    <a:pt x="1402" y="12239"/>
                  </a:cubicBezTo>
                  <a:lnTo>
                    <a:pt x="8676" y="16526"/>
                  </a:lnTo>
                  <a:cubicBezTo>
                    <a:pt x="8664" y="16520"/>
                    <a:pt x="8658" y="16514"/>
                    <a:pt x="8640" y="16508"/>
                  </a:cubicBezTo>
                  <a:lnTo>
                    <a:pt x="8640" y="16508"/>
                  </a:lnTo>
                  <a:cubicBezTo>
                    <a:pt x="9025" y="16745"/>
                    <a:pt x="9477" y="16868"/>
                    <a:pt x="9979" y="16868"/>
                  </a:cubicBezTo>
                  <a:cubicBezTo>
                    <a:pt x="10636" y="16868"/>
                    <a:pt x="11379" y="16656"/>
                    <a:pt x="12167" y="16211"/>
                  </a:cubicBezTo>
                  <a:cubicBezTo>
                    <a:pt x="14881" y="14668"/>
                    <a:pt x="17102" y="10897"/>
                    <a:pt x="17119" y="7786"/>
                  </a:cubicBezTo>
                  <a:cubicBezTo>
                    <a:pt x="17149" y="6221"/>
                    <a:pt x="16611" y="5130"/>
                    <a:pt x="15729" y="4612"/>
                  </a:cubicBezTo>
                  <a:lnTo>
                    <a:pt x="15729" y="4612"/>
                  </a:lnTo>
                  <a:cubicBezTo>
                    <a:pt x="15730" y="4613"/>
                    <a:pt x="15730" y="4614"/>
                    <a:pt x="15730" y="4615"/>
                  </a:cubicBezTo>
                  <a:lnTo>
                    <a:pt x="15659" y="4573"/>
                  </a:lnTo>
                  <a:lnTo>
                    <a:pt x="15659" y="4573"/>
                  </a:lnTo>
                  <a:cubicBezTo>
                    <a:pt x="15661" y="4573"/>
                    <a:pt x="15663" y="4573"/>
                    <a:pt x="15665" y="4573"/>
                  </a:cubicBezTo>
                  <a:cubicBezTo>
                    <a:pt x="15662" y="4573"/>
                    <a:pt x="15660" y="4573"/>
                    <a:pt x="15658" y="4573"/>
                  </a:cubicBezTo>
                  <a:lnTo>
                    <a:pt x="15658" y="4573"/>
                  </a:lnTo>
                  <a:lnTo>
                    <a:pt x="15647" y="4566"/>
                  </a:lnTo>
                  <a:lnTo>
                    <a:pt x="15647" y="4566"/>
                  </a:lnTo>
                  <a:cubicBezTo>
                    <a:pt x="15645" y="4563"/>
                    <a:pt x="15643" y="4561"/>
                    <a:pt x="15641" y="4561"/>
                  </a:cubicBezTo>
                  <a:lnTo>
                    <a:pt x="15641" y="4561"/>
                  </a:lnTo>
                  <a:cubicBezTo>
                    <a:pt x="15641" y="4562"/>
                    <a:pt x="15641" y="4562"/>
                    <a:pt x="15642" y="4563"/>
                  </a:cubicBezTo>
                  <a:lnTo>
                    <a:pt x="15642" y="4563"/>
                  </a:lnTo>
                  <a:lnTo>
                    <a:pt x="8456" y="327"/>
                  </a:lnTo>
                  <a:cubicBezTo>
                    <a:pt x="8426" y="310"/>
                    <a:pt x="8397" y="286"/>
                    <a:pt x="8367" y="274"/>
                  </a:cubicBezTo>
                  <a:cubicBezTo>
                    <a:pt x="8361" y="262"/>
                    <a:pt x="8343" y="262"/>
                    <a:pt x="8337" y="256"/>
                  </a:cubicBezTo>
                  <a:cubicBezTo>
                    <a:pt x="8313" y="250"/>
                    <a:pt x="8296" y="238"/>
                    <a:pt x="8278" y="227"/>
                  </a:cubicBezTo>
                  <a:cubicBezTo>
                    <a:pt x="8260" y="221"/>
                    <a:pt x="8254" y="221"/>
                    <a:pt x="8242" y="215"/>
                  </a:cubicBezTo>
                  <a:cubicBezTo>
                    <a:pt x="8218" y="209"/>
                    <a:pt x="8201" y="197"/>
                    <a:pt x="8183" y="185"/>
                  </a:cubicBezTo>
                  <a:cubicBezTo>
                    <a:pt x="8165" y="179"/>
                    <a:pt x="8159" y="179"/>
                    <a:pt x="8147" y="167"/>
                  </a:cubicBezTo>
                  <a:cubicBezTo>
                    <a:pt x="8123" y="161"/>
                    <a:pt x="8106" y="155"/>
                    <a:pt x="8088" y="149"/>
                  </a:cubicBezTo>
                  <a:cubicBezTo>
                    <a:pt x="8070" y="137"/>
                    <a:pt x="8052" y="137"/>
                    <a:pt x="8046" y="131"/>
                  </a:cubicBezTo>
                  <a:cubicBezTo>
                    <a:pt x="8028" y="126"/>
                    <a:pt x="8011" y="120"/>
                    <a:pt x="7987" y="108"/>
                  </a:cubicBezTo>
                  <a:cubicBezTo>
                    <a:pt x="7975" y="102"/>
                    <a:pt x="7957" y="102"/>
                    <a:pt x="7945" y="96"/>
                  </a:cubicBezTo>
                  <a:cubicBezTo>
                    <a:pt x="7921" y="90"/>
                    <a:pt x="7910" y="78"/>
                    <a:pt x="7886" y="78"/>
                  </a:cubicBezTo>
                  <a:cubicBezTo>
                    <a:pt x="7868" y="72"/>
                    <a:pt x="7856" y="72"/>
                    <a:pt x="7850" y="72"/>
                  </a:cubicBezTo>
                  <a:cubicBezTo>
                    <a:pt x="7826" y="66"/>
                    <a:pt x="7803" y="66"/>
                    <a:pt x="7779" y="60"/>
                  </a:cubicBezTo>
                  <a:cubicBezTo>
                    <a:pt x="7767" y="60"/>
                    <a:pt x="7761" y="48"/>
                    <a:pt x="7743" y="48"/>
                  </a:cubicBezTo>
                  <a:cubicBezTo>
                    <a:pt x="7714" y="42"/>
                    <a:pt x="7690" y="42"/>
                    <a:pt x="7660" y="36"/>
                  </a:cubicBezTo>
                  <a:cubicBezTo>
                    <a:pt x="7654" y="36"/>
                    <a:pt x="7648" y="36"/>
                    <a:pt x="7642" y="31"/>
                  </a:cubicBezTo>
                  <a:cubicBezTo>
                    <a:pt x="7601" y="19"/>
                    <a:pt x="7565" y="13"/>
                    <a:pt x="7536" y="13"/>
                  </a:cubicBezTo>
                  <a:lnTo>
                    <a:pt x="7512" y="13"/>
                  </a:lnTo>
                  <a:cubicBezTo>
                    <a:pt x="7482" y="13"/>
                    <a:pt x="7464" y="7"/>
                    <a:pt x="7435" y="7"/>
                  </a:cubicBezTo>
                  <a:lnTo>
                    <a:pt x="7393" y="7"/>
                  </a:lnTo>
                  <a:cubicBezTo>
                    <a:pt x="7375" y="7"/>
                    <a:pt x="7351" y="7"/>
                    <a:pt x="7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5">
              <a:extLst>
                <a:ext uri="{FF2B5EF4-FFF2-40B4-BE49-F238E27FC236}">
                  <a16:creationId xmlns:a16="http://schemas.microsoft.com/office/drawing/2014/main" id="{56491CED-6771-CFC9-7488-D5E4A8B42F05}"/>
                </a:ext>
              </a:extLst>
            </p:cNvPr>
            <p:cNvSpPr/>
            <p:nvPr/>
          </p:nvSpPr>
          <p:spPr>
            <a:xfrm>
              <a:off x="5644057" y="-1244429"/>
              <a:ext cx="2654533" cy="3338463"/>
            </a:xfrm>
            <a:custGeom>
              <a:avLst/>
              <a:gdLst/>
              <a:ahLst/>
              <a:cxnLst/>
              <a:rect l="l" t="t" r="r" b="b"/>
              <a:pathLst>
                <a:path w="12234" h="15861" extrusionOk="0">
                  <a:moveTo>
                    <a:pt x="4959" y="1"/>
                  </a:moveTo>
                  <a:cubicBezTo>
                    <a:pt x="4924" y="24"/>
                    <a:pt x="4876" y="48"/>
                    <a:pt x="4840" y="66"/>
                  </a:cubicBezTo>
                  <a:cubicBezTo>
                    <a:pt x="4834" y="78"/>
                    <a:pt x="4817" y="84"/>
                    <a:pt x="4811" y="90"/>
                  </a:cubicBezTo>
                  <a:cubicBezTo>
                    <a:pt x="4781" y="107"/>
                    <a:pt x="4751" y="125"/>
                    <a:pt x="4722" y="143"/>
                  </a:cubicBezTo>
                  <a:cubicBezTo>
                    <a:pt x="4710" y="149"/>
                    <a:pt x="4698" y="155"/>
                    <a:pt x="4686" y="167"/>
                  </a:cubicBezTo>
                  <a:cubicBezTo>
                    <a:pt x="4656" y="179"/>
                    <a:pt x="4633" y="202"/>
                    <a:pt x="4603" y="214"/>
                  </a:cubicBezTo>
                  <a:cubicBezTo>
                    <a:pt x="4591" y="226"/>
                    <a:pt x="4573" y="232"/>
                    <a:pt x="4567" y="238"/>
                  </a:cubicBezTo>
                  <a:cubicBezTo>
                    <a:pt x="4538" y="256"/>
                    <a:pt x="4514" y="274"/>
                    <a:pt x="4484" y="291"/>
                  </a:cubicBezTo>
                  <a:cubicBezTo>
                    <a:pt x="4472" y="297"/>
                    <a:pt x="4460" y="303"/>
                    <a:pt x="4448" y="315"/>
                  </a:cubicBezTo>
                  <a:lnTo>
                    <a:pt x="4359" y="381"/>
                  </a:lnTo>
                  <a:cubicBezTo>
                    <a:pt x="4353" y="387"/>
                    <a:pt x="4342" y="392"/>
                    <a:pt x="4336" y="392"/>
                  </a:cubicBezTo>
                  <a:cubicBezTo>
                    <a:pt x="4264" y="446"/>
                    <a:pt x="4187" y="499"/>
                    <a:pt x="4116" y="559"/>
                  </a:cubicBezTo>
                  <a:lnTo>
                    <a:pt x="4104" y="565"/>
                  </a:lnTo>
                  <a:cubicBezTo>
                    <a:pt x="4063" y="600"/>
                    <a:pt x="4009" y="642"/>
                    <a:pt x="3968" y="677"/>
                  </a:cubicBezTo>
                  <a:cubicBezTo>
                    <a:pt x="3950" y="683"/>
                    <a:pt x="3938" y="701"/>
                    <a:pt x="3920" y="713"/>
                  </a:cubicBezTo>
                  <a:cubicBezTo>
                    <a:pt x="3884" y="743"/>
                    <a:pt x="3855" y="772"/>
                    <a:pt x="3819" y="802"/>
                  </a:cubicBezTo>
                  <a:cubicBezTo>
                    <a:pt x="3801" y="820"/>
                    <a:pt x="3789" y="832"/>
                    <a:pt x="3766" y="850"/>
                  </a:cubicBezTo>
                  <a:cubicBezTo>
                    <a:pt x="3730" y="879"/>
                    <a:pt x="3700" y="909"/>
                    <a:pt x="3659" y="939"/>
                  </a:cubicBezTo>
                  <a:lnTo>
                    <a:pt x="3623" y="974"/>
                  </a:lnTo>
                  <a:cubicBezTo>
                    <a:pt x="3582" y="1010"/>
                    <a:pt x="3534" y="1057"/>
                    <a:pt x="3492" y="1099"/>
                  </a:cubicBezTo>
                  <a:lnTo>
                    <a:pt x="3451" y="1135"/>
                  </a:lnTo>
                  <a:cubicBezTo>
                    <a:pt x="3415" y="1164"/>
                    <a:pt x="3386" y="1206"/>
                    <a:pt x="3350" y="1236"/>
                  </a:cubicBezTo>
                  <a:lnTo>
                    <a:pt x="3302" y="1277"/>
                  </a:lnTo>
                  <a:cubicBezTo>
                    <a:pt x="3267" y="1307"/>
                    <a:pt x="3237" y="1343"/>
                    <a:pt x="3202" y="1372"/>
                  </a:cubicBezTo>
                  <a:lnTo>
                    <a:pt x="3166" y="1414"/>
                  </a:lnTo>
                  <a:lnTo>
                    <a:pt x="3029" y="1544"/>
                  </a:lnTo>
                  <a:lnTo>
                    <a:pt x="2994" y="1580"/>
                  </a:lnTo>
                  <a:cubicBezTo>
                    <a:pt x="2964" y="1622"/>
                    <a:pt x="2928" y="1651"/>
                    <a:pt x="2899" y="1687"/>
                  </a:cubicBezTo>
                  <a:lnTo>
                    <a:pt x="2851" y="1728"/>
                  </a:lnTo>
                  <a:cubicBezTo>
                    <a:pt x="2821" y="1770"/>
                    <a:pt x="2786" y="1806"/>
                    <a:pt x="2756" y="1841"/>
                  </a:cubicBezTo>
                  <a:lnTo>
                    <a:pt x="2721" y="1877"/>
                  </a:lnTo>
                  <a:cubicBezTo>
                    <a:pt x="2673" y="1924"/>
                    <a:pt x="2637" y="1978"/>
                    <a:pt x="2590" y="2025"/>
                  </a:cubicBezTo>
                  <a:cubicBezTo>
                    <a:pt x="2584" y="2043"/>
                    <a:pt x="2572" y="2049"/>
                    <a:pt x="2560" y="2067"/>
                  </a:cubicBezTo>
                  <a:cubicBezTo>
                    <a:pt x="2531" y="2103"/>
                    <a:pt x="2501" y="2138"/>
                    <a:pt x="2465" y="2174"/>
                  </a:cubicBezTo>
                  <a:cubicBezTo>
                    <a:pt x="2453" y="2192"/>
                    <a:pt x="2436" y="2204"/>
                    <a:pt x="2430" y="2227"/>
                  </a:cubicBezTo>
                  <a:cubicBezTo>
                    <a:pt x="2400" y="2263"/>
                    <a:pt x="2370" y="2304"/>
                    <a:pt x="2341" y="2346"/>
                  </a:cubicBezTo>
                  <a:cubicBezTo>
                    <a:pt x="2335" y="2364"/>
                    <a:pt x="2317" y="2370"/>
                    <a:pt x="2311" y="2382"/>
                  </a:cubicBezTo>
                  <a:cubicBezTo>
                    <a:pt x="2275" y="2435"/>
                    <a:pt x="2228" y="2489"/>
                    <a:pt x="2192" y="2542"/>
                  </a:cubicBezTo>
                  <a:cubicBezTo>
                    <a:pt x="2186" y="2554"/>
                    <a:pt x="2168" y="2560"/>
                    <a:pt x="2162" y="2578"/>
                  </a:cubicBezTo>
                  <a:cubicBezTo>
                    <a:pt x="2133" y="2625"/>
                    <a:pt x="2103" y="2661"/>
                    <a:pt x="2073" y="2702"/>
                  </a:cubicBezTo>
                  <a:cubicBezTo>
                    <a:pt x="2055" y="2720"/>
                    <a:pt x="2050" y="2738"/>
                    <a:pt x="2038" y="2756"/>
                  </a:cubicBezTo>
                  <a:cubicBezTo>
                    <a:pt x="2008" y="2797"/>
                    <a:pt x="1978" y="2839"/>
                    <a:pt x="1949" y="2880"/>
                  </a:cubicBezTo>
                  <a:cubicBezTo>
                    <a:pt x="1937" y="2898"/>
                    <a:pt x="1931" y="2910"/>
                    <a:pt x="1919" y="2916"/>
                  </a:cubicBezTo>
                  <a:cubicBezTo>
                    <a:pt x="1877" y="2970"/>
                    <a:pt x="1842" y="3029"/>
                    <a:pt x="1806" y="3082"/>
                  </a:cubicBezTo>
                  <a:cubicBezTo>
                    <a:pt x="1800" y="3094"/>
                    <a:pt x="1788" y="3106"/>
                    <a:pt x="1782" y="3118"/>
                  </a:cubicBezTo>
                  <a:cubicBezTo>
                    <a:pt x="1753" y="3165"/>
                    <a:pt x="1723" y="3207"/>
                    <a:pt x="1699" y="3255"/>
                  </a:cubicBezTo>
                  <a:cubicBezTo>
                    <a:pt x="1693" y="3266"/>
                    <a:pt x="1681" y="3290"/>
                    <a:pt x="1670" y="3302"/>
                  </a:cubicBezTo>
                  <a:cubicBezTo>
                    <a:pt x="1640" y="3350"/>
                    <a:pt x="1622" y="3391"/>
                    <a:pt x="1592" y="3439"/>
                  </a:cubicBezTo>
                  <a:cubicBezTo>
                    <a:pt x="1580" y="3450"/>
                    <a:pt x="1575" y="3468"/>
                    <a:pt x="1569" y="3474"/>
                  </a:cubicBezTo>
                  <a:cubicBezTo>
                    <a:pt x="1533" y="3534"/>
                    <a:pt x="1503" y="3587"/>
                    <a:pt x="1462" y="3646"/>
                  </a:cubicBezTo>
                  <a:cubicBezTo>
                    <a:pt x="1456" y="3658"/>
                    <a:pt x="1450" y="3670"/>
                    <a:pt x="1444" y="3682"/>
                  </a:cubicBezTo>
                  <a:cubicBezTo>
                    <a:pt x="1414" y="3730"/>
                    <a:pt x="1390" y="3771"/>
                    <a:pt x="1361" y="3825"/>
                  </a:cubicBezTo>
                  <a:cubicBezTo>
                    <a:pt x="1355" y="3836"/>
                    <a:pt x="1337" y="3860"/>
                    <a:pt x="1331" y="3878"/>
                  </a:cubicBezTo>
                  <a:cubicBezTo>
                    <a:pt x="1307" y="3920"/>
                    <a:pt x="1278" y="3967"/>
                    <a:pt x="1254" y="4009"/>
                  </a:cubicBezTo>
                  <a:cubicBezTo>
                    <a:pt x="1248" y="4026"/>
                    <a:pt x="1242" y="4038"/>
                    <a:pt x="1236" y="4044"/>
                  </a:cubicBezTo>
                  <a:lnTo>
                    <a:pt x="1147" y="4222"/>
                  </a:lnTo>
                  <a:cubicBezTo>
                    <a:pt x="1135" y="4240"/>
                    <a:pt x="1129" y="4246"/>
                    <a:pt x="1129" y="4264"/>
                  </a:cubicBezTo>
                  <a:cubicBezTo>
                    <a:pt x="1105" y="4306"/>
                    <a:pt x="1076" y="4359"/>
                    <a:pt x="1058" y="4401"/>
                  </a:cubicBezTo>
                  <a:cubicBezTo>
                    <a:pt x="1046" y="4418"/>
                    <a:pt x="1040" y="4442"/>
                    <a:pt x="1028" y="4454"/>
                  </a:cubicBezTo>
                  <a:cubicBezTo>
                    <a:pt x="1004" y="4501"/>
                    <a:pt x="981" y="4549"/>
                    <a:pt x="957" y="4597"/>
                  </a:cubicBezTo>
                  <a:lnTo>
                    <a:pt x="939" y="4638"/>
                  </a:lnTo>
                  <a:cubicBezTo>
                    <a:pt x="909" y="4697"/>
                    <a:pt x="886" y="4757"/>
                    <a:pt x="856" y="4816"/>
                  </a:cubicBezTo>
                  <a:cubicBezTo>
                    <a:pt x="850" y="4834"/>
                    <a:pt x="850" y="4840"/>
                    <a:pt x="838" y="4858"/>
                  </a:cubicBezTo>
                  <a:cubicBezTo>
                    <a:pt x="820" y="4905"/>
                    <a:pt x="797" y="4953"/>
                    <a:pt x="773" y="5006"/>
                  </a:cubicBezTo>
                  <a:cubicBezTo>
                    <a:pt x="767" y="5018"/>
                    <a:pt x="761" y="5042"/>
                    <a:pt x="749" y="5054"/>
                  </a:cubicBezTo>
                  <a:cubicBezTo>
                    <a:pt x="731" y="5101"/>
                    <a:pt x="714" y="5155"/>
                    <a:pt x="690" y="5196"/>
                  </a:cubicBezTo>
                  <a:cubicBezTo>
                    <a:pt x="684" y="5214"/>
                    <a:pt x="678" y="5226"/>
                    <a:pt x="678" y="5244"/>
                  </a:cubicBezTo>
                  <a:cubicBezTo>
                    <a:pt x="654" y="5303"/>
                    <a:pt x="630" y="5362"/>
                    <a:pt x="601" y="5428"/>
                  </a:cubicBezTo>
                  <a:cubicBezTo>
                    <a:pt x="595" y="5434"/>
                    <a:pt x="595" y="5452"/>
                    <a:pt x="589" y="5458"/>
                  </a:cubicBezTo>
                  <a:cubicBezTo>
                    <a:pt x="565" y="5511"/>
                    <a:pt x="553" y="5558"/>
                    <a:pt x="535" y="5606"/>
                  </a:cubicBezTo>
                  <a:cubicBezTo>
                    <a:pt x="529" y="5618"/>
                    <a:pt x="524" y="5642"/>
                    <a:pt x="512" y="5659"/>
                  </a:cubicBezTo>
                  <a:cubicBezTo>
                    <a:pt x="500" y="5701"/>
                    <a:pt x="482" y="5754"/>
                    <a:pt x="464" y="5796"/>
                  </a:cubicBezTo>
                  <a:cubicBezTo>
                    <a:pt x="452" y="5814"/>
                    <a:pt x="452" y="5826"/>
                    <a:pt x="446" y="5843"/>
                  </a:cubicBezTo>
                  <a:cubicBezTo>
                    <a:pt x="423" y="5903"/>
                    <a:pt x="411" y="5968"/>
                    <a:pt x="387" y="6028"/>
                  </a:cubicBezTo>
                  <a:cubicBezTo>
                    <a:pt x="387" y="6033"/>
                    <a:pt x="381" y="6051"/>
                    <a:pt x="381" y="6057"/>
                  </a:cubicBezTo>
                  <a:lnTo>
                    <a:pt x="333" y="6212"/>
                  </a:lnTo>
                  <a:cubicBezTo>
                    <a:pt x="333" y="6224"/>
                    <a:pt x="328" y="6229"/>
                    <a:pt x="328" y="6235"/>
                  </a:cubicBezTo>
                  <a:cubicBezTo>
                    <a:pt x="328" y="6241"/>
                    <a:pt x="322" y="6259"/>
                    <a:pt x="322" y="6265"/>
                  </a:cubicBezTo>
                  <a:cubicBezTo>
                    <a:pt x="304" y="6313"/>
                    <a:pt x="292" y="6360"/>
                    <a:pt x="286" y="6408"/>
                  </a:cubicBezTo>
                  <a:cubicBezTo>
                    <a:pt x="274" y="6419"/>
                    <a:pt x="274" y="6437"/>
                    <a:pt x="268" y="6449"/>
                  </a:cubicBezTo>
                  <a:cubicBezTo>
                    <a:pt x="256" y="6509"/>
                    <a:pt x="238" y="6568"/>
                    <a:pt x="227" y="6639"/>
                  </a:cubicBezTo>
                  <a:cubicBezTo>
                    <a:pt x="227" y="6645"/>
                    <a:pt x="215" y="6657"/>
                    <a:pt x="215" y="6669"/>
                  </a:cubicBezTo>
                  <a:cubicBezTo>
                    <a:pt x="203" y="6716"/>
                    <a:pt x="197" y="6770"/>
                    <a:pt x="179" y="6817"/>
                  </a:cubicBezTo>
                  <a:cubicBezTo>
                    <a:pt x="173" y="6835"/>
                    <a:pt x="173" y="6853"/>
                    <a:pt x="167" y="6877"/>
                  </a:cubicBezTo>
                  <a:cubicBezTo>
                    <a:pt x="155" y="6918"/>
                    <a:pt x="143" y="6966"/>
                    <a:pt x="138" y="7013"/>
                  </a:cubicBezTo>
                  <a:cubicBezTo>
                    <a:pt x="138" y="7031"/>
                    <a:pt x="126" y="7043"/>
                    <a:pt x="126" y="7061"/>
                  </a:cubicBezTo>
                  <a:cubicBezTo>
                    <a:pt x="114" y="7120"/>
                    <a:pt x="108" y="7180"/>
                    <a:pt x="96" y="7239"/>
                  </a:cubicBezTo>
                  <a:cubicBezTo>
                    <a:pt x="96" y="7245"/>
                    <a:pt x="96" y="7263"/>
                    <a:pt x="90" y="7269"/>
                  </a:cubicBezTo>
                  <a:cubicBezTo>
                    <a:pt x="84" y="7322"/>
                    <a:pt x="78" y="7364"/>
                    <a:pt x="66" y="7417"/>
                  </a:cubicBezTo>
                  <a:cubicBezTo>
                    <a:pt x="66" y="7441"/>
                    <a:pt x="60" y="7453"/>
                    <a:pt x="60" y="7470"/>
                  </a:cubicBezTo>
                  <a:cubicBezTo>
                    <a:pt x="54" y="7512"/>
                    <a:pt x="48" y="7560"/>
                    <a:pt x="48" y="7601"/>
                  </a:cubicBezTo>
                  <a:cubicBezTo>
                    <a:pt x="48" y="7619"/>
                    <a:pt x="37" y="7631"/>
                    <a:pt x="37" y="7649"/>
                  </a:cubicBezTo>
                  <a:cubicBezTo>
                    <a:pt x="31" y="7708"/>
                    <a:pt x="25" y="7767"/>
                    <a:pt x="25" y="7827"/>
                  </a:cubicBezTo>
                  <a:lnTo>
                    <a:pt x="25" y="7833"/>
                  </a:lnTo>
                  <a:cubicBezTo>
                    <a:pt x="25" y="7856"/>
                    <a:pt x="19" y="7886"/>
                    <a:pt x="19" y="7904"/>
                  </a:cubicBezTo>
                  <a:cubicBezTo>
                    <a:pt x="19" y="7928"/>
                    <a:pt x="19" y="7951"/>
                    <a:pt x="7" y="7975"/>
                  </a:cubicBezTo>
                  <a:cubicBezTo>
                    <a:pt x="7" y="8005"/>
                    <a:pt x="7" y="8035"/>
                    <a:pt x="1" y="8064"/>
                  </a:cubicBezTo>
                  <a:lnTo>
                    <a:pt x="1" y="8124"/>
                  </a:lnTo>
                  <a:lnTo>
                    <a:pt x="1" y="8219"/>
                  </a:lnTo>
                  <a:lnTo>
                    <a:pt x="1" y="8260"/>
                  </a:lnTo>
                  <a:lnTo>
                    <a:pt x="1" y="8403"/>
                  </a:lnTo>
                  <a:lnTo>
                    <a:pt x="1" y="8539"/>
                  </a:lnTo>
                  <a:lnTo>
                    <a:pt x="1" y="8581"/>
                  </a:lnTo>
                  <a:lnTo>
                    <a:pt x="1" y="8670"/>
                  </a:lnTo>
                  <a:lnTo>
                    <a:pt x="1" y="8717"/>
                  </a:lnTo>
                  <a:cubicBezTo>
                    <a:pt x="1" y="8747"/>
                    <a:pt x="1" y="8777"/>
                    <a:pt x="7" y="8795"/>
                  </a:cubicBezTo>
                  <a:lnTo>
                    <a:pt x="7" y="8842"/>
                  </a:lnTo>
                  <a:cubicBezTo>
                    <a:pt x="7" y="8872"/>
                    <a:pt x="19" y="8902"/>
                    <a:pt x="19" y="8937"/>
                  </a:cubicBezTo>
                  <a:lnTo>
                    <a:pt x="19" y="8967"/>
                  </a:lnTo>
                  <a:cubicBezTo>
                    <a:pt x="19" y="9014"/>
                    <a:pt x="25" y="9050"/>
                    <a:pt x="31" y="9092"/>
                  </a:cubicBezTo>
                  <a:lnTo>
                    <a:pt x="31" y="9115"/>
                  </a:lnTo>
                  <a:cubicBezTo>
                    <a:pt x="37" y="9145"/>
                    <a:pt x="37" y="9181"/>
                    <a:pt x="48" y="9210"/>
                  </a:cubicBezTo>
                  <a:cubicBezTo>
                    <a:pt x="48" y="9228"/>
                    <a:pt x="48" y="9234"/>
                    <a:pt x="54" y="9252"/>
                  </a:cubicBezTo>
                  <a:cubicBezTo>
                    <a:pt x="54" y="9264"/>
                    <a:pt x="60" y="9282"/>
                    <a:pt x="60" y="9293"/>
                  </a:cubicBezTo>
                  <a:cubicBezTo>
                    <a:pt x="60" y="9311"/>
                    <a:pt x="66" y="9317"/>
                    <a:pt x="66" y="9329"/>
                  </a:cubicBezTo>
                  <a:cubicBezTo>
                    <a:pt x="66" y="9347"/>
                    <a:pt x="78" y="9353"/>
                    <a:pt x="78" y="9371"/>
                  </a:cubicBezTo>
                  <a:cubicBezTo>
                    <a:pt x="84" y="9400"/>
                    <a:pt x="84" y="9430"/>
                    <a:pt x="90" y="9460"/>
                  </a:cubicBezTo>
                  <a:cubicBezTo>
                    <a:pt x="90" y="9466"/>
                    <a:pt x="90" y="9472"/>
                    <a:pt x="96" y="9489"/>
                  </a:cubicBezTo>
                  <a:lnTo>
                    <a:pt x="120" y="9596"/>
                  </a:lnTo>
                  <a:lnTo>
                    <a:pt x="120" y="9614"/>
                  </a:lnTo>
                  <a:cubicBezTo>
                    <a:pt x="126" y="9644"/>
                    <a:pt x="138" y="9679"/>
                    <a:pt x="143" y="9709"/>
                  </a:cubicBezTo>
                  <a:cubicBezTo>
                    <a:pt x="143" y="9715"/>
                    <a:pt x="149" y="9733"/>
                    <a:pt x="149" y="9739"/>
                  </a:cubicBezTo>
                  <a:cubicBezTo>
                    <a:pt x="155" y="9763"/>
                    <a:pt x="167" y="9792"/>
                    <a:pt x="173" y="9816"/>
                  </a:cubicBezTo>
                  <a:cubicBezTo>
                    <a:pt x="173" y="9828"/>
                    <a:pt x="179" y="9834"/>
                    <a:pt x="179" y="9852"/>
                  </a:cubicBezTo>
                  <a:cubicBezTo>
                    <a:pt x="185" y="9881"/>
                    <a:pt x="197" y="9905"/>
                    <a:pt x="203" y="9935"/>
                  </a:cubicBezTo>
                  <a:cubicBezTo>
                    <a:pt x="203" y="9941"/>
                    <a:pt x="209" y="9947"/>
                    <a:pt x="209" y="9953"/>
                  </a:cubicBezTo>
                  <a:cubicBezTo>
                    <a:pt x="215" y="9994"/>
                    <a:pt x="233" y="10024"/>
                    <a:pt x="238" y="10059"/>
                  </a:cubicBezTo>
                  <a:cubicBezTo>
                    <a:pt x="238" y="10065"/>
                    <a:pt x="244" y="10071"/>
                    <a:pt x="244" y="10071"/>
                  </a:cubicBezTo>
                  <a:cubicBezTo>
                    <a:pt x="256" y="10101"/>
                    <a:pt x="268" y="10125"/>
                    <a:pt x="274" y="10154"/>
                  </a:cubicBezTo>
                  <a:cubicBezTo>
                    <a:pt x="286" y="10160"/>
                    <a:pt x="286" y="10178"/>
                    <a:pt x="292" y="10184"/>
                  </a:cubicBezTo>
                  <a:cubicBezTo>
                    <a:pt x="298" y="10208"/>
                    <a:pt x="304" y="10232"/>
                    <a:pt x="322" y="10249"/>
                  </a:cubicBezTo>
                  <a:cubicBezTo>
                    <a:pt x="328" y="10261"/>
                    <a:pt x="328" y="10273"/>
                    <a:pt x="333" y="10279"/>
                  </a:cubicBezTo>
                  <a:cubicBezTo>
                    <a:pt x="345" y="10303"/>
                    <a:pt x="357" y="10333"/>
                    <a:pt x="363" y="10356"/>
                  </a:cubicBezTo>
                  <a:cubicBezTo>
                    <a:pt x="363" y="10362"/>
                    <a:pt x="375" y="10368"/>
                    <a:pt x="375" y="10380"/>
                  </a:cubicBezTo>
                  <a:lnTo>
                    <a:pt x="417" y="10469"/>
                  </a:lnTo>
                  <a:cubicBezTo>
                    <a:pt x="417" y="10475"/>
                    <a:pt x="423" y="10481"/>
                    <a:pt x="423" y="10487"/>
                  </a:cubicBezTo>
                  <a:cubicBezTo>
                    <a:pt x="440" y="10511"/>
                    <a:pt x="446" y="10534"/>
                    <a:pt x="464" y="10558"/>
                  </a:cubicBezTo>
                  <a:cubicBezTo>
                    <a:pt x="470" y="10564"/>
                    <a:pt x="470" y="10570"/>
                    <a:pt x="476" y="10588"/>
                  </a:cubicBezTo>
                  <a:cubicBezTo>
                    <a:pt x="482" y="10606"/>
                    <a:pt x="500" y="10624"/>
                    <a:pt x="512" y="10647"/>
                  </a:cubicBezTo>
                  <a:cubicBezTo>
                    <a:pt x="524" y="10653"/>
                    <a:pt x="524" y="10659"/>
                    <a:pt x="529" y="10677"/>
                  </a:cubicBezTo>
                  <a:lnTo>
                    <a:pt x="571" y="10742"/>
                  </a:lnTo>
                  <a:cubicBezTo>
                    <a:pt x="571" y="10748"/>
                    <a:pt x="583" y="10748"/>
                    <a:pt x="583" y="10754"/>
                  </a:cubicBezTo>
                  <a:cubicBezTo>
                    <a:pt x="595" y="10784"/>
                    <a:pt x="619" y="10808"/>
                    <a:pt x="630" y="10837"/>
                  </a:cubicBezTo>
                  <a:cubicBezTo>
                    <a:pt x="642" y="10843"/>
                    <a:pt x="642" y="10855"/>
                    <a:pt x="648" y="10861"/>
                  </a:cubicBezTo>
                  <a:cubicBezTo>
                    <a:pt x="660" y="10885"/>
                    <a:pt x="678" y="10897"/>
                    <a:pt x="690" y="10920"/>
                  </a:cubicBezTo>
                  <a:cubicBezTo>
                    <a:pt x="702" y="10926"/>
                    <a:pt x="708" y="10932"/>
                    <a:pt x="708" y="10944"/>
                  </a:cubicBezTo>
                  <a:cubicBezTo>
                    <a:pt x="719" y="10956"/>
                    <a:pt x="737" y="10980"/>
                    <a:pt x="743" y="10992"/>
                  </a:cubicBezTo>
                  <a:cubicBezTo>
                    <a:pt x="749" y="11004"/>
                    <a:pt x="761" y="11009"/>
                    <a:pt x="761" y="11015"/>
                  </a:cubicBezTo>
                  <a:cubicBezTo>
                    <a:pt x="773" y="11039"/>
                    <a:pt x="797" y="11051"/>
                    <a:pt x="809" y="11075"/>
                  </a:cubicBezTo>
                  <a:lnTo>
                    <a:pt x="820" y="11081"/>
                  </a:lnTo>
                  <a:cubicBezTo>
                    <a:pt x="838" y="11104"/>
                    <a:pt x="856" y="11128"/>
                    <a:pt x="880" y="11152"/>
                  </a:cubicBezTo>
                  <a:lnTo>
                    <a:pt x="892" y="11164"/>
                  </a:lnTo>
                  <a:lnTo>
                    <a:pt x="939" y="11211"/>
                  </a:lnTo>
                  <a:lnTo>
                    <a:pt x="957" y="11229"/>
                  </a:lnTo>
                  <a:lnTo>
                    <a:pt x="1004" y="11277"/>
                  </a:lnTo>
                  <a:lnTo>
                    <a:pt x="1028" y="11300"/>
                  </a:lnTo>
                  <a:cubicBezTo>
                    <a:pt x="1046" y="11312"/>
                    <a:pt x="1064" y="11336"/>
                    <a:pt x="1088" y="11348"/>
                  </a:cubicBezTo>
                  <a:lnTo>
                    <a:pt x="1094" y="11360"/>
                  </a:lnTo>
                  <a:cubicBezTo>
                    <a:pt x="1117" y="11378"/>
                    <a:pt x="1135" y="11395"/>
                    <a:pt x="1159" y="11407"/>
                  </a:cubicBezTo>
                  <a:cubicBezTo>
                    <a:pt x="1165" y="11419"/>
                    <a:pt x="1177" y="11419"/>
                    <a:pt x="1183" y="11425"/>
                  </a:cubicBezTo>
                  <a:cubicBezTo>
                    <a:pt x="1194" y="11437"/>
                    <a:pt x="1218" y="11449"/>
                    <a:pt x="1236" y="11461"/>
                  </a:cubicBezTo>
                  <a:cubicBezTo>
                    <a:pt x="1242" y="11467"/>
                    <a:pt x="1248" y="11479"/>
                    <a:pt x="1254" y="11479"/>
                  </a:cubicBezTo>
                  <a:cubicBezTo>
                    <a:pt x="1272" y="11490"/>
                    <a:pt x="1295" y="11496"/>
                    <a:pt x="1307" y="11514"/>
                  </a:cubicBezTo>
                  <a:cubicBezTo>
                    <a:pt x="1313" y="11520"/>
                    <a:pt x="1325" y="11520"/>
                    <a:pt x="1331" y="11526"/>
                  </a:cubicBezTo>
                  <a:cubicBezTo>
                    <a:pt x="1355" y="11544"/>
                    <a:pt x="1385" y="11556"/>
                    <a:pt x="1402" y="11574"/>
                  </a:cubicBezTo>
                  <a:lnTo>
                    <a:pt x="8605" y="15819"/>
                  </a:lnTo>
                  <a:lnTo>
                    <a:pt x="8605" y="15819"/>
                  </a:lnTo>
                  <a:cubicBezTo>
                    <a:pt x="8605" y="15807"/>
                    <a:pt x="8599" y="15807"/>
                    <a:pt x="8587" y="15795"/>
                  </a:cubicBezTo>
                  <a:cubicBezTo>
                    <a:pt x="8575" y="15784"/>
                    <a:pt x="8552" y="15778"/>
                    <a:pt x="8540" y="15760"/>
                  </a:cubicBezTo>
                  <a:cubicBezTo>
                    <a:pt x="8528" y="15754"/>
                    <a:pt x="8522" y="15748"/>
                    <a:pt x="8516" y="15748"/>
                  </a:cubicBezTo>
                  <a:cubicBezTo>
                    <a:pt x="8498" y="15730"/>
                    <a:pt x="8480" y="15724"/>
                    <a:pt x="8463" y="15706"/>
                  </a:cubicBezTo>
                  <a:cubicBezTo>
                    <a:pt x="8457" y="15700"/>
                    <a:pt x="8451" y="15700"/>
                    <a:pt x="8439" y="15695"/>
                  </a:cubicBezTo>
                  <a:cubicBezTo>
                    <a:pt x="8421" y="15677"/>
                    <a:pt x="8397" y="15653"/>
                    <a:pt x="8373" y="15641"/>
                  </a:cubicBezTo>
                  <a:cubicBezTo>
                    <a:pt x="8373" y="15641"/>
                    <a:pt x="8368" y="15641"/>
                    <a:pt x="8368" y="15635"/>
                  </a:cubicBezTo>
                  <a:cubicBezTo>
                    <a:pt x="8344" y="15617"/>
                    <a:pt x="8332" y="15594"/>
                    <a:pt x="8308" y="15582"/>
                  </a:cubicBezTo>
                  <a:lnTo>
                    <a:pt x="8284" y="15558"/>
                  </a:lnTo>
                  <a:lnTo>
                    <a:pt x="8243" y="15516"/>
                  </a:lnTo>
                  <a:lnTo>
                    <a:pt x="8219" y="15493"/>
                  </a:lnTo>
                  <a:lnTo>
                    <a:pt x="8172" y="15445"/>
                  </a:lnTo>
                  <a:lnTo>
                    <a:pt x="8160" y="15433"/>
                  </a:lnTo>
                  <a:cubicBezTo>
                    <a:pt x="8136" y="15409"/>
                    <a:pt x="8124" y="15386"/>
                    <a:pt x="8100" y="15368"/>
                  </a:cubicBezTo>
                  <a:cubicBezTo>
                    <a:pt x="8100" y="15368"/>
                    <a:pt x="8094" y="15356"/>
                    <a:pt x="8094" y="15350"/>
                  </a:cubicBezTo>
                  <a:cubicBezTo>
                    <a:pt x="8077" y="15326"/>
                    <a:pt x="8065" y="15314"/>
                    <a:pt x="8041" y="15291"/>
                  </a:cubicBezTo>
                  <a:lnTo>
                    <a:pt x="8017" y="15267"/>
                  </a:lnTo>
                  <a:cubicBezTo>
                    <a:pt x="8005" y="15255"/>
                    <a:pt x="7993" y="15237"/>
                    <a:pt x="7982" y="15219"/>
                  </a:cubicBezTo>
                  <a:lnTo>
                    <a:pt x="7958" y="15196"/>
                  </a:lnTo>
                  <a:cubicBezTo>
                    <a:pt x="7946" y="15178"/>
                    <a:pt x="7928" y="15160"/>
                    <a:pt x="7922" y="15142"/>
                  </a:cubicBezTo>
                  <a:cubicBezTo>
                    <a:pt x="7916" y="15136"/>
                    <a:pt x="7916" y="15130"/>
                    <a:pt x="7904" y="15119"/>
                  </a:cubicBezTo>
                  <a:cubicBezTo>
                    <a:pt x="7892" y="15101"/>
                    <a:pt x="7869" y="15071"/>
                    <a:pt x="7857" y="15047"/>
                  </a:cubicBezTo>
                  <a:cubicBezTo>
                    <a:pt x="7845" y="15041"/>
                    <a:pt x="7845" y="15029"/>
                    <a:pt x="7845" y="15029"/>
                  </a:cubicBezTo>
                  <a:cubicBezTo>
                    <a:pt x="7833" y="15012"/>
                    <a:pt x="7815" y="14988"/>
                    <a:pt x="7809" y="14964"/>
                  </a:cubicBezTo>
                  <a:cubicBezTo>
                    <a:pt x="7803" y="14958"/>
                    <a:pt x="7797" y="14940"/>
                    <a:pt x="7797" y="14934"/>
                  </a:cubicBezTo>
                  <a:cubicBezTo>
                    <a:pt x="7786" y="14923"/>
                    <a:pt x="7774" y="14899"/>
                    <a:pt x="7768" y="14875"/>
                  </a:cubicBezTo>
                  <a:cubicBezTo>
                    <a:pt x="7756" y="14869"/>
                    <a:pt x="7750" y="14851"/>
                    <a:pt x="7750" y="14845"/>
                  </a:cubicBezTo>
                  <a:cubicBezTo>
                    <a:pt x="7738" y="14822"/>
                    <a:pt x="7726" y="14804"/>
                    <a:pt x="7720" y="14780"/>
                  </a:cubicBezTo>
                  <a:cubicBezTo>
                    <a:pt x="7714" y="14774"/>
                    <a:pt x="7714" y="14762"/>
                    <a:pt x="7708" y="14756"/>
                  </a:cubicBezTo>
                  <a:lnTo>
                    <a:pt x="7661" y="14667"/>
                  </a:lnTo>
                  <a:cubicBezTo>
                    <a:pt x="7655" y="14661"/>
                    <a:pt x="7655" y="14655"/>
                    <a:pt x="7655" y="14644"/>
                  </a:cubicBezTo>
                  <a:cubicBezTo>
                    <a:pt x="7649" y="14626"/>
                    <a:pt x="7631" y="14602"/>
                    <a:pt x="7625" y="14578"/>
                  </a:cubicBezTo>
                  <a:cubicBezTo>
                    <a:pt x="7619" y="14566"/>
                    <a:pt x="7619" y="14554"/>
                    <a:pt x="7607" y="14543"/>
                  </a:cubicBezTo>
                  <a:cubicBezTo>
                    <a:pt x="7602" y="14519"/>
                    <a:pt x="7596" y="14495"/>
                    <a:pt x="7590" y="14483"/>
                  </a:cubicBezTo>
                  <a:cubicBezTo>
                    <a:pt x="7578" y="14465"/>
                    <a:pt x="7578" y="14459"/>
                    <a:pt x="7572" y="14448"/>
                  </a:cubicBezTo>
                  <a:cubicBezTo>
                    <a:pt x="7566" y="14424"/>
                    <a:pt x="7560" y="14400"/>
                    <a:pt x="7542" y="14370"/>
                  </a:cubicBezTo>
                  <a:cubicBezTo>
                    <a:pt x="7542" y="14364"/>
                    <a:pt x="7536" y="14358"/>
                    <a:pt x="7536" y="14341"/>
                  </a:cubicBezTo>
                  <a:cubicBezTo>
                    <a:pt x="7518" y="14311"/>
                    <a:pt x="7512" y="14275"/>
                    <a:pt x="7507" y="14246"/>
                  </a:cubicBezTo>
                  <a:cubicBezTo>
                    <a:pt x="7507" y="14240"/>
                    <a:pt x="7501" y="14222"/>
                    <a:pt x="7501" y="14216"/>
                  </a:cubicBezTo>
                  <a:cubicBezTo>
                    <a:pt x="7489" y="14192"/>
                    <a:pt x="7483" y="14168"/>
                    <a:pt x="7477" y="14139"/>
                  </a:cubicBezTo>
                  <a:cubicBezTo>
                    <a:pt x="7471" y="14127"/>
                    <a:pt x="7471" y="14115"/>
                    <a:pt x="7459" y="14103"/>
                  </a:cubicBezTo>
                  <a:cubicBezTo>
                    <a:pt x="7453" y="14079"/>
                    <a:pt x="7447" y="14062"/>
                    <a:pt x="7447" y="14038"/>
                  </a:cubicBezTo>
                  <a:cubicBezTo>
                    <a:pt x="7447" y="14026"/>
                    <a:pt x="7441" y="14008"/>
                    <a:pt x="7441" y="14002"/>
                  </a:cubicBezTo>
                  <a:cubicBezTo>
                    <a:pt x="7429" y="13973"/>
                    <a:pt x="7423" y="13949"/>
                    <a:pt x="7417" y="13919"/>
                  </a:cubicBezTo>
                  <a:cubicBezTo>
                    <a:pt x="7417" y="13913"/>
                    <a:pt x="7411" y="13895"/>
                    <a:pt x="7411" y="13889"/>
                  </a:cubicBezTo>
                  <a:cubicBezTo>
                    <a:pt x="7400" y="13854"/>
                    <a:pt x="7394" y="13818"/>
                    <a:pt x="7388" y="13788"/>
                  </a:cubicBezTo>
                  <a:cubicBezTo>
                    <a:pt x="7388" y="13771"/>
                    <a:pt x="7382" y="13759"/>
                    <a:pt x="7382" y="13747"/>
                  </a:cubicBezTo>
                  <a:cubicBezTo>
                    <a:pt x="7370" y="13729"/>
                    <a:pt x="7370" y="13699"/>
                    <a:pt x="7364" y="13676"/>
                  </a:cubicBezTo>
                  <a:cubicBezTo>
                    <a:pt x="7364" y="13658"/>
                    <a:pt x="7358" y="13646"/>
                    <a:pt x="7358" y="13628"/>
                  </a:cubicBezTo>
                  <a:cubicBezTo>
                    <a:pt x="7352" y="13610"/>
                    <a:pt x="7352" y="13587"/>
                    <a:pt x="7352" y="13563"/>
                  </a:cubicBezTo>
                  <a:cubicBezTo>
                    <a:pt x="7352" y="13551"/>
                    <a:pt x="7340" y="13533"/>
                    <a:pt x="7340" y="13521"/>
                  </a:cubicBezTo>
                  <a:cubicBezTo>
                    <a:pt x="7340" y="13492"/>
                    <a:pt x="7334" y="13468"/>
                    <a:pt x="7334" y="13438"/>
                  </a:cubicBezTo>
                  <a:cubicBezTo>
                    <a:pt x="7334" y="13420"/>
                    <a:pt x="7334" y="13414"/>
                    <a:pt x="7328" y="13397"/>
                  </a:cubicBezTo>
                  <a:cubicBezTo>
                    <a:pt x="7322" y="13361"/>
                    <a:pt x="7322" y="13319"/>
                    <a:pt x="7311" y="13278"/>
                  </a:cubicBezTo>
                  <a:lnTo>
                    <a:pt x="7311" y="13242"/>
                  </a:lnTo>
                  <a:cubicBezTo>
                    <a:pt x="7311" y="13212"/>
                    <a:pt x="7305" y="13183"/>
                    <a:pt x="7305" y="13153"/>
                  </a:cubicBezTo>
                  <a:lnTo>
                    <a:pt x="7305" y="13112"/>
                  </a:lnTo>
                  <a:cubicBezTo>
                    <a:pt x="7305" y="13082"/>
                    <a:pt x="7305" y="13058"/>
                    <a:pt x="7299" y="13028"/>
                  </a:cubicBezTo>
                  <a:lnTo>
                    <a:pt x="7299" y="12981"/>
                  </a:lnTo>
                  <a:lnTo>
                    <a:pt x="7299" y="12892"/>
                  </a:lnTo>
                  <a:lnTo>
                    <a:pt x="7299" y="12850"/>
                  </a:lnTo>
                  <a:lnTo>
                    <a:pt x="7299" y="12714"/>
                  </a:lnTo>
                  <a:lnTo>
                    <a:pt x="7299" y="12565"/>
                  </a:lnTo>
                  <a:lnTo>
                    <a:pt x="7299" y="12524"/>
                  </a:lnTo>
                  <a:cubicBezTo>
                    <a:pt x="7299" y="12488"/>
                    <a:pt x="7299" y="12458"/>
                    <a:pt x="7305" y="12417"/>
                  </a:cubicBezTo>
                  <a:lnTo>
                    <a:pt x="7305" y="12369"/>
                  </a:lnTo>
                  <a:cubicBezTo>
                    <a:pt x="7305" y="12340"/>
                    <a:pt x="7305" y="12298"/>
                    <a:pt x="7311" y="12268"/>
                  </a:cubicBezTo>
                  <a:cubicBezTo>
                    <a:pt x="7311" y="12256"/>
                    <a:pt x="7311" y="12233"/>
                    <a:pt x="7322" y="12221"/>
                  </a:cubicBezTo>
                  <a:cubicBezTo>
                    <a:pt x="7322" y="12191"/>
                    <a:pt x="7328" y="12161"/>
                    <a:pt x="7328" y="12132"/>
                  </a:cubicBezTo>
                  <a:cubicBezTo>
                    <a:pt x="7334" y="12072"/>
                    <a:pt x="7340" y="12013"/>
                    <a:pt x="7340" y="11954"/>
                  </a:cubicBezTo>
                  <a:cubicBezTo>
                    <a:pt x="7340" y="11936"/>
                    <a:pt x="7352" y="11912"/>
                    <a:pt x="7352" y="11900"/>
                  </a:cubicBezTo>
                  <a:cubicBezTo>
                    <a:pt x="7358" y="11853"/>
                    <a:pt x="7358" y="11811"/>
                    <a:pt x="7364" y="11764"/>
                  </a:cubicBezTo>
                  <a:cubicBezTo>
                    <a:pt x="7364" y="11746"/>
                    <a:pt x="7370" y="11728"/>
                    <a:pt x="7370" y="11704"/>
                  </a:cubicBezTo>
                  <a:cubicBezTo>
                    <a:pt x="7382" y="11663"/>
                    <a:pt x="7388" y="11609"/>
                    <a:pt x="7394" y="11568"/>
                  </a:cubicBezTo>
                  <a:cubicBezTo>
                    <a:pt x="7394" y="11550"/>
                    <a:pt x="7400" y="11538"/>
                    <a:pt x="7400" y="11526"/>
                  </a:cubicBezTo>
                  <a:cubicBezTo>
                    <a:pt x="7411" y="11467"/>
                    <a:pt x="7423" y="11407"/>
                    <a:pt x="7429" y="11348"/>
                  </a:cubicBezTo>
                  <a:cubicBezTo>
                    <a:pt x="7429" y="11336"/>
                    <a:pt x="7441" y="11312"/>
                    <a:pt x="7441" y="11300"/>
                  </a:cubicBezTo>
                  <a:cubicBezTo>
                    <a:pt x="7447" y="11253"/>
                    <a:pt x="7453" y="11211"/>
                    <a:pt x="7471" y="11164"/>
                  </a:cubicBezTo>
                  <a:cubicBezTo>
                    <a:pt x="7477" y="11140"/>
                    <a:pt x="7477" y="11128"/>
                    <a:pt x="7483" y="11104"/>
                  </a:cubicBezTo>
                  <a:cubicBezTo>
                    <a:pt x="7489" y="11063"/>
                    <a:pt x="7507" y="11009"/>
                    <a:pt x="7512" y="10962"/>
                  </a:cubicBezTo>
                  <a:cubicBezTo>
                    <a:pt x="7512" y="10950"/>
                    <a:pt x="7518" y="10938"/>
                    <a:pt x="7518" y="10920"/>
                  </a:cubicBezTo>
                  <a:lnTo>
                    <a:pt x="7566" y="10742"/>
                  </a:lnTo>
                  <a:cubicBezTo>
                    <a:pt x="7572" y="10724"/>
                    <a:pt x="7572" y="10707"/>
                    <a:pt x="7578" y="10689"/>
                  </a:cubicBezTo>
                  <a:cubicBezTo>
                    <a:pt x="7596" y="10647"/>
                    <a:pt x="7602" y="10600"/>
                    <a:pt x="7619" y="10558"/>
                  </a:cubicBezTo>
                  <a:cubicBezTo>
                    <a:pt x="7625" y="10534"/>
                    <a:pt x="7631" y="10517"/>
                    <a:pt x="7631" y="10499"/>
                  </a:cubicBezTo>
                  <a:cubicBezTo>
                    <a:pt x="7649" y="10451"/>
                    <a:pt x="7661" y="10398"/>
                    <a:pt x="7679" y="10356"/>
                  </a:cubicBezTo>
                  <a:cubicBezTo>
                    <a:pt x="7685" y="10344"/>
                    <a:pt x="7685" y="10327"/>
                    <a:pt x="7691" y="10309"/>
                  </a:cubicBezTo>
                  <a:cubicBezTo>
                    <a:pt x="7714" y="10249"/>
                    <a:pt x="7726" y="10190"/>
                    <a:pt x="7750" y="10131"/>
                  </a:cubicBezTo>
                  <a:cubicBezTo>
                    <a:pt x="7756" y="10119"/>
                    <a:pt x="7768" y="10095"/>
                    <a:pt x="7768" y="10083"/>
                  </a:cubicBezTo>
                  <a:lnTo>
                    <a:pt x="7809" y="9947"/>
                  </a:lnTo>
                  <a:cubicBezTo>
                    <a:pt x="7815" y="9923"/>
                    <a:pt x="7827" y="9911"/>
                    <a:pt x="7833" y="9887"/>
                  </a:cubicBezTo>
                  <a:cubicBezTo>
                    <a:pt x="7845" y="9846"/>
                    <a:pt x="7869" y="9792"/>
                    <a:pt x="7887" y="9751"/>
                  </a:cubicBezTo>
                  <a:cubicBezTo>
                    <a:pt x="7892" y="9733"/>
                    <a:pt x="7892" y="9721"/>
                    <a:pt x="7898" y="9703"/>
                  </a:cubicBezTo>
                  <a:lnTo>
                    <a:pt x="7964" y="9525"/>
                  </a:lnTo>
                  <a:cubicBezTo>
                    <a:pt x="7976" y="9513"/>
                    <a:pt x="7982" y="9489"/>
                    <a:pt x="7987" y="9472"/>
                  </a:cubicBezTo>
                  <a:cubicBezTo>
                    <a:pt x="8005" y="9430"/>
                    <a:pt x="8023" y="9382"/>
                    <a:pt x="8041" y="9341"/>
                  </a:cubicBezTo>
                  <a:cubicBezTo>
                    <a:pt x="8047" y="9317"/>
                    <a:pt x="8053" y="9305"/>
                    <a:pt x="8065" y="9282"/>
                  </a:cubicBezTo>
                  <a:cubicBezTo>
                    <a:pt x="8082" y="9234"/>
                    <a:pt x="8100" y="9192"/>
                    <a:pt x="8124" y="9145"/>
                  </a:cubicBezTo>
                  <a:lnTo>
                    <a:pt x="8142" y="9103"/>
                  </a:lnTo>
                  <a:cubicBezTo>
                    <a:pt x="8172" y="9044"/>
                    <a:pt x="8195" y="8985"/>
                    <a:pt x="8225" y="8925"/>
                  </a:cubicBezTo>
                  <a:cubicBezTo>
                    <a:pt x="8231" y="8907"/>
                    <a:pt x="8243" y="8884"/>
                    <a:pt x="8249" y="8872"/>
                  </a:cubicBezTo>
                  <a:cubicBezTo>
                    <a:pt x="8272" y="8824"/>
                    <a:pt x="8290" y="8783"/>
                    <a:pt x="8308" y="8747"/>
                  </a:cubicBezTo>
                  <a:cubicBezTo>
                    <a:pt x="8314" y="8723"/>
                    <a:pt x="8332" y="8711"/>
                    <a:pt x="8338" y="8688"/>
                  </a:cubicBezTo>
                  <a:lnTo>
                    <a:pt x="8403" y="8551"/>
                  </a:lnTo>
                  <a:lnTo>
                    <a:pt x="8427" y="8510"/>
                  </a:lnTo>
                  <a:cubicBezTo>
                    <a:pt x="8457" y="8450"/>
                    <a:pt x="8486" y="8397"/>
                    <a:pt x="8516" y="8337"/>
                  </a:cubicBezTo>
                  <a:cubicBezTo>
                    <a:pt x="8522" y="8320"/>
                    <a:pt x="8528" y="8308"/>
                    <a:pt x="8546" y="8284"/>
                  </a:cubicBezTo>
                  <a:cubicBezTo>
                    <a:pt x="8569" y="8242"/>
                    <a:pt x="8587" y="8201"/>
                    <a:pt x="8611" y="8159"/>
                  </a:cubicBezTo>
                  <a:cubicBezTo>
                    <a:pt x="8617" y="8136"/>
                    <a:pt x="8635" y="8124"/>
                    <a:pt x="8641" y="8100"/>
                  </a:cubicBezTo>
                  <a:cubicBezTo>
                    <a:pt x="8664" y="8052"/>
                    <a:pt x="8694" y="8011"/>
                    <a:pt x="8718" y="7975"/>
                  </a:cubicBezTo>
                  <a:lnTo>
                    <a:pt x="8736" y="7928"/>
                  </a:lnTo>
                  <a:cubicBezTo>
                    <a:pt x="8765" y="7868"/>
                    <a:pt x="8807" y="7815"/>
                    <a:pt x="8837" y="7767"/>
                  </a:cubicBezTo>
                  <a:cubicBezTo>
                    <a:pt x="8843" y="7750"/>
                    <a:pt x="8854" y="7738"/>
                    <a:pt x="8866" y="7720"/>
                  </a:cubicBezTo>
                  <a:cubicBezTo>
                    <a:pt x="8884" y="7678"/>
                    <a:pt x="8914" y="7637"/>
                    <a:pt x="8938" y="7595"/>
                  </a:cubicBezTo>
                  <a:cubicBezTo>
                    <a:pt x="8955" y="7571"/>
                    <a:pt x="8961" y="7560"/>
                    <a:pt x="8973" y="7536"/>
                  </a:cubicBezTo>
                  <a:cubicBezTo>
                    <a:pt x="9003" y="7488"/>
                    <a:pt x="9027" y="7453"/>
                    <a:pt x="9056" y="7411"/>
                  </a:cubicBezTo>
                  <a:cubicBezTo>
                    <a:pt x="9062" y="7393"/>
                    <a:pt x="9080" y="7381"/>
                    <a:pt x="9086" y="7364"/>
                  </a:cubicBezTo>
                  <a:cubicBezTo>
                    <a:pt x="9122" y="7310"/>
                    <a:pt x="9163" y="7263"/>
                    <a:pt x="9199" y="7203"/>
                  </a:cubicBezTo>
                  <a:cubicBezTo>
                    <a:pt x="9205" y="7185"/>
                    <a:pt x="9223" y="7174"/>
                    <a:pt x="9229" y="7156"/>
                  </a:cubicBezTo>
                  <a:cubicBezTo>
                    <a:pt x="9258" y="7120"/>
                    <a:pt x="9288" y="7073"/>
                    <a:pt x="9312" y="7037"/>
                  </a:cubicBezTo>
                  <a:cubicBezTo>
                    <a:pt x="9324" y="7025"/>
                    <a:pt x="9329" y="7001"/>
                    <a:pt x="9347" y="6984"/>
                  </a:cubicBezTo>
                  <a:cubicBezTo>
                    <a:pt x="9377" y="6948"/>
                    <a:pt x="9407" y="6906"/>
                    <a:pt x="9436" y="6865"/>
                  </a:cubicBezTo>
                  <a:cubicBezTo>
                    <a:pt x="9442" y="6853"/>
                    <a:pt x="9460" y="6835"/>
                    <a:pt x="9466" y="6829"/>
                  </a:cubicBezTo>
                  <a:cubicBezTo>
                    <a:pt x="9502" y="6776"/>
                    <a:pt x="9549" y="6728"/>
                    <a:pt x="9585" y="6675"/>
                  </a:cubicBezTo>
                  <a:cubicBezTo>
                    <a:pt x="9591" y="6657"/>
                    <a:pt x="9609" y="6651"/>
                    <a:pt x="9614" y="6639"/>
                  </a:cubicBezTo>
                  <a:cubicBezTo>
                    <a:pt x="9644" y="6598"/>
                    <a:pt x="9674" y="6556"/>
                    <a:pt x="9704" y="6520"/>
                  </a:cubicBezTo>
                  <a:cubicBezTo>
                    <a:pt x="9715" y="6503"/>
                    <a:pt x="9733" y="6491"/>
                    <a:pt x="9739" y="6467"/>
                  </a:cubicBezTo>
                  <a:cubicBezTo>
                    <a:pt x="9769" y="6431"/>
                    <a:pt x="9804" y="6384"/>
                    <a:pt x="9834" y="6348"/>
                  </a:cubicBezTo>
                  <a:cubicBezTo>
                    <a:pt x="9846" y="6330"/>
                    <a:pt x="9858" y="6324"/>
                    <a:pt x="9864" y="6313"/>
                  </a:cubicBezTo>
                  <a:cubicBezTo>
                    <a:pt x="9911" y="6259"/>
                    <a:pt x="9947" y="6212"/>
                    <a:pt x="9994" y="6164"/>
                  </a:cubicBezTo>
                  <a:cubicBezTo>
                    <a:pt x="10000" y="6146"/>
                    <a:pt x="10012" y="6140"/>
                    <a:pt x="10024" y="6123"/>
                  </a:cubicBezTo>
                  <a:cubicBezTo>
                    <a:pt x="10054" y="6087"/>
                    <a:pt x="10090" y="6051"/>
                    <a:pt x="10125" y="6016"/>
                  </a:cubicBezTo>
                  <a:cubicBezTo>
                    <a:pt x="10143" y="5998"/>
                    <a:pt x="10155" y="5986"/>
                    <a:pt x="10161" y="5968"/>
                  </a:cubicBezTo>
                  <a:cubicBezTo>
                    <a:pt x="10202" y="5933"/>
                    <a:pt x="10232" y="5897"/>
                    <a:pt x="10268" y="5855"/>
                  </a:cubicBezTo>
                  <a:lnTo>
                    <a:pt x="10297" y="5826"/>
                  </a:lnTo>
                  <a:cubicBezTo>
                    <a:pt x="10339" y="5784"/>
                    <a:pt x="10386" y="5737"/>
                    <a:pt x="10428" y="5689"/>
                  </a:cubicBezTo>
                  <a:lnTo>
                    <a:pt x="10458" y="5659"/>
                  </a:lnTo>
                  <a:lnTo>
                    <a:pt x="10570" y="5547"/>
                  </a:lnTo>
                  <a:lnTo>
                    <a:pt x="10606" y="5511"/>
                  </a:lnTo>
                  <a:cubicBezTo>
                    <a:pt x="10648" y="5469"/>
                    <a:pt x="10683" y="5434"/>
                    <a:pt x="10719" y="5404"/>
                  </a:cubicBezTo>
                  <a:cubicBezTo>
                    <a:pt x="10725" y="5398"/>
                    <a:pt x="10743" y="5392"/>
                    <a:pt x="10749" y="5374"/>
                  </a:cubicBezTo>
                  <a:cubicBezTo>
                    <a:pt x="10796" y="5333"/>
                    <a:pt x="10844" y="5285"/>
                    <a:pt x="10891" y="5250"/>
                  </a:cubicBezTo>
                  <a:cubicBezTo>
                    <a:pt x="10897" y="5244"/>
                    <a:pt x="10903" y="5232"/>
                    <a:pt x="10921" y="5226"/>
                  </a:cubicBezTo>
                  <a:cubicBezTo>
                    <a:pt x="10956" y="5190"/>
                    <a:pt x="10992" y="5161"/>
                    <a:pt x="11040" y="5125"/>
                  </a:cubicBezTo>
                  <a:cubicBezTo>
                    <a:pt x="11051" y="5107"/>
                    <a:pt x="11069" y="5101"/>
                    <a:pt x="11075" y="5083"/>
                  </a:cubicBezTo>
                  <a:cubicBezTo>
                    <a:pt x="11111" y="5054"/>
                    <a:pt x="11158" y="5018"/>
                    <a:pt x="11194" y="4988"/>
                  </a:cubicBezTo>
                  <a:cubicBezTo>
                    <a:pt x="11200" y="4982"/>
                    <a:pt x="11212" y="4977"/>
                    <a:pt x="11224" y="4965"/>
                  </a:cubicBezTo>
                  <a:cubicBezTo>
                    <a:pt x="11277" y="4929"/>
                    <a:pt x="11319" y="4887"/>
                    <a:pt x="11372" y="4846"/>
                  </a:cubicBezTo>
                  <a:lnTo>
                    <a:pt x="11461" y="4781"/>
                  </a:lnTo>
                  <a:cubicBezTo>
                    <a:pt x="11479" y="4775"/>
                    <a:pt x="11485" y="4769"/>
                    <a:pt x="11497" y="4757"/>
                  </a:cubicBezTo>
                  <a:cubicBezTo>
                    <a:pt x="11538" y="4739"/>
                    <a:pt x="11568" y="4709"/>
                    <a:pt x="11604" y="4686"/>
                  </a:cubicBezTo>
                  <a:cubicBezTo>
                    <a:pt x="11616" y="4680"/>
                    <a:pt x="11633" y="4662"/>
                    <a:pt x="11645" y="4656"/>
                  </a:cubicBezTo>
                  <a:cubicBezTo>
                    <a:pt x="11669" y="4638"/>
                    <a:pt x="11699" y="4620"/>
                    <a:pt x="11722" y="4602"/>
                  </a:cubicBezTo>
                  <a:cubicBezTo>
                    <a:pt x="11734" y="4597"/>
                    <a:pt x="11752" y="4579"/>
                    <a:pt x="11764" y="4573"/>
                  </a:cubicBezTo>
                  <a:lnTo>
                    <a:pt x="11835" y="4531"/>
                  </a:lnTo>
                  <a:cubicBezTo>
                    <a:pt x="11847" y="4519"/>
                    <a:pt x="11865" y="4507"/>
                    <a:pt x="11883" y="4501"/>
                  </a:cubicBezTo>
                  <a:lnTo>
                    <a:pt x="11954" y="4454"/>
                  </a:lnTo>
                  <a:cubicBezTo>
                    <a:pt x="11966" y="4448"/>
                    <a:pt x="11984" y="4430"/>
                    <a:pt x="11996" y="4424"/>
                  </a:cubicBezTo>
                  <a:cubicBezTo>
                    <a:pt x="12019" y="4412"/>
                    <a:pt x="12049" y="4395"/>
                    <a:pt x="12073" y="4383"/>
                  </a:cubicBezTo>
                  <a:lnTo>
                    <a:pt x="12114" y="4359"/>
                  </a:lnTo>
                  <a:cubicBezTo>
                    <a:pt x="12150" y="4335"/>
                    <a:pt x="12197" y="4311"/>
                    <a:pt x="12233" y="4294"/>
                  </a:cubicBezTo>
                  <a:lnTo>
                    <a:pt x="4959" y="1"/>
                  </a:lnTo>
                  <a:close/>
                  <a:moveTo>
                    <a:pt x="8605" y="15819"/>
                  </a:moveTo>
                  <a:cubicBezTo>
                    <a:pt x="8605" y="15819"/>
                    <a:pt x="8605" y="15819"/>
                    <a:pt x="8605" y="15819"/>
                  </a:cubicBezTo>
                  <a:cubicBezTo>
                    <a:pt x="8607" y="15820"/>
                    <a:pt x="8609" y="15821"/>
                    <a:pt x="8610" y="15822"/>
                  </a:cubicBezTo>
                  <a:lnTo>
                    <a:pt x="8610" y="15822"/>
                  </a:lnTo>
                  <a:lnTo>
                    <a:pt x="8605" y="15819"/>
                  </a:lnTo>
                  <a:close/>
                  <a:moveTo>
                    <a:pt x="8610" y="15822"/>
                  </a:moveTo>
                  <a:lnTo>
                    <a:pt x="8676" y="15861"/>
                  </a:lnTo>
                  <a:cubicBezTo>
                    <a:pt x="8660" y="15850"/>
                    <a:pt x="8633" y="15834"/>
                    <a:pt x="8610" y="15822"/>
                  </a:cubicBezTo>
                  <a:close/>
                </a:path>
              </a:pathLst>
            </a:custGeom>
            <a:solidFill>
              <a:srgbClr val="979797">
                <a:alpha val="4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5">
              <a:extLst>
                <a:ext uri="{FF2B5EF4-FFF2-40B4-BE49-F238E27FC236}">
                  <a16:creationId xmlns:a16="http://schemas.microsoft.com/office/drawing/2014/main" id="{77D5E38C-950F-3F8F-1737-5AC4D6AD5126}"/>
                </a:ext>
              </a:extLst>
            </p:cNvPr>
            <p:cNvSpPr/>
            <p:nvPr/>
          </p:nvSpPr>
          <p:spPr>
            <a:xfrm>
              <a:off x="9706338" y="-1666865"/>
              <a:ext cx="130405" cy="2622401"/>
            </a:xfrm>
            <a:custGeom>
              <a:avLst/>
              <a:gdLst/>
              <a:ahLst/>
              <a:cxnLst/>
              <a:rect l="l" t="t" r="r" b="b"/>
              <a:pathLst>
                <a:path w="601" h="12459" extrusionOk="0">
                  <a:moveTo>
                    <a:pt x="1" y="1"/>
                  </a:moveTo>
                  <a:lnTo>
                    <a:pt x="30" y="12132"/>
                  </a:lnTo>
                  <a:lnTo>
                    <a:pt x="600" y="12458"/>
                  </a:lnTo>
                  <a:lnTo>
                    <a:pt x="565"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5">
              <a:extLst>
                <a:ext uri="{FF2B5EF4-FFF2-40B4-BE49-F238E27FC236}">
                  <a16:creationId xmlns:a16="http://schemas.microsoft.com/office/drawing/2014/main" id="{A6E0B3BD-4275-FF22-9385-31E0B1E3A203}"/>
                </a:ext>
              </a:extLst>
            </p:cNvPr>
            <p:cNvSpPr/>
            <p:nvPr/>
          </p:nvSpPr>
          <p:spPr>
            <a:xfrm>
              <a:off x="9706338" y="-4241474"/>
              <a:ext cx="4718447" cy="2643660"/>
            </a:xfrm>
            <a:custGeom>
              <a:avLst/>
              <a:gdLst/>
              <a:ahLst/>
              <a:cxnLst/>
              <a:rect l="l" t="t" r="r" b="b"/>
              <a:pathLst>
                <a:path w="21746" h="12560" extrusionOk="0">
                  <a:moveTo>
                    <a:pt x="21175" y="0"/>
                  </a:moveTo>
                  <a:lnTo>
                    <a:pt x="1" y="12233"/>
                  </a:lnTo>
                  <a:lnTo>
                    <a:pt x="565" y="12559"/>
                  </a:lnTo>
                  <a:lnTo>
                    <a:pt x="21745" y="333"/>
                  </a:lnTo>
                  <a:lnTo>
                    <a:pt x="211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5">
              <a:extLst>
                <a:ext uri="{FF2B5EF4-FFF2-40B4-BE49-F238E27FC236}">
                  <a16:creationId xmlns:a16="http://schemas.microsoft.com/office/drawing/2014/main" id="{0157888B-5AA3-279C-7E66-22600628C83C}"/>
                </a:ext>
              </a:extLst>
            </p:cNvPr>
            <p:cNvSpPr/>
            <p:nvPr/>
          </p:nvSpPr>
          <p:spPr>
            <a:xfrm>
              <a:off x="9828714" y="-4171594"/>
              <a:ext cx="4602363" cy="5127143"/>
            </a:xfrm>
            <a:custGeom>
              <a:avLst/>
              <a:gdLst/>
              <a:ahLst/>
              <a:cxnLst/>
              <a:rect l="l" t="t" r="r" b="b"/>
              <a:pathLst>
                <a:path w="21211" h="24359" extrusionOk="0">
                  <a:moveTo>
                    <a:pt x="21181" y="1"/>
                  </a:moveTo>
                  <a:lnTo>
                    <a:pt x="1" y="12227"/>
                  </a:lnTo>
                  <a:lnTo>
                    <a:pt x="36" y="24358"/>
                  </a:lnTo>
                  <a:lnTo>
                    <a:pt x="21211" y="12132"/>
                  </a:lnTo>
                  <a:lnTo>
                    <a:pt x="211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5">
              <a:extLst>
                <a:ext uri="{FF2B5EF4-FFF2-40B4-BE49-F238E27FC236}">
                  <a16:creationId xmlns:a16="http://schemas.microsoft.com/office/drawing/2014/main" id="{7EF635CF-A78B-8111-500D-967CC0F5633E}"/>
                </a:ext>
              </a:extLst>
            </p:cNvPr>
            <p:cNvSpPr/>
            <p:nvPr/>
          </p:nvSpPr>
          <p:spPr>
            <a:xfrm>
              <a:off x="9931779" y="-4022784"/>
              <a:ext cx="4396232" cy="4830784"/>
            </a:xfrm>
            <a:custGeom>
              <a:avLst/>
              <a:gdLst/>
              <a:ahLst/>
              <a:cxnLst/>
              <a:rect l="l" t="t" r="r" b="b"/>
              <a:pathLst>
                <a:path w="20261" h="22951" extrusionOk="0">
                  <a:moveTo>
                    <a:pt x="20261" y="0"/>
                  </a:moveTo>
                  <a:lnTo>
                    <a:pt x="1" y="11698"/>
                  </a:lnTo>
                  <a:lnTo>
                    <a:pt x="1" y="22951"/>
                  </a:lnTo>
                  <a:lnTo>
                    <a:pt x="20261" y="11253"/>
                  </a:lnTo>
                  <a:lnTo>
                    <a:pt x="202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5">
              <a:extLst>
                <a:ext uri="{FF2B5EF4-FFF2-40B4-BE49-F238E27FC236}">
                  <a16:creationId xmlns:a16="http://schemas.microsoft.com/office/drawing/2014/main" id="{391026FE-ACB4-0457-CD5A-5CAA7987678C}"/>
                </a:ext>
              </a:extLst>
            </p:cNvPr>
            <p:cNvSpPr/>
            <p:nvPr/>
          </p:nvSpPr>
          <p:spPr>
            <a:xfrm>
              <a:off x="9875147" y="-3484162"/>
              <a:ext cx="4508410" cy="2543681"/>
            </a:xfrm>
            <a:custGeom>
              <a:avLst/>
              <a:gdLst/>
              <a:ahLst/>
              <a:cxnLst/>
              <a:rect l="l" t="t" r="r" b="b"/>
              <a:pathLst>
                <a:path w="20778" h="12085" extrusionOk="0">
                  <a:moveTo>
                    <a:pt x="20700" y="1"/>
                  </a:moveTo>
                  <a:lnTo>
                    <a:pt x="0" y="11948"/>
                  </a:lnTo>
                  <a:lnTo>
                    <a:pt x="78" y="12084"/>
                  </a:lnTo>
                  <a:lnTo>
                    <a:pt x="20777"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5">
              <a:extLst>
                <a:ext uri="{FF2B5EF4-FFF2-40B4-BE49-F238E27FC236}">
                  <a16:creationId xmlns:a16="http://schemas.microsoft.com/office/drawing/2014/main" id="{0EBB43BF-1136-B4BA-94E5-AEDFBDA04CF7}"/>
                </a:ext>
              </a:extLst>
            </p:cNvPr>
            <p:cNvSpPr/>
            <p:nvPr/>
          </p:nvSpPr>
          <p:spPr>
            <a:xfrm>
              <a:off x="9875147" y="-2879238"/>
              <a:ext cx="4508410" cy="2543681"/>
            </a:xfrm>
            <a:custGeom>
              <a:avLst/>
              <a:gdLst/>
              <a:ahLst/>
              <a:cxnLst/>
              <a:rect l="l" t="t" r="r" b="b"/>
              <a:pathLst>
                <a:path w="20778" h="12085" extrusionOk="0">
                  <a:moveTo>
                    <a:pt x="20700" y="1"/>
                  </a:moveTo>
                  <a:lnTo>
                    <a:pt x="0" y="11942"/>
                  </a:lnTo>
                  <a:lnTo>
                    <a:pt x="78" y="12084"/>
                  </a:lnTo>
                  <a:lnTo>
                    <a:pt x="20777"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5">
              <a:extLst>
                <a:ext uri="{FF2B5EF4-FFF2-40B4-BE49-F238E27FC236}">
                  <a16:creationId xmlns:a16="http://schemas.microsoft.com/office/drawing/2014/main" id="{0A3B680A-BB08-51B9-EBB2-F88BE21526C9}"/>
                </a:ext>
              </a:extLst>
            </p:cNvPr>
            <p:cNvSpPr/>
            <p:nvPr/>
          </p:nvSpPr>
          <p:spPr>
            <a:xfrm>
              <a:off x="9873845" y="-2275577"/>
              <a:ext cx="4509712" cy="2544944"/>
            </a:xfrm>
            <a:custGeom>
              <a:avLst/>
              <a:gdLst/>
              <a:ahLst/>
              <a:cxnLst/>
              <a:rect l="l" t="t" r="r" b="b"/>
              <a:pathLst>
                <a:path w="20784" h="12091" extrusionOk="0">
                  <a:moveTo>
                    <a:pt x="20700" y="1"/>
                  </a:moveTo>
                  <a:lnTo>
                    <a:pt x="1" y="11948"/>
                  </a:lnTo>
                  <a:lnTo>
                    <a:pt x="84" y="12090"/>
                  </a:lnTo>
                  <a:lnTo>
                    <a:pt x="20783"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5">
              <a:extLst>
                <a:ext uri="{FF2B5EF4-FFF2-40B4-BE49-F238E27FC236}">
                  <a16:creationId xmlns:a16="http://schemas.microsoft.com/office/drawing/2014/main" id="{6F28F77A-840B-6BCB-F329-105E5C207D2B}"/>
                </a:ext>
              </a:extLst>
            </p:cNvPr>
            <p:cNvSpPr/>
            <p:nvPr/>
          </p:nvSpPr>
          <p:spPr>
            <a:xfrm>
              <a:off x="13607610" y="-3656546"/>
              <a:ext cx="36236" cy="2419917"/>
            </a:xfrm>
            <a:custGeom>
              <a:avLst/>
              <a:gdLst/>
              <a:ahLst/>
              <a:cxnLst/>
              <a:rect l="l" t="t" r="r" b="b"/>
              <a:pathLst>
                <a:path w="167" h="11497" extrusionOk="0">
                  <a:moveTo>
                    <a:pt x="1" y="0"/>
                  </a:moveTo>
                  <a:lnTo>
                    <a:pt x="1" y="11496"/>
                  </a:lnTo>
                  <a:lnTo>
                    <a:pt x="167" y="11496"/>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5">
              <a:extLst>
                <a:ext uri="{FF2B5EF4-FFF2-40B4-BE49-F238E27FC236}">
                  <a16:creationId xmlns:a16="http://schemas.microsoft.com/office/drawing/2014/main" id="{D5E2B6A0-3637-40D4-1853-540F892DCA04}"/>
                </a:ext>
              </a:extLst>
            </p:cNvPr>
            <p:cNvSpPr/>
            <p:nvPr/>
          </p:nvSpPr>
          <p:spPr>
            <a:xfrm>
              <a:off x="12860336" y="-3237899"/>
              <a:ext cx="36236" cy="2419917"/>
            </a:xfrm>
            <a:custGeom>
              <a:avLst/>
              <a:gdLst/>
              <a:ahLst/>
              <a:cxnLst/>
              <a:rect l="l" t="t" r="r" b="b"/>
              <a:pathLst>
                <a:path w="167" h="11497" extrusionOk="0">
                  <a:moveTo>
                    <a:pt x="1" y="1"/>
                  </a:moveTo>
                  <a:lnTo>
                    <a:pt x="1" y="11496"/>
                  </a:lnTo>
                  <a:lnTo>
                    <a:pt x="167" y="11496"/>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5">
              <a:extLst>
                <a:ext uri="{FF2B5EF4-FFF2-40B4-BE49-F238E27FC236}">
                  <a16:creationId xmlns:a16="http://schemas.microsoft.com/office/drawing/2014/main" id="{C4DF7C4A-1A8A-761E-523D-DC626A7DA98E}"/>
                </a:ext>
              </a:extLst>
            </p:cNvPr>
            <p:cNvSpPr/>
            <p:nvPr/>
          </p:nvSpPr>
          <p:spPr>
            <a:xfrm>
              <a:off x="12111761" y="-2816725"/>
              <a:ext cx="36236" cy="2419917"/>
            </a:xfrm>
            <a:custGeom>
              <a:avLst/>
              <a:gdLst/>
              <a:ahLst/>
              <a:cxnLst/>
              <a:rect l="l" t="t" r="r" b="b"/>
              <a:pathLst>
                <a:path w="167" h="11497" extrusionOk="0">
                  <a:moveTo>
                    <a:pt x="1" y="1"/>
                  </a:moveTo>
                  <a:lnTo>
                    <a:pt x="1" y="11496"/>
                  </a:lnTo>
                  <a:lnTo>
                    <a:pt x="167" y="11496"/>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5">
              <a:extLst>
                <a:ext uri="{FF2B5EF4-FFF2-40B4-BE49-F238E27FC236}">
                  <a16:creationId xmlns:a16="http://schemas.microsoft.com/office/drawing/2014/main" id="{5D6A10DA-97FC-F42A-0A05-A3F18848466F}"/>
                </a:ext>
              </a:extLst>
            </p:cNvPr>
            <p:cNvSpPr/>
            <p:nvPr/>
          </p:nvSpPr>
          <p:spPr>
            <a:xfrm>
              <a:off x="11363185" y="-2399340"/>
              <a:ext cx="35151" cy="2421180"/>
            </a:xfrm>
            <a:custGeom>
              <a:avLst/>
              <a:gdLst/>
              <a:ahLst/>
              <a:cxnLst/>
              <a:rect l="l" t="t" r="r" b="b"/>
              <a:pathLst>
                <a:path w="162" h="11503" extrusionOk="0">
                  <a:moveTo>
                    <a:pt x="1" y="1"/>
                  </a:moveTo>
                  <a:lnTo>
                    <a:pt x="1" y="11503"/>
                  </a:lnTo>
                  <a:lnTo>
                    <a:pt x="161" y="11503"/>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5">
              <a:extLst>
                <a:ext uri="{FF2B5EF4-FFF2-40B4-BE49-F238E27FC236}">
                  <a16:creationId xmlns:a16="http://schemas.microsoft.com/office/drawing/2014/main" id="{800D88EE-6165-D66A-2EFE-41CBCE0379D5}"/>
                </a:ext>
              </a:extLst>
            </p:cNvPr>
            <p:cNvSpPr/>
            <p:nvPr/>
          </p:nvSpPr>
          <p:spPr>
            <a:xfrm>
              <a:off x="10614610" y="-1979219"/>
              <a:ext cx="35151" cy="2419707"/>
            </a:xfrm>
            <a:custGeom>
              <a:avLst/>
              <a:gdLst/>
              <a:ahLst/>
              <a:cxnLst/>
              <a:rect l="l" t="t" r="r" b="b"/>
              <a:pathLst>
                <a:path w="162" h="11496" extrusionOk="0">
                  <a:moveTo>
                    <a:pt x="1" y="0"/>
                  </a:moveTo>
                  <a:lnTo>
                    <a:pt x="1" y="11496"/>
                  </a:lnTo>
                  <a:lnTo>
                    <a:pt x="161" y="11496"/>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5">
              <a:extLst>
                <a:ext uri="{FF2B5EF4-FFF2-40B4-BE49-F238E27FC236}">
                  <a16:creationId xmlns:a16="http://schemas.microsoft.com/office/drawing/2014/main" id="{045BBEF7-F0FD-DED2-96F6-A2B4BA3E567F}"/>
                </a:ext>
              </a:extLst>
            </p:cNvPr>
            <p:cNvSpPr/>
            <p:nvPr/>
          </p:nvSpPr>
          <p:spPr>
            <a:xfrm>
              <a:off x="9042818" y="-851881"/>
              <a:ext cx="768109" cy="505368"/>
            </a:xfrm>
            <a:custGeom>
              <a:avLst/>
              <a:gdLst/>
              <a:ahLst/>
              <a:cxnLst/>
              <a:rect l="l" t="t" r="r" b="b"/>
              <a:pathLst>
                <a:path w="3540" h="2401" extrusionOk="0">
                  <a:moveTo>
                    <a:pt x="476" y="2292"/>
                  </a:moveTo>
                  <a:cubicBezTo>
                    <a:pt x="482" y="2292"/>
                    <a:pt x="482" y="2292"/>
                    <a:pt x="476" y="2304"/>
                  </a:cubicBezTo>
                  <a:lnTo>
                    <a:pt x="476" y="2292"/>
                  </a:lnTo>
                  <a:close/>
                  <a:moveTo>
                    <a:pt x="470" y="2316"/>
                  </a:moveTo>
                  <a:cubicBezTo>
                    <a:pt x="476" y="2316"/>
                    <a:pt x="470" y="2316"/>
                    <a:pt x="470" y="2322"/>
                  </a:cubicBezTo>
                  <a:lnTo>
                    <a:pt x="470" y="2316"/>
                  </a:lnTo>
                  <a:close/>
                  <a:moveTo>
                    <a:pt x="3154" y="0"/>
                  </a:moveTo>
                  <a:cubicBezTo>
                    <a:pt x="3148" y="0"/>
                    <a:pt x="3142" y="6"/>
                    <a:pt x="3142" y="6"/>
                  </a:cubicBezTo>
                  <a:lnTo>
                    <a:pt x="72" y="1787"/>
                  </a:lnTo>
                  <a:cubicBezTo>
                    <a:pt x="30" y="1811"/>
                    <a:pt x="1" y="1871"/>
                    <a:pt x="1" y="1942"/>
                  </a:cubicBezTo>
                  <a:cubicBezTo>
                    <a:pt x="6" y="2102"/>
                    <a:pt x="107" y="2286"/>
                    <a:pt x="244" y="2369"/>
                  </a:cubicBezTo>
                  <a:cubicBezTo>
                    <a:pt x="281" y="2390"/>
                    <a:pt x="320" y="2400"/>
                    <a:pt x="354" y="2400"/>
                  </a:cubicBezTo>
                  <a:cubicBezTo>
                    <a:pt x="381" y="2400"/>
                    <a:pt x="404" y="2394"/>
                    <a:pt x="422" y="2381"/>
                  </a:cubicBezTo>
                  <a:lnTo>
                    <a:pt x="416" y="2381"/>
                  </a:lnTo>
                  <a:lnTo>
                    <a:pt x="3480" y="600"/>
                  </a:lnTo>
                  <a:cubicBezTo>
                    <a:pt x="3486" y="600"/>
                    <a:pt x="3486" y="594"/>
                    <a:pt x="3498" y="594"/>
                  </a:cubicBezTo>
                  <a:lnTo>
                    <a:pt x="3504" y="588"/>
                  </a:lnTo>
                  <a:lnTo>
                    <a:pt x="3510" y="576"/>
                  </a:lnTo>
                  <a:lnTo>
                    <a:pt x="3516" y="570"/>
                  </a:lnTo>
                  <a:lnTo>
                    <a:pt x="3528" y="564"/>
                  </a:lnTo>
                  <a:lnTo>
                    <a:pt x="3528" y="558"/>
                  </a:lnTo>
                  <a:cubicBezTo>
                    <a:pt x="3528" y="546"/>
                    <a:pt x="3534" y="546"/>
                    <a:pt x="3534" y="540"/>
                  </a:cubicBezTo>
                  <a:lnTo>
                    <a:pt x="3534" y="534"/>
                  </a:lnTo>
                  <a:cubicBezTo>
                    <a:pt x="3534" y="529"/>
                    <a:pt x="3540" y="529"/>
                    <a:pt x="3540" y="517"/>
                  </a:cubicBezTo>
                  <a:lnTo>
                    <a:pt x="3540" y="511"/>
                  </a:lnTo>
                  <a:lnTo>
                    <a:pt x="3540" y="499"/>
                  </a:lnTo>
                  <a:lnTo>
                    <a:pt x="3540" y="487"/>
                  </a:lnTo>
                  <a:lnTo>
                    <a:pt x="3540" y="481"/>
                  </a:lnTo>
                  <a:lnTo>
                    <a:pt x="3540" y="475"/>
                  </a:lnTo>
                  <a:lnTo>
                    <a:pt x="3540" y="469"/>
                  </a:lnTo>
                  <a:lnTo>
                    <a:pt x="3540" y="445"/>
                  </a:lnTo>
                  <a:lnTo>
                    <a:pt x="3540" y="416"/>
                  </a:lnTo>
                  <a:cubicBezTo>
                    <a:pt x="3540" y="410"/>
                    <a:pt x="3540" y="392"/>
                    <a:pt x="3534" y="386"/>
                  </a:cubicBezTo>
                  <a:lnTo>
                    <a:pt x="3534" y="368"/>
                  </a:lnTo>
                  <a:cubicBezTo>
                    <a:pt x="3534" y="362"/>
                    <a:pt x="3534" y="356"/>
                    <a:pt x="3528" y="350"/>
                  </a:cubicBezTo>
                  <a:lnTo>
                    <a:pt x="3528" y="339"/>
                  </a:lnTo>
                  <a:lnTo>
                    <a:pt x="3528" y="333"/>
                  </a:lnTo>
                  <a:cubicBezTo>
                    <a:pt x="3528" y="327"/>
                    <a:pt x="3516" y="309"/>
                    <a:pt x="3516" y="303"/>
                  </a:cubicBezTo>
                  <a:lnTo>
                    <a:pt x="3516" y="297"/>
                  </a:lnTo>
                  <a:cubicBezTo>
                    <a:pt x="3510" y="279"/>
                    <a:pt x="3510" y="273"/>
                    <a:pt x="3504" y="261"/>
                  </a:cubicBezTo>
                  <a:cubicBezTo>
                    <a:pt x="3504" y="249"/>
                    <a:pt x="3504" y="249"/>
                    <a:pt x="3498" y="244"/>
                  </a:cubicBezTo>
                  <a:cubicBezTo>
                    <a:pt x="3486" y="238"/>
                    <a:pt x="3486" y="232"/>
                    <a:pt x="3480" y="220"/>
                  </a:cubicBezTo>
                  <a:cubicBezTo>
                    <a:pt x="3480" y="214"/>
                    <a:pt x="3474" y="214"/>
                    <a:pt x="3474" y="208"/>
                  </a:cubicBezTo>
                  <a:cubicBezTo>
                    <a:pt x="3468" y="202"/>
                    <a:pt x="3456" y="184"/>
                    <a:pt x="3456" y="178"/>
                  </a:cubicBezTo>
                  <a:lnTo>
                    <a:pt x="3456" y="172"/>
                  </a:lnTo>
                  <a:cubicBezTo>
                    <a:pt x="3450" y="160"/>
                    <a:pt x="3445" y="148"/>
                    <a:pt x="3439" y="143"/>
                  </a:cubicBezTo>
                  <a:lnTo>
                    <a:pt x="3427" y="131"/>
                  </a:lnTo>
                  <a:cubicBezTo>
                    <a:pt x="3421" y="125"/>
                    <a:pt x="3415" y="119"/>
                    <a:pt x="3415" y="113"/>
                  </a:cubicBezTo>
                  <a:lnTo>
                    <a:pt x="3409" y="101"/>
                  </a:lnTo>
                  <a:lnTo>
                    <a:pt x="3385" y="83"/>
                  </a:lnTo>
                  <a:cubicBezTo>
                    <a:pt x="3379" y="71"/>
                    <a:pt x="3361" y="65"/>
                    <a:pt x="3355" y="59"/>
                  </a:cubicBezTo>
                  <a:lnTo>
                    <a:pt x="3350" y="53"/>
                  </a:lnTo>
                  <a:lnTo>
                    <a:pt x="3338" y="42"/>
                  </a:lnTo>
                  <a:cubicBezTo>
                    <a:pt x="3332" y="36"/>
                    <a:pt x="3326" y="36"/>
                    <a:pt x="3320" y="30"/>
                  </a:cubicBezTo>
                  <a:cubicBezTo>
                    <a:pt x="3308" y="24"/>
                    <a:pt x="3302" y="24"/>
                    <a:pt x="3296" y="12"/>
                  </a:cubicBezTo>
                  <a:cubicBezTo>
                    <a:pt x="3290" y="6"/>
                    <a:pt x="3272" y="6"/>
                    <a:pt x="3266" y="6"/>
                  </a:cubicBezTo>
                  <a:lnTo>
                    <a:pt x="3260" y="6"/>
                  </a:lnTo>
                  <a:cubicBezTo>
                    <a:pt x="3249" y="6"/>
                    <a:pt x="3243" y="6"/>
                    <a:pt x="32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5">
              <a:extLst>
                <a:ext uri="{FF2B5EF4-FFF2-40B4-BE49-F238E27FC236}">
                  <a16:creationId xmlns:a16="http://schemas.microsoft.com/office/drawing/2014/main" id="{8F6D5EF9-3F65-1C52-9A8F-7B1FEAF9F35B}"/>
                </a:ext>
              </a:extLst>
            </p:cNvPr>
            <p:cNvSpPr/>
            <p:nvPr/>
          </p:nvSpPr>
          <p:spPr>
            <a:xfrm>
              <a:off x="6390040" y="-975644"/>
              <a:ext cx="4133469" cy="3953703"/>
            </a:xfrm>
            <a:custGeom>
              <a:avLst/>
              <a:gdLst/>
              <a:ahLst/>
              <a:cxnLst/>
              <a:rect l="l" t="t" r="r" b="b"/>
              <a:pathLst>
                <a:path w="19050" h="18784" extrusionOk="0">
                  <a:moveTo>
                    <a:pt x="16442" y="4780"/>
                  </a:moveTo>
                  <a:cubicBezTo>
                    <a:pt x="16448" y="4780"/>
                    <a:pt x="16454" y="4780"/>
                    <a:pt x="16472" y="4792"/>
                  </a:cubicBezTo>
                  <a:cubicBezTo>
                    <a:pt x="16454" y="4792"/>
                    <a:pt x="16448" y="4792"/>
                    <a:pt x="16442" y="4780"/>
                  </a:cubicBezTo>
                  <a:close/>
                  <a:moveTo>
                    <a:pt x="15534" y="4792"/>
                  </a:moveTo>
                  <a:cubicBezTo>
                    <a:pt x="15522" y="4798"/>
                    <a:pt x="15504" y="4798"/>
                    <a:pt x="15492" y="4798"/>
                  </a:cubicBezTo>
                  <a:cubicBezTo>
                    <a:pt x="15504" y="4798"/>
                    <a:pt x="15522" y="4792"/>
                    <a:pt x="15534" y="4792"/>
                  </a:cubicBezTo>
                  <a:close/>
                  <a:moveTo>
                    <a:pt x="16561" y="4804"/>
                  </a:moveTo>
                  <a:cubicBezTo>
                    <a:pt x="16566" y="4804"/>
                    <a:pt x="16571" y="4804"/>
                    <a:pt x="16580" y="4808"/>
                  </a:cubicBezTo>
                  <a:lnTo>
                    <a:pt x="16580" y="4808"/>
                  </a:lnTo>
                  <a:cubicBezTo>
                    <a:pt x="16572" y="4806"/>
                    <a:pt x="16562" y="4804"/>
                    <a:pt x="16555" y="4804"/>
                  </a:cubicBezTo>
                  <a:close/>
                  <a:moveTo>
                    <a:pt x="16680" y="4828"/>
                  </a:moveTo>
                  <a:cubicBezTo>
                    <a:pt x="16692" y="4828"/>
                    <a:pt x="16704" y="4834"/>
                    <a:pt x="16716" y="4834"/>
                  </a:cubicBezTo>
                  <a:cubicBezTo>
                    <a:pt x="16704" y="4834"/>
                    <a:pt x="16686" y="4828"/>
                    <a:pt x="16674" y="4828"/>
                  </a:cubicBezTo>
                  <a:close/>
                  <a:moveTo>
                    <a:pt x="16799" y="4857"/>
                  </a:moveTo>
                  <a:cubicBezTo>
                    <a:pt x="16805" y="4857"/>
                    <a:pt x="16822" y="4863"/>
                    <a:pt x="16828" y="4863"/>
                  </a:cubicBezTo>
                  <a:cubicBezTo>
                    <a:pt x="16811" y="4863"/>
                    <a:pt x="16805" y="4857"/>
                    <a:pt x="16793" y="4857"/>
                  </a:cubicBezTo>
                  <a:close/>
                  <a:moveTo>
                    <a:pt x="16912" y="4887"/>
                  </a:moveTo>
                  <a:cubicBezTo>
                    <a:pt x="16918" y="4887"/>
                    <a:pt x="16923" y="4893"/>
                    <a:pt x="16929" y="4893"/>
                  </a:cubicBezTo>
                  <a:cubicBezTo>
                    <a:pt x="16923" y="4893"/>
                    <a:pt x="16912" y="4887"/>
                    <a:pt x="16900" y="4887"/>
                  </a:cubicBezTo>
                  <a:close/>
                  <a:moveTo>
                    <a:pt x="15023" y="4893"/>
                  </a:moveTo>
                  <a:cubicBezTo>
                    <a:pt x="15011" y="4893"/>
                    <a:pt x="14994" y="4899"/>
                    <a:pt x="14982" y="4899"/>
                  </a:cubicBezTo>
                  <a:cubicBezTo>
                    <a:pt x="14994" y="4893"/>
                    <a:pt x="15011" y="4893"/>
                    <a:pt x="15023" y="4893"/>
                  </a:cubicBezTo>
                  <a:close/>
                  <a:moveTo>
                    <a:pt x="17018" y="4923"/>
                  </a:moveTo>
                  <a:cubicBezTo>
                    <a:pt x="17030" y="4923"/>
                    <a:pt x="17030" y="4923"/>
                    <a:pt x="17036" y="4929"/>
                  </a:cubicBezTo>
                  <a:cubicBezTo>
                    <a:pt x="17030" y="4923"/>
                    <a:pt x="17018" y="4923"/>
                    <a:pt x="17018" y="4923"/>
                  </a:cubicBezTo>
                  <a:close/>
                  <a:moveTo>
                    <a:pt x="14893" y="4929"/>
                  </a:moveTo>
                  <a:cubicBezTo>
                    <a:pt x="14875" y="4941"/>
                    <a:pt x="14863" y="4941"/>
                    <a:pt x="14845" y="4947"/>
                  </a:cubicBezTo>
                  <a:cubicBezTo>
                    <a:pt x="14845" y="4941"/>
                    <a:pt x="14851" y="4941"/>
                    <a:pt x="14851" y="4941"/>
                  </a:cubicBezTo>
                  <a:cubicBezTo>
                    <a:pt x="14869" y="4941"/>
                    <a:pt x="14875" y="4929"/>
                    <a:pt x="14893" y="4929"/>
                  </a:cubicBezTo>
                  <a:close/>
                  <a:moveTo>
                    <a:pt x="14750" y="4970"/>
                  </a:moveTo>
                  <a:cubicBezTo>
                    <a:pt x="14744" y="4976"/>
                    <a:pt x="14726" y="4982"/>
                    <a:pt x="14715" y="4982"/>
                  </a:cubicBezTo>
                  <a:cubicBezTo>
                    <a:pt x="14726" y="4976"/>
                    <a:pt x="14732" y="4976"/>
                    <a:pt x="14750" y="4970"/>
                  </a:cubicBezTo>
                  <a:close/>
                  <a:moveTo>
                    <a:pt x="14607" y="5016"/>
                  </a:moveTo>
                  <a:lnTo>
                    <a:pt x="14607" y="5016"/>
                  </a:lnTo>
                  <a:cubicBezTo>
                    <a:pt x="14599" y="5022"/>
                    <a:pt x="14593" y="5030"/>
                    <a:pt x="14584" y="5030"/>
                  </a:cubicBezTo>
                  <a:cubicBezTo>
                    <a:pt x="14592" y="5021"/>
                    <a:pt x="14601" y="5019"/>
                    <a:pt x="14607" y="5016"/>
                  </a:cubicBezTo>
                  <a:close/>
                  <a:moveTo>
                    <a:pt x="14483" y="5065"/>
                  </a:moveTo>
                  <a:cubicBezTo>
                    <a:pt x="14465" y="5071"/>
                    <a:pt x="14459" y="5077"/>
                    <a:pt x="14447" y="5077"/>
                  </a:cubicBezTo>
                  <a:cubicBezTo>
                    <a:pt x="14459" y="5071"/>
                    <a:pt x="14465" y="5071"/>
                    <a:pt x="14483" y="5065"/>
                  </a:cubicBezTo>
                  <a:close/>
                  <a:moveTo>
                    <a:pt x="17466" y="5131"/>
                  </a:moveTo>
                  <a:lnTo>
                    <a:pt x="17476" y="5137"/>
                  </a:lnTo>
                  <a:cubicBezTo>
                    <a:pt x="17476" y="5132"/>
                    <a:pt x="17469" y="5131"/>
                    <a:pt x="17466" y="5131"/>
                  </a:cubicBezTo>
                  <a:close/>
                  <a:moveTo>
                    <a:pt x="14177" y="5192"/>
                  </a:moveTo>
                  <a:lnTo>
                    <a:pt x="14177" y="5192"/>
                  </a:lnTo>
                  <a:cubicBezTo>
                    <a:pt x="14174" y="5193"/>
                    <a:pt x="14171" y="5194"/>
                    <a:pt x="14168" y="5196"/>
                  </a:cubicBezTo>
                  <a:cubicBezTo>
                    <a:pt x="14170" y="5194"/>
                    <a:pt x="14173" y="5193"/>
                    <a:pt x="14177" y="5192"/>
                  </a:cubicBezTo>
                  <a:close/>
                  <a:moveTo>
                    <a:pt x="8123" y="15552"/>
                  </a:moveTo>
                  <a:cubicBezTo>
                    <a:pt x="8129" y="15575"/>
                    <a:pt x="8129" y="15599"/>
                    <a:pt x="8129" y="15617"/>
                  </a:cubicBezTo>
                  <a:cubicBezTo>
                    <a:pt x="8129" y="15599"/>
                    <a:pt x="8123" y="15575"/>
                    <a:pt x="8123" y="15552"/>
                  </a:cubicBezTo>
                  <a:close/>
                  <a:moveTo>
                    <a:pt x="8135" y="15700"/>
                  </a:moveTo>
                  <a:cubicBezTo>
                    <a:pt x="8141" y="15724"/>
                    <a:pt x="8141" y="15736"/>
                    <a:pt x="8141" y="15754"/>
                  </a:cubicBezTo>
                  <a:cubicBezTo>
                    <a:pt x="8141" y="15736"/>
                    <a:pt x="8135" y="15718"/>
                    <a:pt x="8135" y="15700"/>
                  </a:cubicBezTo>
                  <a:close/>
                  <a:moveTo>
                    <a:pt x="8159" y="15849"/>
                  </a:moveTo>
                  <a:cubicBezTo>
                    <a:pt x="8165" y="15855"/>
                    <a:pt x="8165" y="15872"/>
                    <a:pt x="8165" y="15884"/>
                  </a:cubicBezTo>
                  <a:cubicBezTo>
                    <a:pt x="8165" y="15872"/>
                    <a:pt x="8159" y="15855"/>
                    <a:pt x="8159" y="15849"/>
                  </a:cubicBezTo>
                  <a:close/>
                  <a:moveTo>
                    <a:pt x="8242" y="16258"/>
                  </a:moveTo>
                  <a:lnTo>
                    <a:pt x="8242" y="16258"/>
                  </a:lnTo>
                  <a:cubicBezTo>
                    <a:pt x="8242" y="16270"/>
                    <a:pt x="8248" y="16288"/>
                    <a:pt x="8248" y="16300"/>
                  </a:cubicBezTo>
                  <a:cubicBezTo>
                    <a:pt x="8242" y="16288"/>
                    <a:pt x="8242" y="16270"/>
                    <a:pt x="8242" y="16258"/>
                  </a:cubicBezTo>
                  <a:close/>
                  <a:moveTo>
                    <a:pt x="8308" y="16508"/>
                  </a:moveTo>
                  <a:cubicBezTo>
                    <a:pt x="8312" y="16522"/>
                    <a:pt x="8313" y="16539"/>
                    <a:pt x="8316" y="16552"/>
                  </a:cubicBezTo>
                  <a:lnTo>
                    <a:pt x="8316" y="16552"/>
                  </a:lnTo>
                  <a:cubicBezTo>
                    <a:pt x="8316" y="16551"/>
                    <a:pt x="8315" y="16550"/>
                    <a:pt x="8313" y="16549"/>
                  </a:cubicBezTo>
                  <a:cubicBezTo>
                    <a:pt x="8313" y="16531"/>
                    <a:pt x="8308" y="16525"/>
                    <a:pt x="8308" y="16508"/>
                  </a:cubicBezTo>
                  <a:close/>
                  <a:moveTo>
                    <a:pt x="8391" y="16761"/>
                  </a:moveTo>
                  <a:cubicBezTo>
                    <a:pt x="8399" y="16777"/>
                    <a:pt x="8403" y="16794"/>
                    <a:pt x="8403" y="16799"/>
                  </a:cubicBezTo>
                  <a:cubicBezTo>
                    <a:pt x="8398" y="16784"/>
                    <a:pt x="8397" y="16774"/>
                    <a:pt x="8391" y="16761"/>
                  </a:cubicBezTo>
                  <a:close/>
                  <a:moveTo>
                    <a:pt x="8438" y="16887"/>
                  </a:moveTo>
                  <a:lnTo>
                    <a:pt x="8438" y="16887"/>
                  </a:lnTo>
                  <a:cubicBezTo>
                    <a:pt x="8440" y="16891"/>
                    <a:pt x="8443" y="16895"/>
                    <a:pt x="8444" y="16899"/>
                  </a:cubicBezTo>
                  <a:lnTo>
                    <a:pt x="8444" y="16899"/>
                  </a:lnTo>
                  <a:cubicBezTo>
                    <a:pt x="8442" y="16895"/>
                    <a:pt x="8440" y="16891"/>
                    <a:pt x="8438" y="16887"/>
                  </a:cubicBezTo>
                  <a:close/>
                  <a:moveTo>
                    <a:pt x="8485" y="17000"/>
                  </a:moveTo>
                  <a:cubicBezTo>
                    <a:pt x="8487" y="17004"/>
                    <a:pt x="8490" y="17008"/>
                    <a:pt x="8492" y="17012"/>
                  </a:cubicBezTo>
                  <a:lnTo>
                    <a:pt x="8492" y="17012"/>
                  </a:lnTo>
                  <a:cubicBezTo>
                    <a:pt x="8489" y="17009"/>
                    <a:pt x="8487" y="17005"/>
                    <a:pt x="8485" y="17000"/>
                  </a:cubicBezTo>
                  <a:close/>
                  <a:moveTo>
                    <a:pt x="8492" y="17012"/>
                  </a:moveTo>
                  <a:cubicBezTo>
                    <a:pt x="8498" y="17025"/>
                    <a:pt x="8503" y="17035"/>
                    <a:pt x="8509" y="17042"/>
                  </a:cubicBezTo>
                  <a:cubicBezTo>
                    <a:pt x="8498" y="17036"/>
                    <a:pt x="8498" y="17030"/>
                    <a:pt x="8492" y="17012"/>
                  </a:cubicBezTo>
                  <a:close/>
                  <a:moveTo>
                    <a:pt x="8527" y="17096"/>
                  </a:moveTo>
                  <a:cubicBezTo>
                    <a:pt x="8539" y="17119"/>
                    <a:pt x="8551" y="17131"/>
                    <a:pt x="8551" y="17143"/>
                  </a:cubicBezTo>
                  <a:lnTo>
                    <a:pt x="8527" y="17096"/>
                  </a:lnTo>
                  <a:close/>
                  <a:moveTo>
                    <a:pt x="8551" y="17143"/>
                  </a:moveTo>
                  <a:cubicBezTo>
                    <a:pt x="8554" y="17146"/>
                    <a:pt x="8554" y="17147"/>
                    <a:pt x="8553" y="17147"/>
                  </a:cubicBezTo>
                  <a:cubicBezTo>
                    <a:pt x="8552" y="17147"/>
                    <a:pt x="8551" y="17146"/>
                    <a:pt x="8551" y="17143"/>
                  </a:cubicBezTo>
                  <a:close/>
                  <a:moveTo>
                    <a:pt x="8587" y="17202"/>
                  </a:moveTo>
                  <a:lnTo>
                    <a:pt x="8610" y="17244"/>
                  </a:lnTo>
                  <a:cubicBezTo>
                    <a:pt x="8604" y="17244"/>
                    <a:pt x="8604" y="17244"/>
                    <a:pt x="8604" y="17238"/>
                  </a:cubicBezTo>
                  <a:cubicBezTo>
                    <a:pt x="8598" y="17220"/>
                    <a:pt x="8587" y="17214"/>
                    <a:pt x="8587" y="17202"/>
                  </a:cubicBezTo>
                  <a:close/>
                  <a:moveTo>
                    <a:pt x="8644" y="17312"/>
                  </a:moveTo>
                  <a:cubicBezTo>
                    <a:pt x="8650" y="17325"/>
                    <a:pt x="8659" y="17334"/>
                    <a:pt x="8664" y="17339"/>
                  </a:cubicBezTo>
                  <a:cubicBezTo>
                    <a:pt x="8664" y="17343"/>
                    <a:pt x="8664" y="17344"/>
                    <a:pt x="8664" y="17344"/>
                  </a:cubicBezTo>
                  <a:cubicBezTo>
                    <a:pt x="8663" y="17344"/>
                    <a:pt x="8662" y="17337"/>
                    <a:pt x="8658" y="17333"/>
                  </a:cubicBezTo>
                  <a:cubicBezTo>
                    <a:pt x="8649" y="17329"/>
                    <a:pt x="8647" y="17321"/>
                    <a:pt x="8644" y="17312"/>
                  </a:cubicBezTo>
                  <a:close/>
                  <a:moveTo>
                    <a:pt x="8699" y="17410"/>
                  </a:moveTo>
                  <a:lnTo>
                    <a:pt x="8699" y="17410"/>
                  </a:lnTo>
                  <a:cubicBezTo>
                    <a:pt x="8717" y="17428"/>
                    <a:pt x="8723" y="17446"/>
                    <a:pt x="8729" y="17458"/>
                  </a:cubicBezTo>
                  <a:cubicBezTo>
                    <a:pt x="8723" y="17452"/>
                    <a:pt x="8723" y="17446"/>
                    <a:pt x="8717" y="17440"/>
                  </a:cubicBezTo>
                  <a:cubicBezTo>
                    <a:pt x="8705" y="17428"/>
                    <a:pt x="8699" y="17416"/>
                    <a:pt x="8699" y="17410"/>
                  </a:cubicBezTo>
                  <a:close/>
                  <a:moveTo>
                    <a:pt x="8765" y="17511"/>
                  </a:moveTo>
                  <a:cubicBezTo>
                    <a:pt x="8767" y="17519"/>
                    <a:pt x="8772" y="17525"/>
                    <a:pt x="8777" y="17531"/>
                  </a:cubicBezTo>
                  <a:lnTo>
                    <a:pt x="8777" y="17531"/>
                  </a:lnTo>
                  <a:cubicBezTo>
                    <a:pt x="8772" y="17526"/>
                    <a:pt x="8768" y="17520"/>
                    <a:pt x="8765" y="17511"/>
                  </a:cubicBezTo>
                  <a:close/>
                  <a:moveTo>
                    <a:pt x="8788" y="17547"/>
                  </a:moveTo>
                  <a:cubicBezTo>
                    <a:pt x="8791" y="17551"/>
                    <a:pt x="8793" y="17554"/>
                    <a:pt x="8794" y="17559"/>
                  </a:cubicBezTo>
                  <a:lnTo>
                    <a:pt x="8788" y="17547"/>
                  </a:lnTo>
                  <a:close/>
                  <a:moveTo>
                    <a:pt x="8901" y="17689"/>
                  </a:moveTo>
                  <a:lnTo>
                    <a:pt x="8901" y="17689"/>
                  </a:lnTo>
                  <a:cubicBezTo>
                    <a:pt x="8907" y="17707"/>
                    <a:pt x="8919" y="17719"/>
                    <a:pt x="8931" y="17725"/>
                  </a:cubicBezTo>
                  <a:cubicBezTo>
                    <a:pt x="8919" y="17725"/>
                    <a:pt x="8913" y="17719"/>
                    <a:pt x="8913" y="17713"/>
                  </a:cubicBezTo>
                  <a:cubicBezTo>
                    <a:pt x="8907" y="17707"/>
                    <a:pt x="8901" y="17695"/>
                    <a:pt x="8901" y="17689"/>
                  </a:cubicBezTo>
                  <a:close/>
                  <a:moveTo>
                    <a:pt x="8964" y="17779"/>
                  </a:moveTo>
                  <a:cubicBezTo>
                    <a:pt x="8976" y="17798"/>
                    <a:pt x="8991" y="17809"/>
                    <a:pt x="8996" y="17814"/>
                  </a:cubicBezTo>
                  <a:lnTo>
                    <a:pt x="8978" y="17802"/>
                  </a:lnTo>
                  <a:cubicBezTo>
                    <a:pt x="8974" y="17793"/>
                    <a:pt x="8969" y="17787"/>
                    <a:pt x="8964" y="17779"/>
                  </a:cubicBezTo>
                  <a:close/>
                  <a:moveTo>
                    <a:pt x="9032" y="17862"/>
                  </a:moveTo>
                  <a:cubicBezTo>
                    <a:pt x="9041" y="17867"/>
                    <a:pt x="9047" y="17875"/>
                    <a:pt x="9052" y="17882"/>
                  </a:cubicBezTo>
                  <a:lnTo>
                    <a:pt x="9052" y="17882"/>
                  </a:lnTo>
                  <a:lnTo>
                    <a:pt x="9032" y="17862"/>
                  </a:lnTo>
                  <a:close/>
                  <a:moveTo>
                    <a:pt x="9353" y="18158"/>
                  </a:moveTo>
                  <a:lnTo>
                    <a:pt x="9353" y="18158"/>
                  </a:lnTo>
                  <a:cubicBezTo>
                    <a:pt x="9356" y="18160"/>
                    <a:pt x="9360" y="18163"/>
                    <a:pt x="9364" y="18166"/>
                  </a:cubicBezTo>
                  <a:lnTo>
                    <a:pt x="9364" y="18166"/>
                  </a:lnTo>
                  <a:cubicBezTo>
                    <a:pt x="9359" y="18163"/>
                    <a:pt x="9355" y="18161"/>
                    <a:pt x="9353" y="18158"/>
                  </a:cubicBezTo>
                  <a:close/>
                  <a:moveTo>
                    <a:pt x="9463" y="18238"/>
                  </a:moveTo>
                  <a:lnTo>
                    <a:pt x="9463" y="18238"/>
                  </a:lnTo>
                  <a:cubicBezTo>
                    <a:pt x="9468" y="18243"/>
                    <a:pt x="9472" y="18248"/>
                    <a:pt x="9477" y="18253"/>
                  </a:cubicBezTo>
                  <a:cubicBezTo>
                    <a:pt x="9471" y="18247"/>
                    <a:pt x="9465" y="18247"/>
                    <a:pt x="9465" y="18242"/>
                  </a:cubicBezTo>
                  <a:cubicBezTo>
                    <a:pt x="9465" y="18240"/>
                    <a:pt x="9464" y="18239"/>
                    <a:pt x="9463" y="18238"/>
                  </a:cubicBezTo>
                  <a:close/>
                  <a:moveTo>
                    <a:pt x="9596" y="18378"/>
                  </a:moveTo>
                  <a:cubicBezTo>
                    <a:pt x="9612" y="18389"/>
                    <a:pt x="9618" y="18394"/>
                    <a:pt x="9632" y="18400"/>
                  </a:cubicBezTo>
                  <a:lnTo>
                    <a:pt x="9632" y="18400"/>
                  </a:lnTo>
                  <a:cubicBezTo>
                    <a:pt x="9620" y="18393"/>
                    <a:pt x="9608" y="18385"/>
                    <a:pt x="9596" y="18378"/>
                  </a:cubicBezTo>
                  <a:close/>
                  <a:moveTo>
                    <a:pt x="7785" y="0"/>
                  </a:moveTo>
                  <a:cubicBezTo>
                    <a:pt x="7755" y="0"/>
                    <a:pt x="7732" y="0"/>
                    <a:pt x="7708" y="12"/>
                  </a:cubicBezTo>
                  <a:lnTo>
                    <a:pt x="7654" y="12"/>
                  </a:lnTo>
                  <a:cubicBezTo>
                    <a:pt x="7625" y="12"/>
                    <a:pt x="7601" y="18"/>
                    <a:pt x="7571" y="18"/>
                  </a:cubicBezTo>
                  <a:cubicBezTo>
                    <a:pt x="7559" y="18"/>
                    <a:pt x="7542" y="18"/>
                    <a:pt x="7518" y="24"/>
                  </a:cubicBezTo>
                  <a:cubicBezTo>
                    <a:pt x="7488" y="24"/>
                    <a:pt x="7458" y="30"/>
                    <a:pt x="7423" y="42"/>
                  </a:cubicBezTo>
                  <a:cubicBezTo>
                    <a:pt x="7417" y="42"/>
                    <a:pt x="7399" y="42"/>
                    <a:pt x="7393" y="48"/>
                  </a:cubicBezTo>
                  <a:lnTo>
                    <a:pt x="7363" y="48"/>
                  </a:lnTo>
                  <a:cubicBezTo>
                    <a:pt x="7334" y="54"/>
                    <a:pt x="7304" y="54"/>
                    <a:pt x="7268" y="60"/>
                  </a:cubicBezTo>
                  <a:cubicBezTo>
                    <a:pt x="7262" y="60"/>
                    <a:pt x="7251" y="60"/>
                    <a:pt x="7239" y="71"/>
                  </a:cubicBezTo>
                  <a:lnTo>
                    <a:pt x="7126" y="89"/>
                  </a:lnTo>
                  <a:cubicBezTo>
                    <a:pt x="7120" y="89"/>
                    <a:pt x="7114" y="89"/>
                    <a:pt x="7102" y="101"/>
                  </a:cubicBezTo>
                  <a:cubicBezTo>
                    <a:pt x="7072" y="107"/>
                    <a:pt x="7037" y="113"/>
                    <a:pt x="7007" y="119"/>
                  </a:cubicBezTo>
                  <a:cubicBezTo>
                    <a:pt x="7001" y="119"/>
                    <a:pt x="6995" y="131"/>
                    <a:pt x="6983" y="131"/>
                  </a:cubicBezTo>
                  <a:cubicBezTo>
                    <a:pt x="6948" y="137"/>
                    <a:pt x="6912" y="149"/>
                    <a:pt x="6876" y="161"/>
                  </a:cubicBezTo>
                  <a:cubicBezTo>
                    <a:pt x="6865" y="161"/>
                    <a:pt x="6859" y="166"/>
                    <a:pt x="6853" y="166"/>
                  </a:cubicBezTo>
                  <a:cubicBezTo>
                    <a:pt x="6817" y="172"/>
                    <a:pt x="6787" y="190"/>
                    <a:pt x="6746" y="196"/>
                  </a:cubicBezTo>
                  <a:cubicBezTo>
                    <a:pt x="6740" y="196"/>
                    <a:pt x="6734" y="202"/>
                    <a:pt x="6728" y="202"/>
                  </a:cubicBezTo>
                  <a:cubicBezTo>
                    <a:pt x="6686" y="220"/>
                    <a:pt x="6645" y="226"/>
                    <a:pt x="6609" y="238"/>
                  </a:cubicBezTo>
                  <a:cubicBezTo>
                    <a:pt x="6597" y="238"/>
                    <a:pt x="6591" y="250"/>
                    <a:pt x="6580" y="250"/>
                  </a:cubicBezTo>
                  <a:cubicBezTo>
                    <a:pt x="6538" y="261"/>
                    <a:pt x="6508" y="267"/>
                    <a:pt x="6473" y="285"/>
                  </a:cubicBezTo>
                  <a:cubicBezTo>
                    <a:pt x="6467" y="285"/>
                    <a:pt x="6461" y="291"/>
                    <a:pt x="6449" y="291"/>
                  </a:cubicBezTo>
                  <a:cubicBezTo>
                    <a:pt x="6413" y="309"/>
                    <a:pt x="6372" y="321"/>
                    <a:pt x="6330" y="339"/>
                  </a:cubicBezTo>
                  <a:cubicBezTo>
                    <a:pt x="6324" y="339"/>
                    <a:pt x="6312" y="345"/>
                    <a:pt x="6300" y="351"/>
                  </a:cubicBezTo>
                  <a:cubicBezTo>
                    <a:pt x="6265" y="368"/>
                    <a:pt x="6229" y="380"/>
                    <a:pt x="6200" y="398"/>
                  </a:cubicBezTo>
                  <a:cubicBezTo>
                    <a:pt x="6194" y="398"/>
                    <a:pt x="6182" y="404"/>
                    <a:pt x="6182" y="404"/>
                  </a:cubicBezTo>
                  <a:cubicBezTo>
                    <a:pt x="6146" y="416"/>
                    <a:pt x="6105" y="440"/>
                    <a:pt x="6063" y="457"/>
                  </a:cubicBezTo>
                  <a:cubicBezTo>
                    <a:pt x="6057" y="463"/>
                    <a:pt x="6045" y="463"/>
                    <a:pt x="6033" y="469"/>
                  </a:cubicBezTo>
                  <a:cubicBezTo>
                    <a:pt x="6021" y="475"/>
                    <a:pt x="6015" y="475"/>
                    <a:pt x="5998" y="487"/>
                  </a:cubicBezTo>
                  <a:lnTo>
                    <a:pt x="5956" y="505"/>
                  </a:lnTo>
                  <a:cubicBezTo>
                    <a:pt x="5932" y="517"/>
                    <a:pt x="5915" y="523"/>
                    <a:pt x="5897" y="535"/>
                  </a:cubicBezTo>
                  <a:cubicBezTo>
                    <a:pt x="5867" y="552"/>
                    <a:pt x="5843" y="564"/>
                    <a:pt x="5814" y="576"/>
                  </a:cubicBezTo>
                  <a:cubicBezTo>
                    <a:pt x="5796" y="582"/>
                    <a:pt x="5778" y="588"/>
                    <a:pt x="5760" y="606"/>
                  </a:cubicBezTo>
                  <a:lnTo>
                    <a:pt x="5671" y="647"/>
                  </a:lnTo>
                  <a:lnTo>
                    <a:pt x="5629" y="671"/>
                  </a:lnTo>
                  <a:cubicBezTo>
                    <a:pt x="5582" y="695"/>
                    <a:pt x="5540" y="725"/>
                    <a:pt x="5493" y="742"/>
                  </a:cubicBezTo>
                  <a:cubicBezTo>
                    <a:pt x="5451" y="766"/>
                    <a:pt x="5404" y="796"/>
                    <a:pt x="5362" y="820"/>
                  </a:cubicBezTo>
                  <a:lnTo>
                    <a:pt x="5315" y="843"/>
                  </a:lnTo>
                  <a:cubicBezTo>
                    <a:pt x="5285" y="855"/>
                    <a:pt x="5255" y="879"/>
                    <a:pt x="5226" y="891"/>
                  </a:cubicBezTo>
                  <a:cubicBezTo>
                    <a:pt x="5214" y="903"/>
                    <a:pt x="5196" y="915"/>
                    <a:pt x="5172" y="921"/>
                  </a:cubicBezTo>
                  <a:cubicBezTo>
                    <a:pt x="5143" y="938"/>
                    <a:pt x="5113" y="962"/>
                    <a:pt x="5095" y="974"/>
                  </a:cubicBezTo>
                  <a:cubicBezTo>
                    <a:pt x="5077" y="980"/>
                    <a:pt x="5065" y="998"/>
                    <a:pt x="5042" y="1004"/>
                  </a:cubicBezTo>
                  <a:cubicBezTo>
                    <a:pt x="5012" y="1027"/>
                    <a:pt x="4982" y="1039"/>
                    <a:pt x="4959" y="1063"/>
                  </a:cubicBezTo>
                  <a:cubicBezTo>
                    <a:pt x="4947" y="1069"/>
                    <a:pt x="4929" y="1087"/>
                    <a:pt x="4917" y="1093"/>
                  </a:cubicBezTo>
                  <a:cubicBezTo>
                    <a:pt x="4887" y="1117"/>
                    <a:pt x="4858" y="1140"/>
                    <a:pt x="4816" y="1158"/>
                  </a:cubicBezTo>
                  <a:cubicBezTo>
                    <a:pt x="4804" y="1170"/>
                    <a:pt x="4798" y="1176"/>
                    <a:pt x="4780" y="1182"/>
                  </a:cubicBezTo>
                  <a:lnTo>
                    <a:pt x="4537" y="1360"/>
                  </a:lnTo>
                  <a:lnTo>
                    <a:pt x="4531" y="1366"/>
                  </a:lnTo>
                  <a:cubicBezTo>
                    <a:pt x="4478" y="1413"/>
                    <a:pt x="4424" y="1449"/>
                    <a:pt x="4371" y="1497"/>
                  </a:cubicBezTo>
                  <a:cubicBezTo>
                    <a:pt x="4359" y="1502"/>
                    <a:pt x="4341" y="1514"/>
                    <a:pt x="4335" y="1526"/>
                  </a:cubicBezTo>
                  <a:cubicBezTo>
                    <a:pt x="4299" y="1556"/>
                    <a:pt x="4252" y="1592"/>
                    <a:pt x="4216" y="1621"/>
                  </a:cubicBezTo>
                  <a:cubicBezTo>
                    <a:pt x="4204" y="1633"/>
                    <a:pt x="4181" y="1651"/>
                    <a:pt x="4163" y="1663"/>
                  </a:cubicBezTo>
                  <a:cubicBezTo>
                    <a:pt x="4127" y="1704"/>
                    <a:pt x="4086" y="1734"/>
                    <a:pt x="4044" y="1770"/>
                  </a:cubicBezTo>
                  <a:cubicBezTo>
                    <a:pt x="4032" y="1776"/>
                    <a:pt x="4026" y="1793"/>
                    <a:pt x="4008" y="1799"/>
                  </a:cubicBezTo>
                  <a:cubicBezTo>
                    <a:pt x="3955" y="1841"/>
                    <a:pt x="3907" y="1888"/>
                    <a:pt x="3854" y="1942"/>
                  </a:cubicBezTo>
                  <a:lnTo>
                    <a:pt x="3818" y="1978"/>
                  </a:lnTo>
                  <a:cubicBezTo>
                    <a:pt x="3777" y="2013"/>
                    <a:pt x="3735" y="2049"/>
                    <a:pt x="3700" y="2090"/>
                  </a:cubicBezTo>
                  <a:cubicBezTo>
                    <a:pt x="3682" y="2102"/>
                    <a:pt x="3670" y="2120"/>
                    <a:pt x="3646" y="2132"/>
                  </a:cubicBezTo>
                  <a:lnTo>
                    <a:pt x="3527" y="2251"/>
                  </a:lnTo>
                  <a:lnTo>
                    <a:pt x="3492" y="2286"/>
                  </a:lnTo>
                  <a:cubicBezTo>
                    <a:pt x="3438" y="2340"/>
                    <a:pt x="3391" y="2393"/>
                    <a:pt x="3343" y="2435"/>
                  </a:cubicBezTo>
                  <a:lnTo>
                    <a:pt x="3302" y="2476"/>
                  </a:lnTo>
                  <a:cubicBezTo>
                    <a:pt x="3266" y="2512"/>
                    <a:pt x="3231" y="2554"/>
                    <a:pt x="3195" y="2595"/>
                  </a:cubicBezTo>
                  <a:cubicBezTo>
                    <a:pt x="3177" y="2607"/>
                    <a:pt x="3165" y="2631"/>
                    <a:pt x="3147" y="2643"/>
                  </a:cubicBezTo>
                  <a:cubicBezTo>
                    <a:pt x="3112" y="2690"/>
                    <a:pt x="3076" y="2726"/>
                    <a:pt x="3035" y="2773"/>
                  </a:cubicBezTo>
                  <a:lnTo>
                    <a:pt x="2999" y="2809"/>
                  </a:lnTo>
                  <a:cubicBezTo>
                    <a:pt x="2957" y="2862"/>
                    <a:pt x="2904" y="2922"/>
                    <a:pt x="2856" y="2969"/>
                  </a:cubicBezTo>
                  <a:cubicBezTo>
                    <a:pt x="2851" y="2987"/>
                    <a:pt x="2839" y="2993"/>
                    <a:pt x="2827" y="3011"/>
                  </a:cubicBezTo>
                  <a:lnTo>
                    <a:pt x="2720" y="3141"/>
                  </a:lnTo>
                  <a:cubicBezTo>
                    <a:pt x="2702" y="3159"/>
                    <a:pt x="2690" y="3177"/>
                    <a:pt x="2672" y="3195"/>
                  </a:cubicBezTo>
                  <a:cubicBezTo>
                    <a:pt x="2637" y="3236"/>
                    <a:pt x="2601" y="3284"/>
                    <a:pt x="2571" y="3325"/>
                  </a:cubicBezTo>
                  <a:cubicBezTo>
                    <a:pt x="2560" y="3343"/>
                    <a:pt x="2548" y="3355"/>
                    <a:pt x="2542" y="3367"/>
                  </a:cubicBezTo>
                  <a:cubicBezTo>
                    <a:pt x="2494" y="3426"/>
                    <a:pt x="2453" y="3486"/>
                    <a:pt x="2405" y="3533"/>
                  </a:cubicBezTo>
                  <a:cubicBezTo>
                    <a:pt x="2399" y="3551"/>
                    <a:pt x="2381" y="3557"/>
                    <a:pt x="2376" y="3575"/>
                  </a:cubicBezTo>
                  <a:cubicBezTo>
                    <a:pt x="2340" y="3616"/>
                    <a:pt x="2310" y="3670"/>
                    <a:pt x="2275" y="3711"/>
                  </a:cubicBezTo>
                  <a:cubicBezTo>
                    <a:pt x="2257" y="3729"/>
                    <a:pt x="2251" y="3753"/>
                    <a:pt x="2233" y="3765"/>
                  </a:cubicBezTo>
                  <a:cubicBezTo>
                    <a:pt x="2197" y="3812"/>
                    <a:pt x="2168" y="3860"/>
                    <a:pt x="2138" y="3907"/>
                  </a:cubicBezTo>
                  <a:cubicBezTo>
                    <a:pt x="2132" y="3919"/>
                    <a:pt x="2114" y="3937"/>
                    <a:pt x="2108" y="3943"/>
                  </a:cubicBezTo>
                  <a:cubicBezTo>
                    <a:pt x="2067" y="4002"/>
                    <a:pt x="2025" y="4062"/>
                    <a:pt x="1984" y="4127"/>
                  </a:cubicBezTo>
                  <a:cubicBezTo>
                    <a:pt x="1978" y="4145"/>
                    <a:pt x="1966" y="4151"/>
                    <a:pt x="1960" y="4169"/>
                  </a:cubicBezTo>
                  <a:cubicBezTo>
                    <a:pt x="1930" y="4216"/>
                    <a:pt x="1895" y="4264"/>
                    <a:pt x="1865" y="4317"/>
                  </a:cubicBezTo>
                  <a:cubicBezTo>
                    <a:pt x="1847" y="4329"/>
                    <a:pt x="1841" y="4353"/>
                    <a:pt x="1829" y="4365"/>
                  </a:cubicBezTo>
                  <a:cubicBezTo>
                    <a:pt x="1800" y="4418"/>
                    <a:pt x="1770" y="4466"/>
                    <a:pt x="1728" y="4513"/>
                  </a:cubicBezTo>
                  <a:lnTo>
                    <a:pt x="1710" y="4561"/>
                  </a:lnTo>
                  <a:cubicBezTo>
                    <a:pt x="1669" y="4626"/>
                    <a:pt x="1633" y="4685"/>
                    <a:pt x="1598" y="4751"/>
                  </a:cubicBezTo>
                  <a:cubicBezTo>
                    <a:pt x="1592" y="4768"/>
                    <a:pt x="1580" y="4774"/>
                    <a:pt x="1574" y="4792"/>
                  </a:cubicBezTo>
                  <a:lnTo>
                    <a:pt x="1485" y="4947"/>
                  </a:lnTo>
                  <a:cubicBezTo>
                    <a:pt x="1479" y="4970"/>
                    <a:pt x="1461" y="4982"/>
                    <a:pt x="1455" y="5006"/>
                  </a:cubicBezTo>
                  <a:cubicBezTo>
                    <a:pt x="1425" y="5059"/>
                    <a:pt x="1396" y="5107"/>
                    <a:pt x="1372" y="5160"/>
                  </a:cubicBezTo>
                  <a:lnTo>
                    <a:pt x="1354" y="5208"/>
                  </a:lnTo>
                  <a:cubicBezTo>
                    <a:pt x="1313" y="5273"/>
                    <a:pt x="1283" y="5338"/>
                    <a:pt x="1247" y="5404"/>
                  </a:cubicBezTo>
                  <a:cubicBezTo>
                    <a:pt x="1241" y="5422"/>
                    <a:pt x="1235" y="5427"/>
                    <a:pt x="1235" y="5445"/>
                  </a:cubicBezTo>
                  <a:cubicBezTo>
                    <a:pt x="1206" y="5493"/>
                    <a:pt x="1182" y="5552"/>
                    <a:pt x="1152" y="5606"/>
                  </a:cubicBezTo>
                  <a:cubicBezTo>
                    <a:pt x="1146" y="5629"/>
                    <a:pt x="1129" y="5641"/>
                    <a:pt x="1123" y="5665"/>
                  </a:cubicBezTo>
                  <a:cubicBezTo>
                    <a:pt x="1099" y="5718"/>
                    <a:pt x="1069" y="5772"/>
                    <a:pt x="1045" y="5819"/>
                  </a:cubicBezTo>
                  <a:lnTo>
                    <a:pt x="1028" y="5867"/>
                  </a:lnTo>
                  <a:lnTo>
                    <a:pt x="939" y="6069"/>
                  </a:lnTo>
                  <a:cubicBezTo>
                    <a:pt x="927" y="6081"/>
                    <a:pt x="927" y="6087"/>
                    <a:pt x="921" y="6104"/>
                  </a:cubicBezTo>
                  <a:cubicBezTo>
                    <a:pt x="897" y="6164"/>
                    <a:pt x="867" y="6217"/>
                    <a:pt x="849" y="6277"/>
                  </a:cubicBezTo>
                  <a:cubicBezTo>
                    <a:pt x="838" y="6294"/>
                    <a:pt x="832" y="6312"/>
                    <a:pt x="826" y="6336"/>
                  </a:cubicBezTo>
                  <a:cubicBezTo>
                    <a:pt x="802" y="6383"/>
                    <a:pt x="778" y="6437"/>
                    <a:pt x="760" y="6496"/>
                  </a:cubicBezTo>
                  <a:cubicBezTo>
                    <a:pt x="749" y="6514"/>
                    <a:pt x="743" y="6526"/>
                    <a:pt x="743" y="6544"/>
                  </a:cubicBezTo>
                  <a:cubicBezTo>
                    <a:pt x="713" y="6609"/>
                    <a:pt x="689" y="6674"/>
                    <a:pt x="659" y="6752"/>
                  </a:cubicBezTo>
                  <a:cubicBezTo>
                    <a:pt x="654" y="6764"/>
                    <a:pt x="654" y="6769"/>
                    <a:pt x="648" y="6787"/>
                  </a:cubicBezTo>
                  <a:cubicBezTo>
                    <a:pt x="624" y="6847"/>
                    <a:pt x="600" y="6900"/>
                    <a:pt x="588" y="6959"/>
                  </a:cubicBezTo>
                  <a:cubicBezTo>
                    <a:pt x="582" y="6977"/>
                    <a:pt x="570" y="6995"/>
                    <a:pt x="564" y="7019"/>
                  </a:cubicBezTo>
                  <a:cubicBezTo>
                    <a:pt x="541" y="7066"/>
                    <a:pt x="529" y="7126"/>
                    <a:pt x="511" y="7179"/>
                  </a:cubicBezTo>
                  <a:cubicBezTo>
                    <a:pt x="505" y="7197"/>
                    <a:pt x="505" y="7209"/>
                    <a:pt x="499" y="7227"/>
                  </a:cubicBezTo>
                  <a:cubicBezTo>
                    <a:pt x="475" y="7292"/>
                    <a:pt x="452" y="7357"/>
                    <a:pt x="434" y="7434"/>
                  </a:cubicBezTo>
                  <a:cubicBezTo>
                    <a:pt x="434" y="7446"/>
                    <a:pt x="422" y="7452"/>
                    <a:pt x="422" y="7470"/>
                  </a:cubicBezTo>
                  <a:cubicBezTo>
                    <a:pt x="410" y="7530"/>
                    <a:pt x="386" y="7583"/>
                    <a:pt x="374" y="7642"/>
                  </a:cubicBezTo>
                  <a:cubicBezTo>
                    <a:pt x="374" y="7648"/>
                    <a:pt x="363" y="7660"/>
                    <a:pt x="363" y="7672"/>
                  </a:cubicBezTo>
                  <a:lnTo>
                    <a:pt x="345" y="7737"/>
                  </a:lnTo>
                  <a:cubicBezTo>
                    <a:pt x="345" y="7749"/>
                    <a:pt x="333" y="7761"/>
                    <a:pt x="333" y="7773"/>
                  </a:cubicBezTo>
                  <a:cubicBezTo>
                    <a:pt x="321" y="7826"/>
                    <a:pt x="303" y="7868"/>
                    <a:pt x="297" y="7921"/>
                  </a:cubicBezTo>
                  <a:cubicBezTo>
                    <a:pt x="297" y="7939"/>
                    <a:pt x="291" y="7951"/>
                    <a:pt x="291" y="7957"/>
                  </a:cubicBezTo>
                  <a:cubicBezTo>
                    <a:pt x="285" y="8005"/>
                    <a:pt x="268" y="8040"/>
                    <a:pt x="262" y="8088"/>
                  </a:cubicBezTo>
                  <a:cubicBezTo>
                    <a:pt x="262" y="8094"/>
                    <a:pt x="256" y="8105"/>
                    <a:pt x="256" y="8117"/>
                  </a:cubicBezTo>
                  <a:cubicBezTo>
                    <a:pt x="238" y="8165"/>
                    <a:pt x="232" y="8212"/>
                    <a:pt x="214" y="8266"/>
                  </a:cubicBezTo>
                  <a:cubicBezTo>
                    <a:pt x="214" y="8278"/>
                    <a:pt x="208" y="8284"/>
                    <a:pt x="208" y="8301"/>
                  </a:cubicBezTo>
                  <a:cubicBezTo>
                    <a:pt x="202" y="8343"/>
                    <a:pt x="196" y="8385"/>
                    <a:pt x="178" y="8426"/>
                  </a:cubicBezTo>
                  <a:cubicBezTo>
                    <a:pt x="178" y="8432"/>
                    <a:pt x="173" y="8450"/>
                    <a:pt x="173" y="8456"/>
                  </a:cubicBezTo>
                  <a:cubicBezTo>
                    <a:pt x="167" y="8509"/>
                    <a:pt x="149" y="8551"/>
                    <a:pt x="143" y="8604"/>
                  </a:cubicBezTo>
                  <a:cubicBezTo>
                    <a:pt x="143" y="8622"/>
                    <a:pt x="137" y="8628"/>
                    <a:pt x="137" y="8640"/>
                  </a:cubicBezTo>
                  <a:cubicBezTo>
                    <a:pt x="125" y="8687"/>
                    <a:pt x="119" y="8723"/>
                    <a:pt x="113" y="8771"/>
                  </a:cubicBezTo>
                  <a:cubicBezTo>
                    <a:pt x="113" y="8776"/>
                    <a:pt x="113" y="8782"/>
                    <a:pt x="107" y="8788"/>
                  </a:cubicBezTo>
                  <a:cubicBezTo>
                    <a:pt x="95" y="8842"/>
                    <a:pt x="89" y="8889"/>
                    <a:pt x="83" y="8937"/>
                  </a:cubicBezTo>
                  <a:cubicBezTo>
                    <a:pt x="83" y="8955"/>
                    <a:pt x="83" y="8961"/>
                    <a:pt x="78" y="8978"/>
                  </a:cubicBezTo>
                  <a:cubicBezTo>
                    <a:pt x="66" y="9020"/>
                    <a:pt x="60" y="9067"/>
                    <a:pt x="60" y="9109"/>
                  </a:cubicBezTo>
                  <a:lnTo>
                    <a:pt x="60" y="9133"/>
                  </a:lnTo>
                  <a:cubicBezTo>
                    <a:pt x="54" y="9186"/>
                    <a:pt x="48" y="9228"/>
                    <a:pt x="48" y="9281"/>
                  </a:cubicBezTo>
                  <a:lnTo>
                    <a:pt x="48" y="9311"/>
                  </a:lnTo>
                  <a:cubicBezTo>
                    <a:pt x="36" y="9352"/>
                    <a:pt x="36" y="9400"/>
                    <a:pt x="30" y="9442"/>
                  </a:cubicBezTo>
                  <a:lnTo>
                    <a:pt x="30" y="9459"/>
                  </a:lnTo>
                  <a:lnTo>
                    <a:pt x="30" y="9465"/>
                  </a:lnTo>
                  <a:cubicBezTo>
                    <a:pt x="30" y="9495"/>
                    <a:pt x="24" y="9525"/>
                    <a:pt x="24" y="9560"/>
                  </a:cubicBezTo>
                  <a:cubicBezTo>
                    <a:pt x="24" y="9584"/>
                    <a:pt x="24" y="9608"/>
                    <a:pt x="18" y="9620"/>
                  </a:cubicBezTo>
                  <a:cubicBezTo>
                    <a:pt x="18" y="9661"/>
                    <a:pt x="6" y="9691"/>
                    <a:pt x="6" y="9727"/>
                  </a:cubicBezTo>
                  <a:lnTo>
                    <a:pt x="6" y="9786"/>
                  </a:lnTo>
                  <a:cubicBezTo>
                    <a:pt x="6" y="9822"/>
                    <a:pt x="6" y="9869"/>
                    <a:pt x="0" y="9905"/>
                  </a:cubicBezTo>
                  <a:lnTo>
                    <a:pt x="0" y="9940"/>
                  </a:lnTo>
                  <a:lnTo>
                    <a:pt x="0" y="10107"/>
                  </a:lnTo>
                  <a:lnTo>
                    <a:pt x="0" y="10255"/>
                  </a:lnTo>
                  <a:lnTo>
                    <a:pt x="0" y="10297"/>
                  </a:lnTo>
                  <a:lnTo>
                    <a:pt x="0" y="10403"/>
                  </a:lnTo>
                  <a:lnTo>
                    <a:pt x="0" y="10445"/>
                  </a:lnTo>
                  <a:cubicBezTo>
                    <a:pt x="0" y="10481"/>
                    <a:pt x="0" y="10510"/>
                    <a:pt x="6" y="10540"/>
                  </a:cubicBezTo>
                  <a:lnTo>
                    <a:pt x="6" y="10588"/>
                  </a:lnTo>
                  <a:cubicBezTo>
                    <a:pt x="6" y="10623"/>
                    <a:pt x="18" y="10659"/>
                    <a:pt x="18" y="10700"/>
                  </a:cubicBezTo>
                  <a:lnTo>
                    <a:pt x="18" y="10730"/>
                  </a:lnTo>
                  <a:cubicBezTo>
                    <a:pt x="24" y="10772"/>
                    <a:pt x="24" y="10819"/>
                    <a:pt x="30" y="10867"/>
                  </a:cubicBezTo>
                  <a:lnTo>
                    <a:pt x="30" y="10896"/>
                  </a:lnTo>
                  <a:cubicBezTo>
                    <a:pt x="36" y="10938"/>
                    <a:pt x="36" y="10974"/>
                    <a:pt x="48" y="11003"/>
                  </a:cubicBezTo>
                  <a:cubicBezTo>
                    <a:pt x="48" y="11015"/>
                    <a:pt x="54" y="11033"/>
                    <a:pt x="54" y="11045"/>
                  </a:cubicBezTo>
                  <a:cubicBezTo>
                    <a:pt x="54" y="11063"/>
                    <a:pt x="60" y="11086"/>
                    <a:pt x="60" y="11098"/>
                  </a:cubicBezTo>
                  <a:cubicBezTo>
                    <a:pt x="60" y="11116"/>
                    <a:pt x="66" y="11122"/>
                    <a:pt x="66" y="11134"/>
                  </a:cubicBezTo>
                  <a:cubicBezTo>
                    <a:pt x="66" y="11152"/>
                    <a:pt x="78" y="11164"/>
                    <a:pt x="78" y="11181"/>
                  </a:cubicBezTo>
                  <a:cubicBezTo>
                    <a:pt x="83" y="11211"/>
                    <a:pt x="83" y="11241"/>
                    <a:pt x="89" y="11276"/>
                  </a:cubicBezTo>
                  <a:cubicBezTo>
                    <a:pt x="89" y="11294"/>
                    <a:pt x="95" y="11300"/>
                    <a:pt x="95" y="11312"/>
                  </a:cubicBezTo>
                  <a:cubicBezTo>
                    <a:pt x="107" y="11359"/>
                    <a:pt x="113" y="11395"/>
                    <a:pt x="119" y="11443"/>
                  </a:cubicBezTo>
                  <a:cubicBezTo>
                    <a:pt x="119" y="11449"/>
                    <a:pt x="119" y="11454"/>
                    <a:pt x="125" y="11460"/>
                  </a:cubicBezTo>
                  <a:cubicBezTo>
                    <a:pt x="137" y="11502"/>
                    <a:pt x="143" y="11532"/>
                    <a:pt x="149" y="11561"/>
                  </a:cubicBezTo>
                  <a:cubicBezTo>
                    <a:pt x="149" y="11573"/>
                    <a:pt x="155" y="11591"/>
                    <a:pt x="155" y="11597"/>
                  </a:cubicBezTo>
                  <a:cubicBezTo>
                    <a:pt x="167" y="11627"/>
                    <a:pt x="173" y="11650"/>
                    <a:pt x="178" y="11680"/>
                  </a:cubicBezTo>
                  <a:cubicBezTo>
                    <a:pt x="178" y="11692"/>
                    <a:pt x="184" y="11710"/>
                    <a:pt x="184" y="11716"/>
                  </a:cubicBezTo>
                  <a:lnTo>
                    <a:pt x="208" y="11805"/>
                  </a:lnTo>
                  <a:cubicBezTo>
                    <a:pt x="208" y="11811"/>
                    <a:pt x="214" y="11829"/>
                    <a:pt x="214" y="11835"/>
                  </a:cubicBezTo>
                  <a:cubicBezTo>
                    <a:pt x="232" y="11870"/>
                    <a:pt x="238" y="11906"/>
                    <a:pt x="256" y="11947"/>
                  </a:cubicBezTo>
                  <a:cubicBezTo>
                    <a:pt x="256" y="11953"/>
                    <a:pt x="262" y="11959"/>
                    <a:pt x="262" y="11965"/>
                  </a:cubicBezTo>
                  <a:cubicBezTo>
                    <a:pt x="268" y="11995"/>
                    <a:pt x="285" y="12025"/>
                    <a:pt x="291" y="12054"/>
                  </a:cubicBezTo>
                  <a:cubicBezTo>
                    <a:pt x="297" y="12072"/>
                    <a:pt x="297" y="12078"/>
                    <a:pt x="303" y="12096"/>
                  </a:cubicBezTo>
                  <a:cubicBezTo>
                    <a:pt x="315" y="12114"/>
                    <a:pt x="327" y="12143"/>
                    <a:pt x="333" y="12167"/>
                  </a:cubicBezTo>
                  <a:cubicBezTo>
                    <a:pt x="345" y="12185"/>
                    <a:pt x="345" y="12191"/>
                    <a:pt x="351" y="12203"/>
                  </a:cubicBezTo>
                  <a:cubicBezTo>
                    <a:pt x="363" y="12232"/>
                    <a:pt x="374" y="12256"/>
                    <a:pt x="386" y="12286"/>
                  </a:cubicBezTo>
                  <a:cubicBezTo>
                    <a:pt x="386" y="12292"/>
                    <a:pt x="392" y="12304"/>
                    <a:pt x="392" y="12310"/>
                  </a:cubicBezTo>
                  <a:cubicBezTo>
                    <a:pt x="410" y="12345"/>
                    <a:pt x="422" y="12375"/>
                    <a:pt x="440" y="12405"/>
                  </a:cubicBezTo>
                  <a:cubicBezTo>
                    <a:pt x="446" y="12410"/>
                    <a:pt x="446" y="12422"/>
                    <a:pt x="452" y="12428"/>
                  </a:cubicBezTo>
                  <a:cubicBezTo>
                    <a:pt x="469" y="12452"/>
                    <a:pt x="475" y="12482"/>
                    <a:pt x="493" y="12500"/>
                  </a:cubicBezTo>
                  <a:cubicBezTo>
                    <a:pt x="499" y="12511"/>
                    <a:pt x="505" y="12523"/>
                    <a:pt x="505" y="12529"/>
                  </a:cubicBezTo>
                  <a:cubicBezTo>
                    <a:pt x="523" y="12553"/>
                    <a:pt x="529" y="12577"/>
                    <a:pt x="541" y="12601"/>
                  </a:cubicBezTo>
                  <a:cubicBezTo>
                    <a:pt x="553" y="12606"/>
                    <a:pt x="559" y="12618"/>
                    <a:pt x="559" y="12630"/>
                  </a:cubicBezTo>
                  <a:cubicBezTo>
                    <a:pt x="570" y="12648"/>
                    <a:pt x="588" y="12678"/>
                    <a:pt x="600" y="12701"/>
                  </a:cubicBezTo>
                  <a:cubicBezTo>
                    <a:pt x="600" y="12707"/>
                    <a:pt x="612" y="12707"/>
                    <a:pt x="612" y="12719"/>
                  </a:cubicBezTo>
                  <a:cubicBezTo>
                    <a:pt x="630" y="12749"/>
                    <a:pt x="648" y="12779"/>
                    <a:pt x="671" y="12808"/>
                  </a:cubicBezTo>
                  <a:cubicBezTo>
                    <a:pt x="677" y="12814"/>
                    <a:pt x="677" y="12820"/>
                    <a:pt x="683" y="12826"/>
                  </a:cubicBezTo>
                  <a:lnTo>
                    <a:pt x="731" y="12897"/>
                  </a:lnTo>
                  <a:cubicBezTo>
                    <a:pt x="737" y="12903"/>
                    <a:pt x="743" y="12909"/>
                    <a:pt x="749" y="12927"/>
                  </a:cubicBezTo>
                  <a:cubicBezTo>
                    <a:pt x="766" y="12945"/>
                    <a:pt x="778" y="12963"/>
                    <a:pt x="796" y="12986"/>
                  </a:cubicBezTo>
                  <a:lnTo>
                    <a:pt x="820" y="13004"/>
                  </a:lnTo>
                  <a:cubicBezTo>
                    <a:pt x="832" y="13028"/>
                    <a:pt x="855" y="13052"/>
                    <a:pt x="879" y="13076"/>
                  </a:cubicBezTo>
                  <a:lnTo>
                    <a:pt x="885" y="13081"/>
                  </a:lnTo>
                  <a:cubicBezTo>
                    <a:pt x="909" y="13105"/>
                    <a:pt x="927" y="13135"/>
                    <a:pt x="950" y="13153"/>
                  </a:cubicBezTo>
                  <a:lnTo>
                    <a:pt x="974" y="13176"/>
                  </a:lnTo>
                  <a:lnTo>
                    <a:pt x="1028" y="13230"/>
                  </a:lnTo>
                  <a:lnTo>
                    <a:pt x="1045" y="13254"/>
                  </a:lnTo>
                  <a:cubicBezTo>
                    <a:pt x="1063" y="13266"/>
                    <a:pt x="1087" y="13283"/>
                    <a:pt x="1099" y="13295"/>
                  </a:cubicBezTo>
                  <a:lnTo>
                    <a:pt x="1123" y="13319"/>
                  </a:lnTo>
                  <a:cubicBezTo>
                    <a:pt x="1146" y="13343"/>
                    <a:pt x="1164" y="13355"/>
                    <a:pt x="1188" y="13378"/>
                  </a:cubicBezTo>
                  <a:cubicBezTo>
                    <a:pt x="1188" y="13378"/>
                    <a:pt x="1194" y="13378"/>
                    <a:pt x="1194" y="13384"/>
                  </a:cubicBezTo>
                  <a:cubicBezTo>
                    <a:pt x="1218" y="13408"/>
                    <a:pt x="1247" y="13432"/>
                    <a:pt x="1271" y="13444"/>
                  </a:cubicBezTo>
                  <a:cubicBezTo>
                    <a:pt x="1277" y="13450"/>
                    <a:pt x="1283" y="13462"/>
                    <a:pt x="1295" y="13462"/>
                  </a:cubicBezTo>
                  <a:cubicBezTo>
                    <a:pt x="1313" y="13473"/>
                    <a:pt x="1330" y="13491"/>
                    <a:pt x="1354" y="13503"/>
                  </a:cubicBezTo>
                  <a:cubicBezTo>
                    <a:pt x="1360" y="13509"/>
                    <a:pt x="1366" y="13521"/>
                    <a:pt x="1384" y="13527"/>
                  </a:cubicBezTo>
                  <a:cubicBezTo>
                    <a:pt x="1402" y="13539"/>
                    <a:pt x="1420" y="13551"/>
                    <a:pt x="1443" y="13562"/>
                  </a:cubicBezTo>
                  <a:cubicBezTo>
                    <a:pt x="1449" y="13568"/>
                    <a:pt x="1455" y="13568"/>
                    <a:pt x="1461" y="13580"/>
                  </a:cubicBezTo>
                  <a:cubicBezTo>
                    <a:pt x="1491" y="13592"/>
                    <a:pt x="1515" y="13616"/>
                    <a:pt x="1544" y="13628"/>
                  </a:cubicBezTo>
                  <a:lnTo>
                    <a:pt x="9638" y="18402"/>
                  </a:lnTo>
                  <a:cubicBezTo>
                    <a:pt x="9636" y="18401"/>
                    <a:pt x="9634" y="18400"/>
                    <a:pt x="9632" y="18400"/>
                  </a:cubicBezTo>
                  <a:lnTo>
                    <a:pt x="9632" y="18400"/>
                  </a:lnTo>
                  <a:cubicBezTo>
                    <a:pt x="10055" y="18652"/>
                    <a:pt x="10548" y="18783"/>
                    <a:pt x="11093" y="18783"/>
                  </a:cubicBezTo>
                  <a:cubicBezTo>
                    <a:pt x="11821" y="18783"/>
                    <a:pt x="12643" y="18548"/>
                    <a:pt x="13515" y="18052"/>
                  </a:cubicBezTo>
                  <a:cubicBezTo>
                    <a:pt x="16537" y="16341"/>
                    <a:pt x="19002" y="12143"/>
                    <a:pt x="19025" y="8687"/>
                  </a:cubicBezTo>
                  <a:cubicBezTo>
                    <a:pt x="19049" y="6918"/>
                    <a:pt x="18444" y="5701"/>
                    <a:pt x="17464" y="5131"/>
                  </a:cubicBezTo>
                  <a:lnTo>
                    <a:pt x="17464" y="5131"/>
                  </a:lnTo>
                  <a:cubicBezTo>
                    <a:pt x="17464" y="5131"/>
                    <a:pt x="17465" y="5131"/>
                    <a:pt x="17466" y="5131"/>
                  </a:cubicBezTo>
                  <a:lnTo>
                    <a:pt x="17466" y="5131"/>
                  </a:lnTo>
                  <a:lnTo>
                    <a:pt x="9382" y="368"/>
                  </a:lnTo>
                  <a:cubicBezTo>
                    <a:pt x="9353" y="345"/>
                    <a:pt x="9317" y="327"/>
                    <a:pt x="9287" y="309"/>
                  </a:cubicBezTo>
                  <a:cubicBezTo>
                    <a:pt x="9281" y="297"/>
                    <a:pt x="9264" y="291"/>
                    <a:pt x="9252" y="291"/>
                  </a:cubicBezTo>
                  <a:cubicBezTo>
                    <a:pt x="9228" y="279"/>
                    <a:pt x="9204" y="267"/>
                    <a:pt x="9180" y="256"/>
                  </a:cubicBezTo>
                  <a:lnTo>
                    <a:pt x="9139" y="232"/>
                  </a:lnTo>
                  <a:cubicBezTo>
                    <a:pt x="9115" y="226"/>
                    <a:pt x="9091" y="208"/>
                    <a:pt x="9068" y="202"/>
                  </a:cubicBezTo>
                  <a:cubicBezTo>
                    <a:pt x="9056" y="196"/>
                    <a:pt x="9038" y="190"/>
                    <a:pt x="9026" y="190"/>
                  </a:cubicBezTo>
                  <a:lnTo>
                    <a:pt x="8961" y="166"/>
                  </a:lnTo>
                  <a:cubicBezTo>
                    <a:pt x="8943" y="161"/>
                    <a:pt x="8931" y="149"/>
                    <a:pt x="8913" y="149"/>
                  </a:cubicBezTo>
                  <a:lnTo>
                    <a:pt x="8848" y="131"/>
                  </a:lnTo>
                  <a:cubicBezTo>
                    <a:pt x="8830" y="119"/>
                    <a:pt x="8818" y="119"/>
                    <a:pt x="8806" y="113"/>
                  </a:cubicBezTo>
                  <a:lnTo>
                    <a:pt x="8735" y="89"/>
                  </a:lnTo>
                  <a:cubicBezTo>
                    <a:pt x="8723" y="83"/>
                    <a:pt x="8705" y="83"/>
                    <a:pt x="8693" y="77"/>
                  </a:cubicBezTo>
                  <a:cubicBezTo>
                    <a:pt x="8670" y="71"/>
                    <a:pt x="8646" y="60"/>
                    <a:pt x="8616" y="60"/>
                  </a:cubicBezTo>
                  <a:cubicBezTo>
                    <a:pt x="8604" y="60"/>
                    <a:pt x="8587" y="54"/>
                    <a:pt x="8575" y="54"/>
                  </a:cubicBezTo>
                  <a:cubicBezTo>
                    <a:pt x="8545" y="48"/>
                    <a:pt x="8515" y="42"/>
                    <a:pt x="8486" y="42"/>
                  </a:cubicBezTo>
                  <a:cubicBezTo>
                    <a:pt x="8480" y="42"/>
                    <a:pt x="8462" y="30"/>
                    <a:pt x="8456" y="30"/>
                  </a:cubicBezTo>
                  <a:cubicBezTo>
                    <a:pt x="8420" y="24"/>
                    <a:pt x="8373" y="18"/>
                    <a:pt x="8337" y="18"/>
                  </a:cubicBezTo>
                  <a:lnTo>
                    <a:pt x="8308" y="18"/>
                  </a:lnTo>
                  <a:cubicBezTo>
                    <a:pt x="8278" y="12"/>
                    <a:pt x="8248" y="12"/>
                    <a:pt x="8218" y="12"/>
                  </a:cubicBezTo>
                  <a:lnTo>
                    <a:pt x="8171" y="12"/>
                  </a:lnTo>
                  <a:cubicBezTo>
                    <a:pt x="8141" y="12"/>
                    <a:pt x="8123" y="0"/>
                    <a:pt x="80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5">
              <a:extLst>
                <a:ext uri="{FF2B5EF4-FFF2-40B4-BE49-F238E27FC236}">
                  <a16:creationId xmlns:a16="http://schemas.microsoft.com/office/drawing/2014/main" id="{2185BDA1-BBE4-3432-9092-6FA79ED12EFB}"/>
                </a:ext>
              </a:extLst>
            </p:cNvPr>
            <p:cNvSpPr/>
            <p:nvPr/>
          </p:nvSpPr>
          <p:spPr>
            <a:xfrm>
              <a:off x="8246507" y="74659"/>
              <a:ext cx="3213691" cy="3186284"/>
            </a:xfrm>
            <a:custGeom>
              <a:avLst/>
              <a:gdLst/>
              <a:ahLst/>
              <a:cxnLst/>
              <a:rect l="l" t="t" r="r" b="b"/>
              <a:pathLst>
                <a:path w="14811" h="15138" extrusionOk="0">
                  <a:moveTo>
                    <a:pt x="7911" y="1"/>
                  </a:moveTo>
                  <a:cubicBezTo>
                    <a:pt x="7322" y="1"/>
                    <a:pt x="6672" y="154"/>
                    <a:pt x="5986" y="473"/>
                  </a:cubicBezTo>
                  <a:cubicBezTo>
                    <a:pt x="5980" y="473"/>
                    <a:pt x="5969" y="485"/>
                    <a:pt x="5963" y="485"/>
                  </a:cubicBezTo>
                  <a:lnTo>
                    <a:pt x="5743" y="592"/>
                  </a:lnTo>
                  <a:cubicBezTo>
                    <a:pt x="5731" y="604"/>
                    <a:pt x="5725" y="604"/>
                    <a:pt x="5707" y="610"/>
                  </a:cubicBezTo>
                  <a:cubicBezTo>
                    <a:pt x="5630" y="651"/>
                    <a:pt x="5553" y="693"/>
                    <a:pt x="5470" y="734"/>
                  </a:cubicBezTo>
                  <a:cubicBezTo>
                    <a:pt x="2453" y="2462"/>
                    <a:pt x="13" y="6666"/>
                    <a:pt x="1" y="10122"/>
                  </a:cubicBezTo>
                  <a:cubicBezTo>
                    <a:pt x="1" y="11844"/>
                    <a:pt x="601" y="13056"/>
                    <a:pt x="1574" y="13626"/>
                  </a:cubicBezTo>
                  <a:lnTo>
                    <a:pt x="8255" y="14879"/>
                  </a:lnTo>
                  <a:cubicBezTo>
                    <a:pt x="8249" y="14873"/>
                    <a:pt x="8243" y="14873"/>
                    <a:pt x="8237" y="14867"/>
                  </a:cubicBezTo>
                  <a:lnTo>
                    <a:pt x="8237" y="14867"/>
                  </a:lnTo>
                  <a:cubicBezTo>
                    <a:pt x="8532" y="15045"/>
                    <a:pt x="8880" y="15138"/>
                    <a:pt x="9265" y="15138"/>
                  </a:cubicBezTo>
                  <a:cubicBezTo>
                    <a:pt x="9779" y="15138"/>
                    <a:pt x="10360" y="14973"/>
                    <a:pt x="10974" y="14623"/>
                  </a:cubicBezTo>
                  <a:cubicBezTo>
                    <a:pt x="13088" y="13412"/>
                    <a:pt x="14804" y="10473"/>
                    <a:pt x="14804" y="8044"/>
                  </a:cubicBezTo>
                  <a:cubicBezTo>
                    <a:pt x="14810" y="6850"/>
                    <a:pt x="14388" y="5995"/>
                    <a:pt x="13700" y="5603"/>
                  </a:cubicBezTo>
                  <a:lnTo>
                    <a:pt x="9353" y="372"/>
                  </a:lnTo>
                  <a:cubicBezTo>
                    <a:pt x="8936" y="128"/>
                    <a:pt x="8449" y="1"/>
                    <a:pt x="79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5">
              <a:extLst>
                <a:ext uri="{FF2B5EF4-FFF2-40B4-BE49-F238E27FC236}">
                  <a16:creationId xmlns:a16="http://schemas.microsoft.com/office/drawing/2014/main" id="{8CDD1CE7-71CF-C6D1-FDEC-30D4F81793D7}"/>
                </a:ext>
              </a:extLst>
            </p:cNvPr>
            <p:cNvSpPr/>
            <p:nvPr/>
          </p:nvSpPr>
          <p:spPr>
            <a:xfrm>
              <a:off x="9476992" y="111704"/>
              <a:ext cx="4583052" cy="5620725"/>
            </a:xfrm>
            <a:custGeom>
              <a:avLst/>
              <a:gdLst/>
              <a:ahLst/>
              <a:cxnLst/>
              <a:rect l="l" t="t" r="r" b="b"/>
              <a:pathLst>
                <a:path w="21122" h="26704" extrusionOk="0">
                  <a:moveTo>
                    <a:pt x="15077" y="0"/>
                  </a:moveTo>
                  <a:cubicBezTo>
                    <a:pt x="14798" y="0"/>
                    <a:pt x="14430" y="24"/>
                    <a:pt x="14157" y="54"/>
                  </a:cubicBezTo>
                  <a:cubicBezTo>
                    <a:pt x="13658" y="107"/>
                    <a:pt x="12999" y="238"/>
                    <a:pt x="12518" y="386"/>
                  </a:cubicBezTo>
                  <a:cubicBezTo>
                    <a:pt x="12215" y="481"/>
                    <a:pt x="11805" y="624"/>
                    <a:pt x="11502" y="742"/>
                  </a:cubicBezTo>
                  <a:cubicBezTo>
                    <a:pt x="11241" y="849"/>
                    <a:pt x="10897" y="998"/>
                    <a:pt x="10647" y="1122"/>
                  </a:cubicBezTo>
                  <a:cubicBezTo>
                    <a:pt x="10154" y="1366"/>
                    <a:pt x="9513" y="1716"/>
                    <a:pt x="9050" y="2019"/>
                  </a:cubicBezTo>
                  <a:cubicBezTo>
                    <a:pt x="8807" y="2185"/>
                    <a:pt x="8480" y="2399"/>
                    <a:pt x="8242" y="2577"/>
                  </a:cubicBezTo>
                  <a:cubicBezTo>
                    <a:pt x="7957" y="2791"/>
                    <a:pt x="7583" y="3076"/>
                    <a:pt x="7316" y="3308"/>
                  </a:cubicBezTo>
                  <a:cubicBezTo>
                    <a:pt x="7091" y="3498"/>
                    <a:pt x="6794" y="3753"/>
                    <a:pt x="6580" y="3949"/>
                  </a:cubicBezTo>
                  <a:cubicBezTo>
                    <a:pt x="6336" y="4181"/>
                    <a:pt x="6016" y="4483"/>
                    <a:pt x="5784" y="4727"/>
                  </a:cubicBezTo>
                  <a:cubicBezTo>
                    <a:pt x="5570" y="4958"/>
                    <a:pt x="5279" y="5261"/>
                    <a:pt x="5078" y="5499"/>
                  </a:cubicBezTo>
                  <a:cubicBezTo>
                    <a:pt x="4893" y="5724"/>
                    <a:pt x="4644" y="6021"/>
                    <a:pt x="4466" y="6241"/>
                  </a:cubicBezTo>
                  <a:cubicBezTo>
                    <a:pt x="4276" y="6473"/>
                    <a:pt x="4038" y="6787"/>
                    <a:pt x="3872" y="7031"/>
                  </a:cubicBezTo>
                  <a:cubicBezTo>
                    <a:pt x="3546" y="7500"/>
                    <a:pt x="3136" y="8135"/>
                    <a:pt x="2833" y="8616"/>
                  </a:cubicBezTo>
                  <a:cubicBezTo>
                    <a:pt x="2673" y="8866"/>
                    <a:pt x="2506" y="9204"/>
                    <a:pt x="2364" y="9453"/>
                  </a:cubicBezTo>
                  <a:cubicBezTo>
                    <a:pt x="2239" y="9673"/>
                    <a:pt x="1824" y="10504"/>
                    <a:pt x="1544" y="11164"/>
                  </a:cubicBezTo>
                  <a:cubicBezTo>
                    <a:pt x="1426" y="11431"/>
                    <a:pt x="1289" y="11805"/>
                    <a:pt x="1182" y="12078"/>
                  </a:cubicBezTo>
                  <a:cubicBezTo>
                    <a:pt x="1081" y="12351"/>
                    <a:pt x="969" y="12713"/>
                    <a:pt x="873" y="12992"/>
                  </a:cubicBezTo>
                  <a:cubicBezTo>
                    <a:pt x="784" y="13266"/>
                    <a:pt x="683" y="13646"/>
                    <a:pt x="606" y="13925"/>
                  </a:cubicBezTo>
                  <a:cubicBezTo>
                    <a:pt x="523" y="14228"/>
                    <a:pt x="434" y="14637"/>
                    <a:pt x="369" y="14952"/>
                  </a:cubicBezTo>
                  <a:cubicBezTo>
                    <a:pt x="309" y="15237"/>
                    <a:pt x="238" y="15635"/>
                    <a:pt x="197" y="15920"/>
                  </a:cubicBezTo>
                  <a:cubicBezTo>
                    <a:pt x="137" y="16258"/>
                    <a:pt x="90" y="16704"/>
                    <a:pt x="60" y="17036"/>
                  </a:cubicBezTo>
                  <a:cubicBezTo>
                    <a:pt x="42" y="17327"/>
                    <a:pt x="18" y="17719"/>
                    <a:pt x="12" y="18016"/>
                  </a:cubicBezTo>
                  <a:cubicBezTo>
                    <a:pt x="1" y="18366"/>
                    <a:pt x="12" y="18823"/>
                    <a:pt x="24" y="19174"/>
                  </a:cubicBezTo>
                  <a:cubicBezTo>
                    <a:pt x="36" y="19459"/>
                    <a:pt x="72" y="19833"/>
                    <a:pt x="108" y="20112"/>
                  </a:cubicBezTo>
                  <a:cubicBezTo>
                    <a:pt x="149" y="20456"/>
                    <a:pt x="238" y="21169"/>
                    <a:pt x="505" y="22030"/>
                  </a:cubicBezTo>
                  <a:cubicBezTo>
                    <a:pt x="755" y="22832"/>
                    <a:pt x="1010" y="23324"/>
                    <a:pt x="1200" y="23681"/>
                  </a:cubicBezTo>
                  <a:cubicBezTo>
                    <a:pt x="1325" y="23918"/>
                    <a:pt x="1509" y="24227"/>
                    <a:pt x="1681" y="24435"/>
                  </a:cubicBezTo>
                  <a:cubicBezTo>
                    <a:pt x="1717" y="24482"/>
                    <a:pt x="1752" y="24536"/>
                    <a:pt x="1800" y="24583"/>
                  </a:cubicBezTo>
                  <a:cubicBezTo>
                    <a:pt x="1919" y="24726"/>
                    <a:pt x="2037" y="24880"/>
                    <a:pt x="2150" y="24999"/>
                  </a:cubicBezTo>
                  <a:cubicBezTo>
                    <a:pt x="2310" y="25171"/>
                    <a:pt x="2542" y="25385"/>
                    <a:pt x="2726" y="25545"/>
                  </a:cubicBezTo>
                  <a:cubicBezTo>
                    <a:pt x="3647" y="26302"/>
                    <a:pt x="4799" y="26703"/>
                    <a:pt x="6110" y="26703"/>
                  </a:cubicBezTo>
                  <a:cubicBezTo>
                    <a:pt x="7455" y="26703"/>
                    <a:pt x="8968" y="26281"/>
                    <a:pt x="10570" y="25385"/>
                  </a:cubicBezTo>
                  <a:cubicBezTo>
                    <a:pt x="16294" y="22202"/>
                    <a:pt x="20991" y="14245"/>
                    <a:pt x="21074" y="7619"/>
                  </a:cubicBezTo>
                  <a:cubicBezTo>
                    <a:pt x="21122" y="3842"/>
                    <a:pt x="19655" y="1307"/>
                    <a:pt x="17322" y="404"/>
                  </a:cubicBezTo>
                  <a:cubicBezTo>
                    <a:pt x="17215" y="362"/>
                    <a:pt x="17090" y="321"/>
                    <a:pt x="16965" y="285"/>
                  </a:cubicBezTo>
                  <a:cubicBezTo>
                    <a:pt x="16852" y="244"/>
                    <a:pt x="16740" y="208"/>
                    <a:pt x="16645" y="184"/>
                  </a:cubicBezTo>
                  <a:cubicBezTo>
                    <a:pt x="16407" y="137"/>
                    <a:pt x="16081" y="77"/>
                    <a:pt x="15837" y="48"/>
                  </a:cubicBezTo>
                  <a:cubicBezTo>
                    <a:pt x="15605" y="24"/>
                    <a:pt x="15303" y="0"/>
                    <a:pt x="150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5">
              <a:extLst>
                <a:ext uri="{FF2B5EF4-FFF2-40B4-BE49-F238E27FC236}">
                  <a16:creationId xmlns:a16="http://schemas.microsoft.com/office/drawing/2014/main" id="{7453BC79-F73A-527D-CA5B-C638D8CDA158}"/>
                </a:ext>
              </a:extLst>
            </p:cNvPr>
            <p:cNvSpPr/>
            <p:nvPr/>
          </p:nvSpPr>
          <p:spPr>
            <a:xfrm>
              <a:off x="9480897" y="111704"/>
              <a:ext cx="4000677" cy="5224386"/>
            </a:xfrm>
            <a:custGeom>
              <a:avLst/>
              <a:gdLst/>
              <a:ahLst/>
              <a:cxnLst/>
              <a:rect l="l" t="t" r="r" b="b"/>
              <a:pathLst>
                <a:path w="18438" h="24821" extrusionOk="0">
                  <a:moveTo>
                    <a:pt x="15077" y="0"/>
                  </a:moveTo>
                  <a:cubicBezTo>
                    <a:pt x="14792" y="0"/>
                    <a:pt x="14430" y="24"/>
                    <a:pt x="14156" y="54"/>
                  </a:cubicBezTo>
                  <a:cubicBezTo>
                    <a:pt x="13658" y="107"/>
                    <a:pt x="12999" y="238"/>
                    <a:pt x="12512" y="386"/>
                  </a:cubicBezTo>
                  <a:cubicBezTo>
                    <a:pt x="12209" y="481"/>
                    <a:pt x="11799" y="624"/>
                    <a:pt x="11496" y="742"/>
                  </a:cubicBezTo>
                  <a:cubicBezTo>
                    <a:pt x="11235" y="849"/>
                    <a:pt x="10897" y="998"/>
                    <a:pt x="10641" y="1122"/>
                  </a:cubicBezTo>
                  <a:cubicBezTo>
                    <a:pt x="10154" y="1366"/>
                    <a:pt x="9507" y="1716"/>
                    <a:pt x="9050" y="2019"/>
                  </a:cubicBezTo>
                  <a:cubicBezTo>
                    <a:pt x="8800" y="2185"/>
                    <a:pt x="8474" y="2399"/>
                    <a:pt x="8236" y="2577"/>
                  </a:cubicBezTo>
                  <a:cubicBezTo>
                    <a:pt x="7957" y="2791"/>
                    <a:pt x="7577" y="3076"/>
                    <a:pt x="7310" y="3308"/>
                  </a:cubicBezTo>
                  <a:cubicBezTo>
                    <a:pt x="7090" y="3498"/>
                    <a:pt x="6793" y="3753"/>
                    <a:pt x="6574" y="3949"/>
                  </a:cubicBezTo>
                  <a:cubicBezTo>
                    <a:pt x="6330" y="4181"/>
                    <a:pt x="6010" y="4483"/>
                    <a:pt x="5778" y="4727"/>
                  </a:cubicBezTo>
                  <a:cubicBezTo>
                    <a:pt x="5564" y="4958"/>
                    <a:pt x="5279" y="5261"/>
                    <a:pt x="5077" y="5499"/>
                  </a:cubicBezTo>
                  <a:cubicBezTo>
                    <a:pt x="4887" y="5724"/>
                    <a:pt x="4638" y="6021"/>
                    <a:pt x="4460" y="6241"/>
                  </a:cubicBezTo>
                  <a:cubicBezTo>
                    <a:pt x="4276" y="6473"/>
                    <a:pt x="4038" y="6787"/>
                    <a:pt x="3866" y="7031"/>
                  </a:cubicBezTo>
                  <a:cubicBezTo>
                    <a:pt x="3539" y="7500"/>
                    <a:pt x="3130" y="8135"/>
                    <a:pt x="2827" y="8616"/>
                  </a:cubicBezTo>
                  <a:cubicBezTo>
                    <a:pt x="2673" y="8866"/>
                    <a:pt x="2500" y="9204"/>
                    <a:pt x="2358" y="9453"/>
                  </a:cubicBezTo>
                  <a:cubicBezTo>
                    <a:pt x="2233" y="9673"/>
                    <a:pt x="1817" y="10504"/>
                    <a:pt x="1544" y="11164"/>
                  </a:cubicBezTo>
                  <a:cubicBezTo>
                    <a:pt x="1426" y="11431"/>
                    <a:pt x="1283" y="11805"/>
                    <a:pt x="1176" y="12078"/>
                  </a:cubicBezTo>
                  <a:cubicBezTo>
                    <a:pt x="1075" y="12351"/>
                    <a:pt x="962" y="12713"/>
                    <a:pt x="867" y="12992"/>
                  </a:cubicBezTo>
                  <a:cubicBezTo>
                    <a:pt x="778" y="13266"/>
                    <a:pt x="683" y="13646"/>
                    <a:pt x="600" y="13925"/>
                  </a:cubicBezTo>
                  <a:cubicBezTo>
                    <a:pt x="517" y="14228"/>
                    <a:pt x="428" y="14637"/>
                    <a:pt x="363" y="14952"/>
                  </a:cubicBezTo>
                  <a:cubicBezTo>
                    <a:pt x="303" y="15237"/>
                    <a:pt x="238" y="15635"/>
                    <a:pt x="190" y="15920"/>
                  </a:cubicBezTo>
                  <a:cubicBezTo>
                    <a:pt x="131" y="16258"/>
                    <a:pt x="90" y="16704"/>
                    <a:pt x="60" y="17036"/>
                  </a:cubicBezTo>
                  <a:cubicBezTo>
                    <a:pt x="36" y="17327"/>
                    <a:pt x="12" y="17719"/>
                    <a:pt x="6" y="18016"/>
                  </a:cubicBezTo>
                  <a:cubicBezTo>
                    <a:pt x="0" y="18366"/>
                    <a:pt x="6" y="18823"/>
                    <a:pt x="18" y="19174"/>
                  </a:cubicBezTo>
                  <a:cubicBezTo>
                    <a:pt x="36" y="19459"/>
                    <a:pt x="66" y="19833"/>
                    <a:pt x="101" y="20112"/>
                  </a:cubicBezTo>
                  <a:cubicBezTo>
                    <a:pt x="149" y="20456"/>
                    <a:pt x="238" y="21169"/>
                    <a:pt x="505" y="22030"/>
                  </a:cubicBezTo>
                  <a:cubicBezTo>
                    <a:pt x="749" y="22832"/>
                    <a:pt x="1010" y="23324"/>
                    <a:pt x="1194" y="23681"/>
                  </a:cubicBezTo>
                  <a:cubicBezTo>
                    <a:pt x="1319" y="23918"/>
                    <a:pt x="1509" y="24227"/>
                    <a:pt x="1675" y="24435"/>
                  </a:cubicBezTo>
                  <a:cubicBezTo>
                    <a:pt x="1716" y="24482"/>
                    <a:pt x="1752" y="24536"/>
                    <a:pt x="1794" y="24583"/>
                  </a:cubicBezTo>
                  <a:cubicBezTo>
                    <a:pt x="2310" y="24740"/>
                    <a:pt x="2865" y="24820"/>
                    <a:pt x="3450" y="24820"/>
                  </a:cubicBezTo>
                  <a:cubicBezTo>
                    <a:pt x="4797" y="24820"/>
                    <a:pt x="6308" y="24396"/>
                    <a:pt x="7910" y="23503"/>
                  </a:cubicBezTo>
                  <a:cubicBezTo>
                    <a:pt x="13628" y="20308"/>
                    <a:pt x="18325" y="12363"/>
                    <a:pt x="18408" y="5730"/>
                  </a:cubicBezTo>
                  <a:cubicBezTo>
                    <a:pt x="18438" y="3432"/>
                    <a:pt x="17903" y="1592"/>
                    <a:pt x="16959" y="285"/>
                  </a:cubicBezTo>
                  <a:cubicBezTo>
                    <a:pt x="16846" y="244"/>
                    <a:pt x="16739" y="208"/>
                    <a:pt x="16639" y="184"/>
                  </a:cubicBezTo>
                  <a:cubicBezTo>
                    <a:pt x="16401" y="137"/>
                    <a:pt x="16074" y="77"/>
                    <a:pt x="15831" y="48"/>
                  </a:cubicBezTo>
                  <a:cubicBezTo>
                    <a:pt x="15599" y="24"/>
                    <a:pt x="15297" y="0"/>
                    <a:pt x="15077" y="0"/>
                  </a:cubicBez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5">
              <a:extLst>
                <a:ext uri="{FF2B5EF4-FFF2-40B4-BE49-F238E27FC236}">
                  <a16:creationId xmlns:a16="http://schemas.microsoft.com/office/drawing/2014/main" id="{442AEF47-E8F0-71DC-76C8-C281E0D23E2C}"/>
                </a:ext>
              </a:extLst>
            </p:cNvPr>
            <p:cNvSpPr/>
            <p:nvPr/>
          </p:nvSpPr>
          <p:spPr>
            <a:xfrm>
              <a:off x="9327494" y="12988"/>
              <a:ext cx="3954461" cy="5553160"/>
            </a:xfrm>
            <a:custGeom>
              <a:avLst/>
              <a:gdLst/>
              <a:ahLst/>
              <a:cxnLst/>
              <a:rect l="l" t="t" r="r" b="b"/>
              <a:pathLst>
                <a:path w="18225" h="26383" extrusionOk="0">
                  <a:moveTo>
                    <a:pt x="17813" y="343"/>
                  </a:moveTo>
                  <a:cubicBezTo>
                    <a:pt x="17955" y="390"/>
                    <a:pt x="18102" y="440"/>
                    <a:pt x="18224" y="481"/>
                  </a:cubicBezTo>
                  <a:cubicBezTo>
                    <a:pt x="18090" y="430"/>
                    <a:pt x="17953" y="383"/>
                    <a:pt x="17813" y="343"/>
                  </a:cubicBezTo>
                  <a:close/>
                  <a:moveTo>
                    <a:pt x="15695" y="0"/>
                  </a:moveTo>
                  <a:cubicBezTo>
                    <a:pt x="15338" y="0"/>
                    <a:pt x="14863" y="24"/>
                    <a:pt x="14507" y="65"/>
                  </a:cubicBezTo>
                  <a:cubicBezTo>
                    <a:pt x="14252" y="83"/>
                    <a:pt x="13913" y="137"/>
                    <a:pt x="13658" y="190"/>
                  </a:cubicBezTo>
                  <a:cubicBezTo>
                    <a:pt x="13278" y="273"/>
                    <a:pt x="12773" y="398"/>
                    <a:pt x="12405" y="511"/>
                  </a:cubicBezTo>
                  <a:cubicBezTo>
                    <a:pt x="11871" y="665"/>
                    <a:pt x="11182" y="956"/>
                    <a:pt x="10665" y="1188"/>
                  </a:cubicBezTo>
                  <a:cubicBezTo>
                    <a:pt x="10576" y="1229"/>
                    <a:pt x="9781" y="1597"/>
                    <a:pt x="8884" y="2179"/>
                  </a:cubicBezTo>
                  <a:cubicBezTo>
                    <a:pt x="8641" y="2334"/>
                    <a:pt x="8314" y="2559"/>
                    <a:pt x="8076" y="2726"/>
                  </a:cubicBezTo>
                  <a:cubicBezTo>
                    <a:pt x="7780" y="2939"/>
                    <a:pt x="7394" y="3230"/>
                    <a:pt x="7120" y="3468"/>
                  </a:cubicBezTo>
                  <a:cubicBezTo>
                    <a:pt x="6841" y="3699"/>
                    <a:pt x="6129" y="4317"/>
                    <a:pt x="5618" y="4863"/>
                  </a:cubicBezTo>
                  <a:cubicBezTo>
                    <a:pt x="5410" y="5089"/>
                    <a:pt x="5131" y="5374"/>
                    <a:pt x="4935" y="5606"/>
                  </a:cubicBezTo>
                  <a:cubicBezTo>
                    <a:pt x="4579" y="6039"/>
                    <a:pt x="4104" y="6615"/>
                    <a:pt x="3777" y="7066"/>
                  </a:cubicBezTo>
                  <a:cubicBezTo>
                    <a:pt x="3178" y="7909"/>
                    <a:pt x="2762" y="8628"/>
                    <a:pt x="2756" y="8634"/>
                  </a:cubicBezTo>
                  <a:cubicBezTo>
                    <a:pt x="2477" y="9115"/>
                    <a:pt x="2138" y="9774"/>
                    <a:pt x="1883" y="10267"/>
                  </a:cubicBezTo>
                  <a:cubicBezTo>
                    <a:pt x="1758" y="10522"/>
                    <a:pt x="1610" y="10861"/>
                    <a:pt x="1509" y="11116"/>
                  </a:cubicBezTo>
                  <a:cubicBezTo>
                    <a:pt x="1396" y="11383"/>
                    <a:pt x="1254" y="11728"/>
                    <a:pt x="1159" y="11995"/>
                  </a:cubicBezTo>
                  <a:cubicBezTo>
                    <a:pt x="1064" y="12262"/>
                    <a:pt x="945" y="12618"/>
                    <a:pt x="856" y="12885"/>
                  </a:cubicBezTo>
                  <a:cubicBezTo>
                    <a:pt x="767" y="13153"/>
                    <a:pt x="666" y="13527"/>
                    <a:pt x="589" y="13800"/>
                  </a:cubicBezTo>
                  <a:cubicBezTo>
                    <a:pt x="589" y="13806"/>
                    <a:pt x="339" y="14691"/>
                    <a:pt x="185" y="15753"/>
                  </a:cubicBezTo>
                  <a:cubicBezTo>
                    <a:pt x="66" y="16537"/>
                    <a:pt x="7" y="17309"/>
                    <a:pt x="1" y="18063"/>
                  </a:cubicBezTo>
                  <a:cubicBezTo>
                    <a:pt x="1" y="18348"/>
                    <a:pt x="1" y="18746"/>
                    <a:pt x="13" y="19031"/>
                  </a:cubicBezTo>
                  <a:cubicBezTo>
                    <a:pt x="36" y="19417"/>
                    <a:pt x="84" y="19922"/>
                    <a:pt x="131" y="20308"/>
                  </a:cubicBezTo>
                  <a:cubicBezTo>
                    <a:pt x="173" y="20587"/>
                    <a:pt x="232" y="20943"/>
                    <a:pt x="292" y="21216"/>
                  </a:cubicBezTo>
                  <a:cubicBezTo>
                    <a:pt x="369" y="21585"/>
                    <a:pt x="506" y="22083"/>
                    <a:pt x="618" y="22451"/>
                  </a:cubicBezTo>
                  <a:cubicBezTo>
                    <a:pt x="767" y="22932"/>
                    <a:pt x="1040" y="23544"/>
                    <a:pt x="1272" y="24001"/>
                  </a:cubicBezTo>
                  <a:cubicBezTo>
                    <a:pt x="1432" y="24310"/>
                    <a:pt x="1687" y="24702"/>
                    <a:pt x="1883" y="24999"/>
                  </a:cubicBezTo>
                  <a:cubicBezTo>
                    <a:pt x="2020" y="25195"/>
                    <a:pt x="2222" y="25426"/>
                    <a:pt x="2370" y="25610"/>
                  </a:cubicBezTo>
                  <a:cubicBezTo>
                    <a:pt x="2499" y="25772"/>
                    <a:pt x="2677" y="25948"/>
                    <a:pt x="2853" y="26108"/>
                  </a:cubicBezTo>
                  <a:lnTo>
                    <a:pt x="2853" y="26108"/>
                  </a:lnTo>
                  <a:cubicBezTo>
                    <a:pt x="1490" y="24795"/>
                    <a:pt x="698" y="22636"/>
                    <a:pt x="737" y="19791"/>
                  </a:cubicBezTo>
                  <a:cubicBezTo>
                    <a:pt x="814" y="12957"/>
                    <a:pt x="5672" y="4745"/>
                    <a:pt x="11562" y="1461"/>
                  </a:cubicBezTo>
                  <a:cubicBezTo>
                    <a:pt x="13215" y="551"/>
                    <a:pt x="14776" y="116"/>
                    <a:pt x="16163" y="116"/>
                  </a:cubicBezTo>
                  <a:cubicBezTo>
                    <a:pt x="16745" y="116"/>
                    <a:pt x="17297" y="192"/>
                    <a:pt x="17813" y="343"/>
                  </a:cubicBezTo>
                  <a:lnTo>
                    <a:pt x="17813" y="343"/>
                  </a:lnTo>
                  <a:cubicBezTo>
                    <a:pt x="17707" y="308"/>
                    <a:pt x="17603" y="275"/>
                    <a:pt x="17512" y="250"/>
                  </a:cubicBezTo>
                  <a:cubicBezTo>
                    <a:pt x="17209" y="172"/>
                    <a:pt x="16793" y="89"/>
                    <a:pt x="16479" y="54"/>
                  </a:cubicBezTo>
                  <a:cubicBezTo>
                    <a:pt x="16241" y="24"/>
                    <a:pt x="15932" y="0"/>
                    <a:pt x="15695" y="0"/>
                  </a:cubicBezTo>
                  <a:close/>
                  <a:moveTo>
                    <a:pt x="2853" y="26108"/>
                  </a:moveTo>
                  <a:lnTo>
                    <a:pt x="2853" y="26108"/>
                  </a:lnTo>
                  <a:cubicBezTo>
                    <a:pt x="2952" y="26204"/>
                    <a:pt x="3054" y="26296"/>
                    <a:pt x="3160" y="26382"/>
                  </a:cubicBezTo>
                  <a:cubicBezTo>
                    <a:pt x="3067" y="26301"/>
                    <a:pt x="2961" y="26207"/>
                    <a:pt x="2853" y="2610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5">
              <a:extLst>
                <a:ext uri="{FF2B5EF4-FFF2-40B4-BE49-F238E27FC236}">
                  <a16:creationId xmlns:a16="http://schemas.microsoft.com/office/drawing/2014/main" id="{1339FBD5-BD0C-B556-49D3-00621360DBCD}"/>
                </a:ext>
              </a:extLst>
            </p:cNvPr>
            <p:cNvSpPr/>
            <p:nvPr/>
          </p:nvSpPr>
          <p:spPr>
            <a:xfrm>
              <a:off x="9473520" y="36562"/>
              <a:ext cx="4660947" cy="5784691"/>
            </a:xfrm>
            <a:custGeom>
              <a:avLst/>
              <a:gdLst/>
              <a:ahLst/>
              <a:cxnLst/>
              <a:rect l="l" t="t" r="r" b="b"/>
              <a:pathLst>
                <a:path w="21481" h="27483" extrusionOk="0">
                  <a:moveTo>
                    <a:pt x="15352" y="425"/>
                  </a:moveTo>
                  <a:cubicBezTo>
                    <a:pt x="18802" y="425"/>
                    <a:pt x="21150" y="3210"/>
                    <a:pt x="21090" y="7976"/>
                  </a:cubicBezTo>
                  <a:cubicBezTo>
                    <a:pt x="21007" y="14602"/>
                    <a:pt x="16310" y="22559"/>
                    <a:pt x="10598" y="25742"/>
                  </a:cubicBezTo>
                  <a:cubicBezTo>
                    <a:pt x="8991" y="26640"/>
                    <a:pt x="7474" y="27065"/>
                    <a:pt x="6126" y="27065"/>
                  </a:cubicBezTo>
                  <a:cubicBezTo>
                    <a:pt x="2677" y="27065"/>
                    <a:pt x="331" y="24283"/>
                    <a:pt x="391" y="19519"/>
                  </a:cubicBezTo>
                  <a:cubicBezTo>
                    <a:pt x="462" y="12886"/>
                    <a:pt x="5171" y="4929"/>
                    <a:pt x="10883" y="1747"/>
                  </a:cubicBezTo>
                  <a:cubicBezTo>
                    <a:pt x="12489" y="850"/>
                    <a:pt x="14004" y="425"/>
                    <a:pt x="15352" y="425"/>
                  </a:cubicBezTo>
                  <a:close/>
                  <a:moveTo>
                    <a:pt x="15501" y="0"/>
                  </a:moveTo>
                  <a:cubicBezTo>
                    <a:pt x="14112" y="0"/>
                    <a:pt x="12550" y="437"/>
                    <a:pt x="10895" y="1361"/>
                  </a:cubicBezTo>
                  <a:cubicBezTo>
                    <a:pt x="4999" y="4650"/>
                    <a:pt x="147" y="12857"/>
                    <a:pt x="64" y="19697"/>
                  </a:cubicBezTo>
                  <a:cubicBezTo>
                    <a:pt x="0" y="24613"/>
                    <a:pt x="2421" y="27483"/>
                    <a:pt x="5979" y="27483"/>
                  </a:cubicBezTo>
                  <a:cubicBezTo>
                    <a:pt x="7368" y="27483"/>
                    <a:pt x="8931" y="27046"/>
                    <a:pt x="10586" y="26122"/>
                  </a:cubicBezTo>
                  <a:cubicBezTo>
                    <a:pt x="16482" y="22832"/>
                    <a:pt x="21334" y="14632"/>
                    <a:pt x="21417" y="7792"/>
                  </a:cubicBezTo>
                  <a:cubicBezTo>
                    <a:pt x="21481" y="2871"/>
                    <a:pt x="19060" y="0"/>
                    <a:pt x="15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5">
              <a:extLst>
                <a:ext uri="{FF2B5EF4-FFF2-40B4-BE49-F238E27FC236}">
                  <a16:creationId xmlns:a16="http://schemas.microsoft.com/office/drawing/2014/main" id="{DD4C98EA-82F8-09C8-ABB3-24012C15811F}"/>
                </a:ext>
              </a:extLst>
            </p:cNvPr>
            <p:cNvSpPr/>
            <p:nvPr/>
          </p:nvSpPr>
          <p:spPr>
            <a:xfrm>
              <a:off x="11382496" y="3155055"/>
              <a:ext cx="274697" cy="316355"/>
            </a:xfrm>
            <a:custGeom>
              <a:avLst/>
              <a:gdLst/>
              <a:ahLst/>
              <a:cxnLst/>
              <a:rect l="l" t="t" r="r" b="b"/>
              <a:pathLst>
                <a:path w="1266" h="1503" extrusionOk="0">
                  <a:moveTo>
                    <a:pt x="1" y="0"/>
                  </a:moveTo>
                  <a:lnTo>
                    <a:pt x="939" y="1306"/>
                  </a:lnTo>
                  <a:lnTo>
                    <a:pt x="1266" y="1502"/>
                  </a:lnTo>
                  <a:lnTo>
                    <a:pt x="1266" y="1502"/>
                  </a:lnTo>
                  <a:lnTo>
                    <a:pt x="333" y="19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5">
              <a:extLst>
                <a:ext uri="{FF2B5EF4-FFF2-40B4-BE49-F238E27FC236}">
                  <a16:creationId xmlns:a16="http://schemas.microsoft.com/office/drawing/2014/main" id="{0FE8926A-4886-4EB7-EB3E-4EEDAA025578}"/>
                </a:ext>
              </a:extLst>
            </p:cNvPr>
            <p:cNvSpPr/>
            <p:nvPr/>
          </p:nvSpPr>
          <p:spPr>
            <a:xfrm>
              <a:off x="11382496" y="2653688"/>
              <a:ext cx="272093" cy="541571"/>
            </a:xfrm>
            <a:custGeom>
              <a:avLst/>
              <a:gdLst/>
              <a:ahLst/>
              <a:cxnLst/>
              <a:rect l="l" t="t" r="r" b="b"/>
              <a:pathLst>
                <a:path w="1254" h="2573" extrusionOk="0">
                  <a:moveTo>
                    <a:pt x="927" y="1"/>
                  </a:moveTo>
                  <a:lnTo>
                    <a:pt x="1" y="2382"/>
                  </a:lnTo>
                  <a:lnTo>
                    <a:pt x="333" y="2572"/>
                  </a:lnTo>
                  <a:lnTo>
                    <a:pt x="1254" y="185"/>
                  </a:lnTo>
                  <a:lnTo>
                    <a:pt x="9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5">
              <a:extLst>
                <a:ext uri="{FF2B5EF4-FFF2-40B4-BE49-F238E27FC236}">
                  <a16:creationId xmlns:a16="http://schemas.microsoft.com/office/drawing/2014/main" id="{0AAC7687-247B-A46D-C44D-6C94EBF8285C}"/>
                </a:ext>
              </a:extLst>
            </p:cNvPr>
            <p:cNvSpPr/>
            <p:nvPr/>
          </p:nvSpPr>
          <p:spPr>
            <a:xfrm>
              <a:off x="11583635" y="2427631"/>
              <a:ext cx="474318" cy="265208"/>
            </a:xfrm>
            <a:custGeom>
              <a:avLst/>
              <a:gdLst/>
              <a:ahLst/>
              <a:cxnLst/>
              <a:rect l="l" t="t" r="r" b="b"/>
              <a:pathLst>
                <a:path w="2186" h="1260" extrusionOk="0">
                  <a:moveTo>
                    <a:pt x="1859" y="0"/>
                  </a:moveTo>
                  <a:lnTo>
                    <a:pt x="0" y="1075"/>
                  </a:lnTo>
                  <a:lnTo>
                    <a:pt x="327" y="1259"/>
                  </a:lnTo>
                  <a:lnTo>
                    <a:pt x="2185" y="190"/>
                  </a:lnTo>
                  <a:lnTo>
                    <a:pt x="18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5">
              <a:extLst>
                <a:ext uri="{FF2B5EF4-FFF2-40B4-BE49-F238E27FC236}">
                  <a16:creationId xmlns:a16="http://schemas.microsoft.com/office/drawing/2014/main" id="{784D94CC-F03A-3F24-7E25-7E49BFC40CA9}"/>
                </a:ext>
              </a:extLst>
            </p:cNvPr>
            <p:cNvSpPr/>
            <p:nvPr/>
          </p:nvSpPr>
          <p:spPr>
            <a:xfrm>
              <a:off x="11454750" y="2467623"/>
              <a:ext cx="805430" cy="1003791"/>
            </a:xfrm>
            <a:custGeom>
              <a:avLst/>
              <a:gdLst/>
              <a:ahLst/>
              <a:cxnLst/>
              <a:rect l="l" t="t" r="r" b="b"/>
              <a:pathLst>
                <a:path w="3712" h="4769" extrusionOk="0">
                  <a:moveTo>
                    <a:pt x="2779" y="0"/>
                  </a:moveTo>
                  <a:lnTo>
                    <a:pt x="921" y="1069"/>
                  </a:lnTo>
                  <a:lnTo>
                    <a:pt x="0" y="3456"/>
                  </a:lnTo>
                  <a:lnTo>
                    <a:pt x="933" y="4768"/>
                  </a:lnTo>
                  <a:lnTo>
                    <a:pt x="2791" y="3700"/>
                  </a:lnTo>
                  <a:lnTo>
                    <a:pt x="3712" y="1318"/>
                  </a:lnTo>
                  <a:lnTo>
                    <a:pt x="27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5">
              <a:extLst>
                <a:ext uri="{FF2B5EF4-FFF2-40B4-BE49-F238E27FC236}">
                  <a16:creationId xmlns:a16="http://schemas.microsoft.com/office/drawing/2014/main" id="{32E35BC7-8452-596E-A4A3-063E39A017C0}"/>
                </a:ext>
              </a:extLst>
            </p:cNvPr>
            <p:cNvSpPr/>
            <p:nvPr/>
          </p:nvSpPr>
          <p:spPr>
            <a:xfrm>
              <a:off x="6449275" y="1983936"/>
              <a:ext cx="770713" cy="503685"/>
            </a:xfrm>
            <a:custGeom>
              <a:avLst/>
              <a:gdLst/>
              <a:ahLst/>
              <a:cxnLst/>
              <a:rect l="l" t="t" r="r" b="b"/>
              <a:pathLst>
                <a:path w="3552" h="2393" extrusionOk="0">
                  <a:moveTo>
                    <a:pt x="3159" y="0"/>
                  </a:moveTo>
                  <a:cubicBezTo>
                    <a:pt x="3148" y="0"/>
                    <a:pt x="3142" y="6"/>
                    <a:pt x="3142" y="6"/>
                  </a:cubicBezTo>
                  <a:lnTo>
                    <a:pt x="78" y="1788"/>
                  </a:lnTo>
                  <a:cubicBezTo>
                    <a:pt x="30" y="1811"/>
                    <a:pt x="12" y="1871"/>
                    <a:pt x="0" y="1942"/>
                  </a:cubicBezTo>
                  <a:cubicBezTo>
                    <a:pt x="0" y="2096"/>
                    <a:pt x="107" y="2286"/>
                    <a:pt x="238" y="2358"/>
                  </a:cubicBezTo>
                  <a:cubicBezTo>
                    <a:pt x="281" y="2379"/>
                    <a:pt x="323" y="2392"/>
                    <a:pt x="358" y="2392"/>
                  </a:cubicBezTo>
                  <a:cubicBezTo>
                    <a:pt x="380" y="2392"/>
                    <a:pt x="400" y="2387"/>
                    <a:pt x="416" y="2375"/>
                  </a:cubicBezTo>
                  <a:lnTo>
                    <a:pt x="410" y="2375"/>
                  </a:lnTo>
                  <a:lnTo>
                    <a:pt x="3474" y="594"/>
                  </a:lnTo>
                  <a:cubicBezTo>
                    <a:pt x="3486" y="594"/>
                    <a:pt x="3486" y="582"/>
                    <a:pt x="3492" y="582"/>
                  </a:cubicBezTo>
                  <a:lnTo>
                    <a:pt x="3498" y="582"/>
                  </a:lnTo>
                  <a:lnTo>
                    <a:pt x="3504" y="576"/>
                  </a:lnTo>
                  <a:lnTo>
                    <a:pt x="3516" y="570"/>
                  </a:lnTo>
                  <a:cubicBezTo>
                    <a:pt x="3522" y="547"/>
                    <a:pt x="3522" y="547"/>
                    <a:pt x="3528" y="541"/>
                  </a:cubicBezTo>
                  <a:cubicBezTo>
                    <a:pt x="3534" y="535"/>
                    <a:pt x="3545" y="517"/>
                    <a:pt x="3545" y="505"/>
                  </a:cubicBezTo>
                  <a:lnTo>
                    <a:pt x="3545" y="499"/>
                  </a:lnTo>
                  <a:cubicBezTo>
                    <a:pt x="3545" y="487"/>
                    <a:pt x="3545" y="487"/>
                    <a:pt x="3551" y="481"/>
                  </a:cubicBezTo>
                  <a:lnTo>
                    <a:pt x="3551" y="475"/>
                  </a:lnTo>
                  <a:lnTo>
                    <a:pt x="3551" y="463"/>
                  </a:lnTo>
                  <a:lnTo>
                    <a:pt x="3551" y="452"/>
                  </a:lnTo>
                  <a:lnTo>
                    <a:pt x="3551" y="446"/>
                  </a:lnTo>
                  <a:lnTo>
                    <a:pt x="3551" y="422"/>
                  </a:lnTo>
                  <a:lnTo>
                    <a:pt x="3551" y="392"/>
                  </a:lnTo>
                  <a:cubicBezTo>
                    <a:pt x="3551" y="374"/>
                    <a:pt x="3551" y="368"/>
                    <a:pt x="3545" y="357"/>
                  </a:cubicBezTo>
                  <a:lnTo>
                    <a:pt x="3545" y="345"/>
                  </a:lnTo>
                  <a:cubicBezTo>
                    <a:pt x="3545" y="339"/>
                    <a:pt x="3545" y="333"/>
                    <a:pt x="3534" y="327"/>
                  </a:cubicBezTo>
                  <a:lnTo>
                    <a:pt x="3534" y="315"/>
                  </a:lnTo>
                  <a:lnTo>
                    <a:pt x="3534" y="309"/>
                  </a:lnTo>
                  <a:cubicBezTo>
                    <a:pt x="3534" y="303"/>
                    <a:pt x="3528" y="285"/>
                    <a:pt x="3528" y="279"/>
                  </a:cubicBezTo>
                  <a:lnTo>
                    <a:pt x="3528" y="273"/>
                  </a:lnTo>
                  <a:cubicBezTo>
                    <a:pt x="3522" y="256"/>
                    <a:pt x="3522" y="250"/>
                    <a:pt x="3516" y="238"/>
                  </a:cubicBezTo>
                  <a:cubicBezTo>
                    <a:pt x="3516" y="238"/>
                    <a:pt x="3516" y="226"/>
                    <a:pt x="3504" y="226"/>
                  </a:cubicBezTo>
                  <a:cubicBezTo>
                    <a:pt x="3498" y="220"/>
                    <a:pt x="3498" y="214"/>
                    <a:pt x="3492" y="208"/>
                  </a:cubicBezTo>
                  <a:lnTo>
                    <a:pt x="3486" y="196"/>
                  </a:lnTo>
                  <a:cubicBezTo>
                    <a:pt x="3474" y="190"/>
                    <a:pt x="3468" y="178"/>
                    <a:pt x="3468" y="167"/>
                  </a:cubicBezTo>
                  <a:cubicBezTo>
                    <a:pt x="3462" y="161"/>
                    <a:pt x="3456" y="149"/>
                    <a:pt x="3444" y="137"/>
                  </a:cubicBezTo>
                  <a:lnTo>
                    <a:pt x="3439" y="131"/>
                  </a:lnTo>
                  <a:cubicBezTo>
                    <a:pt x="3433" y="125"/>
                    <a:pt x="3427" y="119"/>
                    <a:pt x="3427" y="113"/>
                  </a:cubicBezTo>
                  <a:lnTo>
                    <a:pt x="3415" y="101"/>
                  </a:lnTo>
                  <a:lnTo>
                    <a:pt x="3397" y="83"/>
                  </a:lnTo>
                  <a:cubicBezTo>
                    <a:pt x="3385" y="71"/>
                    <a:pt x="3379" y="66"/>
                    <a:pt x="3367" y="60"/>
                  </a:cubicBezTo>
                  <a:cubicBezTo>
                    <a:pt x="3355" y="60"/>
                    <a:pt x="3355" y="54"/>
                    <a:pt x="3349" y="54"/>
                  </a:cubicBezTo>
                  <a:cubicBezTo>
                    <a:pt x="3349" y="54"/>
                    <a:pt x="3344" y="54"/>
                    <a:pt x="3344" y="42"/>
                  </a:cubicBezTo>
                  <a:cubicBezTo>
                    <a:pt x="3338" y="36"/>
                    <a:pt x="3326" y="36"/>
                    <a:pt x="3320" y="30"/>
                  </a:cubicBezTo>
                  <a:cubicBezTo>
                    <a:pt x="3314" y="18"/>
                    <a:pt x="3308" y="18"/>
                    <a:pt x="3296" y="12"/>
                  </a:cubicBezTo>
                  <a:cubicBezTo>
                    <a:pt x="3290" y="6"/>
                    <a:pt x="3278" y="6"/>
                    <a:pt x="3266" y="6"/>
                  </a:cubicBezTo>
                  <a:lnTo>
                    <a:pt x="3260" y="6"/>
                  </a:lnTo>
                  <a:cubicBezTo>
                    <a:pt x="3254" y="6"/>
                    <a:pt x="3249" y="6"/>
                    <a:pt x="32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5">
              <a:extLst>
                <a:ext uri="{FF2B5EF4-FFF2-40B4-BE49-F238E27FC236}">
                  <a16:creationId xmlns:a16="http://schemas.microsoft.com/office/drawing/2014/main" id="{A34F4E6A-F850-FDD6-429B-7E124C83D0C4}"/>
                </a:ext>
              </a:extLst>
            </p:cNvPr>
            <p:cNvSpPr/>
            <p:nvPr/>
          </p:nvSpPr>
          <p:spPr>
            <a:xfrm>
              <a:off x="6261154" y="711576"/>
              <a:ext cx="772015" cy="504527"/>
            </a:xfrm>
            <a:custGeom>
              <a:avLst/>
              <a:gdLst/>
              <a:ahLst/>
              <a:cxnLst/>
              <a:rect l="l" t="t" r="r" b="b"/>
              <a:pathLst>
                <a:path w="3558" h="2397" extrusionOk="0">
                  <a:moveTo>
                    <a:pt x="232" y="1776"/>
                  </a:moveTo>
                  <a:cubicBezTo>
                    <a:pt x="238" y="1776"/>
                    <a:pt x="244" y="1782"/>
                    <a:pt x="256" y="1794"/>
                  </a:cubicBezTo>
                  <a:cubicBezTo>
                    <a:pt x="244" y="1782"/>
                    <a:pt x="238" y="1782"/>
                    <a:pt x="232" y="1776"/>
                  </a:cubicBezTo>
                  <a:close/>
                  <a:moveTo>
                    <a:pt x="482" y="2275"/>
                  </a:moveTo>
                  <a:cubicBezTo>
                    <a:pt x="493" y="2275"/>
                    <a:pt x="493" y="2275"/>
                    <a:pt x="482" y="2281"/>
                  </a:cubicBezTo>
                  <a:lnTo>
                    <a:pt x="482" y="2275"/>
                  </a:lnTo>
                  <a:close/>
                  <a:moveTo>
                    <a:pt x="476" y="2298"/>
                  </a:moveTo>
                  <a:cubicBezTo>
                    <a:pt x="482" y="2298"/>
                    <a:pt x="476" y="2298"/>
                    <a:pt x="476" y="2304"/>
                  </a:cubicBezTo>
                  <a:lnTo>
                    <a:pt x="476" y="2298"/>
                  </a:lnTo>
                  <a:close/>
                  <a:moveTo>
                    <a:pt x="3154" y="0"/>
                  </a:moveTo>
                  <a:cubicBezTo>
                    <a:pt x="3148" y="0"/>
                    <a:pt x="3142" y="6"/>
                    <a:pt x="3142" y="6"/>
                  </a:cubicBezTo>
                  <a:lnTo>
                    <a:pt x="78" y="1788"/>
                  </a:lnTo>
                  <a:cubicBezTo>
                    <a:pt x="30" y="1811"/>
                    <a:pt x="6" y="1871"/>
                    <a:pt x="1" y="1948"/>
                  </a:cubicBezTo>
                  <a:cubicBezTo>
                    <a:pt x="1" y="2102"/>
                    <a:pt x="107" y="2287"/>
                    <a:pt x="238" y="2364"/>
                  </a:cubicBezTo>
                  <a:cubicBezTo>
                    <a:pt x="280" y="2386"/>
                    <a:pt x="317" y="2397"/>
                    <a:pt x="348" y="2397"/>
                  </a:cubicBezTo>
                  <a:cubicBezTo>
                    <a:pt x="372" y="2397"/>
                    <a:pt x="393" y="2391"/>
                    <a:pt x="411" y="2379"/>
                  </a:cubicBezTo>
                  <a:lnTo>
                    <a:pt x="411" y="2379"/>
                  </a:lnTo>
                  <a:cubicBezTo>
                    <a:pt x="410" y="2380"/>
                    <a:pt x="410" y="2381"/>
                    <a:pt x="410" y="2382"/>
                  </a:cubicBezTo>
                  <a:lnTo>
                    <a:pt x="3492" y="582"/>
                  </a:lnTo>
                  <a:cubicBezTo>
                    <a:pt x="3498" y="582"/>
                    <a:pt x="3498" y="576"/>
                    <a:pt x="3504" y="576"/>
                  </a:cubicBezTo>
                  <a:lnTo>
                    <a:pt x="3510" y="576"/>
                  </a:lnTo>
                  <a:lnTo>
                    <a:pt x="3522" y="565"/>
                  </a:lnTo>
                  <a:lnTo>
                    <a:pt x="3528" y="559"/>
                  </a:lnTo>
                  <a:lnTo>
                    <a:pt x="3534" y="553"/>
                  </a:lnTo>
                  <a:cubicBezTo>
                    <a:pt x="3540" y="541"/>
                    <a:pt x="3545" y="529"/>
                    <a:pt x="3545" y="511"/>
                  </a:cubicBezTo>
                  <a:lnTo>
                    <a:pt x="3545" y="505"/>
                  </a:lnTo>
                  <a:cubicBezTo>
                    <a:pt x="3545" y="499"/>
                    <a:pt x="3545" y="499"/>
                    <a:pt x="3557" y="493"/>
                  </a:cubicBezTo>
                  <a:lnTo>
                    <a:pt x="3557" y="481"/>
                  </a:lnTo>
                  <a:lnTo>
                    <a:pt x="3557" y="475"/>
                  </a:lnTo>
                  <a:lnTo>
                    <a:pt x="3557" y="470"/>
                  </a:lnTo>
                  <a:lnTo>
                    <a:pt x="3557" y="464"/>
                  </a:lnTo>
                  <a:lnTo>
                    <a:pt x="3557" y="440"/>
                  </a:lnTo>
                  <a:lnTo>
                    <a:pt x="3557" y="410"/>
                  </a:lnTo>
                  <a:cubicBezTo>
                    <a:pt x="3557" y="392"/>
                    <a:pt x="3557" y="386"/>
                    <a:pt x="3545" y="375"/>
                  </a:cubicBezTo>
                  <a:lnTo>
                    <a:pt x="3545" y="363"/>
                  </a:lnTo>
                  <a:cubicBezTo>
                    <a:pt x="3545" y="357"/>
                    <a:pt x="3540" y="351"/>
                    <a:pt x="3540" y="333"/>
                  </a:cubicBezTo>
                  <a:lnTo>
                    <a:pt x="3540" y="327"/>
                  </a:lnTo>
                  <a:lnTo>
                    <a:pt x="3540" y="321"/>
                  </a:lnTo>
                  <a:cubicBezTo>
                    <a:pt x="3540" y="303"/>
                    <a:pt x="3534" y="297"/>
                    <a:pt x="3528" y="285"/>
                  </a:cubicBezTo>
                  <a:cubicBezTo>
                    <a:pt x="3522" y="268"/>
                    <a:pt x="3522" y="262"/>
                    <a:pt x="3510" y="244"/>
                  </a:cubicBezTo>
                  <a:cubicBezTo>
                    <a:pt x="3510" y="244"/>
                    <a:pt x="3510" y="238"/>
                    <a:pt x="3504" y="238"/>
                  </a:cubicBezTo>
                  <a:cubicBezTo>
                    <a:pt x="3498" y="232"/>
                    <a:pt x="3498" y="226"/>
                    <a:pt x="3486" y="208"/>
                  </a:cubicBezTo>
                  <a:cubicBezTo>
                    <a:pt x="3486" y="208"/>
                    <a:pt x="3486" y="202"/>
                    <a:pt x="3480" y="202"/>
                  </a:cubicBezTo>
                  <a:cubicBezTo>
                    <a:pt x="3474" y="196"/>
                    <a:pt x="3468" y="179"/>
                    <a:pt x="3468" y="173"/>
                  </a:cubicBezTo>
                  <a:cubicBezTo>
                    <a:pt x="3462" y="167"/>
                    <a:pt x="3450" y="149"/>
                    <a:pt x="3445" y="143"/>
                  </a:cubicBezTo>
                  <a:lnTo>
                    <a:pt x="3439" y="137"/>
                  </a:lnTo>
                  <a:cubicBezTo>
                    <a:pt x="3433" y="125"/>
                    <a:pt x="3421" y="119"/>
                    <a:pt x="3421" y="113"/>
                  </a:cubicBezTo>
                  <a:lnTo>
                    <a:pt x="3415" y="107"/>
                  </a:lnTo>
                  <a:lnTo>
                    <a:pt x="3391" y="84"/>
                  </a:lnTo>
                  <a:cubicBezTo>
                    <a:pt x="3385" y="78"/>
                    <a:pt x="3379" y="66"/>
                    <a:pt x="3361" y="60"/>
                  </a:cubicBezTo>
                  <a:cubicBezTo>
                    <a:pt x="3355" y="60"/>
                    <a:pt x="3355" y="54"/>
                    <a:pt x="3350" y="54"/>
                  </a:cubicBezTo>
                  <a:cubicBezTo>
                    <a:pt x="3350" y="54"/>
                    <a:pt x="3344" y="54"/>
                    <a:pt x="3344" y="48"/>
                  </a:cubicBezTo>
                  <a:cubicBezTo>
                    <a:pt x="3332" y="36"/>
                    <a:pt x="3326" y="36"/>
                    <a:pt x="3320" y="30"/>
                  </a:cubicBezTo>
                  <a:cubicBezTo>
                    <a:pt x="3314" y="24"/>
                    <a:pt x="3302" y="24"/>
                    <a:pt x="3296" y="18"/>
                  </a:cubicBezTo>
                  <a:cubicBezTo>
                    <a:pt x="3290" y="6"/>
                    <a:pt x="3272" y="6"/>
                    <a:pt x="3266" y="6"/>
                  </a:cubicBezTo>
                  <a:lnTo>
                    <a:pt x="3260" y="6"/>
                  </a:lnTo>
                  <a:cubicBezTo>
                    <a:pt x="3255" y="6"/>
                    <a:pt x="3243" y="6"/>
                    <a:pt x="32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5">
              <a:extLst>
                <a:ext uri="{FF2B5EF4-FFF2-40B4-BE49-F238E27FC236}">
                  <a16:creationId xmlns:a16="http://schemas.microsoft.com/office/drawing/2014/main" id="{DEE294A1-01AA-D8FD-F4AF-AAFAED3DFD2B}"/>
                </a:ext>
              </a:extLst>
            </p:cNvPr>
            <p:cNvSpPr/>
            <p:nvPr/>
          </p:nvSpPr>
          <p:spPr>
            <a:xfrm>
              <a:off x="1880577" y="2777451"/>
              <a:ext cx="130405" cy="2623664"/>
            </a:xfrm>
            <a:custGeom>
              <a:avLst/>
              <a:gdLst/>
              <a:ahLst/>
              <a:cxnLst/>
              <a:rect l="l" t="t" r="r" b="b"/>
              <a:pathLst>
                <a:path w="601" h="12465" extrusionOk="0">
                  <a:moveTo>
                    <a:pt x="1" y="1"/>
                  </a:moveTo>
                  <a:lnTo>
                    <a:pt x="30" y="12126"/>
                  </a:lnTo>
                  <a:lnTo>
                    <a:pt x="600" y="12465"/>
                  </a:lnTo>
                  <a:lnTo>
                    <a:pt x="571"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5">
              <a:extLst>
                <a:ext uri="{FF2B5EF4-FFF2-40B4-BE49-F238E27FC236}">
                  <a16:creationId xmlns:a16="http://schemas.microsoft.com/office/drawing/2014/main" id="{9D2A4541-6D94-3939-AAFE-8650396CF5E4}"/>
                </a:ext>
              </a:extLst>
            </p:cNvPr>
            <p:cNvSpPr/>
            <p:nvPr/>
          </p:nvSpPr>
          <p:spPr>
            <a:xfrm>
              <a:off x="1880577" y="202842"/>
              <a:ext cx="4719749" cy="2643660"/>
            </a:xfrm>
            <a:custGeom>
              <a:avLst/>
              <a:gdLst/>
              <a:ahLst/>
              <a:cxnLst/>
              <a:rect l="l" t="t" r="r" b="b"/>
              <a:pathLst>
                <a:path w="21752" h="12560" extrusionOk="0">
                  <a:moveTo>
                    <a:pt x="21175" y="1"/>
                  </a:moveTo>
                  <a:lnTo>
                    <a:pt x="1" y="12233"/>
                  </a:lnTo>
                  <a:lnTo>
                    <a:pt x="571" y="12559"/>
                  </a:lnTo>
                  <a:lnTo>
                    <a:pt x="21751" y="333"/>
                  </a:lnTo>
                  <a:lnTo>
                    <a:pt x="211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5">
              <a:extLst>
                <a:ext uri="{FF2B5EF4-FFF2-40B4-BE49-F238E27FC236}">
                  <a16:creationId xmlns:a16="http://schemas.microsoft.com/office/drawing/2014/main" id="{DE2F82B9-DD5A-A314-C752-2B750863119C}"/>
                </a:ext>
              </a:extLst>
            </p:cNvPr>
            <p:cNvSpPr/>
            <p:nvPr/>
          </p:nvSpPr>
          <p:spPr>
            <a:xfrm>
              <a:off x="2004254" y="272932"/>
              <a:ext cx="4602363" cy="5128196"/>
            </a:xfrm>
            <a:custGeom>
              <a:avLst/>
              <a:gdLst/>
              <a:ahLst/>
              <a:cxnLst/>
              <a:rect l="l" t="t" r="r" b="b"/>
              <a:pathLst>
                <a:path w="21211" h="24364" extrusionOk="0">
                  <a:moveTo>
                    <a:pt x="21181" y="0"/>
                  </a:moveTo>
                  <a:lnTo>
                    <a:pt x="1" y="12226"/>
                  </a:lnTo>
                  <a:lnTo>
                    <a:pt x="30" y="24364"/>
                  </a:lnTo>
                  <a:lnTo>
                    <a:pt x="21211" y="12137"/>
                  </a:lnTo>
                  <a:lnTo>
                    <a:pt x="211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5">
              <a:extLst>
                <a:ext uri="{FF2B5EF4-FFF2-40B4-BE49-F238E27FC236}">
                  <a16:creationId xmlns:a16="http://schemas.microsoft.com/office/drawing/2014/main" id="{1D2662C0-12EE-4FB3-4B80-9ABE46FE055E}"/>
                </a:ext>
              </a:extLst>
            </p:cNvPr>
            <p:cNvSpPr/>
            <p:nvPr/>
          </p:nvSpPr>
          <p:spPr>
            <a:xfrm>
              <a:off x="2107319" y="421532"/>
              <a:ext cx="4396232" cy="4830784"/>
            </a:xfrm>
            <a:custGeom>
              <a:avLst/>
              <a:gdLst/>
              <a:ahLst/>
              <a:cxnLst/>
              <a:rect l="l" t="t" r="r" b="b"/>
              <a:pathLst>
                <a:path w="20261" h="22951" extrusionOk="0">
                  <a:moveTo>
                    <a:pt x="20261" y="1"/>
                  </a:moveTo>
                  <a:lnTo>
                    <a:pt x="1" y="11699"/>
                  </a:lnTo>
                  <a:lnTo>
                    <a:pt x="1" y="22951"/>
                  </a:lnTo>
                  <a:lnTo>
                    <a:pt x="20261" y="11253"/>
                  </a:lnTo>
                  <a:lnTo>
                    <a:pt x="2026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5">
              <a:extLst>
                <a:ext uri="{FF2B5EF4-FFF2-40B4-BE49-F238E27FC236}">
                  <a16:creationId xmlns:a16="http://schemas.microsoft.com/office/drawing/2014/main" id="{9D37F928-91AC-40F9-9529-8555ED06A3FD}"/>
                </a:ext>
              </a:extLst>
            </p:cNvPr>
            <p:cNvSpPr/>
            <p:nvPr/>
          </p:nvSpPr>
          <p:spPr>
            <a:xfrm>
              <a:off x="2050688" y="960365"/>
              <a:ext cx="4509712" cy="2543471"/>
            </a:xfrm>
            <a:custGeom>
              <a:avLst/>
              <a:gdLst/>
              <a:ahLst/>
              <a:cxnLst/>
              <a:rect l="l" t="t" r="r" b="b"/>
              <a:pathLst>
                <a:path w="20784" h="12084" extrusionOk="0">
                  <a:moveTo>
                    <a:pt x="20700" y="0"/>
                  </a:moveTo>
                  <a:lnTo>
                    <a:pt x="0" y="11941"/>
                  </a:lnTo>
                  <a:lnTo>
                    <a:pt x="84" y="12084"/>
                  </a:lnTo>
                  <a:lnTo>
                    <a:pt x="20783" y="137"/>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5">
              <a:extLst>
                <a:ext uri="{FF2B5EF4-FFF2-40B4-BE49-F238E27FC236}">
                  <a16:creationId xmlns:a16="http://schemas.microsoft.com/office/drawing/2014/main" id="{2BAF4482-127E-2586-CA5B-EFABBD5BD981}"/>
                </a:ext>
              </a:extLst>
            </p:cNvPr>
            <p:cNvSpPr/>
            <p:nvPr/>
          </p:nvSpPr>
          <p:spPr>
            <a:xfrm>
              <a:off x="2050688" y="1564026"/>
              <a:ext cx="4509712" cy="2544733"/>
            </a:xfrm>
            <a:custGeom>
              <a:avLst/>
              <a:gdLst/>
              <a:ahLst/>
              <a:cxnLst/>
              <a:rect l="l" t="t" r="r" b="b"/>
              <a:pathLst>
                <a:path w="20784" h="12090" extrusionOk="0">
                  <a:moveTo>
                    <a:pt x="20700" y="0"/>
                  </a:moveTo>
                  <a:lnTo>
                    <a:pt x="0" y="11947"/>
                  </a:lnTo>
                  <a:lnTo>
                    <a:pt x="84" y="12090"/>
                  </a:lnTo>
                  <a:lnTo>
                    <a:pt x="20783" y="143"/>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5">
              <a:extLst>
                <a:ext uri="{FF2B5EF4-FFF2-40B4-BE49-F238E27FC236}">
                  <a16:creationId xmlns:a16="http://schemas.microsoft.com/office/drawing/2014/main" id="{9DE6C10B-8F9E-B9EC-C154-BB114DC1C032}"/>
                </a:ext>
              </a:extLst>
            </p:cNvPr>
            <p:cNvSpPr/>
            <p:nvPr/>
          </p:nvSpPr>
          <p:spPr>
            <a:xfrm>
              <a:off x="2050688" y="2168949"/>
              <a:ext cx="4509712" cy="2544733"/>
            </a:xfrm>
            <a:custGeom>
              <a:avLst/>
              <a:gdLst/>
              <a:ahLst/>
              <a:cxnLst/>
              <a:rect l="l" t="t" r="r" b="b"/>
              <a:pathLst>
                <a:path w="20784" h="12090" extrusionOk="0">
                  <a:moveTo>
                    <a:pt x="20700" y="0"/>
                  </a:moveTo>
                  <a:lnTo>
                    <a:pt x="0" y="11947"/>
                  </a:lnTo>
                  <a:lnTo>
                    <a:pt x="84" y="12090"/>
                  </a:lnTo>
                  <a:lnTo>
                    <a:pt x="20783" y="143"/>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5">
              <a:extLst>
                <a:ext uri="{FF2B5EF4-FFF2-40B4-BE49-F238E27FC236}">
                  <a16:creationId xmlns:a16="http://schemas.microsoft.com/office/drawing/2014/main" id="{209C8748-6614-621D-C28D-935B8EA1BC03}"/>
                </a:ext>
              </a:extLst>
            </p:cNvPr>
            <p:cNvSpPr/>
            <p:nvPr/>
          </p:nvSpPr>
          <p:spPr>
            <a:xfrm>
              <a:off x="5784453" y="787770"/>
              <a:ext cx="36236" cy="2421180"/>
            </a:xfrm>
            <a:custGeom>
              <a:avLst/>
              <a:gdLst/>
              <a:ahLst/>
              <a:cxnLst/>
              <a:rect l="l" t="t" r="r" b="b"/>
              <a:pathLst>
                <a:path w="167" h="11503" extrusionOk="0">
                  <a:moveTo>
                    <a:pt x="1" y="1"/>
                  </a:moveTo>
                  <a:lnTo>
                    <a:pt x="1" y="11502"/>
                  </a:lnTo>
                  <a:lnTo>
                    <a:pt x="167" y="11502"/>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5">
              <a:extLst>
                <a:ext uri="{FF2B5EF4-FFF2-40B4-BE49-F238E27FC236}">
                  <a16:creationId xmlns:a16="http://schemas.microsoft.com/office/drawing/2014/main" id="{A30739F2-D8DE-628C-8A14-F36CFECEA9CA}"/>
                </a:ext>
              </a:extLst>
            </p:cNvPr>
            <p:cNvSpPr/>
            <p:nvPr/>
          </p:nvSpPr>
          <p:spPr>
            <a:xfrm>
              <a:off x="5035877" y="1207681"/>
              <a:ext cx="34934" cy="2419917"/>
            </a:xfrm>
            <a:custGeom>
              <a:avLst/>
              <a:gdLst/>
              <a:ahLst/>
              <a:cxnLst/>
              <a:rect l="l" t="t" r="r" b="b"/>
              <a:pathLst>
                <a:path w="161" h="11497" extrusionOk="0">
                  <a:moveTo>
                    <a:pt x="1" y="1"/>
                  </a:moveTo>
                  <a:lnTo>
                    <a:pt x="1" y="11497"/>
                  </a:lnTo>
                  <a:lnTo>
                    <a:pt x="161" y="11497"/>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5">
              <a:extLst>
                <a:ext uri="{FF2B5EF4-FFF2-40B4-BE49-F238E27FC236}">
                  <a16:creationId xmlns:a16="http://schemas.microsoft.com/office/drawing/2014/main" id="{6929CAEF-8BF0-3DB7-1D77-AE7133937782}"/>
                </a:ext>
              </a:extLst>
            </p:cNvPr>
            <p:cNvSpPr/>
            <p:nvPr/>
          </p:nvSpPr>
          <p:spPr>
            <a:xfrm>
              <a:off x="4286000" y="1626328"/>
              <a:ext cx="36236" cy="2419917"/>
            </a:xfrm>
            <a:custGeom>
              <a:avLst/>
              <a:gdLst/>
              <a:ahLst/>
              <a:cxnLst/>
              <a:rect l="l" t="t" r="r" b="b"/>
              <a:pathLst>
                <a:path w="167" h="11497" extrusionOk="0">
                  <a:moveTo>
                    <a:pt x="1" y="1"/>
                  </a:moveTo>
                  <a:lnTo>
                    <a:pt x="1" y="11497"/>
                  </a:lnTo>
                  <a:lnTo>
                    <a:pt x="167" y="11497"/>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5">
              <a:extLst>
                <a:ext uri="{FF2B5EF4-FFF2-40B4-BE49-F238E27FC236}">
                  <a16:creationId xmlns:a16="http://schemas.microsoft.com/office/drawing/2014/main" id="{09023EFD-47A7-1109-9BB3-B935DD881A85}"/>
                </a:ext>
              </a:extLst>
            </p:cNvPr>
            <p:cNvSpPr/>
            <p:nvPr/>
          </p:nvSpPr>
          <p:spPr>
            <a:xfrm>
              <a:off x="3540028" y="2046449"/>
              <a:ext cx="34934" cy="2419707"/>
            </a:xfrm>
            <a:custGeom>
              <a:avLst/>
              <a:gdLst/>
              <a:ahLst/>
              <a:cxnLst/>
              <a:rect l="l" t="t" r="r" b="b"/>
              <a:pathLst>
                <a:path w="161" h="11496" extrusionOk="0">
                  <a:moveTo>
                    <a:pt x="1" y="0"/>
                  </a:moveTo>
                  <a:lnTo>
                    <a:pt x="1" y="11496"/>
                  </a:lnTo>
                  <a:lnTo>
                    <a:pt x="161" y="11496"/>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5">
              <a:extLst>
                <a:ext uri="{FF2B5EF4-FFF2-40B4-BE49-F238E27FC236}">
                  <a16:creationId xmlns:a16="http://schemas.microsoft.com/office/drawing/2014/main" id="{52C4AC2E-75F5-2267-FDCD-14FC9E8AE197}"/>
                </a:ext>
              </a:extLst>
            </p:cNvPr>
            <p:cNvSpPr/>
            <p:nvPr/>
          </p:nvSpPr>
          <p:spPr>
            <a:xfrm>
              <a:off x="2790150" y="2465097"/>
              <a:ext cx="36453" cy="2419917"/>
            </a:xfrm>
            <a:custGeom>
              <a:avLst/>
              <a:gdLst/>
              <a:ahLst/>
              <a:cxnLst/>
              <a:rect l="l" t="t" r="r" b="b"/>
              <a:pathLst>
                <a:path w="168" h="11497" extrusionOk="0">
                  <a:moveTo>
                    <a:pt x="1" y="0"/>
                  </a:moveTo>
                  <a:lnTo>
                    <a:pt x="1" y="11496"/>
                  </a:lnTo>
                  <a:lnTo>
                    <a:pt x="167" y="11496"/>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5">
              <a:extLst>
                <a:ext uri="{FF2B5EF4-FFF2-40B4-BE49-F238E27FC236}">
                  <a16:creationId xmlns:a16="http://schemas.microsoft.com/office/drawing/2014/main" id="{30B19360-B0EF-4118-D79B-44ACFC1B1F31}"/>
                </a:ext>
              </a:extLst>
            </p:cNvPr>
            <p:cNvSpPr/>
            <p:nvPr/>
          </p:nvSpPr>
          <p:spPr>
            <a:xfrm>
              <a:off x="11650465" y="3098646"/>
              <a:ext cx="686959" cy="476532"/>
            </a:xfrm>
            <a:custGeom>
              <a:avLst/>
              <a:gdLst/>
              <a:ahLst/>
              <a:cxnLst/>
              <a:rect l="l" t="t" r="r" b="b"/>
              <a:pathLst>
                <a:path w="3166" h="2264" extrusionOk="0">
                  <a:moveTo>
                    <a:pt x="1" y="1"/>
                  </a:moveTo>
                  <a:lnTo>
                    <a:pt x="512" y="725"/>
                  </a:lnTo>
                  <a:lnTo>
                    <a:pt x="3166" y="2263"/>
                  </a:lnTo>
                  <a:lnTo>
                    <a:pt x="3166" y="2263"/>
                  </a:lnTo>
                  <a:lnTo>
                    <a:pt x="2655" y="154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5">
              <a:extLst>
                <a:ext uri="{FF2B5EF4-FFF2-40B4-BE49-F238E27FC236}">
                  <a16:creationId xmlns:a16="http://schemas.microsoft.com/office/drawing/2014/main" id="{55B371E6-7387-7493-E380-9F2E2EA88BA2}"/>
                </a:ext>
              </a:extLst>
            </p:cNvPr>
            <p:cNvSpPr/>
            <p:nvPr/>
          </p:nvSpPr>
          <p:spPr>
            <a:xfrm>
              <a:off x="11650465" y="2823757"/>
              <a:ext cx="685657" cy="600086"/>
            </a:xfrm>
            <a:custGeom>
              <a:avLst/>
              <a:gdLst/>
              <a:ahLst/>
              <a:cxnLst/>
              <a:rect l="l" t="t" r="r" b="b"/>
              <a:pathLst>
                <a:path w="3160" h="2851" extrusionOk="0">
                  <a:moveTo>
                    <a:pt x="506" y="1"/>
                  </a:moveTo>
                  <a:lnTo>
                    <a:pt x="1" y="1307"/>
                  </a:lnTo>
                  <a:lnTo>
                    <a:pt x="2655" y="2851"/>
                  </a:lnTo>
                  <a:lnTo>
                    <a:pt x="3160" y="1544"/>
                  </a:lnTo>
                  <a:lnTo>
                    <a:pt x="5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5">
              <a:extLst>
                <a:ext uri="{FF2B5EF4-FFF2-40B4-BE49-F238E27FC236}">
                  <a16:creationId xmlns:a16="http://schemas.microsoft.com/office/drawing/2014/main" id="{9D1230A3-D1C0-AB18-42DC-81AB95898D00}"/>
                </a:ext>
              </a:extLst>
            </p:cNvPr>
            <p:cNvSpPr/>
            <p:nvPr/>
          </p:nvSpPr>
          <p:spPr>
            <a:xfrm>
              <a:off x="11760039" y="2699994"/>
              <a:ext cx="796534" cy="448959"/>
            </a:xfrm>
            <a:custGeom>
              <a:avLst/>
              <a:gdLst/>
              <a:ahLst/>
              <a:cxnLst/>
              <a:rect l="l" t="t" r="r" b="b"/>
              <a:pathLst>
                <a:path w="3671" h="2133" extrusionOk="0">
                  <a:moveTo>
                    <a:pt x="1016" y="1"/>
                  </a:moveTo>
                  <a:lnTo>
                    <a:pt x="1" y="589"/>
                  </a:lnTo>
                  <a:lnTo>
                    <a:pt x="2655" y="2132"/>
                  </a:lnTo>
                  <a:lnTo>
                    <a:pt x="3670" y="1550"/>
                  </a:lnTo>
                  <a:lnTo>
                    <a:pt x="10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5">
              <a:extLst>
                <a:ext uri="{FF2B5EF4-FFF2-40B4-BE49-F238E27FC236}">
                  <a16:creationId xmlns:a16="http://schemas.microsoft.com/office/drawing/2014/main" id="{28616A89-4B7E-87BB-BA51-B12A90696AA2}"/>
                </a:ext>
              </a:extLst>
            </p:cNvPr>
            <p:cNvSpPr/>
            <p:nvPr/>
          </p:nvSpPr>
          <p:spPr>
            <a:xfrm>
              <a:off x="12226542" y="3026241"/>
              <a:ext cx="441988" cy="548938"/>
            </a:xfrm>
            <a:custGeom>
              <a:avLst/>
              <a:gdLst/>
              <a:ahLst/>
              <a:cxnLst/>
              <a:rect l="l" t="t" r="r" b="b"/>
              <a:pathLst>
                <a:path w="2037" h="2608" extrusionOk="0">
                  <a:moveTo>
                    <a:pt x="1520" y="0"/>
                  </a:moveTo>
                  <a:lnTo>
                    <a:pt x="505" y="582"/>
                  </a:lnTo>
                  <a:lnTo>
                    <a:pt x="0" y="1889"/>
                  </a:lnTo>
                  <a:lnTo>
                    <a:pt x="511" y="2607"/>
                  </a:lnTo>
                  <a:lnTo>
                    <a:pt x="1532" y="2025"/>
                  </a:lnTo>
                  <a:lnTo>
                    <a:pt x="2037" y="719"/>
                  </a:lnTo>
                  <a:lnTo>
                    <a:pt x="15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5">
              <a:extLst>
                <a:ext uri="{FF2B5EF4-FFF2-40B4-BE49-F238E27FC236}">
                  <a16:creationId xmlns:a16="http://schemas.microsoft.com/office/drawing/2014/main" id="{2C086B4B-C61A-EEF1-8897-9150D77C1C45}"/>
                </a:ext>
              </a:extLst>
            </p:cNvPr>
            <p:cNvSpPr/>
            <p:nvPr/>
          </p:nvSpPr>
          <p:spPr>
            <a:xfrm>
              <a:off x="12355211" y="3371220"/>
              <a:ext cx="1094230" cy="661336"/>
            </a:xfrm>
            <a:custGeom>
              <a:avLst/>
              <a:gdLst/>
              <a:ahLst/>
              <a:cxnLst/>
              <a:rect l="l" t="t" r="r" b="b"/>
              <a:pathLst>
                <a:path w="5043" h="3142" extrusionOk="0">
                  <a:moveTo>
                    <a:pt x="1" y="0"/>
                  </a:moveTo>
                  <a:lnTo>
                    <a:pt x="262" y="357"/>
                  </a:lnTo>
                  <a:lnTo>
                    <a:pt x="5042" y="3142"/>
                  </a:lnTo>
                  <a:lnTo>
                    <a:pt x="4787" y="278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5">
              <a:extLst>
                <a:ext uri="{FF2B5EF4-FFF2-40B4-BE49-F238E27FC236}">
                  <a16:creationId xmlns:a16="http://schemas.microsoft.com/office/drawing/2014/main" id="{B19407BA-E9A1-169F-B017-3F2D49F1903C}"/>
                </a:ext>
              </a:extLst>
            </p:cNvPr>
            <p:cNvSpPr/>
            <p:nvPr/>
          </p:nvSpPr>
          <p:spPr>
            <a:xfrm>
              <a:off x="12355211" y="3235038"/>
              <a:ext cx="1094230" cy="722586"/>
            </a:xfrm>
            <a:custGeom>
              <a:avLst/>
              <a:gdLst/>
              <a:ahLst/>
              <a:cxnLst/>
              <a:rect l="l" t="t" r="r" b="b"/>
              <a:pathLst>
                <a:path w="5043" h="3433" extrusionOk="0">
                  <a:moveTo>
                    <a:pt x="256" y="0"/>
                  </a:moveTo>
                  <a:lnTo>
                    <a:pt x="1" y="647"/>
                  </a:lnTo>
                  <a:lnTo>
                    <a:pt x="4787" y="3432"/>
                  </a:lnTo>
                  <a:lnTo>
                    <a:pt x="5042" y="2779"/>
                  </a:lnTo>
                  <a:lnTo>
                    <a:pt x="2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5">
              <a:extLst>
                <a:ext uri="{FF2B5EF4-FFF2-40B4-BE49-F238E27FC236}">
                  <a16:creationId xmlns:a16="http://schemas.microsoft.com/office/drawing/2014/main" id="{EF356D53-35A3-585B-097B-8061979DDF00}"/>
                </a:ext>
              </a:extLst>
            </p:cNvPr>
            <p:cNvSpPr/>
            <p:nvPr/>
          </p:nvSpPr>
          <p:spPr>
            <a:xfrm>
              <a:off x="12410757" y="3172525"/>
              <a:ext cx="1148041" cy="647655"/>
            </a:xfrm>
            <a:custGeom>
              <a:avLst/>
              <a:gdLst/>
              <a:ahLst/>
              <a:cxnLst/>
              <a:rect l="l" t="t" r="r" b="b"/>
              <a:pathLst>
                <a:path w="5291" h="3077" extrusionOk="0">
                  <a:moveTo>
                    <a:pt x="505" y="0"/>
                  </a:moveTo>
                  <a:lnTo>
                    <a:pt x="0" y="297"/>
                  </a:lnTo>
                  <a:lnTo>
                    <a:pt x="4786" y="3076"/>
                  </a:lnTo>
                  <a:lnTo>
                    <a:pt x="5291" y="2785"/>
                  </a:lnTo>
                  <a:lnTo>
                    <a:pt x="5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5">
              <a:extLst>
                <a:ext uri="{FF2B5EF4-FFF2-40B4-BE49-F238E27FC236}">
                  <a16:creationId xmlns:a16="http://schemas.microsoft.com/office/drawing/2014/main" id="{C28461F2-9C4D-E025-F53F-B42CDED6C0A3}"/>
                </a:ext>
              </a:extLst>
            </p:cNvPr>
            <p:cNvSpPr/>
            <p:nvPr/>
          </p:nvSpPr>
          <p:spPr>
            <a:xfrm>
              <a:off x="13393669" y="3758716"/>
              <a:ext cx="219367" cy="273838"/>
            </a:xfrm>
            <a:custGeom>
              <a:avLst/>
              <a:gdLst/>
              <a:ahLst/>
              <a:cxnLst/>
              <a:rect l="l" t="t" r="r" b="b"/>
              <a:pathLst>
                <a:path w="1011" h="1301" extrusionOk="0">
                  <a:moveTo>
                    <a:pt x="761" y="0"/>
                  </a:moveTo>
                  <a:lnTo>
                    <a:pt x="256" y="291"/>
                  </a:lnTo>
                  <a:lnTo>
                    <a:pt x="1" y="944"/>
                  </a:lnTo>
                  <a:lnTo>
                    <a:pt x="256" y="1301"/>
                  </a:lnTo>
                  <a:lnTo>
                    <a:pt x="761" y="1010"/>
                  </a:lnTo>
                  <a:lnTo>
                    <a:pt x="1010" y="356"/>
                  </a:lnTo>
                  <a:lnTo>
                    <a:pt x="7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5">
              <a:extLst>
                <a:ext uri="{FF2B5EF4-FFF2-40B4-BE49-F238E27FC236}">
                  <a16:creationId xmlns:a16="http://schemas.microsoft.com/office/drawing/2014/main" id="{89B038BF-4CE3-9EF3-C626-D52EF2B5789E}"/>
                </a:ext>
              </a:extLst>
            </p:cNvPr>
            <p:cNvSpPr/>
            <p:nvPr/>
          </p:nvSpPr>
          <p:spPr>
            <a:xfrm>
              <a:off x="13464621" y="3821229"/>
              <a:ext cx="1318154" cy="811831"/>
            </a:xfrm>
            <a:custGeom>
              <a:avLst/>
              <a:gdLst/>
              <a:ahLst/>
              <a:cxnLst/>
              <a:rect l="l" t="t" r="r" b="b"/>
              <a:pathLst>
                <a:path w="6075" h="3857" extrusionOk="0">
                  <a:moveTo>
                    <a:pt x="5535" y="3741"/>
                  </a:moveTo>
                  <a:cubicBezTo>
                    <a:pt x="5541" y="3741"/>
                    <a:pt x="5541" y="3747"/>
                    <a:pt x="5541" y="3753"/>
                  </a:cubicBezTo>
                  <a:cubicBezTo>
                    <a:pt x="5541" y="3747"/>
                    <a:pt x="5541" y="3747"/>
                    <a:pt x="5535" y="3741"/>
                  </a:cubicBezTo>
                  <a:close/>
                  <a:moveTo>
                    <a:pt x="5541" y="3765"/>
                  </a:moveTo>
                  <a:cubicBezTo>
                    <a:pt x="5544" y="3768"/>
                    <a:pt x="5546" y="3772"/>
                    <a:pt x="5546" y="3774"/>
                  </a:cubicBezTo>
                  <a:lnTo>
                    <a:pt x="5546" y="3774"/>
                  </a:lnTo>
                  <a:cubicBezTo>
                    <a:pt x="5545" y="3771"/>
                    <a:pt x="5541" y="3770"/>
                    <a:pt x="5541" y="3765"/>
                  </a:cubicBezTo>
                  <a:close/>
                  <a:moveTo>
                    <a:pt x="345" y="0"/>
                  </a:moveTo>
                  <a:cubicBezTo>
                    <a:pt x="339" y="0"/>
                    <a:pt x="327" y="6"/>
                    <a:pt x="321" y="6"/>
                  </a:cubicBezTo>
                  <a:lnTo>
                    <a:pt x="315" y="6"/>
                  </a:lnTo>
                  <a:cubicBezTo>
                    <a:pt x="309" y="6"/>
                    <a:pt x="297" y="12"/>
                    <a:pt x="291" y="12"/>
                  </a:cubicBezTo>
                  <a:cubicBezTo>
                    <a:pt x="286" y="24"/>
                    <a:pt x="280" y="24"/>
                    <a:pt x="268" y="30"/>
                  </a:cubicBezTo>
                  <a:cubicBezTo>
                    <a:pt x="262" y="36"/>
                    <a:pt x="256" y="36"/>
                    <a:pt x="238" y="42"/>
                  </a:cubicBezTo>
                  <a:cubicBezTo>
                    <a:pt x="238" y="42"/>
                    <a:pt x="232" y="42"/>
                    <a:pt x="232" y="53"/>
                  </a:cubicBezTo>
                  <a:cubicBezTo>
                    <a:pt x="226" y="53"/>
                    <a:pt x="226" y="59"/>
                    <a:pt x="220" y="59"/>
                  </a:cubicBezTo>
                  <a:cubicBezTo>
                    <a:pt x="208" y="65"/>
                    <a:pt x="196" y="71"/>
                    <a:pt x="191" y="89"/>
                  </a:cubicBezTo>
                  <a:lnTo>
                    <a:pt x="179" y="95"/>
                  </a:lnTo>
                  <a:lnTo>
                    <a:pt x="161" y="119"/>
                  </a:lnTo>
                  <a:lnTo>
                    <a:pt x="149" y="125"/>
                  </a:lnTo>
                  <a:lnTo>
                    <a:pt x="131" y="148"/>
                  </a:lnTo>
                  <a:lnTo>
                    <a:pt x="119" y="154"/>
                  </a:lnTo>
                  <a:cubicBezTo>
                    <a:pt x="113" y="172"/>
                    <a:pt x="107" y="178"/>
                    <a:pt x="101" y="190"/>
                  </a:cubicBezTo>
                  <a:cubicBezTo>
                    <a:pt x="90" y="208"/>
                    <a:pt x="84" y="214"/>
                    <a:pt x="78" y="232"/>
                  </a:cubicBezTo>
                  <a:cubicBezTo>
                    <a:pt x="78" y="238"/>
                    <a:pt x="72" y="238"/>
                    <a:pt x="72" y="243"/>
                  </a:cubicBezTo>
                  <a:cubicBezTo>
                    <a:pt x="60" y="249"/>
                    <a:pt x="60" y="267"/>
                    <a:pt x="54" y="273"/>
                  </a:cubicBezTo>
                  <a:cubicBezTo>
                    <a:pt x="54" y="273"/>
                    <a:pt x="54" y="279"/>
                    <a:pt x="48" y="279"/>
                  </a:cubicBezTo>
                  <a:cubicBezTo>
                    <a:pt x="42" y="297"/>
                    <a:pt x="30" y="309"/>
                    <a:pt x="30" y="321"/>
                  </a:cubicBezTo>
                  <a:cubicBezTo>
                    <a:pt x="24" y="333"/>
                    <a:pt x="24" y="338"/>
                    <a:pt x="18" y="356"/>
                  </a:cubicBezTo>
                  <a:lnTo>
                    <a:pt x="18" y="362"/>
                  </a:lnTo>
                  <a:lnTo>
                    <a:pt x="18" y="368"/>
                  </a:lnTo>
                  <a:cubicBezTo>
                    <a:pt x="18" y="380"/>
                    <a:pt x="12" y="392"/>
                    <a:pt x="12" y="398"/>
                  </a:cubicBezTo>
                  <a:lnTo>
                    <a:pt x="12" y="410"/>
                  </a:lnTo>
                  <a:cubicBezTo>
                    <a:pt x="12" y="422"/>
                    <a:pt x="1" y="439"/>
                    <a:pt x="1" y="445"/>
                  </a:cubicBezTo>
                  <a:lnTo>
                    <a:pt x="1" y="475"/>
                  </a:lnTo>
                  <a:lnTo>
                    <a:pt x="1" y="505"/>
                  </a:lnTo>
                  <a:lnTo>
                    <a:pt x="1" y="511"/>
                  </a:lnTo>
                  <a:lnTo>
                    <a:pt x="1" y="528"/>
                  </a:lnTo>
                  <a:lnTo>
                    <a:pt x="1" y="534"/>
                  </a:lnTo>
                  <a:lnTo>
                    <a:pt x="1" y="540"/>
                  </a:lnTo>
                  <a:cubicBezTo>
                    <a:pt x="1" y="546"/>
                    <a:pt x="1" y="546"/>
                    <a:pt x="12" y="558"/>
                  </a:cubicBezTo>
                  <a:lnTo>
                    <a:pt x="12" y="564"/>
                  </a:lnTo>
                  <a:cubicBezTo>
                    <a:pt x="12" y="570"/>
                    <a:pt x="18" y="576"/>
                    <a:pt x="18" y="588"/>
                  </a:cubicBezTo>
                  <a:cubicBezTo>
                    <a:pt x="18" y="594"/>
                    <a:pt x="24" y="600"/>
                    <a:pt x="24" y="606"/>
                  </a:cubicBezTo>
                  <a:lnTo>
                    <a:pt x="24" y="618"/>
                  </a:lnTo>
                  <a:cubicBezTo>
                    <a:pt x="24" y="624"/>
                    <a:pt x="30" y="624"/>
                    <a:pt x="30" y="629"/>
                  </a:cubicBezTo>
                  <a:lnTo>
                    <a:pt x="42" y="635"/>
                  </a:lnTo>
                  <a:lnTo>
                    <a:pt x="48" y="647"/>
                  </a:lnTo>
                  <a:lnTo>
                    <a:pt x="54" y="653"/>
                  </a:lnTo>
                  <a:cubicBezTo>
                    <a:pt x="60" y="659"/>
                    <a:pt x="60" y="659"/>
                    <a:pt x="72" y="659"/>
                  </a:cubicBezTo>
                  <a:lnTo>
                    <a:pt x="5554" y="3796"/>
                  </a:lnTo>
                  <a:lnTo>
                    <a:pt x="5554" y="3796"/>
                  </a:lnTo>
                  <a:cubicBezTo>
                    <a:pt x="5555" y="3798"/>
                    <a:pt x="5557" y="3800"/>
                    <a:pt x="5561" y="3800"/>
                  </a:cubicBezTo>
                  <a:lnTo>
                    <a:pt x="5561" y="3800"/>
                  </a:lnTo>
                  <a:lnTo>
                    <a:pt x="5624" y="3836"/>
                  </a:lnTo>
                  <a:cubicBezTo>
                    <a:pt x="5612" y="3836"/>
                    <a:pt x="5612" y="3830"/>
                    <a:pt x="5606" y="3830"/>
                  </a:cubicBezTo>
                  <a:lnTo>
                    <a:pt x="5606" y="3830"/>
                  </a:lnTo>
                  <a:cubicBezTo>
                    <a:pt x="5632" y="3847"/>
                    <a:pt x="5661" y="3856"/>
                    <a:pt x="5694" y="3856"/>
                  </a:cubicBezTo>
                  <a:cubicBezTo>
                    <a:pt x="5729" y="3856"/>
                    <a:pt x="5768" y="3846"/>
                    <a:pt x="5808" y="3824"/>
                  </a:cubicBezTo>
                  <a:cubicBezTo>
                    <a:pt x="5956" y="3735"/>
                    <a:pt x="6075" y="3527"/>
                    <a:pt x="6075" y="3355"/>
                  </a:cubicBezTo>
                  <a:cubicBezTo>
                    <a:pt x="6069" y="3272"/>
                    <a:pt x="6039" y="3212"/>
                    <a:pt x="5992" y="3183"/>
                  </a:cubicBezTo>
                  <a:lnTo>
                    <a:pt x="446" y="6"/>
                  </a:lnTo>
                  <a:cubicBezTo>
                    <a:pt x="440" y="0"/>
                    <a:pt x="434" y="0"/>
                    <a:pt x="4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5">
              <a:extLst>
                <a:ext uri="{FF2B5EF4-FFF2-40B4-BE49-F238E27FC236}">
                  <a16:creationId xmlns:a16="http://schemas.microsoft.com/office/drawing/2014/main" id="{F6A4191D-9109-BBCA-C644-3BB1F75F3941}"/>
                </a:ext>
              </a:extLst>
            </p:cNvPr>
            <p:cNvSpPr/>
            <p:nvPr/>
          </p:nvSpPr>
          <p:spPr>
            <a:xfrm>
              <a:off x="14383308" y="4721037"/>
              <a:ext cx="212640" cy="243949"/>
            </a:xfrm>
            <a:custGeom>
              <a:avLst/>
              <a:gdLst/>
              <a:ahLst/>
              <a:cxnLst/>
              <a:rect l="l" t="t" r="r" b="b"/>
              <a:pathLst>
                <a:path w="980" h="1159" extrusionOk="0">
                  <a:moveTo>
                    <a:pt x="0" y="0"/>
                  </a:moveTo>
                  <a:lnTo>
                    <a:pt x="725" y="1010"/>
                  </a:lnTo>
                  <a:lnTo>
                    <a:pt x="980" y="1158"/>
                  </a:lnTo>
                  <a:lnTo>
                    <a:pt x="262" y="149"/>
                  </a:lnTo>
                  <a:lnTo>
                    <a:pt x="0" y="0"/>
                  </a:lnTo>
                  <a:close/>
                  <a:moveTo>
                    <a:pt x="980" y="1158"/>
                  </a:moveTo>
                  <a:lnTo>
                    <a:pt x="980" y="1158"/>
                  </a:lnTo>
                  <a:lnTo>
                    <a:pt x="980" y="115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5">
              <a:extLst>
                <a:ext uri="{FF2B5EF4-FFF2-40B4-BE49-F238E27FC236}">
                  <a16:creationId xmlns:a16="http://schemas.microsoft.com/office/drawing/2014/main" id="{31F98511-4419-CACD-75C5-36A0E6AF695B}"/>
                </a:ext>
              </a:extLst>
            </p:cNvPr>
            <p:cNvSpPr/>
            <p:nvPr/>
          </p:nvSpPr>
          <p:spPr>
            <a:xfrm>
              <a:off x="14383308" y="4332278"/>
              <a:ext cx="211555" cy="420123"/>
            </a:xfrm>
            <a:custGeom>
              <a:avLst/>
              <a:gdLst/>
              <a:ahLst/>
              <a:cxnLst/>
              <a:rect l="l" t="t" r="r" b="b"/>
              <a:pathLst>
                <a:path w="975" h="1996" extrusionOk="0">
                  <a:moveTo>
                    <a:pt x="719" y="1"/>
                  </a:moveTo>
                  <a:lnTo>
                    <a:pt x="0" y="1847"/>
                  </a:lnTo>
                  <a:lnTo>
                    <a:pt x="262" y="1996"/>
                  </a:lnTo>
                  <a:lnTo>
                    <a:pt x="974" y="149"/>
                  </a:lnTo>
                  <a:lnTo>
                    <a:pt x="7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5">
              <a:extLst>
                <a:ext uri="{FF2B5EF4-FFF2-40B4-BE49-F238E27FC236}">
                  <a16:creationId xmlns:a16="http://schemas.microsoft.com/office/drawing/2014/main" id="{21CC4CAD-EB2C-BCE7-B537-D78AE4731435}"/>
                </a:ext>
              </a:extLst>
            </p:cNvPr>
            <p:cNvSpPr/>
            <p:nvPr/>
          </p:nvSpPr>
          <p:spPr>
            <a:xfrm>
              <a:off x="14539099" y="4158631"/>
              <a:ext cx="366262" cy="205220"/>
            </a:xfrm>
            <a:custGeom>
              <a:avLst/>
              <a:gdLst/>
              <a:ahLst/>
              <a:cxnLst/>
              <a:rect l="l" t="t" r="r" b="b"/>
              <a:pathLst>
                <a:path w="1688" h="975" extrusionOk="0">
                  <a:moveTo>
                    <a:pt x="1432" y="0"/>
                  </a:moveTo>
                  <a:lnTo>
                    <a:pt x="1" y="826"/>
                  </a:lnTo>
                  <a:lnTo>
                    <a:pt x="256" y="974"/>
                  </a:lnTo>
                  <a:lnTo>
                    <a:pt x="1687" y="149"/>
                  </a:lnTo>
                  <a:lnTo>
                    <a:pt x="14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5">
              <a:extLst>
                <a:ext uri="{FF2B5EF4-FFF2-40B4-BE49-F238E27FC236}">
                  <a16:creationId xmlns:a16="http://schemas.microsoft.com/office/drawing/2014/main" id="{1B8D524A-8359-30CB-295A-DFE6A6784B75}"/>
                </a:ext>
              </a:extLst>
            </p:cNvPr>
            <p:cNvSpPr/>
            <p:nvPr/>
          </p:nvSpPr>
          <p:spPr>
            <a:xfrm>
              <a:off x="14439939" y="4189782"/>
              <a:ext cx="622516" cy="775207"/>
            </a:xfrm>
            <a:custGeom>
              <a:avLst/>
              <a:gdLst/>
              <a:ahLst/>
              <a:cxnLst/>
              <a:rect l="l" t="t" r="r" b="b"/>
              <a:pathLst>
                <a:path w="2869" h="3683" extrusionOk="0">
                  <a:moveTo>
                    <a:pt x="2144" y="1"/>
                  </a:moveTo>
                  <a:lnTo>
                    <a:pt x="713" y="826"/>
                  </a:lnTo>
                  <a:lnTo>
                    <a:pt x="1" y="2673"/>
                  </a:lnTo>
                  <a:lnTo>
                    <a:pt x="719" y="3682"/>
                  </a:lnTo>
                  <a:lnTo>
                    <a:pt x="2150" y="2857"/>
                  </a:lnTo>
                  <a:lnTo>
                    <a:pt x="2869" y="1010"/>
                  </a:lnTo>
                  <a:lnTo>
                    <a:pt x="2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5">
              <a:extLst>
                <a:ext uri="{FF2B5EF4-FFF2-40B4-BE49-F238E27FC236}">
                  <a16:creationId xmlns:a16="http://schemas.microsoft.com/office/drawing/2014/main" id="{978629FF-63E5-F166-9836-8632A2DDA203}"/>
                </a:ext>
              </a:extLst>
            </p:cNvPr>
            <p:cNvSpPr/>
            <p:nvPr/>
          </p:nvSpPr>
          <p:spPr>
            <a:xfrm>
              <a:off x="11382496" y="3160618"/>
              <a:ext cx="274697" cy="316355"/>
            </a:xfrm>
            <a:custGeom>
              <a:avLst/>
              <a:gdLst/>
              <a:ahLst/>
              <a:cxnLst/>
              <a:rect l="l" t="t" r="r" b="b"/>
              <a:pathLst>
                <a:path w="1266" h="1503" extrusionOk="0">
                  <a:moveTo>
                    <a:pt x="1" y="0"/>
                  </a:moveTo>
                  <a:lnTo>
                    <a:pt x="939" y="1306"/>
                  </a:lnTo>
                  <a:lnTo>
                    <a:pt x="1266" y="1502"/>
                  </a:lnTo>
                  <a:lnTo>
                    <a:pt x="1266" y="1502"/>
                  </a:lnTo>
                  <a:lnTo>
                    <a:pt x="333" y="190"/>
                  </a:lnTo>
                  <a:lnTo>
                    <a:pt x="1"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5">
              <a:extLst>
                <a:ext uri="{FF2B5EF4-FFF2-40B4-BE49-F238E27FC236}">
                  <a16:creationId xmlns:a16="http://schemas.microsoft.com/office/drawing/2014/main" id="{46E9E245-8D66-2173-D84C-1B8A20C67993}"/>
                </a:ext>
              </a:extLst>
            </p:cNvPr>
            <p:cNvSpPr/>
            <p:nvPr/>
          </p:nvSpPr>
          <p:spPr>
            <a:xfrm>
              <a:off x="11382496" y="2659251"/>
              <a:ext cx="272093" cy="541571"/>
            </a:xfrm>
            <a:custGeom>
              <a:avLst/>
              <a:gdLst/>
              <a:ahLst/>
              <a:cxnLst/>
              <a:rect l="l" t="t" r="r" b="b"/>
              <a:pathLst>
                <a:path w="1254" h="2573" extrusionOk="0">
                  <a:moveTo>
                    <a:pt x="927" y="1"/>
                  </a:moveTo>
                  <a:lnTo>
                    <a:pt x="1" y="2382"/>
                  </a:lnTo>
                  <a:lnTo>
                    <a:pt x="333" y="2572"/>
                  </a:lnTo>
                  <a:lnTo>
                    <a:pt x="1254" y="185"/>
                  </a:lnTo>
                  <a:lnTo>
                    <a:pt x="927"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5">
              <a:extLst>
                <a:ext uri="{FF2B5EF4-FFF2-40B4-BE49-F238E27FC236}">
                  <a16:creationId xmlns:a16="http://schemas.microsoft.com/office/drawing/2014/main" id="{C4604437-E6F8-BF46-A3B3-050782B1C028}"/>
                </a:ext>
              </a:extLst>
            </p:cNvPr>
            <p:cNvSpPr/>
            <p:nvPr/>
          </p:nvSpPr>
          <p:spPr>
            <a:xfrm>
              <a:off x="11583635" y="2433194"/>
              <a:ext cx="474318" cy="265208"/>
            </a:xfrm>
            <a:custGeom>
              <a:avLst/>
              <a:gdLst/>
              <a:ahLst/>
              <a:cxnLst/>
              <a:rect l="l" t="t" r="r" b="b"/>
              <a:pathLst>
                <a:path w="2186" h="1260" extrusionOk="0">
                  <a:moveTo>
                    <a:pt x="1859" y="0"/>
                  </a:moveTo>
                  <a:lnTo>
                    <a:pt x="0" y="1075"/>
                  </a:lnTo>
                  <a:lnTo>
                    <a:pt x="327" y="1259"/>
                  </a:lnTo>
                  <a:lnTo>
                    <a:pt x="2185" y="190"/>
                  </a:lnTo>
                  <a:lnTo>
                    <a:pt x="1859"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5">
              <a:extLst>
                <a:ext uri="{FF2B5EF4-FFF2-40B4-BE49-F238E27FC236}">
                  <a16:creationId xmlns:a16="http://schemas.microsoft.com/office/drawing/2014/main" id="{E3333A58-78CD-ADA4-3B2E-86DA28182C82}"/>
                </a:ext>
              </a:extLst>
            </p:cNvPr>
            <p:cNvSpPr/>
            <p:nvPr/>
          </p:nvSpPr>
          <p:spPr>
            <a:xfrm>
              <a:off x="11650465" y="3104209"/>
              <a:ext cx="686959" cy="476532"/>
            </a:xfrm>
            <a:custGeom>
              <a:avLst/>
              <a:gdLst/>
              <a:ahLst/>
              <a:cxnLst/>
              <a:rect l="l" t="t" r="r" b="b"/>
              <a:pathLst>
                <a:path w="3166" h="2264" extrusionOk="0">
                  <a:moveTo>
                    <a:pt x="1" y="1"/>
                  </a:moveTo>
                  <a:lnTo>
                    <a:pt x="512" y="725"/>
                  </a:lnTo>
                  <a:lnTo>
                    <a:pt x="3166" y="2263"/>
                  </a:lnTo>
                  <a:lnTo>
                    <a:pt x="3166" y="2263"/>
                  </a:lnTo>
                  <a:lnTo>
                    <a:pt x="2655" y="1545"/>
                  </a:lnTo>
                  <a:lnTo>
                    <a:pt x="1" y="1"/>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5">
              <a:extLst>
                <a:ext uri="{FF2B5EF4-FFF2-40B4-BE49-F238E27FC236}">
                  <a16:creationId xmlns:a16="http://schemas.microsoft.com/office/drawing/2014/main" id="{E5CC7C42-D981-787C-9DCC-40938459A94F}"/>
                </a:ext>
              </a:extLst>
            </p:cNvPr>
            <p:cNvSpPr/>
            <p:nvPr/>
          </p:nvSpPr>
          <p:spPr>
            <a:xfrm>
              <a:off x="11650465" y="2829320"/>
              <a:ext cx="685657" cy="600086"/>
            </a:xfrm>
            <a:custGeom>
              <a:avLst/>
              <a:gdLst/>
              <a:ahLst/>
              <a:cxnLst/>
              <a:rect l="l" t="t" r="r" b="b"/>
              <a:pathLst>
                <a:path w="3160" h="2851" extrusionOk="0">
                  <a:moveTo>
                    <a:pt x="506" y="1"/>
                  </a:moveTo>
                  <a:lnTo>
                    <a:pt x="1" y="1307"/>
                  </a:lnTo>
                  <a:lnTo>
                    <a:pt x="2655" y="2851"/>
                  </a:lnTo>
                  <a:lnTo>
                    <a:pt x="3160" y="1544"/>
                  </a:lnTo>
                  <a:lnTo>
                    <a:pt x="506"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5">
              <a:extLst>
                <a:ext uri="{FF2B5EF4-FFF2-40B4-BE49-F238E27FC236}">
                  <a16:creationId xmlns:a16="http://schemas.microsoft.com/office/drawing/2014/main" id="{C1F00B10-C3F8-8241-9A87-D4EFC34B425E}"/>
                </a:ext>
              </a:extLst>
            </p:cNvPr>
            <p:cNvSpPr/>
            <p:nvPr/>
          </p:nvSpPr>
          <p:spPr>
            <a:xfrm>
              <a:off x="11760039" y="2705557"/>
              <a:ext cx="796534" cy="448959"/>
            </a:xfrm>
            <a:custGeom>
              <a:avLst/>
              <a:gdLst/>
              <a:ahLst/>
              <a:cxnLst/>
              <a:rect l="l" t="t" r="r" b="b"/>
              <a:pathLst>
                <a:path w="3671" h="2133" extrusionOk="0">
                  <a:moveTo>
                    <a:pt x="1016" y="1"/>
                  </a:moveTo>
                  <a:lnTo>
                    <a:pt x="1" y="589"/>
                  </a:lnTo>
                  <a:lnTo>
                    <a:pt x="2655" y="2132"/>
                  </a:lnTo>
                  <a:lnTo>
                    <a:pt x="3670" y="1550"/>
                  </a:lnTo>
                  <a:lnTo>
                    <a:pt x="1016" y="1"/>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5">
              <a:extLst>
                <a:ext uri="{FF2B5EF4-FFF2-40B4-BE49-F238E27FC236}">
                  <a16:creationId xmlns:a16="http://schemas.microsoft.com/office/drawing/2014/main" id="{C81DB8BB-4094-7AEB-8CC6-E7C58019B99E}"/>
                </a:ext>
              </a:extLst>
            </p:cNvPr>
            <p:cNvSpPr/>
            <p:nvPr/>
          </p:nvSpPr>
          <p:spPr>
            <a:xfrm>
              <a:off x="12355211" y="3376783"/>
              <a:ext cx="1094230" cy="661336"/>
            </a:xfrm>
            <a:custGeom>
              <a:avLst/>
              <a:gdLst/>
              <a:ahLst/>
              <a:cxnLst/>
              <a:rect l="l" t="t" r="r" b="b"/>
              <a:pathLst>
                <a:path w="5043" h="3142" extrusionOk="0">
                  <a:moveTo>
                    <a:pt x="1" y="0"/>
                  </a:moveTo>
                  <a:lnTo>
                    <a:pt x="262" y="357"/>
                  </a:lnTo>
                  <a:lnTo>
                    <a:pt x="5042" y="3142"/>
                  </a:lnTo>
                  <a:lnTo>
                    <a:pt x="4787" y="2785"/>
                  </a:lnTo>
                  <a:lnTo>
                    <a:pt x="1"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5">
              <a:extLst>
                <a:ext uri="{FF2B5EF4-FFF2-40B4-BE49-F238E27FC236}">
                  <a16:creationId xmlns:a16="http://schemas.microsoft.com/office/drawing/2014/main" id="{829DA4AA-9E4A-3525-97C7-476B8991A86F}"/>
                </a:ext>
              </a:extLst>
            </p:cNvPr>
            <p:cNvSpPr/>
            <p:nvPr/>
          </p:nvSpPr>
          <p:spPr>
            <a:xfrm>
              <a:off x="12355211" y="3240601"/>
              <a:ext cx="1094230" cy="722586"/>
            </a:xfrm>
            <a:custGeom>
              <a:avLst/>
              <a:gdLst/>
              <a:ahLst/>
              <a:cxnLst/>
              <a:rect l="l" t="t" r="r" b="b"/>
              <a:pathLst>
                <a:path w="5043" h="3433" extrusionOk="0">
                  <a:moveTo>
                    <a:pt x="256" y="0"/>
                  </a:moveTo>
                  <a:lnTo>
                    <a:pt x="1" y="647"/>
                  </a:lnTo>
                  <a:lnTo>
                    <a:pt x="4787" y="3432"/>
                  </a:lnTo>
                  <a:lnTo>
                    <a:pt x="5042" y="2779"/>
                  </a:lnTo>
                  <a:lnTo>
                    <a:pt x="256" y="0"/>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5">
              <a:extLst>
                <a:ext uri="{FF2B5EF4-FFF2-40B4-BE49-F238E27FC236}">
                  <a16:creationId xmlns:a16="http://schemas.microsoft.com/office/drawing/2014/main" id="{C23C89E8-D976-0FA7-6664-F7536719B632}"/>
                </a:ext>
              </a:extLst>
            </p:cNvPr>
            <p:cNvSpPr/>
            <p:nvPr/>
          </p:nvSpPr>
          <p:spPr>
            <a:xfrm>
              <a:off x="12410757" y="3178088"/>
              <a:ext cx="1148041" cy="647655"/>
            </a:xfrm>
            <a:custGeom>
              <a:avLst/>
              <a:gdLst/>
              <a:ahLst/>
              <a:cxnLst/>
              <a:rect l="l" t="t" r="r" b="b"/>
              <a:pathLst>
                <a:path w="5291" h="3077" extrusionOk="0">
                  <a:moveTo>
                    <a:pt x="505" y="0"/>
                  </a:moveTo>
                  <a:lnTo>
                    <a:pt x="0" y="297"/>
                  </a:lnTo>
                  <a:lnTo>
                    <a:pt x="4786" y="3076"/>
                  </a:lnTo>
                  <a:lnTo>
                    <a:pt x="5291" y="2785"/>
                  </a:lnTo>
                  <a:lnTo>
                    <a:pt x="505"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5">
              <a:extLst>
                <a:ext uri="{FF2B5EF4-FFF2-40B4-BE49-F238E27FC236}">
                  <a16:creationId xmlns:a16="http://schemas.microsoft.com/office/drawing/2014/main" id="{CCF26DA6-9123-DC23-55D1-F49D78D630A1}"/>
                </a:ext>
              </a:extLst>
            </p:cNvPr>
            <p:cNvSpPr/>
            <p:nvPr/>
          </p:nvSpPr>
          <p:spPr>
            <a:xfrm>
              <a:off x="14383308" y="4726600"/>
              <a:ext cx="212640" cy="243949"/>
            </a:xfrm>
            <a:custGeom>
              <a:avLst/>
              <a:gdLst/>
              <a:ahLst/>
              <a:cxnLst/>
              <a:rect l="l" t="t" r="r" b="b"/>
              <a:pathLst>
                <a:path w="980" h="1159" extrusionOk="0">
                  <a:moveTo>
                    <a:pt x="0" y="0"/>
                  </a:moveTo>
                  <a:lnTo>
                    <a:pt x="725" y="1010"/>
                  </a:lnTo>
                  <a:lnTo>
                    <a:pt x="980" y="1158"/>
                  </a:lnTo>
                  <a:lnTo>
                    <a:pt x="262" y="149"/>
                  </a:lnTo>
                  <a:lnTo>
                    <a:pt x="0" y="0"/>
                  </a:lnTo>
                  <a:close/>
                  <a:moveTo>
                    <a:pt x="980" y="1158"/>
                  </a:moveTo>
                  <a:lnTo>
                    <a:pt x="980" y="1158"/>
                  </a:lnTo>
                  <a:lnTo>
                    <a:pt x="980" y="1158"/>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5">
              <a:extLst>
                <a:ext uri="{FF2B5EF4-FFF2-40B4-BE49-F238E27FC236}">
                  <a16:creationId xmlns:a16="http://schemas.microsoft.com/office/drawing/2014/main" id="{166A2469-329F-B15F-A028-01289FBCC993}"/>
                </a:ext>
              </a:extLst>
            </p:cNvPr>
            <p:cNvSpPr/>
            <p:nvPr/>
          </p:nvSpPr>
          <p:spPr>
            <a:xfrm>
              <a:off x="14383308" y="4337841"/>
              <a:ext cx="211555" cy="420123"/>
            </a:xfrm>
            <a:custGeom>
              <a:avLst/>
              <a:gdLst/>
              <a:ahLst/>
              <a:cxnLst/>
              <a:rect l="l" t="t" r="r" b="b"/>
              <a:pathLst>
                <a:path w="975" h="1996" extrusionOk="0">
                  <a:moveTo>
                    <a:pt x="719" y="1"/>
                  </a:moveTo>
                  <a:lnTo>
                    <a:pt x="0" y="1847"/>
                  </a:lnTo>
                  <a:lnTo>
                    <a:pt x="262" y="1996"/>
                  </a:lnTo>
                  <a:lnTo>
                    <a:pt x="974" y="149"/>
                  </a:lnTo>
                  <a:lnTo>
                    <a:pt x="719"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5">
              <a:extLst>
                <a:ext uri="{FF2B5EF4-FFF2-40B4-BE49-F238E27FC236}">
                  <a16:creationId xmlns:a16="http://schemas.microsoft.com/office/drawing/2014/main" id="{5823569A-0005-D671-A208-21DF6B0B25C8}"/>
                </a:ext>
              </a:extLst>
            </p:cNvPr>
            <p:cNvSpPr/>
            <p:nvPr/>
          </p:nvSpPr>
          <p:spPr>
            <a:xfrm>
              <a:off x="14539099" y="4164194"/>
              <a:ext cx="366262" cy="205220"/>
            </a:xfrm>
            <a:custGeom>
              <a:avLst/>
              <a:gdLst/>
              <a:ahLst/>
              <a:cxnLst/>
              <a:rect l="l" t="t" r="r" b="b"/>
              <a:pathLst>
                <a:path w="1688" h="975" extrusionOk="0">
                  <a:moveTo>
                    <a:pt x="1432" y="0"/>
                  </a:moveTo>
                  <a:lnTo>
                    <a:pt x="1" y="826"/>
                  </a:lnTo>
                  <a:lnTo>
                    <a:pt x="256" y="974"/>
                  </a:lnTo>
                  <a:lnTo>
                    <a:pt x="1687" y="149"/>
                  </a:lnTo>
                  <a:lnTo>
                    <a:pt x="1432"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5">
              <a:extLst>
                <a:ext uri="{FF2B5EF4-FFF2-40B4-BE49-F238E27FC236}">
                  <a16:creationId xmlns:a16="http://schemas.microsoft.com/office/drawing/2014/main" id="{AF131469-FEA7-42F8-DC76-7D140183D002}"/>
                </a:ext>
              </a:extLst>
            </p:cNvPr>
            <p:cNvSpPr/>
            <p:nvPr/>
          </p:nvSpPr>
          <p:spPr>
            <a:xfrm>
              <a:off x="1882175" y="2775750"/>
              <a:ext cx="122900" cy="74550"/>
            </a:xfrm>
            <a:custGeom>
              <a:avLst/>
              <a:gdLst/>
              <a:ahLst/>
              <a:cxnLst/>
              <a:rect l="l" t="t" r="r" b="b"/>
              <a:pathLst>
                <a:path w="4916" h="2982" extrusionOk="0">
                  <a:moveTo>
                    <a:pt x="119" y="0"/>
                  </a:moveTo>
                  <a:lnTo>
                    <a:pt x="4916" y="2391"/>
                  </a:lnTo>
                  <a:lnTo>
                    <a:pt x="4916" y="2833"/>
                  </a:lnTo>
                  <a:lnTo>
                    <a:pt x="4076" y="2982"/>
                  </a:lnTo>
                  <a:lnTo>
                    <a:pt x="0" y="238"/>
                  </a:lnTo>
                  <a:close/>
                </a:path>
              </a:pathLst>
            </a:custGeom>
            <a:solidFill>
              <a:schemeClr val="lt1"/>
            </a:solidFill>
            <a:ln>
              <a:noFill/>
            </a:ln>
          </p:spPr>
          <p:txBody>
            <a:bodyPr/>
            <a:lstStyle/>
            <a:p>
              <a:endParaRPr lang="en-PK"/>
            </a:p>
          </p:txBody>
        </p:sp>
        <p:sp>
          <p:nvSpPr>
            <p:cNvPr id="1299" name="Google Shape;1299;p45">
              <a:extLst>
                <a:ext uri="{FF2B5EF4-FFF2-40B4-BE49-F238E27FC236}">
                  <a16:creationId xmlns:a16="http://schemas.microsoft.com/office/drawing/2014/main" id="{4FD0C1B7-FCC2-2976-03DD-9DDAF622CDC8}"/>
                </a:ext>
              </a:extLst>
            </p:cNvPr>
            <p:cNvSpPr/>
            <p:nvPr/>
          </p:nvSpPr>
          <p:spPr>
            <a:xfrm>
              <a:off x="9708860" y="-1666675"/>
              <a:ext cx="121106" cy="76743"/>
            </a:xfrm>
            <a:custGeom>
              <a:avLst/>
              <a:gdLst/>
              <a:ahLst/>
              <a:cxnLst/>
              <a:rect l="l" t="t" r="r" b="b"/>
              <a:pathLst>
                <a:path w="3025" h="1976" extrusionOk="0">
                  <a:moveTo>
                    <a:pt x="0" y="0"/>
                  </a:moveTo>
                  <a:lnTo>
                    <a:pt x="3025" y="1476"/>
                  </a:lnTo>
                  <a:lnTo>
                    <a:pt x="2953" y="1786"/>
                  </a:lnTo>
                  <a:lnTo>
                    <a:pt x="2215" y="1976"/>
                  </a:lnTo>
                  <a:lnTo>
                    <a:pt x="24" y="286"/>
                  </a:lnTo>
                  <a:close/>
                </a:path>
              </a:pathLst>
            </a:custGeom>
            <a:solidFill>
              <a:schemeClr val="lt1"/>
            </a:solidFill>
            <a:ln>
              <a:noFill/>
            </a:ln>
          </p:spPr>
          <p:txBody>
            <a:bodyPr/>
            <a:lstStyle/>
            <a:p>
              <a:endParaRPr lang="en-PK"/>
            </a:p>
          </p:txBody>
        </p:sp>
      </p:grpSp>
      <p:sp>
        <p:nvSpPr>
          <p:cNvPr id="4" name="Google Shape;1214;p45">
            <a:extLst>
              <a:ext uri="{FF2B5EF4-FFF2-40B4-BE49-F238E27FC236}">
                <a16:creationId xmlns:a16="http://schemas.microsoft.com/office/drawing/2014/main" id="{D3495F94-2CDA-71B1-8CFC-EC24BB88C4DD}"/>
              </a:ext>
            </a:extLst>
          </p:cNvPr>
          <p:cNvSpPr txBox="1">
            <a:spLocks/>
          </p:cNvSpPr>
          <p:nvPr/>
        </p:nvSpPr>
        <p:spPr>
          <a:xfrm>
            <a:off x="-1" y="1356045"/>
            <a:ext cx="5273749" cy="530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80000"/>
              </a:lnSpc>
              <a:spcBef>
                <a:spcPts val="0"/>
              </a:spcBef>
              <a:spcAft>
                <a:spcPts val="0"/>
              </a:spcAft>
              <a:buClr>
                <a:srgbClr val="000000"/>
              </a:buClr>
              <a:buSzPts val="3600"/>
              <a:buFont typeface="Fira Sans Extra Condensed Medium"/>
              <a:buNone/>
              <a:defRPr sz="3500" b="0" i="0" u="none" strike="noStrike" cap="none">
                <a:solidFill>
                  <a:schemeClr val="dk1"/>
                </a:solidFill>
                <a:latin typeface="Fira Sans Extra Condensed Medium"/>
                <a:ea typeface="Fira Sans Extra Condensed Medium"/>
                <a:cs typeface="Fira Sans Extra Condensed Medium"/>
                <a:sym typeface="Fira Sans Extra Condensed Medium"/>
              </a:defRPr>
            </a:lvl1pPr>
            <a:lvl2pPr marR="0" lvl="1" algn="ctr" rtl="0">
              <a:lnSpc>
                <a:spcPct val="100000"/>
              </a:lnSpc>
              <a:spcBef>
                <a:spcPts val="0"/>
              </a:spcBef>
              <a:spcAft>
                <a:spcPts val="0"/>
              </a:spcAft>
              <a:buClr>
                <a:srgbClr val="000000"/>
              </a:buClr>
              <a:buSzPts val="3600"/>
              <a:buFont typeface="Fira Sans Extra Condensed Medium"/>
              <a:buNone/>
              <a:defRPr sz="36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ctr" rtl="0">
              <a:lnSpc>
                <a:spcPct val="100000"/>
              </a:lnSpc>
              <a:spcBef>
                <a:spcPts val="0"/>
              </a:spcBef>
              <a:spcAft>
                <a:spcPts val="0"/>
              </a:spcAft>
              <a:buClr>
                <a:srgbClr val="000000"/>
              </a:buClr>
              <a:buSzPts val="3600"/>
              <a:buFont typeface="Fira Sans Extra Condensed Medium"/>
              <a:buNone/>
              <a:defRPr sz="36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ctr" rtl="0">
              <a:lnSpc>
                <a:spcPct val="100000"/>
              </a:lnSpc>
              <a:spcBef>
                <a:spcPts val="0"/>
              </a:spcBef>
              <a:spcAft>
                <a:spcPts val="0"/>
              </a:spcAft>
              <a:buClr>
                <a:srgbClr val="000000"/>
              </a:buClr>
              <a:buSzPts val="3600"/>
              <a:buFont typeface="Fira Sans Extra Condensed Medium"/>
              <a:buNone/>
              <a:defRPr sz="36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ctr" rtl="0">
              <a:lnSpc>
                <a:spcPct val="100000"/>
              </a:lnSpc>
              <a:spcBef>
                <a:spcPts val="0"/>
              </a:spcBef>
              <a:spcAft>
                <a:spcPts val="0"/>
              </a:spcAft>
              <a:buClr>
                <a:srgbClr val="000000"/>
              </a:buClr>
              <a:buSzPts val="3600"/>
              <a:buFont typeface="Fira Sans Extra Condensed Medium"/>
              <a:buNone/>
              <a:defRPr sz="36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ctr" rtl="0">
              <a:lnSpc>
                <a:spcPct val="100000"/>
              </a:lnSpc>
              <a:spcBef>
                <a:spcPts val="0"/>
              </a:spcBef>
              <a:spcAft>
                <a:spcPts val="0"/>
              </a:spcAft>
              <a:buClr>
                <a:srgbClr val="000000"/>
              </a:buClr>
              <a:buSzPts val="3600"/>
              <a:buFont typeface="Fira Sans Extra Condensed Medium"/>
              <a:buNone/>
              <a:defRPr sz="36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ctr" rtl="0">
              <a:lnSpc>
                <a:spcPct val="100000"/>
              </a:lnSpc>
              <a:spcBef>
                <a:spcPts val="0"/>
              </a:spcBef>
              <a:spcAft>
                <a:spcPts val="0"/>
              </a:spcAft>
              <a:buClr>
                <a:srgbClr val="000000"/>
              </a:buClr>
              <a:buSzPts val="3600"/>
              <a:buFont typeface="Fira Sans Extra Condensed Medium"/>
              <a:buNone/>
              <a:defRPr sz="36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ctr" rtl="0">
              <a:lnSpc>
                <a:spcPct val="100000"/>
              </a:lnSpc>
              <a:spcBef>
                <a:spcPts val="0"/>
              </a:spcBef>
              <a:spcAft>
                <a:spcPts val="0"/>
              </a:spcAft>
              <a:buClr>
                <a:srgbClr val="000000"/>
              </a:buClr>
              <a:buSzPts val="3600"/>
              <a:buFont typeface="Fira Sans Extra Condensed Medium"/>
              <a:buNone/>
              <a:defRPr sz="36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ctr" rtl="0">
              <a:lnSpc>
                <a:spcPct val="100000"/>
              </a:lnSpc>
              <a:spcBef>
                <a:spcPts val="0"/>
              </a:spcBef>
              <a:spcAft>
                <a:spcPts val="0"/>
              </a:spcAft>
              <a:buClr>
                <a:srgbClr val="000000"/>
              </a:buClr>
              <a:buSzPts val="3600"/>
              <a:buFont typeface="Fira Sans Extra Condensed Medium"/>
              <a:buNone/>
              <a:defRPr sz="36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r>
              <a:rPr lang="en-US" dirty="0"/>
              <a:t>PROJECT MANAGEMENT METHODOLOGIES FOR JWST</a:t>
            </a:r>
          </a:p>
        </p:txBody>
      </p:sp>
    </p:spTree>
    <p:extLst>
      <p:ext uri="{BB962C8B-B14F-4D97-AF65-F5344CB8AC3E}">
        <p14:creationId xmlns:p14="http://schemas.microsoft.com/office/powerpoint/2010/main" val="8344067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2">
          <a:extLst>
            <a:ext uri="{FF2B5EF4-FFF2-40B4-BE49-F238E27FC236}">
              <a16:creationId xmlns:a16="http://schemas.microsoft.com/office/drawing/2014/main" id="{62541AA7-1DAC-945A-1437-E9BCA46FEB2E}"/>
            </a:ext>
          </a:extLst>
        </p:cNvPr>
        <p:cNvGrpSpPr/>
        <p:nvPr/>
      </p:nvGrpSpPr>
      <p:grpSpPr>
        <a:xfrm>
          <a:off x="0" y="0"/>
          <a:ext cx="0" cy="0"/>
          <a:chOff x="0" y="0"/>
          <a:chExt cx="0" cy="0"/>
        </a:xfrm>
      </p:grpSpPr>
      <p:sp>
        <p:nvSpPr>
          <p:cNvPr id="11" name="Google Shape;511;p24">
            <a:extLst>
              <a:ext uri="{FF2B5EF4-FFF2-40B4-BE49-F238E27FC236}">
                <a16:creationId xmlns:a16="http://schemas.microsoft.com/office/drawing/2014/main" id="{1D61E12F-BABE-DAC3-5441-D033B987BEF1}"/>
              </a:ext>
            </a:extLst>
          </p:cNvPr>
          <p:cNvSpPr txBox="1">
            <a:spLocks/>
          </p:cNvSpPr>
          <p:nvPr/>
        </p:nvSpPr>
        <p:spPr>
          <a:xfrm>
            <a:off x="232618" y="552192"/>
            <a:ext cx="6249788" cy="48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1pPr>
            <a:lvl2pPr marR="0" lvl="1"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pPr algn="ctr">
              <a:buClr>
                <a:schemeClr val="dk1"/>
              </a:buClr>
              <a:buSzPts val="1100"/>
              <a:buFont typeface="Arial"/>
              <a:buNone/>
            </a:pPr>
            <a:r>
              <a:rPr lang="en-US" b="1" dirty="0">
                <a:solidFill>
                  <a:srgbClr val="00B050"/>
                </a:solidFill>
              </a:rPr>
              <a:t>Systems Engineering &amp; Phase-Gate Execution</a:t>
            </a:r>
          </a:p>
        </p:txBody>
      </p:sp>
      <p:sp>
        <p:nvSpPr>
          <p:cNvPr id="36" name="TextBox 35">
            <a:extLst>
              <a:ext uri="{FF2B5EF4-FFF2-40B4-BE49-F238E27FC236}">
                <a16:creationId xmlns:a16="http://schemas.microsoft.com/office/drawing/2014/main" id="{56BF7FDA-F402-4E7F-E866-360AC690B06E}"/>
              </a:ext>
            </a:extLst>
          </p:cNvPr>
          <p:cNvSpPr txBox="1"/>
          <p:nvPr/>
        </p:nvSpPr>
        <p:spPr>
          <a:xfrm>
            <a:off x="584791" y="1058291"/>
            <a:ext cx="7845107" cy="523220"/>
          </a:xfrm>
          <a:prstGeom prst="rect">
            <a:avLst/>
          </a:prstGeom>
          <a:noFill/>
        </p:spPr>
        <p:txBody>
          <a:bodyPr wrap="square">
            <a:spAutoFit/>
          </a:bodyPr>
          <a:lstStyle/>
          <a:p>
            <a:pPr algn="just"/>
            <a:r>
              <a:rPr lang="en-PK" dirty="0"/>
              <a:t>JWST used systems engineering combined with milestone (phase-gate) management to ensure all subsystems worked together perfectly across its long, complex development.</a:t>
            </a:r>
          </a:p>
        </p:txBody>
      </p:sp>
      <p:sp>
        <p:nvSpPr>
          <p:cNvPr id="38" name="TextBox 37">
            <a:extLst>
              <a:ext uri="{FF2B5EF4-FFF2-40B4-BE49-F238E27FC236}">
                <a16:creationId xmlns:a16="http://schemas.microsoft.com/office/drawing/2014/main" id="{F05E7DA8-59A5-8707-D96C-C2BBBDD611D2}"/>
              </a:ext>
            </a:extLst>
          </p:cNvPr>
          <p:cNvSpPr txBox="1"/>
          <p:nvPr/>
        </p:nvSpPr>
        <p:spPr>
          <a:xfrm>
            <a:off x="749163" y="1827712"/>
            <a:ext cx="4572000" cy="2462213"/>
          </a:xfrm>
          <a:prstGeom prst="rect">
            <a:avLst/>
          </a:prstGeom>
          <a:noFill/>
        </p:spPr>
        <p:txBody>
          <a:bodyPr wrap="square">
            <a:spAutoFit/>
          </a:bodyPr>
          <a:lstStyle/>
          <a:p>
            <a:pPr marL="285750" indent="-285750" algn="just">
              <a:buFont typeface="Arial" panose="020B0604020202020204" pitchFamily="34" charset="0"/>
              <a:buChar char="•"/>
            </a:pPr>
            <a:r>
              <a:rPr lang="en-PK" dirty="0"/>
              <a:t>Iterative prototyping and testing for mirrors, instruments, and sunshield before integration</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Phase-gate approvals from NASA, ESA, CSA before advancing each development stage</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Thermal, vibration, and deployment simulations to detect failures early</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Feedback loops between subsystem teams to solve problems without delaying overall schedule</a:t>
            </a:r>
          </a:p>
        </p:txBody>
      </p:sp>
      <p:pic>
        <p:nvPicPr>
          <p:cNvPr id="22530" name="Picture 2" descr="Ultimate Guide to the Phase Gate Process | Smartsheet">
            <a:extLst>
              <a:ext uri="{FF2B5EF4-FFF2-40B4-BE49-F238E27FC236}">
                <a16:creationId xmlns:a16="http://schemas.microsoft.com/office/drawing/2014/main" id="{AC672D45-439B-6986-B1B3-2549963AB2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519"/>
          <a:stretch>
            <a:fillRect/>
          </a:stretch>
        </p:blipFill>
        <p:spPr bwMode="auto">
          <a:xfrm>
            <a:off x="5986131" y="1581510"/>
            <a:ext cx="2998640" cy="3479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244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2">
          <a:extLst>
            <a:ext uri="{FF2B5EF4-FFF2-40B4-BE49-F238E27FC236}">
              <a16:creationId xmlns:a16="http://schemas.microsoft.com/office/drawing/2014/main" id="{16609386-66E9-FDFE-18D9-D6940DB81D06}"/>
            </a:ext>
          </a:extLst>
        </p:cNvPr>
        <p:cNvGrpSpPr/>
        <p:nvPr/>
      </p:nvGrpSpPr>
      <p:grpSpPr>
        <a:xfrm>
          <a:off x="0" y="0"/>
          <a:ext cx="0" cy="0"/>
          <a:chOff x="0" y="0"/>
          <a:chExt cx="0" cy="0"/>
        </a:xfrm>
      </p:grpSpPr>
      <p:sp>
        <p:nvSpPr>
          <p:cNvPr id="11" name="Google Shape;511;p24">
            <a:extLst>
              <a:ext uri="{FF2B5EF4-FFF2-40B4-BE49-F238E27FC236}">
                <a16:creationId xmlns:a16="http://schemas.microsoft.com/office/drawing/2014/main" id="{869F38BD-67BD-B28D-F379-FB50F3F2D62B}"/>
              </a:ext>
            </a:extLst>
          </p:cNvPr>
          <p:cNvSpPr txBox="1">
            <a:spLocks/>
          </p:cNvSpPr>
          <p:nvPr/>
        </p:nvSpPr>
        <p:spPr>
          <a:xfrm>
            <a:off x="-1457958" y="577091"/>
            <a:ext cx="6249788" cy="48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1pPr>
            <a:lvl2pPr marR="0" lvl="1"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pPr algn="ctr">
              <a:buClr>
                <a:schemeClr val="dk1"/>
              </a:buClr>
              <a:buSzPts val="1100"/>
              <a:buFont typeface="Arial"/>
              <a:buNone/>
            </a:pPr>
            <a:r>
              <a:rPr lang="en-US" b="1" dirty="0">
                <a:solidFill>
                  <a:srgbClr val="00B050"/>
                </a:solidFill>
              </a:rPr>
              <a:t>Risk Management</a:t>
            </a:r>
          </a:p>
        </p:txBody>
      </p:sp>
      <p:sp>
        <p:nvSpPr>
          <p:cNvPr id="3" name="TextBox 2">
            <a:extLst>
              <a:ext uri="{FF2B5EF4-FFF2-40B4-BE49-F238E27FC236}">
                <a16:creationId xmlns:a16="http://schemas.microsoft.com/office/drawing/2014/main" id="{E5EF85E6-CC89-32F3-6EDF-AF60704520CA}"/>
              </a:ext>
            </a:extLst>
          </p:cNvPr>
          <p:cNvSpPr txBox="1"/>
          <p:nvPr/>
        </p:nvSpPr>
        <p:spPr>
          <a:xfrm>
            <a:off x="842631" y="1058291"/>
            <a:ext cx="5300330" cy="523220"/>
          </a:xfrm>
          <a:prstGeom prst="rect">
            <a:avLst/>
          </a:prstGeom>
          <a:noFill/>
        </p:spPr>
        <p:txBody>
          <a:bodyPr wrap="square">
            <a:spAutoFit/>
          </a:bodyPr>
          <a:lstStyle/>
          <a:p>
            <a:r>
              <a:rPr lang="en-PK" dirty="0"/>
              <a:t>Risk management was continuously applied to prevent critical failures during development, testing, and launch.</a:t>
            </a:r>
          </a:p>
        </p:txBody>
      </p:sp>
      <p:sp>
        <p:nvSpPr>
          <p:cNvPr id="5" name="TextBox 4">
            <a:extLst>
              <a:ext uri="{FF2B5EF4-FFF2-40B4-BE49-F238E27FC236}">
                <a16:creationId xmlns:a16="http://schemas.microsoft.com/office/drawing/2014/main" id="{F133CBB9-1F6C-E272-373E-635AFC90050E}"/>
              </a:ext>
            </a:extLst>
          </p:cNvPr>
          <p:cNvSpPr txBox="1"/>
          <p:nvPr/>
        </p:nvSpPr>
        <p:spPr>
          <a:xfrm>
            <a:off x="1018068" y="1706444"/>
            <a:ext cx="4949456" cy="2462213"/>
          </a:xfrm>
          <a:prstGeom prst="rect">
            <a:avLst/>
          </a:prstGeom>
          <a:noFill/>
        </p:spPr>
        <p:txBody>
          <a:bodyPr wrap="square">
            <a:spAutoFit/>
          </a:bodyPr>
          <a:lstStyle/>
          <a:p>
            <a:pPr marL="285750" indent="-285750">
              <a:buFont typeface="Arial" panose="020B0604020202020204" pitchFamily="34" charset="0"/>
              <a:buChar char="•"/>
            </a:pPr>
            <a:r>
              <a:rPr lang="en-PK" dirty="0"/>
              <a:t>Risk registers tracked technical, schedule, cost, and operational risks</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dirty="0"/>
              <a:t>Redundancy and prototypes for critical components (mirrors, sunshield, cryogenics)</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dirty="0"/>
              <a:t>Regular risk review meetings with agencies and contractors</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dirty="0"/>
              <a:t>Scope or design changes triggered reassessment and mitigation updates</a:t>
            </a:r>
          </a:p>
        </p:txBody>
      </p:sp>
      <p:pic>
        <p:nvPicPr>
          <p:cNvPr id="7" name="Picture 6">
            <a:extLst>
              <a:ext uri="{FF2B5EF4-FFF2-40B4-BE49-F238E27FC236}">
                <a16:creationId xmlns:a16="http://schemas.microsoft.com/office/drawing/2014/main" id="{9AAEFB74-D2D3-D205-932D-E653C1ADB33B}"/>
              </a:ext>
            </a:extLst>
          </p:cNvPr>
          <p:cNvPicPr>
            <a:picLocks noChangeAspect="1"/>
          </p:cNvPicPr>
          <p:nvPr/>
        </p:nvPicPr>
        <p:blipFill>
          <a:blip r:embed="rId3"/>
          <a:stretch>
            <a:fillRect/>
          </a:stretch>
        </p:blipFill>
        <p:spPr>
          <a:xfrm>
            <a:off x="5220584" y="1243227"/>
            <a:ext cx="4118123" cy="2318763"/>
          </a:xfrm>
          <a:prstGeom prst="rect">
            <a:avLst/>
          </a:prstGeom>
        </p:spPr>
      </p:pic>
    </p:spTree>
    <p:extLst>
      <p:ext uri="{BB962C8B-B14F-4D97-AF65-F5344CB8AC3E}">
        <p14:creationId xmlns:p14="http://schemas.microsoft.com/office/powerpoint/2010/main" val="824784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2">
          <a:extLst>
            <a:ext uri="{FF2B5EF4-FFF2-40B4-BE49-F238E27FC236}">
              <a16:creationId xmlns:a16="http://schemas.microsoft.com/office/drawing/2014/main" id="{D166F64E-0A79-0EF4-3903-9EEBB3C2EA9E}"/>
            </a:ext>
          </a:extLst>
        </p:cNvPr>
        <p:cNvGrpSpPr/>
        <p:nvPr/>
      </p:nvGrpSpPr>
      <p:grpSpPr>
        <a:xfrm>
          <a:off x="0" y="0"/>
          <a:ext cx="0" cy="0"/>
          <a:chOff x="0" y="0"/>
          <a:chExt cx="0" cy="0"/>
        </a:xfrm>
      </p:grpSpPr>
      <p:sp>
        <p:nvSpPr>
          <p:cNvPr id="11" name="Google Shape;511;p24">
            <a:extLst>
              <a:ext uri="{FF2B5EF4-FFF2-40B4-BE49-F238E27FC236}">
                <a16:creationId xmlns:a16="http://schemas.microsoft.com/office/drawing/2014/main" id="{5BFEFF5D-8AF7-0C53-AB46-222E04BF29FD}"/>
              </a:ext>
            </a:extLst>
          </p:cNvPr>
          <p:cNvSpPr txBox="1">
            <a:spLocks/>
          </p:cNvSpPr>
          <p:nvPr/>
        </p:nvSpPr>
        <p:spPr>
          <a:xfrm>
            <a:off x="-489747" y="519386"/>
            <a:ext cx="7337763" cy="48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1pPr>
            <a:lvl2pPr marR="0" lvl="1"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pPr algn="ctr">
              <a:buClr>
                <a:schemeClr val="dk1"/>
              </a:buClr>
              <a:buSzPts val="1100"/>
              <a:buFont typeface="Arial"/>
              <a:buNone/>
            </a:pPr>
            <a:r>
              <a:rPr lang="en-US" b="1" dirty="0">
                <a:solidFill>
                  <a:srgbClr val="00B050"/>
                </a:solidFill>
              </a:rPr>
              <a:t>Stakeholder Management &amp; Governance</a:t>
            </a:r>
          </a:p>
        </p:txBody>
      </p:sp>
      <p:sp>
        <p:nvSpPr>
          <p:cNvPr id="3" name="TextBox 2">
            <a:extLst>
              <a:ext uri="{FF2B5EF4-FFF2-40B4-BE49-F238E27FC236}">
                <a16:creationId xmlns:a16="http://schemas.microsoft.com/office/drawing/2014/main" id="{BFA68AEA-5130-E6C9-EC10-2FB43F8AA4C2}"/>
              </a:ext>
            </a:extLst>
          </p:cNvPr>
          <p:cNvSpPr txBox="1"/>
          <p:nvPr/>
        </p:nvSpPr>
        <p:spPr>
          <a:xfrm>
            <a:off x="648585" y="1000586"/>
            <a:ext cx="7187609" cy="523220"/>
          </a:xfrm>
          <a:prstGeom prst="rect">
            <a:avLst/>
          </a:prstGeom>
          <a:noFill/>
        </p:spPr>
        <p:txBody>
          <a:bodyPr wrap="square">
            <a:spAutoFit/>
          </a:bodyPr>
          <a:lstStyle/>
          <a:p>
            <a:pPr algn="just"/>
            <a:r>
              <a:rPr lang="en-PK" dirty="0"/>
              <a:t>Managing multiple agencies, contractors, and scientific teams was essential to maintain alignment and accountability.</a:t>
            </a:r>
          </a:p>
        </p:txBody>
      </p:sp>
      <p:sp>
        <p:nvSpPr>
          <p:cNvPr id="5" name="TextBox 4">
            <a:extLst>
              <a:ext uri="{FF2B5EF4-FFF2-40B4-BE49-F238E27FC236}">
                <a16:creationId xmlns:a16="http://schemas.microsoft.com/office/drawing/2014/main" id="{2D96A094-A54B-E3CB-EC0C-73704EC59577}"/>
              </a:ext>
            </a:extLst>
          </p:cNvPr>
          <p:cNvSpPr txBox="1"/>
          <p:nvPr/>
        </p:nvSpPr>
        <p:spPr>
          <a:xfrm>
            <a:off x="893134" y="1706443"/>
            <a:ext cx="4572000" cy="2246769"/>
          </a:xfrm>
          <a:prstGeom prst="rect">
            <a:avLst/>
          </a:prstGeom>
          <a:noFill/>
        </p:spPr>
        <p:txBody>
          <a:bodyPr wrap="square">
            <a:spAutoFit/>
          </a:bodyPr>
          <a:lstStyle/>
          <a:p>
            <a:pPr marL="285750" indent="-285750" algn="just">
              <a:buFont typeface="Arial" panose="020B0604020202020204" pitchFamily="34" charset="0"/>
              <a:buChar char="•"/>
            </a:pPr>
            <a:r>
              <a:rPr lang="en-PK" dirty="0"/>
              <a:t>Clear roles, responsibilities, and decision authority for NASA, ESA, CSA, and contractors</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Weekly and monthly progress reviews</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Workshops and technical briefings to involve scientists in updates</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Continuous monitoring of stakeholder influence and interest during redesigns and delays</a:t>
            </a:r>
          </a:p>
        </p:txBody>
      </p:sp>
      <p:pic>
        <p:nvPicPr>
          <p:cNvPr id="24578" name="Picture 2" descr="5 Tips to Succeed in Stakeholder Engagement | Themes | Savills Prospects">
            <a:extLst>
              <a:ext uri="{FF2B5EF4-FFF2-40B4-BE49-F238E27FC236}">
                <a16:creationId xmlns:a16="http://schemas.microsoft.com/office/drawing/2014/main" id="{E7378994-41F9-ED7F-D61A-2E71ED23CD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1461" y="1802169"/>
            <a:ext cx="3338623" cy="20553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4500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2">
          <a:extLst>
            <a:ext uri="{FF2B5EF4-FFF2-40B4-BE49-F238E27FC236}">
              <a16:creationId xmlns:a16="http://schemas.microsoft.com/office/drawing/2014/main" id="{1296E5E3-C868-0E95-94E8-006FE9261560}"/>
            </a:ext>
          </a:extLst>
        </p:cNvPr>
        <p:cNvGrpSpPr/>
        <p:nvPr/>
      </p:nvGrpSpPr>
      <p:grpSpPr>
        <a:xfrm>
          <a:off x="0" y="0"/>
          <a:ext cx="0" cy="0"/>
          <a:chOff x="0" y="0"/>
          <a:chExt cx="0" cy="0"/>
        </a:xfrm>
      </p:grpSpPr>
      <p:sp>
        <p:nvSpPr>
          <p:cNvPr id="11" name="Google Shape;511;p24">
            <a:extLst>
              <a:ext uri="{FF2B5EF4-FFF2-40B4-BE49-F238E27FC236}">
                <a16:creationId xmlns:a16="http://schemas.microsoft.com/office/drawing/2014/main" id="{E37DBB2E-AD57-C306-8C2C-1FC7F3106B50}"/>
              </a:ext>
            </a:extLst>
          </p:cNvPr>
          <p:cNvSpPr txBox="1">
            <a:spLocks/>
          </p:cNvSpPr>
          <p:nvPr/>
        </p:nvSpPr>
        <p:spPr>
          <a:xfrm>
            <a:off x="0" y="373722"/>
            <a:ext cx="6249788" cy="48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1pPr>
            <a:lvl2pPr marR="0" lvl="1"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pPr algn="ctr">
              <a:buClr>
                <a:schemeClr val="dk1"/>
              </a:buClr>
              <a:buSzPts val="1100"/>
              <a:buFont typeface="Arial"/>
              <a:buNone/>
            </a:pPr>
            <a:r>
              <a:rPr lang="en-US" b="1" dirty="0">
                <a:solidFill>
                  <a:srgbClr val="00B050"/>
                </a:solidFill>
              </a:rPr>
              <a:t>Integration &amp; Quality Assurance Practices</a:t>
            </a:r>
          </a:p>
        </p:txBody>
      </p:sp>
      <p:sp>
        <p:nvSpPr>
          <p:cNvPr id="7" name="TextBox 6">
            <a:extLst>
              <a:ext uri="{FF2B5EF4-FFF2-40B4-BE49-F238E27FC236}">
                <a16:creationId xmlns:a16="http://schemas.microsoft.com/office/drawing/2014/main" id="{09D7EEAD-F809-C19E-5065-2FCE04771303}"/>
              </a:ext>
            </a:extLst>
          </p:cNvPr>
          <p:cNvSpPr txBox="1"/>
          <p:nvPr/>
        </p:nvSpPr>
        <p:spPr>
          <a:xfrm>
            <a:off x="446567" y="980245"/>
            <a:ext cx="7948269" cy="738664"/>
          </a:xfrm>
          <a:prstGeom prst="rect">
            <a:avLst/>
          </a:prstGeom>
          <a:noFill/>
        </p:spPr>
        <p:txBody>
          <a:bodyPr wrap="square">
            <a:spAutoFit/>
          </a:bodyPr>
          <a:lstStyle/>
          <a:p>
            <a:pPr algn="just"/>
            <a:r>
              <a:rPr lang="en-PK" dirty="0"/>
              <a:t>JWST’s complexity required meticulous integration and quality assurance to ensure that all components functioned flawlessly together. These practices were essential to prevent failures in the final system.</a:t>
            </a:r>
          </a:p>
        </p:txBody>
      </p:sp>
      <p:sp>
        <p:nvSpPr>
          <p:cNvPr id="9" name="TextBox 8">
            <a:extLst>
              <a:ext uri="{FF2B5EF4-FFF2-40B4-BE49-F238E27FC236}">
                <a16:creationId xmlns:a16="http://schemas.microsoft.com/office/drawing/2014/main" id="{E0AE629C-9B6F-CA44-E6FC-CCB53F82C696}"/>
              </a:ext>
            </a:extLst>
          </p:cNvPr>
          <p:cNvSpPr txBox="1"/>
          <p:nvPr/>
        </p:nvSpPr>
        <p:spPr>
          <a:xfrm>
            <a:off x="744279" y="1795784"/>
            <a:ext cx="5018568" cy="3108543"/>
          </a:xfrm>
          <a:prstGeom prst="rect">
            <a:avLst/>
          </a:prstGeom>
          <a:noFill/>
        </p:spPr>
        <p:txBody>
          <a:bodyPr wrap="square">
            <a:spAutoFit/>
          </a:bodyPr>
          <a:lstStyle/>
          <a:p>
            <a:pPr marL="285750" indent="-285750" algn="just">
              <a:buFont typeface="Arial" panose="020B0604020202020204" pitchFamily="34" charset="0"/>
              <a:buChar char="•"/>
            </a:pPr>
            <a:r>
              <a:rPr lang="en-PK" b="1" dirty="0"/>
              <a:t>Integrated testing of subsystems:</a:t>
            </a:r>
            <a:r>
              <a:rPr lang="en-PK" dirty="0"/>
              <a:t> Mirrors, sunshield, and instruments were tested together to verify full system performance</a:t>
            </a:r>
          </a:p>
          <a:p>
            <a:pPr marL="285750" indent="-285750" algn="just">
              <a:buFont typeface="Arial" panose="020B0604020202020204" pitchFamily="34" charset="0"/>
              <a:buChar char="•"/>
            </a:pPr>
            <a:endParaRPr lang="en-PK" b="1" dirty="0"/>
          </a:p>
          <a:p>
            <a:pPr marL="285750" indent="-285750" algn="just">
              <a:buFont typeface="Arial" panose="020B0604020202020204" pitchFamily="34" charset="0"/>
              <a:buChar char="•"/>
            </a:pPr>
            <a:r>
              <a:rPr lang="en-PK" b="1" dirty="0"/>
              <a:t>Environmental and deployment simulations:</a:t>
            </a:r>
            <a:r>
              <a:rPr lang="en-PK" dirty="0"/>
              <a:t> Thermal, vibration, and cryogenic tests mimicked space conditions</a:t>
            </a:r>
          </a:p>
          <a:p>
            <a:pPr marL="285750" indent="-285750" algn="just">
              <a:buFont typeface="Arial" panose="020B0604020202020204" pitchFamily="34" charset="0"/>
              <a:buChar char="•"/>
            </a:pPr>
            <a:endParaRPr lang="en-PK" b="1" dirty="0"/>
          </a:p>
          <a:p>
            <a:pPr marL="285750" indent="-285750" algn="just">
              <a:buFont typeface="Arial" panose="020B0604020202020204" pitchFamily="34" charset="0"/>
              <a:buChar char="•"/>
            </a:pPr>
            <a:r>
              <a:rPr lang="en-PK" b="1" dirty="0"/>
              <a:t>Cross-team coordination:</a:t>
            </a:r>
            <a:r>
              <a:rPr lang="en-PK" dirty="0"/>
              <a:t> Engineers from NASA, ESA, CSA, and contractors collaborated closely to resolve issues detected during integration</a:t>
            </a:r>
          </a:p>
          <a:p>
            <a:pPr marL="285750" indent="-285750" algn="just">
              <a:buFont typeface="Arial" panose="020B0604020202020204" pitchFamily="34" charset="0"/>
              <a:buChar char="•"/>
            </a:pPr>
            <a:endParaRPr lang="en-PK" b="1" dirty="0"/>
          </a:p>
          <a:p>
            <a:pPr marL="285750" indent="-285750" algn="just">
              <a:buFont typeface="Arial" panose="020B0604020202020204" pitchFamily="34" charset="0"/>
              <a:buChar char="•"/>
            </a:pPr>
            <a:r>
              <a:rPr lang="en-PK" b="1" dirty="0"/>
              <a:t>Documentation and traceability:</a:t>
            </a:r>
            <a:r>
              <a:rPr lang="en-PK" dirty="0"/>
              <a:t> Every test, modification, and issue was logged to maintain transparency and accountability</a:t>
            </a:r>
          </a:p>
        </p:txBody>
      </p:sp>
      <p:pic>
        <p:nvPicPr>
          <p:cNvPr id="23554" name="Picture 2" descr="5 Industries Where Quality Assurance Plays an Important Role - SweetProcess">
            <a:extLst>
              <a:ext uri="{FF2B5EF4-FFF2-40B4-BE49-F238E27FC236}">
                <a16:creationId xmlns:a16="http://schemas.microsoft.com/office/drawing/2014/main" id="{DF322EB3-DFAF-22BA-BFFE-3C15D87AB5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2847" y="1950526"/>
            <a:ext cx="3305866" cy="1983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36013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13">
          <a:extLst>
            <a:ext uri="{FF2B5EF4-FFF2-40B4-BE49-F238E27FC236}">
              <a16:creationId xmlns:a16="http://schemas.microsoft.com/office/drawing/2014/main" id="{F9CF88F6-BE72-AF7B-4C62-4E8F8B19C96F}"/>
            </a:ext>
          </a:extLst>
        </p:cNvPr>
        <p:cNvGrpSpPr/>
        <p:nvPr/>
      </p:nvGrpSpPr>
      <p:grpSpPr>
        <a:xfrm>
          <a:off x="0" y="0"/>
          <a:ext cx="0" cy="0"/>
          <a:chOff x="0" y="0"/>
          <a:chExt cx="0" cy="0"/>
        </a:xfrm>
      </p:grpSpPr>
      <p:sp>
        <p:nvSpPr>
          <p:cNvPr id="1214" name="Google Shape;1214;p45">
            <a:extLst>
              <a:ext uri="{FF2B5EF4-FFF2-40B4-BE49-F238E27FC236}">
                <a16:creationId xmlns:a16="http://schemas.microsoft.com/office/drawing/2014/main" id="{4A365359-CE29-8C7F-ECA8-DAA697B32897}"/>
              </a:ext>
            </a:extLst>
          </p:cNvPr>
          <p:cNvSpPr txBox="1">
            <a:spLocks noGrp="1"/>
          </p:cNvSpPr>
          <p:nvPr>
            <p:ph type="title"/>
          </p:nvPr>
        </p:nvSpPr>
        <p:spPr>
          <a:xfrm>
            <a:off x="0" y="1356045"/>
            <a:ext cx="4731300" cy="530700"/>
          </a:xfrm>
          <a:prstGeom prst="rect">
            <a:avLst/>
          </a:prstGeom>
        </p:spPr>
        <p:txBody>
          <a:bodyPr spcFirstLastPara="1" wrap="square" lIns="91425" tIns="91425" rIns="91425" bIns="91425" anchor="t" anchorCtr="0">
            <a:noAutofit/>
          </a:bodyPr>
          <a:lstStyle/>
          <a:p>
            <a:pPr lvl="0"/>
            <a:r>
              <a:rPr lang="en-US" dirty="0"/>
              <a:t>SUCCESSES &amp; FAILURES</a:t>
            </a:r>
            <a:endParaRPr dirty="0"/>
          </a:p>
        </p:txBody>
      </p:sp>
      <p:sp>
        <p:nvSpPr>
          <p:cNvPr id="1216" name="Google Shape;1216;p45">
            <a:extLst>
              <a:ext uri="{FF2B5EF4-FFF2-40B4-BE49-F238E27FC236}">
                <a16:creationId xmlns:a16="http://schemas.microsoft.com/office/drawing/2014/main" id="{8FAB39A5-088A-3C69-9F86-ACA5C2B0A32D}"/>
              </a:ext>
            </a:extLst>
          </p:cNvPr>
          <p:cNvSpPr txBox="1">
            <a:spLocks noGrp="1"/>
          </p:cNvSpPr>
          <p:nvPr>
            <p:ph type="title" idx="2"/>
          </p:nvPr>
        </p:nvSpPr>
        <p:spPr>
          <a:xfrm>
            <a:off x="1445850" y="533018"/>
            <a:ext cx="1839600" cy="115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05</a:t>
            </a:r>
            <a:endParaRPr dirty="0"/>
          </a:p>
        </p:txBody>
      </p:sp>
      <p:grpSp>
        <p:nvGrpSpPr>
          <p:cNvPr id="1217" name="Google Shape;1217;p45">
            <a:extLst>
              <a:ext uri="{FF2B5EF4-FFF2-40B4-BE49-F238E27FC236}">
                <a16:creationId xmlns:a16="http://schemas.microsoft.com/office/drawing/2014/main" id="{2C638F08-CEBA-51E5-5A3F-4892EE4FF8FC}"/>
              </a:ext>
            </a:extLst>
          </p:cNvPr>
          <p:cNvGrpSpPr/>
          <p:nvPr/>
        </p:nvGrpSpPr>
        <p:grpSpPr>
          <a:xfrm>
            <a:off x="2229327" y="0"/>
            <a:ext cx="7831882" cy="5214329"/>
            <a:chOff x="-2287178" y="355461"/>
            <a:chExt cx="7831882" cy="5214329"/>
          </a:xfrm>
        </p:grpSpPr>
        <p:grpSp>
          <p:nvGrpSpPr>
            <p:cNvPr id="1218" name="Google Shape;1218;p45">
              <a:extLst>
                <a:ext uri="{FF2B5EF4-FFF2-40B4-BE49-F238E27FC236}">
                  <a16:creationId xmlns:a16="http://schemas.microsoft.com/office/drawing/2014/main" id="{33AC26F3-87F2-66A8-BF19-BD7FCD5707A9}"/>
                </a:ext>
              </a:extLst>
            </p:cNvPr>
            <p:cNvGrpSpPr/>
            <p:nvPr/>
          </p:nvGrpSpPr>
          <p:grpSpPr>
            <a:xfrm rot="-1389532">
              <a:off x="766951" y="2008871"/>
              <a:ext cx="1659012" cy="1653911"/>
              <a:chOff x="991825" y="1680713"/>
              <a:chExt cx="1787560" cy="1782064"/>
            </a:xfrm>
          </p:grpSpPr>
          <p:sp>
            <p:nvSpPr>
              <p:cNvPr id="1219" name="Google Shape;1219;p45">
                <a:extLst>
                  <a:ext uri="{FF2B5EF4-FFF2-40B4-BE49-F238E27FC236}">
                    <a16:creationId xmlns:a16="http://schemas.microsoft.com/office/drawing/2014/main" id="{87FEADD3-4DEE-A4E1-2B3C-4D2D52274DDB}"/>
                  </a:ext>
                </a:extLst>
              </p:cNvPr>
              <p:cNvSpPr/>
              <p:nvPr/>
            </p:nvSpPr>
            <p:spPr>
              <a:xfrm>
                <a:off x="997314" y="1680713"/>
                <a:ext cx="1782071" cy="1778380"/>
              </a:xfrm>
              <a:custGeom>
                <a:avLst/>
                <a:gdLst/>
                <a:ahLst/>
                <a:cxnLst/>
                <a:rect l="l" t="t" r="r" b="b"/>
                <a:pathLst>
                  <a:path w="18830" h="18791" extrusionOk="0">
                    <a:moveTo>
                      <a:pt x="9438" y="0"/>
                    </a:moveTo>
                    <a:cubicBezTo>
                      <a:pt x="9414" y="0"/>
                      <a:pt x="9390" y="0"/>
                      <a:pt x="9366" y="0"/>
                    </a:cubicBezTo>
                    <a:cubicBezTo>
                      <a:pt x="4176" y="20"/>
                      <a:pt x="1" y="4254"/>
                      <a:pt x="1" y="9425"/>
                    </a:cubicBezTo>
                    <a:cubicBezTo>
                      <a:pt x="20" y="14610"/>
                      <a:pt x="4196" y="18790"/>
                      <a:pt x="9372" y="18790"/>
                    </a:cubicBezTo>
                    <a:cubicBezTo>
                      <a:pt x="9396" y="18790"/>
                      <a:pt x="9420" y="18790"/>
                      <a:pt x="9445" y="18790"/>
                    </a:cubicBezTo>
                    <a:cubicBezTo>
                      <a:pt x="14635" y="18771"/>
                      <a:pt x="18830" y="14556"/>
                      <a:pt x="18810" y="9366"/>
                    </a:cubicBezTo>
                    <a:cubicBezTo>
                      <a:pt x="18771" y="4180"/>
                      <a:pt x="14595" y="0"/>
                      <a:pt x="94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5">
                <a:extLst>
                  <a:ext uri="{FF2B5EF4-FFF2-40B4-BE49-F238E27FC236}">
                    <a16:creationId xmlns:a16="http://schemas.microsoft.com/office/drawing/2014/main" id="{35DEDE48-9CFB-426F-FB62-7C4EF64D99BB}"/>
                  </a:ext>
                </a:extLst>
              </p:cNvPr>
              <p:cNvSpPr/>
              <p:nvPr/>
            </p:nvSpPr>
            <p:spPr>
              <a:xfrm>
                <a:off x="1036115" y="1682511"/>
                <a:ext cx="1743269" cy="927093"/>
              </a:xfrm>
              <a:custGeom>
                <a:avLst/>
                <a:gdLst/>
                <a:ahLst/>
                <a:cxnLst/>
                <a:rect l="l" t="t" r="r" b="b"/>
                <a:pathLst>
                  <a:path w="18420" h="9796" extrusionOk="0">
                    <a:moveTo>
                      <a:pt x="9012" y="1"/>
                    </a:moveTo>
                    <a:cubicBezTo>
                      <a:pt x="9000" y="1"/>
                      <a:pt x="8988" y="1"/>
                      <a:pt x="8976" y="1"/>
                    </a:cubicBezTo>
                    <a:cubicBezTo>
                      <a:pt x="4722" y="20"/>
                      <a:pt x="1152" y="2850"/>
                      <a:pt x="1" y="6732"/>
                    </a:cubicBezTo>
                    <a:lnTo>
                      <a:pt x="1" y="6732"/>
                    </a:lnTo>
                    <a:cubicBezTo>
                      <a:pt x="1425" y="3318"/>
                      <a:pt x="4839" y="898"/>
                      <a:pt x="8800" y="879"/>
                    </a:cubicBezTo>
                    <a:cubicBezTo>
                      <a:pt x="8813" y="879"/>
                      <a:pt x="8826" y="879"/>
                      <a:pt x="8838" y="879"/>
                    </a:cubicBezTo>
                    <a:cubicBezTo>
                      <a:pt x="13953" y="879"/>
                      <a:pt x="18128" y="4813"/>
                      <a:pt x="18420" y="9796"/>
                    </a:cubicBezTo>
                    <a:lnTo>
                      <a:pt x="18420" y="9367"/>
                    </a:lnTo>
                    <a:cubicBezTo>
                      <a:pt x="18400" y="4188"/>
                      <a:pt x="14186" y="1"/>
                      <a:pt x="9012" y="1"/>
                    </a:cubicBez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5">
                <a:extLst>
                  <a:ext uri="{FF2B5EF4-FFF2-40B4-BE49-F238E27FC236}">
                    <a16:creationId xmlns:a16="http://schemas.microsoft.com/office/drawing/2014/main" id="{A09A8AF7-7121-34C6-C474-C047D11476E5}"/>
                  </a:ext>
                </a:extLst>
              </p:cNvPr>
              <p:cNvSpPr/>
              <p:nvPr/>
            </p:nvSpPr>
            <p:spPr>
              <a:xfrm>
                <a:off x="997314" y="1926296"/>
                <a:ext cx="1673141" cy="1536480"/>
              </a:xfrm>
              <a:custGeom>
                <a:avLst/>
                <a:gdLst/>
                <a:ahLst/>
                <a:cxnLst/>
                <a:rect l="l" t="t" r="r" b="b"/>
                <a:pathLst>
                  <a:path w="17679" h="16235" extrusionOk="0">
                    <a:moveTo>
                      <a:pt x="2928" y="0"/>
                    </a:moveTo>
                    <a:lnTo>
                      <a:pt x="2928" y="0"/>
                    </a:lnTo>
                    <a:cubicBezTo>
                      <a:pt x="1113" y="1737"/>
                      <a:pt x="1" y="4156"/>
                      <a:pt x="1" y="6869"/>
                    </a:cubicBezTo>
                    <a:cubicBezTo>
                      <a:pt x="20" y="12047"/>
                      <a:pt x="4215" y="16234"/>
                      <a:pt x="9408" y="16234"/>
                    </a:cubicBezTo>
                    <a:cubicBezTo>
                      <a:pt x="9420" y="16234"/>
                      <a:pt x="9432" y="16234"/>
                      <a:pt x="9445" y="16234"/>
                    </a:cubicBezTo>
                    <a:cubicBezTo>
                      <a:pt x="12996" y="16234"/>
                      <a:pt x="16098" y="14224"/>
                      <a:pt x="17678" y="11278"/>
                    </a:cubicBezTo>
                    <a:lnTo>
                      <a:pt x="17678" y="11278"/>
                    </a:lnTo>
                    <a:cubicBezTo>
                      <a:pt x="16020" y="12859"/>
                      <a:pt x="13757" y="13854"/>
                      <a:pt x="11240" y="13854"/>
                    </a:cubicBezTo>
                    <a:cubicBezTo>
                      <a:pt x="11216" y="13854"/>
                      <a:pt x="11192" y="13854"/>
                      <a:pt x="11168" y="13854"/>
                    </a:cubicBezTo>
                    <a:cubicBezTo>
                      <a:pt x="6011" y="13854"/>
                      <a:pt x="1835" y="9674"/>
                      <a:pt x="1796" y="4488"/>
                    </a:cubicBezTo>
                    <a:cubicBezTo>
                      <a:pt x="1796" y="2869"/>
                      <a:pt x="2225" y="1347"/>
                      <a:pt x="2928" y="0"/>
                    </a:cubicBezTo>
                    <a:close/>
                  </a:path>
                </a:pathLst>
              </a:custGeom>
              <a:solidFill>
                <a:srgbClr val="052E3A">
                  <a:alpha val="21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5">
                <a:extLst>
                  <a:ext uri="{FF2B5EF4-FFF2-40B4-BE49-F238E27FC236}">
                    <a16:creationId xmlns:a16="http://schemas.microsoft.com/office/drawing/2014/main" id="{1E6C8DE4-C835-D167-D803-0961134E0B8B}"/>
                  </a:ext>
                </a:extLst>
              </p:cNvPr>
              <p:cNvSpPr/>
              <p:nvPr/>
            </p:nvSpPr>
            <p:spPr>
              <a:xfrm>
                <a:off x="997314" y="1841312"/>
                <a:ext cx="871729" cy="1412786"/>
              </a:xfrm>
              <a:custGeom>
                <a:avLst/>
                <a:gdLst/>
                <a:ahLst/>
                <a:cxnLst/>
                <a:rect l="l" t="t" r="r" b="b"/>
                <a:pathLst>
                  <a:path w="9211" h="14928" extrusionOk="0">
                    <a:moveTo>
                      <a:pt x="4098" y="1"/>
                    </a:moveTo>
                    <a:lnTo>
                      <a:pt x="3884" y="137"/>
                    </a:lnTo>
                    <a:lnTo>
                      <a:pt x="3825" y="196"/>
                    </a:lnTo>
                    <a:cubicBezTo>
                      <a:pt x="3747" y="235"/>
                      <a:pt x="3708" y="274"/>
                      <a:pt x="3650" y="313"/>
                    </a:cubicBezTo>
                    <a:cubicBezTo>
                      <a:pt x="3650" y="333"/>
                      <a:pt x="3630" y="333"/>
                      <a:pt x="3610" y="372"/>
                    </a:cubicBezTo>
                    <a:cubicBezTo>
                      <a:pt x="3552" y="391"/>
                      <a:pt x="3493" y="430"/>
                      <a:pt x="3435" y="489"/>
                    </a:cubicBezTo>
                    <a:cubicBezTo>
                      <a:pt x="3415" y="489"/>
                      <a:pt x="3415" y="508"/>
                      <a:pt x="3396" y="508"/>
                    </a:cubicBezTo>
                    <a:cubicBezTo>
                      <a:pt x="3259" y="606"/>
                      <a:pt x="3123" y="723"/>
                      <a:pt x="3006" y="859"/>
                    </a:cubicBezTo>
                    <a:lnTo>
                      <a:pt x="2947" y="898"/>
                    </a:lnTo>
                    <a:lnTo>
                      <a:pt x="2811" y="1055"/>
                    </a:lnTo>
                    <a:lnTo>
                      <a:pt x="2752" y="1094"/>
                    </a:lnTo>
                    <a:lnTo>
                      <a:pt x="2615" y="1250"/>
                    </a:lnTo>
                    <a:cubicBezTo>
                      <a:pt x="2576" y="1269"/>
                      <a:pt x="2557" y="1269"/>
                      <a:pt x="2557" y="1289"/>
                    </a:cubicBezTo>
                    <a:cubicBezTo>
                      <a:pt x="2440" y="1406"/>
                      <a:pt x="2323" y="1562"/>
                      <a:pt x="2186" y="1679"/>
                    </a:cubicBezTo>
                    <a:lnTo>
                      <a:pt x="2147" y="1737"/>
                    </a:lnTo>
                    <a:cubicBezTo>
                      <a:pt x="2089" y="1776"/>
                      <a:pt x="2069" y="1835"/>
                      <a:pt x="2030" y="1874"/>
                    </a:cubicBezTo>
                    <a:cubicBezTo>
                      <a:pt x="1991" y="1874"/>
                      <a:pt x="1991" y="1894"/>
                      <a:pt x="1971" y="1933"/>
                    </a:cubicBezTo>
                    <a:cubicBezTo>
                      <a:pt x="1932" y="1991"/>
                      <a:pt x="1893" y="2050"/>
                      <a:pt x="1854" y="2089"/>
                    </a:cubicBezTo>
                    <a:cubicBezTo>
                      <a:pt x="1854" y="2128"/>
                      <a:pt x="1835" y="2128"/>
                      <a:pt x="1835" y="2147"/>
                    </a:cubicBezTo>
                    <a:lnTo>
                      <a:pt x="1542" y="2576"/>
                    </a:lnTo>
                    <a:cubicBezTo>
                      <a:pt x="1503" y="2576"/>
                      <a:pt x="1503" y="2615"/>
                      <a:pt x="1484" y="2635"/>
                    </a:cubicBezTo>
                    <a:cubicBezTo>
                      <a:pt x="1464" y="2713"/>
                      <a:pt x="1406" y="2752"/>
                      <a:pt x="1386" y="2811"/>
                    </a:cubicBezTo>
                    <a:cubicBezTo>
                      <a:pt x="1367" y="2830"/>
                      <a:pt x="1367" y="2850"/>
                      <a:pt x="1347" y="2869"/>
                    </a:cubicBezTo>
                    <a:cubicBezTo>
                      <a:pt x="1308" y="2928"/>
                      <a:pt x="1269" y="3006"/>
                      <a:pt x="1250" y="3045"/>
                    </a:cubicBezTo>
                    <a:cubicBezTo>
                      <a:pt x="1250" y="3045"/>
                      <a:pt x="1211" y="3064"/>
                      <a:pt x="1211" y="3103"/>
                    </a:cubicBezTo>
                    <a:cubicBezTo>
                      <a:pt x="1172" y="3162"/>
                      <a:pt x="1152" y="3240"/>
                      <a:pt x="1093" y="3318"/>
                    </a:cubicBezTo>
                    <a:cubicBezTo>
                      <a:pt x="1054" y="3396"/>
                      <a:pt x="1015" y="3454"/>
                      <a:pt x="976" y="3533"/>
                    </a:cubicBezTo>
                    <a:cubicBezTo>
                      <a:pt x="976" y="3552"/>
                      <a:pt x="957" y="3591"/>
                      <a:pt x="957" y="3611"/>
                    </a:cubicBezTo>
                    <a:cubicBezTo>
                      <a:pt x="918" y="3650"/>
                      <a:pt x="898" y="3728"/>
                      <a:pt x="879" y="3786"/>
                    </a:cubicBezTo>
                    <a:cubicBezTo>
                      <a:pt x="879" y="3806"/>
                      <a:pt x="859" y="3825"/>
                      <a:pt x="859" y="3845"/>
                    </a:cubicBezTo>
                    <a:cubicBezTo>
                      <a:pt x="820" y="3903"/>
                      <a:pt x="801" y="3981"/>
                      <a:pt x="781" y="4020"/>
                    </a:cubicBezTo>
                    <a:cubicBezTo>
                      <a:pt x="781" y="4040"/>
                      <a:pt x="762" y="4079"/>
                      <a:pt x="762" y="4098"/>
                    </a:cubicBezTo>
                    <a:cubicBezTo>
                      <a:pt x="723" y="4176"/>
                      <a:pt x="684" y="4274"/>
                      <a:pt x="664" y="4333"/>
                    </a:cubicBezTo>
                    <a:cubicBezTo>
                      <a:pt x="606" y="4411"/>
                      <a:pt x="586" y="4508"/>
                      <a:pt x="567" y="4586"/>
                    </a:cubicBezTo>
                    <a:cubicBezTo>
                      <a:pt x="567" y="4606"/>
                      <a:pt x="528" y="4625"/>
                      <a:pt x="528" y="4664"/>
                    </a:cubicBezTo>
                    <a:cubicBezTo>
                      <a:pt x="528" y="4703"/>
                      <a:pt x="508" y="4781"/>
                      <a:pt x="489" y="4820"/>
                    </a:cubicBezTo>
                    <a:cubicBezTo>
                      <a:pt x="489" y="4859"/>
                      <a:pt x="469" y="4879"/>
                      <a:pt x="469" y="4898"/>
                    </a:cubicBezTo>
                    <a:cubicBezTo>
                      <a:pt x="430" y="4957"/>
                      <a:pt x="430" y="5015"/>
                      <a:pt x="411" y="5074"/>
                    </a:cubicBezTo>
                    <a:cubicBezTo>
                      <a:pt x="411" y="5093"/>
                      <a:pt x="391" y="5113"/>
                      <a:pt x="391" y="5152"/>
                    </a:cubicBezTo>
                    <a:cubicBezTo>
                      <a:pt x="372" y="5250"/>
                      <a:pt x="333" y="5308"/>
                      <a:pt x="313" y="5406"/>
                    </a:cubicBezTo>
                    <a:cubicBezTo>
                      <a:pt x="313" y="5484"/>
                      <a:pt x="293" y="5581"/>
                      <a:pt x="274" y="5659"/>
                    </a:cubicBezTo>
                    <a:cubicBezTo>
                      <a:pt x="235" y="5679"/>
                      <a:pt x="235" y="5698"/>
                      <a:pt x="235" y="5737"/>
                    </a:cubicBezTo>
                    <a:cubicBezTo>
                      <a:pt x="215" y="5796"/>
                      <a:pt x="215" y="5854"/>
                      <a:pt x="196" y="5932"/>
                    </a:cubicBezTo>
                    <a:cubicBezTo>
                      <a:pt x="176" y="5952"/>
                      <a:pt x="176" y="5991"/>
                      <a:pt x="176" y="6030"/>
                    </a:cubicBezTo>
                    <a:cubicBezTo>
                      <a:pt x="176" y="6089"/>
                      <a:pt x="137" y="6147"/>
                      <a:pt x="137" y="6225"/>
                    </a:cubicBezTo>
                    <a:cubicBezTo>
                      <a:pt x="118" y="6245"/>
                      <a:pt x="118" y="6264"/>
                      <a:pt x="118" y="6284"/>
                    </a:cubicBezTo>
                    <a:cubicBezTo>
                      <a:pt x="98" y="6381"/>
                      <a:pt x="79" y="6459"/>
                      <a:pt x="79" y="6557"/>
                    </a:cubicBezTo>
                    <a:cubicBezTo>
                      <a:pt x="79" y="6654"/>
                      <a:pt x="40" y="6732"/>
                      <a:pt x="40" y="6830"/>
                    </a:cubicBezTo>
                    <a:lnTo>
                      <a:pt x="40" y="6908"/>
                    </a:lnTo>
                    <a:cubicBezTo>
                      <a:pt x="20" y="6986"/>
                      <a:pt x="20" y="7025"/>
                      <a:pt x="20" y="7103"/>
                    </a:cubicBezTo>
                    <a:lnTo>
                      <a:pt x="20" y="7201"/>
                    </a:lnTo>
                    <a:lnTo>
                      <a:pt x="20" y="7396"/>
                    </a:lnTo>
                    <a:cubicBezTo>
                      <a:pt x="20" y="7415"/>
                      <a:pt x="1" y="7435"/>
                      <a:pt x="40" y="7630"/>
                    </a:cubicBezTo>
                    <a:lnTo>
                      <a:pt x="40" y="7903"/>
                    </a:lnTo>
                    <a:lnTo>
                      <a:pt x="40" y="8137"/>
                    </a:lnTo>
                    <a:lnTo>
                      <a:pt x="40" y="8215"/>
                    </a:lnTo>
                    <a:lnTo>
                      <a:pt x="40" y="8391"/>
                    </a:lnTo>
                    <a:lnTo>
                      <a:pt x="40" y="8489"/>
                    </a:lnTo>
                    <a:lnTo>
                      <a:pt x="40" y="8625"/>
                    </a:lnTo>
                    <a:lnTo>
                      <a:pt x="40" y="8723"/>
                    </a:lnTo>
                    <a:cubicBezTo>
                      <a:pt x="59" y="8781"/>
                      <a:pt x="59" y="8820"/>
                      <a:pt x="59" y="8879"/>
                    </a:cubicBezTo>
                    <a:lnTo>
                      <a:pt x="59" y="8976"/>
                    </a:lnTo>
                    <a:cubicBezTo>
                      <a:pt x="59" y="9015"/>
                      <a:pt x="98" y="9074"/>
                      <a:pt x="98" y="9113"/>
                    </a:cubicBezTo>
                    <a:cubicBezTo>
                      <a:pt x="118" y="9152"/>
                      <a:pt x="118" y="9191"/>
                      <a:pt x="118" y="9210"/>
                    </a:cubicBezTo>
                    <a:cubicBezTo>
                      <a:pt x="118" y="9269"/>
                      <a:pt x="137" y="9308"/>
                      <a:pt x="137" y="9367"/>
                    </a:cubicBezTo>
                    <a:cubicBezTo>
                      <a:pt x="157" y="9386"/>
                      <a:pt x="157" y="9445"/>
                      <a:pt x="157" y="9464"/>
                    </a:cubicBezTo>
                    <a:cubicBezTo>
                      <a:pt x="157" y="9503"/>
                      <a:pt x="196" y="9562"/>
                      <a:pt x="196" y="9601"/>
                    </a:cubicBezTo>
                    <a:cubicBezTo>
                      <a:pt x="196" y="9640"/>
                      <a:pt x="215" y="9679"/>
                      <a:pt x="215" y="9698"/>
                    </a:cubicBezTo>
                    <a:cubicBezTo>
                      <a:pt x="215" y="9757"/>
                      <a:pt x="235" y="9796"/>
                      <a:pt x="235" y="9854"/>
                    </a:cubicBezTo>
                    <a:cubicBezTo>
                      <a:pt x="254" y="9874"/>
                      <a:pt x="254" y="9893"/>
                      <a:pt x="254" y="9932"/>
                    </a:cubicBezTo>
                    <a:cubicBezTo>
                      <a:pt x="293" y="9971"/>
                      <a:pt x="293" y="10049"/>
                      <a:pt x="313" y="10088"/>
                    </a:cubicBezTo>
                    <a:cubicBezTo>
                      <a:pt x="333" y="10088"/>
                      <a:pt x="333" y="10127"/>
                      <a:pt x="333" y="10147"/>
                    </a:cubicBezTo>
                    <a:cubicBezTo>
                      <a:pt x="391" y="10323"/>
                      <a:pt x="430" y="10479"/>
                      <a:pt x="489" y="10635"/>
                    </a:cubicBezTo>
                    <a:cubicBezTo>
                      <a:pt x="508" y="10654"/>
                      <a:pt x="508" y="10654"/>
                      <a:pt x="508" y="10674"/>
                    </a:cubicBezTo>
                    <a:cubicBezTo>
                      <a:pt x="528" y="10752"/>
                      <a:pt x="547" y="10810"/>
                      <a:pt x="586" y="10869"/>
                    </a:cubicBezTo>
                    <a:cubicBezTo>
                      <a:pt x="586" y="10908"/>
                      <a:pt x="606" y="10927"/>
                      <a:pt x="606" y="10947"/>
                    </a:cubicBezTo>
                    <a:cubicBezTo>
                      <a:pt x="606" y="11025"/>
                      <a:pt x="625" y="11064"/>
                      <a:pt x="645" y="11123"/>
                    </a:cubicBezTo>
                    <a:cubicBezTo>
                      <a:pt x="645" y="11142"/>
                      <a:pt x="684" y="11162"/>
                      <a:pt x="684" y="11201"/>
                    </a:cubicBezTo>
                    <a:cubicBezTo>
                      <a:pt x="684" y="11240"/>
                      <a:pt x="703" y="11298"/>
                      <a:pt x="723" y="11337"/>
                    </a:cubicBezTo>
                    <a:cubicBezTo>
                      <a:pt x="723" y="11357"/>
                      <a:pt x="742" y="11396"/>
                      <a:pt x="742" y="11415"/>
                    </a:cubicBezTo>
                    <a:lnTo>
                      <a:pt x="820" y="11552"/>
                    </a:lnTo>
                    <a:cubicBezTo>
                      <a:pt x="820" y="11591"/>
                      <a:pt x="840" y="11610"/>
                      <a:pt x="840" y="11630"/>
                    </a:cubicBezTo>
                    <a:lnTo>
                      <a:pt x="918" y="11786"/>
                    </a:lnTo>
                    <a:cubicBezTo>
                      <a:pt x="918" y="11805"/>
                      <a:pt x="937" y="11825"/>
                      <a:pt x="937" y="11845"/>
                    </a:cubicBezTo>
                    <a:cubicBezTo>
                      <a:pt x="976" y="11923"/>
                      <a:pt x="996" y="11981"/>
                      <a:pt x="1015" y="12020"/>
                    </a:cubicBezTo>
                    <a:cubicBezTo>
                      <a:pt x="1015" y="12020"/>
                      <a:pt x="1054" y="12040"/>
                      <a:pt x="1054" y="12079"/>
                    </a:cubicBezTo>
                    <a:cubicBezTo>
                      <a:pt x="1074" y="12118"/>
                      <a:pt x="1113" y="12196"/>
                      <a:pt x="1152" y="12235"/>
                    </a:cubicBezTo>
                    <a:cubicBezTo>
                      <a:pt x="1152" y="12274"/>
                      <a:pt x="1172" y="12274"/>
                      <a:pt x="1172" y="12293"/>
                    </a:cubicBezTo>
                    <a:cubicBezTo>
                      <a:pt x="1308" y="12566"/>
                      <a:pt x="1484" y="12859"/>
                      <a:pt x="1679" y="13113"/>
                    </a:cubicBezTo>
                    <a:lnTo>
                      <a:pt x="1698" y="13152"/>
                    </a:lnTo>
                    <a:cubicBezTo>
                      <a:pt x="1757" y="13191"/>
                      <a:pt x="1776" y="13269"/>
                      <a:pt x="1835" y="13308"/>
                    </a:cubicBezTo>
                    <a:lnTo>
                      <a:pt x="1854" y="13347"/>
                    </a:lnTo>
                    <a:cubicBezTo>
                      <a:pt x="1893" y="13405"/>
                      <a:pt x="1932" y="13464"/>
                      <a:pt x="1971" y="13503"/>
                    </a:cubicBezTo>
                    <a:lnTo>
                      <a:pt x="1991" y="13542"/>
                    </a:lnTo>
                    <a:cubicBezTo>
                      <a:pt x="2050" y="13581"/>
                      <a:pt x="2069" y="13640"/>
                      <a:pt x="2128" y="13679"/>
                    </a:cubicBezTo>
                    <a:lnTo>
                      <a:pt x="2147" y="13698"/>
                    </a:lnTo>
                    <a:cubicBezTo>
                      <a:pt x="2167" y="13757"/>
                      <a:pt x="2225" y="13796"/>
                      <a:pt x="2264" y="13854"/>
                    </a:cubicBezTo>
                    <a:lnTo>
                      <a:pt x="2284" y="13874"/>
                    </a:lnTo>
                    <a:cubicBezTo>
                      <a:pt x="2342" y="13952"/>
                      <a:pt x="2381" y="13991"/>
                      <a:pt x="2440" y="14049"/>
                    </a:cubicBezTo>
                    <a:lnTo>
                      <a:pt x="2459" y="14069"/>
                    </a:lnTo>
                    <a:cubicBezTo>
                      <a:pt x="2537" y="14127"/>
                      <a:pt x="2576" y="14186"/>
                      <a:pt x="2635" y="14244"/>
                    </a:cubicBezTo>
                    <a:cubicBezTo>
                      <a:pt x="2850" y="14479"/>
                      <a:pt x="3103" y="14713"/>
                      <a:pt x="3337" y="14927"/>
                    </a:cubicBezTo>
                    <a:cubicBezTo>
                      <a:pt x="3259" y="14420"/>
                      <a:pt x="3025" y="13854"/>
                      <a:pt x="2752" y="13171"/>
                    </a:cubicBezTo>
                    <a:cubicBezTo>
                      <a:pt x="2342" y="12118"/>
                      <a:pt x="2811" y="12079"/>
                      <a:pt x="3240" y="11240"/>
                    </a:cubicBezTo>
                    <a:cubicBezTo>
                      <a:pt x="3689" y="10420"/>
                      <a:pt x="4469" y="10908"/>
                      <a:pt x="5308" y="9893"/>
                    </a:cubicBezTo>
                    <a:cubicBezTo>
                      <a:pt x="6167" y="8879"/>
                      <a:pt x="5464" y="7942"/>
                      <a:pt x="5796" y="7513"/>
                    </a:cubicBezTo>
                    <a:cubicBezTo>
                      <a:pt x="5863" y="7424"/>
                      <a:pt x="5946" y="7393"/>
                      <a:pt x="6045" y="7393"/>
                    </a:cubicBezTo>
                    <a:cubicBezTo>
                      <a:pt x="6255" y="7393"/>
                      <a:pt x="6536" y="7530"/>
                      <a:pt x="6881" y="7530"/>
                    </a:cubicBezTo>
                    <a:cubicBezTo>
                      <a:pt x="7225" y="7530"/>
                      <a:pt x="7633" y="7394"/>
                      <a:pt x="8098" y="6850"/>
                    </a:cubicBezTo>
                    <a:cubicBezTo>
                      <a:pt x="9210" y="5503"/>
                      <a:pt x="8313" y="4801"/>
                      <a:pt x="7786" y="4176"/>
                    </a:cubicBezTo>
                    <a:cubicBezTo>
                      <a:pt x="7220" y="3533"/>
                      <a:pt x="6674" y="4020"/>
                      <a:pt x="6362" y="2947"/>
                    </a:cubicBezTo>
                    <a:cubicBezTo>
                      <a:pt x="6049" y="1874"/>
                      <a:pt x="4996" y="2089"/>
                      <a:pt x="4508" y="1991"/>
                    </a:cubicBezTo>
                    <a:cubicBezTo>
                      <a:pt x="4020" y="1894"/>
                      <a:pt x="4098" y="1"/>
                      <a:pt x="40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5">
                <a:extLst>
                  <a:ext uri="{FF2B5EF4-FFF2-40B4-BE49-F238E27FC236}">
                    <a16:creationId xmlns:a16="http://schemas.microsoft.com/office/drawing/2014/main" id="{17850FA1-D3AC-00C9-63D3-138E1848BC1F}"/>
                  </a:ext>
                </a:extLst>
              </p:cNvPr>
              <p:cNvSpPr/>
              <p:nvPr/>
            </p:nvSpPr>
            <p:spPr>
              <a:xfrm>
                <a:off x="991825" y="1931785"/>
                <a:ext cx="330578" cy="1320417"/>
              </a:xfrm>
              <a:custGeom>
                <a:avLst/>
                <a:gdLst/>
                <a:ahLst/>
                <a:cxnLst/>
                <a:rect l="l" t="t" r="r" b="b"/>
                <a:pathLst>
                  <a:path w="3493" h="13952" extrusionOk="0">
                    <a:moveTo>
                      <a:pt x="2869" y="1"/>
                    </a:moveTo>
                    <a:cubicBezTo>
                      <a:pt x="2866" y="5"/>
                      <a:pt x="2864" y="9"/>
                      <a:pt x="2862" y="12"/>
                    </a:cubicBezTo>
                    <a:lnTo>
                      <a:pt x="2862" y="12"/>
                    </a:lnTo>
                    <a:cubicBezTo>
                      <a:pt x="2866" y="9"/>
                      <a:pt x="2869" y="6"/>
                      <a:pt x="2869" y="1"/>
                    </a:cubicBezTo>
                    <a:close/>
                    <a:moveTo>
                      <a:pt x="2862" y="12"/>
                    </a:moveTo>
                    <a:cubicBezTo>
                      <a:pt x="2851" y="22"/>
                      <a:pt x="2825" y="25"/>
                      <a:pt x="2810" y="40"/>
                    </a:cubicBezTo>
                    <a:lnTo>
                      <a:pt x="2712" y="138"/>
                    </a:lnTo>
                    <a:lnTo>
                      <a:pt x="2615" y="235"/>
                    </a:lnTo>
                    <a:lnTo>
                      <a:pt x="2537" y="313"/>
                    </a:lnTo>
                    <a:cubicBezTo>
                      <a:pt x="2498" y="372"/>
                      <a:pt x="2420" y="411"/>
                      <a:pt x="2381" y="489"/>
                    </a:cubicBezTo>
                    <a:cubicBezTo>
                      <a:pt x="2381" y="508"/>
                      <a:pt x="2342" y="508"/>
                      <a:pt x="2342" y="528"/>
                    </a:cubicBezTo>
                    <a:cubicBezTo>
                      <a:pt x="2322" y="586"/>
                      <a:pt x="2283" y="625"/>
                      <a:pt x="2225" y="684"/>
                    </a:cubicBezTo>
                    <a:cubicBezTo>
                      <a:pt x="2205" y="703"/>
                      <a:pt x="2186" y="762"/>
                      <a:pt x="2147" y="781"/>
                    </a:cubicBezTo>
                    <a:cubicBezTo>
                      <a:pt x="2108" y="801"/>
                      <a:pt x="2088" y="859"/>
                      <a:pt x="2049" y="879"/>
                    </a:cubicBezTo>
                    <a:cubicBezTo>
                      <a:pt x="2029" y="899"/>
                      <a:pt x="2010" y="957"/>
                      <a:pt x="1990" y="977"/>
                    </a:cubicBezTo>
                    <a:cubicBezTo>
                      <a:pt x="1951" y="996"/>
                      <a:pt x="1932" y="1055"/>
                      <a:pt x="1912" y="1074"/>
                    </a:cubicBezTo>
                    <a:cubicBezTo>
                      <a:pt x="1893" y="1094"/>
                      <a:pt x="1854" y="1152"/>
                      <a:pt x="1834" y="1172"/>
                    </a:cubicBezTo>
                    <a:cubicBezTo>
                      <a:pt x="1815" y="1211"/>
                      <a:pt x="1756" y="1269"/>
                      <a:pt x="1737" y="1308"/>
                    </a:cubicBezTo>
                    <a:cubicBezTo>
                      <a:pt x="1717" y="1347"/>
                      <a:pt x="1698" y="1347"/>
                      <a:pt x="1698" y="1367"/>
                    </a:cubicBezTo>
                    <a:lnTo>
                      <a:pt x="1542" y="1581"/>
                    </a:lnTo>
                    <a:cubicBezTo>
                      <a:pt x="1542" y="1601"/>
                      <a:pt x="1522" y="1640"/>
                      <a:pt x="1503" y="1659"/>
                    </a:cubicBezTo>
                    <a:cubicBezTo>
                      <a:pt x="1464" y="1698"/>
                      <a:pt x="1444" y="1738"/>
                      <a:pt x="1425" y="1777"/>
                    </a:cubicBezTo>
                    <a:cubicBezTo>
                      <a:pt x="1405" y="1796"/>
                      <a:pt x="1366" y="1855"/>
                      <a:pt x="1347" y="1874"/>
                    </a:cubicBezTo>
                    <a:cubicBezTo>
                      <a:pt x="1327" y="1933"/>
                      <a:pt x="1308" y="1952"/>
                      <a:pt x="1269" y="1991"/>
                    </a:cubicBezTo>
                    <a:cubicBezTo>
                      <a:pt x="1269" y="2030"/>
                      <a:pt x="1249" y="2069"/>
                      <a:pt x="1230" y="2089"/>
                    </a:cubicBezTo>
                    <a:cubicBezTo>
                      <a:pt x="1210" y="2147"/>
                      <a:pt x="1171" y="2167"/>
                      <a:pt x="1151" y="2225"/>
                    </a:cubicBezTo>
                    <a:cubicBezTo>
                      <a:pt x="1151" y="2245"/>
                      <a:pt x="1132" y="2284"/>
                      <a:pt x="1112" y="2323"/>
                    </a:cubicBezTo>
                    <a:lnTo>
                      <a:pt x="1034" y="2459"/>
                    </a:lnTo>
                    <a:cubicBezTo>
                      <a:pt x="1034" y="2479"/>
                      <a:pt x="1015" y="2518"/>
                      <a:pt x="1015" y="2537"/>
                    </a:cubicBezTo>
                    <a:cubicBezTo>
                      <a:pt x="1015" y="2557"/>
                      <a:pt x="976" y="2557"/>
                      <a:pt x="976" y="2577"/>
                    </a:cubicBezTo>
                    <a:cubicBezTo>
                      <a:pt x="956" y="2635"/>
                      <a:pt x="937" y="2713"/>
                      <a:pt x="917" y="2752"/>
                    </a:cubicBezTo>
                    <a:cubicBezTo>
                      <a:pt x="917" y="2752"/>
                      <a:pt x="878" y="2772"/>
                      <a:pt x="878" y="2811"/>
                    </a:cubicBezTo>
                    <a:cubicBezTo>
                      <a:pt x="878" y="2830"/>
                      <a:pt x="859" y="2830"/>
                      <a:pt x="859" y="2850"/>
                    </a:cubicBezTo>
                    <a:lnTo>
                      <a:pt x="781" y="3006"/>
                    </a:lnTo>
                    <a:lnTo>
                      <a:pt x="781" y="3025"/>
                    </a:lnTo>
                    <a:cubicBezTo>
                      <a:pt x="761" y="3045"/>
                      <a:pt x="761" y="3103"/>
                      <a:pt x="742" y="3123"/>
                    </a:cubicBezTo>
                    <a:cubicBezTo>
                      <a:pt x="742" y="3162"/>
                      <a:pt x="722" y="3220"/>
                      <a:pt x="683" y="3259"/>
                    </a:cubicBezTo>
                    <a:cubicBezTo>
                      <a:pt x="664" y="3298"/>
                      <a:pt x="664" y="3337"/>
                      <a:pt x="644" y="3357"/>
                    </a:cubicBezTo>
                    <a:cubicBezTo>
                      <a:pt x="644" y="3416"/>
                      <a:pt x="625" y="3455"/>
                      <a:pt x="586" y="3513"/>
                    </a:cubicBezTo>
                    <a:cubicBezTo>
                      <a:pt x="586" y="3533"/>
                      <a:pt x="566" y="3552"/>
                      <a:pt x="566" y="3591"/>
                    </a:cubicBezTo>
                    <a:cubicBezTo>
                      <a:pt x="547" y="3611"/>
                      <a:pt x="547" y="3611"/>
                      <a:pt x="547" y="3630"/>
                    </a:cubicBezTo>
                    <a:cubicBezTo>
                      <a:pt x="547" y="3689"/>
                      <a:pt x="527" y="3747"/>
                      <a:pt x="488" y="3806"/>
                    </a:cubicBezTo>
                    <a:lnTo>
                      <a:pt x="488" y="3825"/>
                    </a:lnTo>
                    <a:cubicBezTo>
                      <a:pt x="488" y="3845"/>
                      <a:pt x="469" y="3884"/>
                      <a:pt x="469" y="3903"/>
                    </a:cubicBezTo>
                    <a:cubicBezTo>
                      <a:pt x="449" y="3942"/>
                      <a:pt x="449" y="4020"/>
                      <a:pt x="430" y="4079"/>
                    </a:cubicBezTo>
                    <a:cubicBezTo>
                      <a:pt x="391" y="4098"/>
                      <a:pt x="391" y="4098"/>
                      <a:pt x="391" y="4118"/>
                    </a:cubicBezTo>
                    <a:cubicBezTo>
                      <a:pt x="391" y="4137"/>
                      <a:pt x="371" y="4176"/>
                      <a:pt x="371" y="4196"/>
                    </a:cubicBezTo>
                    <a:cubicBezTo>
                      <a:pt x="351" y="4235"/>
                      <a:pt x="351" y="4313"/>
                      <a:pt x="332" y="4372"/>
                    </a:cubicBezTo>
                    <a:cubicBezTo>
                      <a:pt x="332" y="4391"/>
                      <a:pt x="293" y="4430"/>
                      <a:pt x="293" y="4469"/>
                    </a:cubicBezTo>
                    <a:cubicBezTo>
                      <a:pt x="273" y="4508"/>
                      <a:pt x="273" y="4586"/>
                      <a:pt x="254" y="4625"/>
                    </a:cubicBezTo>
                    <a:cubicBezTo>
                      <a:pt x="254" y="4684"/>
                      <a:pt x="234" y="4703"/>
                      <a:pt x="234" y="4723"/>
                    </a:cubicBezTo>
                    <a:lnTo>
                      <a:pt x="234" y="4762"/>
                    </a:lnTo>
                    <a:cubicBezTo>
                      <a:pt x="234" y="4820"/>
                      <a:pt x="195" y="4879"/>
                      <a:pt x="195" y="4918"/>
                    </a:cubicBezTo>
                    <a:lnTo>
                      <a:pt x="195" y="4976"/>
                    </a:lnTo>
                    <a:lnTo>
                      <a:pt x="195" y="5055"/>
                    </a:lnTo>
                    <a:cubicBezTo>
                      <a:pt x="195" y="5113"/>
                      <a:pt x="176" y="5172"/>
                      <a:pt x="176" y="5250"/>
                    </a:cubicBezTo>
                    <a:cubicBezTo>
                      <a:pt x="156" y="5269"/>
                      <a:pt x="156" y="5289"/>
                      <a:pt x="156" y="5308"/>
                    </a:cubicBezTo>
                    <a:cubicBezTo>
                      <a:pt x="156" y="5386"/>
                      <a:pt x="137" y="5484"/>
                      <a:pt x="137" y="5562"/>
                    </a:cubicBezTo>
                    <a:lnTo>
                      <a:pt x="137" y="5659"/>
                    </a:lnTo>
                    <a:cubicBezTo>
                      <a:pt x="137" y="5737"/>
                      <a:pt x="98" y="5776"/>
                      <a:pt x="98" y="5854"/>
                    </a:cubicBezTo>
                    <a:lnTo>
                      <a:pt x="98" y="5952"/>
                    </a:lnTo>
                    <a:cubicBezTo>
                      <a:pt x="78" y="5991"/>
                      <a:pt x="78" y="6069"/>
                      <a:pt x="78" y="6108"/>
                    </a:cubicBezTo>
                    <a:lnTo>
                      <a:pt x="78" y="6186"/>
                    </a:lnTo>
                    <a:lnTo>
                      <a:pt x="78" y="6225"/>
                    </a:lnTo>
                    <a:lnTo>
                      <a:pt x="78" y="6420"/>
                    </a:lnTo>
                    <a:lnTo>
                      <a:pt x="78" y="6459"/>
                    </a:lnTo>
                    <a:cubicBezTo>
                      <a:pt x="78" y="6479"/>
                      <a:pt x="59" y="6479"/>
                      <a:pt x="0" y="6596"/>
                    </a:cubicBezTo>
                    <a:lnTo>
                      <a:pt x="0" y="6869"/>
                    </a:lnTo>
                    <a:lnTo>
                      <a:pt x="0" y="7123"/>
                    </a:lnTo>
                    <a:lnTo>
                      <a:pt x="0" y="7201"/>
                    </a:lnTo>
                    <a:lnTo>
                      <a:pt x="0" y="7357"/>
                    </a:lnTo>
                    <a:lnTo>
                      <a:pt x="0" y="7415"/>
                    </a:lnTo>
                    <a:lnTo>
                      <a:pt x="0" y="7454"/>
                    </a:lnTo>
                    <a:lnTo>
                      <a:pt x="0" y="7611"/>
                    </a:lnTo>
                    <a:lnTo>
                      <a:pt x="0" y="7708"/>
                    </a:lnTo>
                    <a:cubicBezTo>
                      <a:pt x="20" y="7747"/>
                      <a:pt x="20" y="7806"/>
                      <a:pt x="20" y="7845"/>
                    </a:cubicBezTo>
                    <a:lnTo>
                      <a:pt x="20" y="7942"/>
                    </a:lnTo>
                    <a:cubicBezTo>
                      <a:pt x="20" y="8001"/>
                      <a:pt x="59" y="8040"/>
                      <a:pt x="59" y="8098"/>
                    </a:cubicBezTo>
                    <a:cubicBezTo>
                      <a:pt x="78" y="8118"/>
                      <a:pt x="78" y="8157"/>
                      <a:pt x="78" y="8196"/>
                    </a:cubicBezTo>
                    <a:cubicBezTo>
                      <a:pt x="78" y="8235"/>
                      <a:pt x="98" y="8293"/>
                      <a:pt x="98" y="8332"/>
                    </a:cubicBezTo>
                    <a:cubicBezTo>
                      <a:pt x="117" y="8352"/>
                      <a:pt x="117" y="8411"/>
                      <a:pt x="117" y="8430"/>
                    </a:cubicBezTo>
                    <a:cubicBezTo>
                      <a:pt x="117" y="8489"/>
                      <a:pt x="156" y="8528"/>
                      <a:pt x="156" y="8586"/>
                    </a:cubicBezTo>
                    <a:cubicBezTo>
                      <a:pt x="156" y="8606"/>
                      <a:pt x="176" y="8645"/>
                      <a:pt x="176" y="8684"/>
                    </a:cubicBezTo>
                    <a:cubicBezTo>
                      <a:pt x="176" y="8723"/>
                      <a:pt x="195" y="8781"/>
                      <a:pt x="195" y="8820"/>
                    </a:cubicBezTo>
                    <a:lnTo>
                      <a:pt x="195" y="8879"/>
                    </a:lnTo>
                    <a:lnTo>
                      <a:pt x="195" y="8918"/>
                    </a:lnTo>
                    <a:cubicBezTo>
                      <a:pt x="215" y="8976"/>
                      <a:pt x="215" y="9035"/>
                      <a:pt x="254" y="9093"/>
                    </a:cubicBezTo>
                    <a:cubicBezTo>
                      <a:pt x="273" y="9093"/>
                      <a:pt x="273" y="9113"/>
                      <a:pt x="273" y="9132"/>
                    </a:cubicBezTo>
                    <a:cubicBezTo>
                      <a:pt x="312" y="9308"/>
                      <a:pt x="371" y="9484"/>
                      <a:pt x="410" y="9620"/>
                    </a:cubicBezTo>
                    <a:cubicBezTo>
                      <a:pt x="449" y="9659"/>
                      <a:pt x="449" y="9659"/>
                      <a:pt x="449" y="9679"/>
                    </a:cubicBezTo>
                    <a:cubicBezTo>
                      <a:pt x="469" y="9757"/>
                      <a:pt x="488" y="9796"/>
                      <a:pt x="508" y="9874"/>
                    </a:cubicBezTo>
                    <a:cubicBezTo>
                      <a:pt x="508" y="9893"/>
                      <a:pt x="547" y="9913"/>
                      <a:pt x="547" y="9952"/>
                    </a:cubicBezTo>
                    <a:cubicBezTo>
                      <a:pt x="547" y="10010"/>
                      <a:pt x="566" y="10069"/>
                      <a:pt x="586" y="10108"/>
                    </a:cubicBezTo>
                    <a:lnTo>
                      <a:pt x="586" y="10147"/>
                    </a:lnTo>
                    <a:cubicBezTo>
                      <a:pt x="586" y="10167"/>
                      <a:pt x="625" y="10167"/>
                      <a:pt x="625" y="10186"/>
                    </a:cubicBezTo>
                    <a:cubicBezTo>
                      <a:pt x="625" y="10245"/>
                      <a:pt x="644" y="10284"/>
                      <a:pt x="664" y="10342"/>
                    </a:cubicBezTo>
                    <a:cubicBezTo>
                      <a:pt x="664" y="10362"/>
                      <a:pt x="683" y="10381"/>
                      <a:pt x="683" y="10420"/>
                    </a:cubicBezTo>
                    <a:lnTo>
                      <a:pt x="761" y="10557"/>
                    </a:lnTo>
                    <a:cubicBezTo>
                      <a:pt x="761" y="10576"/>
                      <a:pt x="781" y="10615"/>
                      <a:pt x="781" y="10635"/>
                    </a:cubicBezTo>
                    <a:lnTo>
                      <a:pt x="859" y="10771"/>
                    </a:lnTo>
                    <a:cubicBezTo>
                      <a:pt x="859" y="10810"/>
                      <a:pt x="878" y="10810"/>
                      <a:pt x="878" y="10830"/>
                    </a:cubicBezTo>
                    <a:lnTo>
                      <a:pt x="878" y="10849"/>
                    </a:lnTo>
                    <a:cubicBezTo>
                      <a:pt x="917" y="10928"/>
                      <a:pt x="937" y="10967"/>
                      <a:pt x="956" y="11025"/>
                    </a:cubicBezTo>
                    <a:cubicBezTo>
                      <a:pt x="956" y="11025"/>
                      <a:pt x="976" y="11045"/>
                      <a:pt x="976" y="11064"/>
                    </a:cubicBezTo>
                    <a:cubicBezTo>
                      <a:pt x="1034" y="11123"/>
                      <a:pt x="1054" y="11201"/>
                      <a:pt x="1073" y="11240"/>
                    </a:cubicBezTo>
                    <a:lnTo>
                      <a:pt x="1073" y="11259"/>
                    </a:lnTo>
                    <a:lnTo>
                      <a:pt x="1073" y="11298"/>
                    </a:lnTo>
                    <a:cubicBezTo>
                      <a:pt x="1230" y="11552"/>
                      <a:pt x="1405" y="11845"/>
                      <a:pt x="1600" y="12118"/>
                    </a:cubicBezTo>
                    <a:lnTo>
                      <a:pt x="1620" y="12137"/>
                    </a:lnTo>
                    <a:cubicBezTo>
                      <a:pt x="1659" y="12196"/>
                      <a:pt x="1698" y="12274"/>
                      <a:pt x="1737" y="12313"/>
                    </a:cubicBezTo>
                    <a:lnTo>
                      <a:pt x="1756" y="12332"/>
                    </a:lnTo>
                    <a:cubicBezTo>
                      <a:pt x="1815" y="12410"/>
                      <a:pt x="1834" y="12469"/>
                      <a:pt x="1893" y="12508"/>
                    </a:cubicBezTo>
                    <a:cubicBezTo>
                      <a:pt x="1912" y="12508"/>
                      <a:pt x="1912" y="12528"/>
                      <a:pt x="1912" y="12528"/>
                    </a:cubicBezTo>
                    <a:lnTo>
                      <a:pt x="1912" y="12567"/>
                    </a:lnTo>
                    <a:cubicBezTo>
                      <a:pt x="1951" y="12606"/>
                      <a:pt x="1990" y="12664"/>
                      <a:pt x="2029" y="12703"/>
                    </a:cubicBezTo>
                    <a:lnTo>
                      <a:pt x="2049" y="12723"/>
                    </a:lnTo>
                    <a:cubicBezTo>
                      <a:pt x="2088" y="12781"/>
                      <a:pt x="2127" y="12820"/>
                      <a:pt x="2186" y="12879"/>
                    </a:cubicBezTo>
                    <a:lnTo>
                      <a:pt x="2205" y="12898"/>
                    </a:lnTo>
                    <a:cubicBezTo>
                      <a:pt x="2244" y="12976"/>
                      <a:pt x="2303" y="13015"/>
                      <a:pt x="2342" y="13074"/>
                    </a:cubicBezTo>
                    <a:lnTo>
                      <a:pt x="2381" y="13093"/>
                    </a:lnTo>
                    <a:cubicBezTo>
                      <a:pt x="2439" y="13152"/>
                      <a:pt x="2498" y="13210"/>
                      <a:pt x="2537" y="13269"/>
                    </a:cubicBezTo>
                    <a:cubicBezTo>
                      <a:pt x="2790" y="13503"/>
                      <a:pt x="3025" y="13737"/>
                      <a:pt x="3278" y="13952"/>
                    </a:cubicBezTo>
                    <a:cubicBezTo>
                      <a:pt x="3200" y="13445"/>
                      <a:pt x="2966" y="12879"/>
                      <a:pt x="2693" y="12196"/>
                    </a:cubicBezTo>
                    <a:cubicBezTo>
                      <a:pt x="2283" y="11142"/>
                      <a:pt x="2732" y="11103"/>
                      <a:pt x="3181" y="10264"/>
                    </a:cubicBezTo>
                    <a:cubicBezTo>
                      <a:pt x="3278" y="10089"/>
                      <a:pt x="3376" y="9971"/>
                      <a:pt x="3493" y="9893"/>
                    </a:cubicBezTo>
                    <a:cubicBezTo>
                      <a:pt x="2400" y="8372"/>
                      <a:pt x="1737" y="6479"/>
                      <a:pt x="1737" y="4469"/>
                    </a:cubicBezTo>
                    <a:cubicBezTo>
                      <a:pt x="1737" y="2854"/>
                      <a:pt x="2144" y="1356"/>
                      <a:pt x="2862" y="12"/>
                    </a:cubicBezTo>
                    <a:close/>
                  </a:path>
                </a:pathLst>
              </a:custGeom>
              <a:solidFill>
                <a:srgbClr val="052E3A">
                  <a:alpha val="21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5">
                <a:extLst>
                  <a:ext uri="{FF2B5EF4-FFF2-40B4-BE49-F238E27FC236}">
                    <a16:creationId xmlns:a16="http://schemas.microsoft.com/office/drawing/2014/main" id="{DEA587D4-122B-21DF-5BC8-EAA7DFCE9A53}"/>
                  </a:ext>
                </a:extLst>
              </p:cNvPr>
              <p:cNvSpPr/>
              <p:nvPr/>
            </p:nvSpPr>
            <p:spPr>
              <a:xfrm>
                <a:off x="2044289" y="1917021"/>
                <a:ext cx="733271" cy="1108045"/>
              </a:xfrm>
              <a:custGeom>
                <a:avLst/>
                <a:gdLst/>
                <a:ahLst/>
                <a:cxnLst/>
                <a:rect l="l" t="t" r="r" b="b"/>
                <a:pathLst>
                  <a:path w="7748" h="11708" extrusionOk="0">
                    <a:moveTo>
                      <a:pt x="4781" y="1"/>
                    </a:moveTo>
                    <a:cubicBezTo>
                      <a:pt x="4567" y="625"/>
                      <a:pt x="4157" y="1328"/>
                      <a:pt x="3338" y="1542"/>
                    </a:cubicBezTo>
                    <a:cubicBezTo>
                      <a:pt x="1855" y="1933"/>
                      <a:pt x="1" y="2889"/>
                      <a:pt x="703" y="4040"/>
                    </a:cubicBezTo>
                    <a:cubicBezTo>
                      <a:pt x="946" y="4431"/>
                      <a:pt x="1189" y="4521"/>
                      <a:pt x="1459" y="4521"/>
                    </a:cubicBezTo>
                    <a:cubicBezTo>
                      <a:pt x="1690" y="4521"/>
                      <a:pt x="1941" y="4455"/>
                      <a:pt x="2229" y="4455"/>
                    </a:cubicBezTo>
                    <a:cubicBezTo>
                      <a:pt x="2575" y="4455"/>
                      <a:pt x="2974" y="4551"/>
                      <a:pt x="3455" y="4976"/>
                    </a:cubicBezTo>
                    <a:cubicBezTo>
                      <a:pt x="4781" y="6167"/>
                      <a:pt x="2967" y="6713"/>
                      <a:pt x="4059" y="7767"/>
                    </a:cubicBezTo>
                    <a:cubicBezTo>
                      <a:pt x="4294" y="7989"/>
                      <a:pt x="4501" y="8072"/>
                      <a:pt x="4687" y="8072"/>
                    </a:cubicBezTo>
                    <a:cubicBezTo>
                      <a:pt x="5253" y="8072"/>
                      <a:pt x="5634" y="7304"/>
                      <a:pt x="6044" y="7304"/>
                    </a:cubicBezTo>
                    <a:cubicBezTo>
                      <a:pt x="6129" y="7304"/>
                      <a:pt x="6214" y="7337"/>
                      <a:pt x="6303" y="7415"/>
                    </a:cubicBezTo>
                    <a:cubicBezTo>
                      <a:pt x="6928" y="8020"/>
                      <a:pt x="7084" y="9464"/>
                      <a:pt x="6420" y="11708"/>
                    </a:cubicBezTo>
                    <a:cubicBezTo>
                      <a:pt x="7279" y="10303"/>
                      <a:pt x="7747" y="8645"/>
                      <a:pt x="7747" y="6889"/>
                    </a:cubicBezTo>
                    <a:cubicBezTo>
                      <a:pt x="7747" y="4176"/>
                      <a:pt x="6596" y="1757"/>
                      <a:pt x="47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5">
                <a:extLst>
                  <a:ext uri="{FF2B5EF4-FFF2-40B4-BE49-F238E27FC236}">
                    <a16:creationId xmlns:a16="http://schemas.microsoft.com/office/drawing/2014/main" id="{53F98304-35D3-6E5A-0EDB-E294469AB3D8}"/>
                  </a:ext>
                </a:extLst>
              </p:cNvPr>
              <p:cNvSpPr/>
              <p:nvPr/>
            </p:nvSpPr>
            <p:spPr>
              <a:xfrm>
                <a:off x="1663941" y="2486358"/>
                <a:ext cx="688885" cy="731094"/>
              </a:xfrm>
              <a:custGeom>
                <a:avLst/>
                <a:gdLst/>
                <a:ahLst/>
                <a:cxnLst/>
                <a:rect l="l" t="t" r="r" b="b"/>
                <a:pathLst>
                  <a:path w="7279" h="7725" extrusionOk="0">
                    <a:moveTo>
                      <a:pt x="4341" y="1"/>
                    </a:moveTo>
                    <a:cubicBezTo>
                      <a:pt x="4027" y="1"/>
                      <a:pt x="3675" y="188"/>
                      <a:pt x="3298" y="580"/>
                    </a:cubicBezTo>
                    <a:cubicBezTo>
                      <a:pt x="2303" y="1594"/>
                      <a:pt x="1913" y="599"/>
                      <a:pt x="1054" y="1887"/>
                    </a:cubicBezTo>
                    <a:cubicBezTo>
                      <a:pt x="215" y="3175"/>
                      <a:pt x="1" y="3546"/>
                      <a:pt x="1054" y="4033"/>
                    </a:cubicBezTo>
                    <a:cubicBezTo>
                      <a:pt x="2108" y="4521"/>
                      <a:pt x="3493" y="4424"/>
                      <a:pt x="3142" y="5711"/>
                    </a:cubicBezTo>
                    <a:cubicBezTo>
                      <a:pt x="2899" y="6671"/>
                      <a:pt x="2781" y="7724"/>
                      <a:pt x="3306" y="7724"/>
                    </a:cubicBezTo>
                    <a:cubicBezTo>
                      <a:pt x="3497" y="7724"/>
                      <a:pt x="3772" y="7585"/>
                      <a:pt x="4157" y="7253"/>
                    </a:cubicBezTo>
                    <a:cubicBezTo>
                      <a:pt x="5581" y="6004"/>
                      <a:pt x="7278" y="5672"/>
                      <a:pt x="6635" y="3838"/>
                    </a:cubicBezTo>
                    <a:cubicBezTo>
                      <a:pt x="5971" y="2024"/>
                      <a:pt x="5542" y="1438"/>
                      <a:pt x="5542" y="1438"/>
                    </a:cubicBezTo>
                    <a:cubicBezTo>
                      <a:pt x="5275" y="505"/>
                      <a:pt x="4858" y="1"/>
                      <a:pt x="43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5">
                <a:extLst>
                  <a:ext uri="{FF2B5EF4-FFF2-40B4-BE49-F238E27FC236}">
                    <a16:creationId xmlns:a16="http://schemas.microsoft.com/office/drawing/2014/main" id="{9B8369F9-1992-FC23-EC95-670A1C288272}"/>
                  </a:ext>
                </a:extLst>
              </p:cNvPr>
              <p:cNvSpPr/>
              <p:nvPr/>
            </p:nvSpPr>
            <p:spPr>
              <a:xfrm>
                <a:off x="2209810" y="3011310"/>
                <a:ext cx="259219" cy="258556"/>
              </a:xfrm>
              <a:custGeom>
                <a:avLst/>
                <a:gdLst/>
                <a:ahLst/>
                <a:cxnLst/>
                <a:rect l="l" t="t" r="r" b="b"/>
                <a:pathLst>
                  <a:path w="2739" h="2732" extrusionOk="0">
                    <a:moveTo>
                      <a:pt x="2476" y="0"/>
                    </a:moveTo>
                    <a:cubicBezTo>
                      <a:pt x="2278" y="0"/>
                      <a:pt x="1972" y="237"/>
                      <a:pt x="1784" y="613"/>
                    </a:cubicBezTo>
                    <a:cubicBezTo>
                      <a:pt x="1452" y="1316"/>
                      <a:pt x="964" y="1706"/>
                      <a:pt x="964" y="1706"/>
                    </a:cubicBezTo>
                    <a:cubicBezTo>
                      <a:pt x="332" y="2193"/>
                      <a:pt x="1" y="2731"/>
                      <a:pt x="512" y="2731"/>
                    </a:cubicBezTo>
                    <a:cubicBezTo>
                      <a:pt x="553" y="2731"/>
                      <a:pt x="600" y="2728"/>
                      <a:pt x="652" y="2720"/>
                    </a:cubicBezTo>
                    <a:cubicBezTo>
                      <a:pt x="1374" y="2584"/>
                      <a:pt x="2310" y="1491"/>
                      <a:pt x="2603" y="594"/>
                    </a:cubicBezTo>
                    <a:cubicBezTo>
                      <a:pt x="2739" y="177"/>
                      <a:pt x="2648" y="0"/>
                      <a:pt x="2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5">
                <a:extLst>
                  <a:ext uri="{FF2B5EF4-FFF2-40B4-BE49-F238E27FC236}">
                    <a16:creationId xmlns:a16="http://schemas.microsoft.com/office/drawing/2014/main" id="{36BC03A6-9D53-7E8B-64E3-EDB71B3C9580}"/>
                  </a:ext>
                </a:extLst>
              </p:cNvPr>
              <p:cNvSpPr/>
              <p:nvPr/>
            </p:nvSpPr>
            <p:spPr>
              <a:xfrm>
                <a:off x="1628830" y="1682511"/>
                <a:ext cx="543044" cy="191362"/>
              </a:xfrm>
              <a:custGeom>
                <a:avLst/>
                <a:gdLst/>
                <a:ahLst/>
                <a:cxnLst/>
                <a:rect l="l" t="t" r="r" b="b"/>
                <a:pathLst>
                  <a:path w="5738" h="2022" extrusionOk="0">
                    <a:moveTo>
                      <a:pt x="2693" y="1"/>
                    </a:moveTo>
                    <a:cubicBezTo>
                      <a:pt x="1757" y="1"/>
                      <a:pt x="859" y="137"/>
                      <a:pt x="1" y="391"/>
                    </a:cubicBezTo>
                    <a:cubicBezTo>
                      <a:pt x="196" y="567"/>
                      <a:pt x="450" y="703"/>
                      <a:pt x="664" y="820"/>
                    </a:cubicBezTo>
                    <a:cubicBezTo>
                      <a:pt x="1351" y="1190"/>
                      <a:pt x="1020" y="2022"/>
                      <a:pt x="1682" y="2022"/>
                    </a:cubicBezTo>
                    <a:cubicBezTo>
                      <a:pt x="1753" y="2022"/>
                      <a:pt x="1836" y="2012"/>
                      <a:pt x="1933" y="1991"/>
                    </a:cubicBezTo>
                    <a:cubicBezTo>
                      <a:pt x="2624" y="1842"/>
                      <a:pt x="2816" y="1711"/>
                      <a:pt x="3204" y="1711"/>
                    </a:cubicBezTo>
                    <a:cubicBezTo>
                      <a:pt x="3373" y="1711"/>
                      <a:pt x="3580" y="1737"/>
                      <a:pt x="3884" y="1796"/>
                    </a:cubicBezTo>
                    <a:cubicBezTo>
                      <a:pt x="3993" y="1817"/>
                      <a:pt x="4094" y="1826"/>
                      <a:pt x="4188" y="1826"/>
                    </a:cubicBezTo>
                    <a:cubicBezTo>
                      <a:pt x="4979" y="1826"/>
                      <a:pt x="5249" y="1134"/>
                      <a:pt x="5737" y="489"/>
                    </a:cubicBezTo>
                    <a:cubicBezTo>
                      <a:pt x="4781" y="176"/>
                      <a:pt x="3767" y="1"/>
                      <a:pt x="26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5">
                <a:extLst>
                  <a:ext uri="{FF2B5EF4-FFF2-40B4-BE49-F238E27FC236}">
                    <a16:creationId xmlns:a16="http://schemas.microsoft.com/office/drawing/2014/main" id="{245A9BDF-C97E-F508-31C0-613A6AA14677}"/>
                  </a:ext>
                </a:extLst>
              </p:cNvPr>
              <p:cNvSpPr/>
              <p:nvPr/>
            </p:nvSpPr>
            <p:spPr>
              <a:xfrm>
                <a:off x="1571575" y="3269859"/>
                <a:ext cx="358402" cy="189185"/>
              </a:xfrm>
              <a:custGeom>
                <a:avLst/>
                <a:gdLst/>
                <a:ahLst/>
                <a:cxnLst/>
                <a:rect l="l" t="t" r="r" b="b"/>
                <a:pathLst>
                  <a:path w="3787" h="1999" extrusionOk="0">
                    <a:moveTo>
                      <a:pt x="2394" y="0"/>
                    </a:moveTo>
                    <a:cubicBezTo>
                      <a:pt x="2150" y="0"/>
                      <a:pt x="1928" y="202"/>
                      <a:pt x="1757" y="535"/>
                    </a:cubicBezTo>
                    <a:cubicBezTo>
                      <a:pt x="1573" y="884"/>
                      <a:pt x="1415" y="982"/>
                      <a:pt x="1249" y="982"/>
                    </a:cubicBezTo>
                    <a:cubicBezTo>
                      <a:pt x="1062" y="982"/>
                      <a:pt x="864" y="858"/>
                      <a:pt x="606" y="827"/>
                    </a:cubicBezTo>
                    <a:cubicBezTo>
                      <a:pt x="598" y="827"/>
                      <a:pt x="590" y="827"/>
                      <a:pt x="582" y="827"/>
                    </a:cubicBezTo>
                    <a:cubicBezTo>
                      <a:pt x="341" y="827"/>
                      <a:pt x="171" y="1110"/>
                      <a:pt x="1" y="1393"/>
                    </a:cubicBezTo>
                    <a:cubicBezTo>
                      <a:pt x="1055" y="1784"/>
                      <a:pt x="2167" y="1998"/>
                      <a:pt x="3377" y="1998"/>
                    </a:cubicBezTo>
                    <a:lnTo>
                      <a:pt x="3786" y="1998"/>
                    </a:lnTo>
                    <a:cubicBezTo>
                      <a:pt x="3669" y="1842"/>
                      <a:pt x="3533" y="1569"/>
                      <a:pt x="3377" y="1159"/>
                    </a:cubicBezTo>
                    <a:cubicBezTo>
                      <a:pt x="3058" y="335"/>
                      <a:pt x="2709" y="0"/>
                      <a:pt x="23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9" name="Google Shape;1229;p45">
              <a:extLst>
                <a:ext uri="{FF2B5EF4-FFF2-40B4-BE49-F238E27FC236}">
                  <a16:creationId xmlns:a16="http://schemas.microsoft.com/office/drawing/2014/main" id="{ACB60CD4-386A-1E29-8AEB-CF28C37FC864}"/>
                </a:ext>
              </a:extLst>
            </p:cNvPr>
            <p:cNvSpPr/>
            <p:nvPr/>
          </p:nvSpPr>
          <p:spPr>
            <a:xfrm rot="-1389276">
              <a:off x="-1299612" y="1933746"/>
              <a:ext cx="5856910" cy="1804153"/>
            </a:xfrm>
            <a:custGeom>
              <a:avLst/>
              <a:gdLst/>
              <a:ahLst/>
              <a:cxnLst/>
              <a:rect l="l" t="t" r="r" b="b"/>
              <a:pathLst>
                <a:path w="57561" h="17731" extrusionOk="0">
                  <a:moveTo>
                    <a:pt x="31512" y="92"/>
                  </a:moveTo>
                  <a:cubicBezTo>
                    <a:pt x="38049" y="92"/>
                    <a:pt x="44097" y="775"/>
                    <a:pt x="48839" y="2062"/>
                  </a:cubicBezTo>
                  <a:cubicBezTo>
                    <a:pt x="54263" y="3565"/>
                    <a:pt x="57326" y="5653"/>
                    <a:pt x="57385" y="7975"/>
                  </a:cubicBezTo>
                  <a:cubicBezTo>
                    <a:pt x="57560" y="12774"/>
                    <a:pt x="44839" y="17087"/>
                    <a:pt x="29054" y="17613"/>
                  </a:cubicBezTo>
                  <a:cubicBezTo>
                    <a:pt x="28067" y="17643"/>
                    <a:pt x="27087" y="17658"/>
                    <a:pt x="26118" y="17658"/>
                  </a:cubicBezTo>
                  <a:cubicBezTo>
                    <a:pt x="19556" y="17658"/>
                    <a:pt x="13463" y="16974"/>
                    <a:pt x="8703" y="15682"/>
                  </a:cubicBezTo>
                  <a:cubicBezTo>
                    <a:pt x="3279" y="14199"/>
                    <a:pt x="215" y="12092"/>
                    <a:pt x="157" y="9770"/>
                  </a:cubicBezTo>
                  <a:cubicBezTo>
                    <a:pt x="1" y="4950"/>
                    <a:pt x="12703" y="638"/>
                    <a:pt x="28488" y="150"/>
                  </a:cubicBezTo>
                  <a:cubicBezTo>
                    <a:pt x="29522" y="111"/>
                    <a:pt x="30517" y="92"/>
                    <a:pt x="31512" y="92"/>
                  </a:cubicBezTo>
                  <a:close/>
                  <a:moveTo>
                    <a:pt x="31601" y="1"/>
                  </a:moveTo>
                  <a:cubicBezTo>
                    <a:pt x="30573" y="1"/>
                    <a:pt x="29534" y="18"/>
                    <a:pt x="28488" y="53"/>
                  </a:cubicBezTo>
                  <a:cubicBezTo>
                    <a:pt x="20839" y="287"/>
                    <a:pt x="13659" y="1438"/>
                    <a:pt x="8293" y="3272"/>
                  </a:cubicBezTo>
                  <a:cubicBezTo>
                    <a:pt x="2908" y="5087"/>
                    <a:pt x="1" y="7409"/>
                    <a:pt x="59" y="9770"/>
                  </a:cubicBezTo>
                  <a:cubicBezTo>
                    <a:pt x="118" y="12150"/>
                    <a:pt x="3201" y="14257"/>
                    <a:pt x="8683" y="15760"/>
                  </a:cubicBezTo>
                  <a:cubicBezTo>
                    <a:pt x="13425" y="17047"/>
                    <a:pt x="19493" y="17730"/>
                    <a:pt x="26029" y="17730"/>
                  </a:cubicBezTo>
                  <a:cubicBezTo>
                    <a:pt x="27024" y="17730"/>
                    <a:pt x="28059" y="17691"/>
                    <a:pt x="29073" y="17672"/>
                  </a:cubicBezTo>
                  <a:cubicBezTo>
                    <a:pt x="36722" y="17438"/>
                    <a:pt x="43902" y="16287"/>
                    <a:pt x="49268" y="14452"/>
                  </a:cubicBezTo>
                  <a:cubicBezTo>
                    <a:pt x="54634" y="12638"/>
                    <a:pt x="57560" y="10316"/>
                    <a:pt x="57482" y="7955"/>
                  </a:cubicBezTo>
                  <a:cubicBezTo>
                    <a:pt x="57424" y="5575"/>
                    <a:pt x="54341" y="3467"/>
                    <a:pt x="48858" y="1965"/>
                  </a:cubicBezTo>
                  <a:cubicBezTo>
                    <a:pt x="44142" y="685"/>
                    <a:pt x="38088" y="1"/>
                    <a:pt x="3160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5">
              <a:extLst>
                <a:ext uri="{FF2B5EF4-FFF2-40B4-BE49-F238E27FC236}">
                  <a16:creationId xmlns:a16="http://schemas.microsoft.com/office/drawing/2014/main" id="{7681DC3F-F219-4C6E-B8DB-D0622F056DA1}"/>
                </a:ext>
              </a:extLst>
            </p:cNvPr>
            <p:cNvSpPr/>
            <p:nvPr/>
          </p:nvSpPr>
          <p:spPr>
            <a:xfrm rot="-1366029">
              <a:off x="-2085668" y="1694056"/>
              <a:ext cx="7428861" cy="2537137"/>
            </a:xfrm>
            <a:custGeom>
              <a:avLst/>
              <a:gdLst/>
              <a:ahLst/>
              <a:cxnLst/>
              <a:rect l="l" t="t" r="r" b="b"/>
              <a:pathLst>
                <a:path w="75570" h="25809" extrusionOk="0">
                  <a:moveTo>
                    <a:pt x="53443" y="92"/>
                  </a:moveTo>
                  <a:cubicBezTo>
                    <a:pt x="65619" y="92"/>
                    <a:pt x="74321" y="2570"/>
                    <a:pt x="75004" y="6940"/>
                  </a:cubicBezTo>
                  <a:cubicBezTo>
                    <a:pt x="75492" y="9965"/>
                    <a:pt x="72097" y="13418"/>
                    <a:pt x="65424" y="16696"/>
                  </a:cubicBezTo>
                  <a:cubicBezTo>
                    <a:pt x="58712" y="19994"/>
                    <a:pt x="49580" y="22667"/>
                    <a:pt x="39629" y="24247"/>
                  </a:cubicBezTo>
                  <a:cubicBezTo>
                    <a:pt x="33405" y="25262"/>
                    <a:pt x="27454" y="25711"/>
                    <a:pt x="22147" y="25711"/>
                  </a:cubicBezTo>
                  <a:cubicBezTo>
                    <a:pt x="10010" y="25711"/>
                    <a:pt x="1308" y="23233"/>
                    <a:pt x="606" y="18862"/>
                  </a:cubicBezTo>
                  <a:cubicBezTo>
                    <a:pt x="118" y="15838"/>
                    <a:pt x="3493" y="12384"/>
                    <a:pt x="10186" y="9106"/>
                  </a:cubicBezTo>
                  <a:cubicBezTo>
                    <a:pt x="16898" y="5809"/>
                    <a:pt x="26029" y="3136"/>
                    <a:pt x="35980" y="1555"/>
                  </a:cubicBezTo>
                  <a:cubicBezTo>
                    <a:pt x="42205" y="541"/>
                    <a:pt x="48156" y="92"/>
                    <a:pt x="53443" y="92"/>
                  </a:cubicBezTo>
                  <a:close/>
                  <a:moveTo>
                    <a:pt x="53399" y="0"/>
                  </a:moveTo>
                  <a:cubicBezTo>
                    <a:pt x="48008" y="0"/>
                    <a:pt x="42058" y="497"/>
                    <a:pt x="35961" y="1477"/>
                  </a:cubicBezTo>
                  <a:cubicBezTo>
                    <a:pt x="25990" y="3058"/>
                    <a:pt x="16820" y="5731"/>
                    <a:pt x="10127" y="9028"/>
                  </a:cubicBezTo>
                  <a:cubicBezTo>
                    <a:pt x="3415" y="12326"/>
                    <a:pt x="1" y="15818"/>
                    <a:pt x="488" y="18882"/>
                  </a:cubicBezTo>
                  <a:cubicBezTo>
                    <a:pt x="976" y="21965"/>
                    <a:pt x="5347" y="24208"/>
                    <a:pt x="12742" y="25223"/>
                  </a:cubicBezTo>
                  <a:cubicBezTo>
                    <a:pt x="15591" y="25613"/>
                    <a:pt x="18771" y="25808"/>
                    <a:pt x="22147" y="25808"/>
                  </a:cubicBezTo>
                  <a:cubicBezTo>
                    <a:pt x="27571" y="25808"/>
                    <a:pt x="33522" y="25301"/>
                    <a:pt x="39629" y="24345"/>
                  </a:cubicBezTo>
                  <a:cubicBezTo>
                    <a:pt x="49600" y="22765"/>
                    <a:pt x="58770" y="20091"/>
                    <a:pt x="65443" y="16794"/>
                  </a:cubicBezTo>
                  <a:cubicBezTo>
                    <a:pt x="72155" y="13496"/>
                    <a:pt x="75570" y="10004"/>
                    <a:pt x="75082" y="6940"/>
                  </a:cubicBezTo>
                  <a:cubicBezTo>
                    <a:pt x="74594" y="3858"/>
                    <a:pt x="70224" y="1614"/>
                    <a:pt x="62848" y="599"/>
                  </a:cubicBezTo>
                  <a:cubicBezTo>
                    <a:pt x="59991" y="199"/>
                    <a:pt x="56807" y="0"/>
                    <a:pt x="5339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5">
              <a:extLst>
                <a:ext uri="{FF2B5EF4-FFF2-40B4-BE49-F238E27FC236}">
                  <a16:creationId xmlns:a16="http://schemas.microsoft.com/office/drawing/2014/main" id="{19328F77-6CCE-658F-344C-4D122EBCDA17}"/>
                </a:ext>
              </a:extLst>
            </p:cNvPr>
            <p:cNvSpPr/>
            <p:nvPr/>
          </p:nvSpPr>
          <p:spPr>
            <a:xfrm rot="-1389221">
              <a:off x="339877" y="2551855"/>
              <a:ext cx="2685617" cy="849810"/>
            </a:xfrm>
            <a:custGeom>
              <a:avLst/>
              <a:gdLst/>
              <a:ahLst/>
              <a:cxnLst/>
              <a:rect l="l" t="t" r="r" b="b"/>
              <a:pathLst>
                <a:path w="22264" h="7045" extrusionOk="0">
                  <a:moveTo>
                    <a:pt x="4390" y="1"/>
                  </a:moveTo>
                  <a:cubicBezTo>
                    <a:pt x="4137" y="20"/>
                    <a:pt x="3883" y="79"/>
                    <a:pt x="3649" y="118"/>
                  </a:cubicBezTo>
                  <a:cubicBezTo>
                    <a:pt x="1483" y="547"/>
                    <a:pt x="234" y="1249"/>
                    <a:pt x="137" y="2166"/>
                  </a:cubicBezTo>
                  <a:cubicBezTo>
                    <a:pt x="39" y="3103"/>
                    <a:pt x="1093" y="4078"/>
                    <a:pt x="3122" y="4957"/>
                  </a:cubicBezTo>
                  <a:cubicBezTo>
                    <a:pt x="5112" y="5835"/>
                    <a:pt x="7844" y="6498"/>
                    <a:pt x="10771" y="6830"/>
                  </a:cubicBezTo>
                  <a:cubicBezTo>
                    <a:pt x="12098" y="6986"/>
                    <a:pt x="13405" y="7044"/>
                    <a:pt x="14634" y="7044"/>
                  </a:cubicBezTo>
                  <a:cubicBezTo>
                    <a:pt x="16117" y="7044"/>
                    <a:pt x="17483" y="6927"/>
                    <a:pt x="18673" y="6713"/>
                  </a:cubicBezTo>
                  <a:cubicBezTo>
                    <a:pt x="20858" y="6303"/>
                    <a:pt x="22088" y="5581"/>
                    <a:pt x="22185" y="4664"/>
                  </a:cubicBezTo>
                  <a:cubicBezTo>
                    <a:pt x="22263" y="3727"/>
                    <a:pt x="21210" y="2732"/>
                    <a:pt x="19200" y="1854"/>
                  </a:cubicBezTo>
                  <a:cubicBezTo>
                    <a:pt x="18751" y="1659"/>
                    <a:pt x="18263" y="1483"/>
                    <a:pt x="17756" y="1327"/>
                  </a:cubicBezTo>
                  <a:lnTo>
                    <a:pt x="17756" y="1327"/>
                  </a:lnTo>
                  <a:cubicBezTo>
                    <a:pt x="17756" y="1347"/>
                    <a:pt x="17756" y="1386"/>
                    <a:pt x="17776" y="1425"/>
                  </a:cubicBezTo>
                  <a:cubicBezTo>
                    <a:pt x="18263" y="1581"/>
                    <a:pt x="18732" y="1757"/>
                    <a:pt x="19161" y="1952"/>
                  </a:cubicBezTo>
                  <a:cubicBezTo>
                    <a:pt x="21151" y="2810"/>
                    <a:pt x="22185" y="3786"/>
                    <a:pt x="22088" y="4664"/>
                  </a:cubicBezTo>
                  <a:cubicBezTo>
                    <a:pt x="21990" y="5542"/>
                    <a:pt x="20780" y="6244"/>
                    <a:pt x="18634" y="6635"/>
                  </a:cubicBezTo>
                  <a:cubicBezTo>
                    <a:pt x="17459" y="6848"/>
                    <a:pt x="16092" y="6956"/>
                    <a:pt x="14615" y="6956"/>
                  </a:cubicBezTo>
                  <a:cubicBezTo>
                    <a:pt x="13393" y="6956"/>
                    <a:pt x="12096" y="6882"/>
                    <a:pt x="10771" y="6732"/>
                  </a:cubicBezTo>
                  <a:cubicBezTo>
                    <a:pt x="4742" y="6049"/>
                    <a:pt x="0" y="4000"/>
                    <a:pt x="215" y="2166"/>
                  </a:cubicBezTo>
                  <a:cubicBezTo>
                    <a:pt x="332" y="1152"/>
                    <a:pt x="1951" y="410"/>
                    <a:pt x="4410" y="79"/>
                  </a:cubicBezTo>
                  <a:cubicBezTo>
                    <a:pt x="4410" y="59"/>
                    <a:pt x="4390" y="20"/>
                    <a:pt x="439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2" name="Google Shape;1232;p45">
            <a:extLst>
              <a:ext uri="{FF2B5EF4-FFF2-40B4-BE49-F238E27FC236}">
                <a16:creationId xmlns:a16="http://schemas.microsoft.com/office/drawing/2014/main" id="{20956830-0CD1-723F-60C4-565B8346EC63}"/>
              </a:ext>
            </a:extLst>
          </p:cNvPr>
          <p:cNvGrpSpPr/>
          <p:nvPr/>
        </p:nvGrpSpPr>
        <p:grpSpPr>
          <a:xfrm>
            <a:off x="5426692" y="1933292"/>
            <a:ext cx="3825381" cy="2920203"/>
            <a:chOff x="1880577" y="-4241474"/>
            <a:chExt cx="13181878" cy="10062727"/>
          </a:xfrm>
        </p:grpSpPr>
        <p:sp>
          <p:nvSpPr>
            <p:cNvPr id="1233" name="Google Shape;1233;p45">
              <a:extLst>
                <a:ext uri="{FF2B5EF4-FFF2-40B4-BE49-F238E27FC236}">
                  <a16:creationId xmlns:a16="http://schemas.microsoft.com/office/drawing/2014/main" id="{A7E26C46-9B00-59CE-B7F8-E5F22653FAD4}"/>
                </a:ext>
              </a:extLst>
            </p:cNvPr>
            <p:cNvSpPr/>
            <p:nvPr/>
          </p:nvSpPr>
          <p:spPr>
            <a:xfrm>
              <a:off x="9866545" y="3988184"/>
              <a:ext cx="3442573" cy="1796562"/>
            </a:xfrm>
            <a:custGeom>
              <a:avLst/>
              <a:gdLst/>
              <a:ahLst/>
              <a:cxnLst/>
              <a:rect l="l" t="t" r="r" b="b"/>
              <a:pathLst>
                <a:path w="63071" h="33931" extrusionOk="0">
                  <a:moveTo>
                    <a:pt x="2222" y="26391"/>
                  </a:moveTo>
                  <a:lnTo>
                    <a:pt x="9425" y="30127"/>
                  </a:lnTo>
                  <a:lnTo>
                    <a:pt x="20163" y="31507"/>
                  </a:lnTo>
                  <a:lnTo>
                    <a:pt x="28377" y="29622"/>
                  </a:lnTo>
                  <a:lnTo>
                    <a:pt x="33931" y="26088"/>
                  </a:lnTo>
                  <a:lnTo>
                    <a:pt x="42750" y="21431"/>
                  </a:lnTo>
                  <a:lnTo>
                    <a:pt x="48877" y="16113"/>
                  </a:lnTo>
                  <a:lnTo>
                    <a:pt x="52781" y="12073"/>
                  </a:lnTo>
                  <a:lnTo>
                    <a:pt x="55676" y="9178"/>
                  </a:lnTo>
                  <a:lnTo>
                    <a:pt x="59065" y="4275"/>
                  </a:lnTo>
                  <a:lnTo>
                    <a:pt x="61455" y="1178"/>
                  </a:lnTo>
                  <a:lnTo>
                    <a:pt x="62498" y="0"/>
                  </a:lnTo>
                  <a:lnTo>
                    <a:pt x="63071" y="471"/>
                  </a:lnTo>
                  <a:lnTo>
                    <a:pt x="57314" y="8819"/>
                  </a:lnTo>
                  <a:lnTo>
                    <a:pt x="52030" y="15047"/>
                  </a:lnTo>
                  <a:lnTo>
                    <a:pt x="47351" y="19456"/>
                  </a:lnTo>
                  <a:lnTo>
                    <a:pt x="38397" y="26413"/>
                  </a:lnTo>
                  <a:lnTo>
                    <a:pt x="31799" y="30385"/>
                  </a:lnTo>
                  <a:lnTo>
                    <a:pt x="23754" y="32943"/>
                  </a:lnTo>
                  <a:lnTo>
                    <a:pt x="18918" y="33931"/>
                  </a:lnTo>
                  <a:lnTo>
                    <a:pt x="11445" y="33325"/>
                  </a:lnTo>
                  <a:lnTo>
                    <a:pt x="6934" y="31911"/>
                  </a:lnTo>
                  <a:lnTo>
                    <a:pt x="2895" y="29723"/>
                  </a:lnTo>
                  <a:lnTo>
                    <a:pt x="404" y="26626"/>
                  </a:lnTo>
                  <a:lnTo>
                    <a:pt x="0" y="25583"/>
                  </a:lnTo>
                  <a:close/>
                </a:path>
              </a:pathLst>
            </a:custGeom>
            <a:solidFill>
              <a:schemeClr val="dk1"/>
            </a:solidFill>
            <a:ln>
              <a:noFill/>
            </a:ln>
          </p:spPr>
          <p:txBody>
            <a:bodyPr/>
            <a:lstStyle/>
            <a:p>
              <a:endParaRPr lang="en-PK"/>
            </a:p>
          </p:txBody>
        </p:sp>
        <p:sp>
          <p:nvSpPr>
            <p:cNvPr id="1234" name="Google Shape;1234;p45">
              <a:extLst>
                <a:ext uri="{FF2B5EF4-FFF2-40B4-BE49-F238E27FC236}">
                  <a16:creationId xmlns:a16="http://schemas.microsoft.com/office/drawing/2014/main" id="{8CE96793-85DF-5B5F-39A6-84B3D498D4B6}"/>
                </a:ext>
              </a:extLst>
            </p:cNvPr>
            <p:cNvSpPr/>
            <p:nvPr/>
          </p:nvSpPr>
          <p:spPr>
            <a:xfrm>
              <a:off x="5644068" y="-1391976"/>
              <a:ext cx="3720990" cy="3550419"/>
            </a:xfrm>
            <a:custGeom>
              <a:avLst/>
              <a:gdLst/>
              <a:ahLst/>
              <a:cxnLst/>
              <a:rect l="l" t="t" r="r" b="b"/>
              <a:pathLst>
                <a:path w="17149" h="16868" extrusionOk="0">
                  <a:moveTo>
                    <a:pt x="14002" y="4300"/>
                  </a:moveTo>
                  <a:cubicBezTo>
                    <a:pt x="13993" y="4302"/>
                    <a:pt x="13984" y="4304"/>
                    <a:pt x="13976" y="4305"/>
                  </a:cubicBezTo>
                  <a:lnTo>
                    <a:pt x="13976" y="4305"/>
                  </a:lnTo>
                  <a:cubicBezTo>
                    <a:pt x="13983" y="4302"/>
                    <a:pt x="13992" y="4300"/>
                    <a:pt x="14002" y="4300"/>
                  </a:cubicBezTo>
                  <a:close/>
                  <a:moveTo>
                    <a:pt x="14798" y="4294"/>
                  </a:moveTo>
                  <a:cubicBezTo>
                    <a:pt x="14809" y="4294"/>
                    <a:pt x="14815" y="4294"/>
                    <a:pt x="14827" y="4306"/>
                  </a:cubicBezTo>
                  <a:cubicBezTo>
                    <a:pt x="14815" y="4306"/>
                    <a:pt x="14809" y="4294"/>
                    <a:pt x="14798" y="4294"/>
                  </a:cubicBezTo>
                  <a:close/>
                  <a:moveTo>
                    <a:pt x="14899" y="4312"/>
                  </a:moveTo>
                  <a:cubicBezTo>
                    <a:pt x="14915" y="4312"/>
                    <a:pt x="14921" y="4317"/>
                    <a:pt x="14932" y="4318"/>
                  </a:cubicBezTo>
                  <a:lnTo>
                    <a:pt x="14932" y="4318"/>
                  </a:lnTo>
                  <a:cubicBezTo>
                    <a:pt x="14923" y="4317"/>
                    <a:pt x="14912" y="4316"/>
                    <a:pt x="14899" y="4312"/>
                  </a:cubicBezTo>
                  <a:close/>
                  <a:moveTo>
                    <a:pt x="13889" y="4318"/>
                  </a:moveTo>
                  <a:cubicBezTo>
                    <a:pt x="13878" y="4320"/>
                    <a:pt x="13867" y="4322"/>
                    <a:pt x="13857" y="4323"/>
                  </a:cubicBezTo>
                  <a:lnTo>
                    <a:pt x="13857" y="4323"/>
                  </a:lnTo>
                  <a:cubicBezTo>
                    <a:pt x="13868" y="4321"/>
                    <a:pt x="13880" y="4318"/>
                    <a:pt x="13889" y="4318"/>
                  </a:cubicBezTo>
                  <a:close/>
                  <a:moveTo>
                    <a:pt x="13764" y="4341"/>
                  </a:moveTo>
                  <a:cubicBezTo>
                    <a:pt x="13747" y="4341"/>
                    <a:pt x="13735" y="4347"/>
                    <a:pt x="13711" y="4347"/>
                  </a:cubicBezTo>
                  <a:cubicBezTo>
                    <a:pt x="13735" y="4341"/>
                    <a:pt x="13747" y="4341"/>
                    <a:pt x="13764" y="4341"/>
                  </a:cubicBezTo>
                  <a:close/>
                  <a:moveTo>
                    <a:pt x="15112" y="4353"/>
                  </a:moveTo>
                  <a:cubicBezTo>
                    <a:pt x="15130" y="4365"/>
                    <a:pt x="15136" y="4365"/>
                    <a:pt x="15142" y="4365"/>
                  </a:cubicBezTo>
                  <a:cubicBezTo>
                    <a:pt x="15130" y="4365"/>
                    <a:pt x="15124" y="4365"/>
                    <a:pt x="15112" y="4353"/>
                  </a:cubicBezTo>
                  <a:close/>
                  <a:moveTo>
                    <a:pt x="15213" y="4383"/>
                  </a:moveTo>
                  <a:cubicBezTo>
                    <a:pt x="15225" y="4383"/>
                    <a:pt x="15225" y="4395"/>
                    <a:pt x="15231" y="4395"/>
                  </a:cubicBezTo>
                  <a:cubicBezTo>
                    <a:pt x="15225" y="4395"/>
                    <a:pt x="15219" y="4395"/>
                    <a:pt x="15213" y="4383"/>
                  </a:cubicBezTo>
                  <a:close/>
                  <a:moveTo>
                    <a:pt x="13414" y="4425"/>
                  </a:moveTo>
                  <a:cubicBezTo>
                    <a:pt x="13398" y="4430"/>
                    <a:pt x="13383" y="4435"/>
                    <a:pt x="13367" y="4436"/>
                  </a:cubicBezTo>
                  <a:lnTo>
                    <a:pt x="13367" y="4436"/>
                  </a:lnTo>
                  <a:cubicBezTo>
                    <a:pt x="13385" y="4431"/>
                    <a:pt x="13397" y="4430"/>
                    <a:pt x="13414" y="4425"/>
                  </a:cubicBezTo>
                  <a:close/>
                  <a:moveTo>
                    <a:pt x="13276" y="4466"/>
                  </a:moveTo>
                  <a:cubicBezTo>
                    <a:pt x="13263" y="4469"/>
                    <a:pt x="13254" y="4472"/>
                    <a:pt x="13242" y="4472"/>
                  </a:cubicBezTo>
                  <a:cubicBezTo>
                    <a:pt x="13255" y="4469"/>
                    <a:pt x="13266" y="4467"/>
                    <a:pt x="13276" y="4466"/>
                  </a:cubicBezTo>
                  <a:close/>
                  <a:moveTo>
                    <a:pt x="13046" y="4549"/>
                  </a:moveTo>
                  <a:cubicBezTo>
                    <a:pt x="13034" y="4555"/>
                    <a:pt x="13022" y="4555"/>
                    <a:pt x="12998" y="4561"/>
                  </a:cubicBezTo>
                  <a:cubicBezTo>
                    <a:pt x="13016" y="4555"/>
                    <a:pt x="13028" y="4549"/>
                    <a:pt x="13046" y="4549"/>
                  </a:cubicBezTo>
                  <a:close/>
                  <a:moveTo>
                    <a:pt x="15724" y="4609"/>
                  </a:moveTo>
                  <a:lnTo>
                    <a:pt x="15724" y="4609"/>
                  </a:lnTo>
                  <a:cubicBezTo>
                    <a:pt x="15726" y="4610"/>
                    <a:pt x="15727" y="4611"/>
                    <a:pt x="15729" y="4612"/>
                  </a:cubicBezTo>
                  <a:lnTo>
                    <a:pt x="15729" y="4612"/>
                  </a:lnTo>
                  <a:cubicBezTo>
                    <a:pt x="15728" y="4609"/>
                    <a:pt x="15724" y="4609"/>
                    <a:pt x="15724" y="4609"/>
                  </a:cubicBezTo>
                  <a:close/>
                  <a:moveTo>
                    <a:pt x="7351" y="14228"/>
                  </a:moveTo>
                  <a:cubicBezTo>
                    <a:pt x="7357" y="14252"/>
                    <a:pt x="7357" y="14264"/>
                    <a:pt x="7357" y="14270"/>
                  </a:cubicBezTo>
                  <a:cubicBezTo>
                    <a:pt x="7357" y="14258"/>
                    <a:pt x="7351" y="14240"/>
                    <a:pt x="7351" y="14228"/>
                  </a:cubicBezTo>
                  <a:close/>
                  <a:moveTo>
                    <a:pt x="7393" y="14478"/>
                  </a:moveTo>
                  <a:lnTo>
                    <a:pt x="7393" y="14478"/>
                  </a:lnTo>
                  <a:cubicBezTo>
                    <a:pt x="7405" y="14501"/>
                    <a:pt x="7411" y="14525"/>
                    <a:pt x="7411" y="14537"/>
                  </a:cubicBezTo>
                  <a:cubicBezTo>
                    <a:pt x="7405" y="14519"/>
                    <a:pt x="7405" y="14501"/>
                    <a:pt x="7393" y="14478"/>
                  </a:cubicBezTo>
                  <a:close/>
                  <a:moveTo>
                    <a:pt x="7452" y="14715"/>
                  </a:moveTo>
                  <a:cubicBezTo>
                    <a:pt x="7458" y="14739"/>
                    <a:pt x="7458" y="14745"/>
                    <a:pt x="7458" y="14757"/>
                  </a:cubicBezTo>
                  <a:cubicBezTo>
                    <a:pt x="7458" y="14739"/>
                    <a:pt x="7452" y="14733"/>
                    <a:pt x="7452" y="14715"/>
                  </a:cubicBezTo>
                  <a:close/>
                  <a:moveTo>
                    <a:pt x="7494" y="14834"/>
                  </a:moveTo>
                  <a:lnTo>
                    <a:pt x="7494" y="14834"/>
                  </a:lnTo>
                  <a:cubicBezTo>
                    <a:pt x="7500" y="14852"/>
                    <a:pt x="7500" y="14864"/>
                    <a:pt x="7506" y="14881"/>
                  </a:cubicBezTo>
                  <a:cubicBezTo>
                    <a:pt x="7500" y="14881"/>
                    <a:pt x="7500" y="14875"/>
                    <a:pt x="7500" y="14864"/>
                  </a:cubicBezTo>
                  <a:cubicBezTo>
                    <a:pt x="7500" y="14858"/>
                    <a:pt x="7494" y="14846"/>
                    <a:pt x="7494" y="14834"/>
                  </a:cubicBezTo>
                  <a:close/>
                  <a:moveTo>
                    <a:pt x="7518" y="14947"/>
                  </a:moveTo>
                  <a:lnTo>
                    <a:pt x="7518" y="14947"/>
                  </a:lnTo>
                  <a:cubicBezTo>
                    <a:pt x="7530" y="14970"/>
                    <a:pt x="7536" y="14982"/>
                    <a:pt x="7536" y="15000"/>
                  </a:cubicBezTo>
                  <a:cubicBezTo>
                    <a:pt x="7530" y="14982"/>
                    <a:pt x="7530" y="14970"/>
                    <a:pt x="7518" y="14947"/>
                  </a:cubicBezTo>
                  <a:close/>
                  <a:moveTo>
                    <a:pt x="7559" y="15060"/>
                  </a:moveTo>
                  <a:lnTo>
                    <a:pt x="7559" y="15060"/>
                  </a:lnTo>
                  <a:cubicBezTo>
                    <a:pt x="7565" y="15071"/>
                    <a:pt x="7571" y="15089"/>
                    <a:pt x="7571" y="15095"/>
                  </a:cubicBezTo>
                  <a:cubicBezTo>
                    <a:pt x="7565" y="15083"/>
                    <a:pt x="7565" y="15071"/>
                    <a:pt x="7559" y="15060"/>
                  </a:cubicBezTo>
                  <a:close/>
                  <a:moveTo>
                    <a:pt x="7660" y="15301"/>
                  </a:moveTo>
                  <a:cubicBezTo>
                    <a:pt x="7664" y="15308"/>
                    <a:pt x="7667" y="15314"/>
                    <a:pt x="7672" y="15321"/>
                  </a:cubicBezTo>
                  <a:cubicBezTo>
                    <a:pt x="7663" y="15312"/>
                    <a:pt x="7661" y="15306"/>
                    <a:pt x="7660" y="15301"/>
                  </a:cubicBezTo>
                  <a:close/>
                  <a:moveTo>
                    <a:pt x="7684" y="15362"/>
                  </a:moveTo>
                  <a:cubicBezTo>
                    <a:pt x="7702" y="15386"/>
                    <a:pt x="7708" y="15398"/>
                    <a:pt x="7708" y="15410"/>
                  </a:cubicBezTo>
                  <a:lnTo>
                    <a:pt x="7684" y="15362"/>
                  </a:lnTo>
                  <a:close/>
                  <a:moveTo>
                    <a:pt x="7744" y="15484"/>
                  </a:moveTo>
                  <a:lnTo>
                    <a:pt x="7744" y="15484"/>
                  </a:lnTo>
                  <a:cubicBezTo>
                    <a:pt x="7746" y="15489"/>
                    <a:pt x="7749" y="15495"/>
                    <a:pt x="7751" y="15499"/>
                  </a:cubicBezTo>
                  <a:lnTo>
                    <a:pt x="7751" y="15499"/>
                  </a:lnTo>
                  <a:cubicBezTo>
                    <a:pt x="7751" y="15499"/>
                    <a:pt x="7750" y="15499"/>
                    <a:pt x="7749" y="15499"/>
                  </a:cubicBezTo>
                  <a:cubicBezTo>
                    <a:pt x="7747" y="15494"/>
                    <a:pt x="7745" y="15488"/>
                    <a:pt x="7744" y="15484"/>
                  </a:cubicBezTo>
                  <a:close/>
                  <a:moveTo>
                    <a:pt x="7803" y="15588"/>
                  </a:moveTo>
                  <a:cubicBezTo>
                    <a:pt x="7805" y="15592"/>
                    <a:pt x="7807" y="15596"/>
                    <a:pt x="7809" y="15600"/>
                  </a:cubicBezTo>
                  <a:cubicBezTo>
                    <a:pt x="7803" y="15594"/>
                    <a:pt x="7803" y="15588"/>
                    <a:pt x="7803" y="15588"/>
                  </a:cubicBezTo>
                  <a:close/>
                  <a:moveTo>
                    <a:pt x="7863" y="15682"/>
                  </a:moveTo>
                  <a:cubicBezTo>
                    <a:pt x="7865" y="15685"/>
                    <a:pt x="7866" y="15687"/>
                    <a:pt x="7868" y="15689"/>
                  </a:cubicBezTo>
                  <a:cubicBezTo>
                    <a:pt x="7865" y="15686"/>
                    <a:pt x="7864" y="15684"/>
                    <a:pt x="7863" y="15682"/>
                  </a:cubicBezTo>
                  <a:close/>
                  <a:moveTo>
                    <a:pt x="7957" y="15825"/>
                  </a:moveTo>
                  <a:cubicBezTo>
                    <a:pt x="7958" y="15828"/>
                    <a:pt x="7960" y="15831"/>
                    <a:pt x="7962" y="15833"/>
                  </a:cubicBezTo>
                  <a:lnTo>
                    <a:pt x="7962" y="15833"/>
                  </a:lnTo>
                  <a:cubicBezTo>
                    <a:pt x="7959" y="15830"/>
                    <a:pt x="7957" y="15828"/>
                    <a:pt x="7957" y="15825"/>
                  </a:cubicBezTo>
                  <a:close/>
                  <a:moveTo>
                    <a:pt x="8034" y="15922"/>
                  </a:moveTo>
                  <a:lnTo>
                    <a:pt x="8034" y="15922"/>
                  </a:lnTo>
                  <a:cubicBezTo>
                    <a:pt x="8038" y="15925"/>
                    <a:pt x="8042" y="15928"/>
                    <a:pt x="8046" y="15932"/>
                  </a:cubicBezTo>
                  <a:cubicBezTo>
                    <a:pt x="8041" y="15927"/>
                    <a:pt x="8035" y="15926"/>
                    <a:pt x="8034" y="15922"/>
                  </a:cubicBezTo>
                  <a:close/>
                  <a:moveTo>
                    <a:pt x="8076" y="15980"/>
                  </a:moveTo>
                  <a:cubicBezTo>
                    <a:pt x="8084" y="15985"/>
                    <a:pt x="8089" y="15992"/>
                    <a:pt x="8094" y="15998"/>
                  </a:cubicBezTo>
                  <a:lnTo>
                    <a:pt x="8094" y="15998"/>
                  </a:lnTo>
                  <a:lnTo>
                    <a:pt x="8076" y="15980"/>
                  </a:lnTo>
                  <a:close/>
                  <a:moveTo>
                    <a:pt x="8102" y="16010"/>
                  </a:moveTo>
                  <a:cubicBezTo>
                    <a:pt x="8103" y="16012"/>
                    <a:pt x="8104" y="16013"/>
                    <a:pt x="8105" y="16014"/>
                  </a:cubicBezTo>
                  <a:lnTo>
                    <a:pt x="8105" y="16014"/>
                  </a:lnTo>
                  <a:cubicBezTo>
                    <a:pt x="8104" y="16014"/>
                    <a:pt x="8103" y="16012"/>
                    <a:pt x="8102" y="16010"/>
                  </a:cubicBezTo>
                  <a:close/>
                  <a:moveTo>
                    <a:pt x="8147" y="16051"/>
                  </a:moveTo>
                  <a:cubicBezTo>
                    <a:pt x="8159" y="16069"/>
                    <a:pt x="8165" y="16075"/>
                    <a:pt x="8165" y="16081"/>
                  </a:cubicBezTo>
                  <a:cubicBezTo>
                    <a:pt x="8159" y="16075"/>
                    <a:pt x="8153" y="16069"/>
                    <a:pt x="8147" y="16051"/>
                  </a:cubicBezTo>
                  <a:close/>
                  <a:moveTo>
                    <a:pt x="8284" y="16194"/>
                  </a:moveTo>
                  <a:lnTo>
                    <a:pt x="8325" y="16229"/>
                  </a:lnTo>
                  <a:lnTo>
                    <a:pt x="8302" y="16211"/>
                  </a:lnTo>
                  <a:cubicBezTo>
                    <a:pt x="8296" y="16200"/>
                    <a:pt x="8284" y="16200"/>
                    <a:pt x="8284" y="16194"/>
                  </a:cubicBezTo>
                  <a:close/>
                  <a:moveTo>
                    <a:pt x="8503" y="16378"/>
                  </a:moveTo>
                  <a:cubicBezTo>
                    <a:pt x="8512" y="16386"/>
                    <a:pt x="8517" y="16391"/>
                    <a:pt x="8525" y="16396"/>
                  </a:cubicBezTo>
                  <a:lnTo>
                    <a:pt x="8525" y="16396"/>
                  </a:lnTo>
                  <a:cubicBezTo>
                    <a:pt x="8524" y="16396"/>
                    <a:pt x="8523" y="16396"/>
                    <a:pt x="8521" y="16396"/>
                  </a:cubicBezTo>
                  <a:cubicBezTo>
                    <a:pt x="8515" y="16390"/>
                    <a:pt x="8509" y="16390"/>
                    <a:pt x="8503" y="16378"/>
                  </a:cubicBezTo>
                  <a:close/>
                  <a:moveTo>
                    <a:pt x="8592" y="16431"/>
                  </a:moveTo>
                  <a:cubicBezTo>
                    <a:pt x="8593" y="16433"/>
                    <a:pt x="8594" y="16434"/>
                    <a:pt x="8594" y="16436"/>
                  </a:cubicBezTo>
                  <a:lnTo>
                    <a:pt x="8594" y="16436"/>
                  </a:lnTo>
                  <a:cubicBezTo>
                    <a:pt x="8593" y="16434"/>
                    <a:pt x="8592" y="16433"/>
                    <a:pt x="8592" y="16431"/>
                  </a:cubicBezTo>
                  <a:close/>
                  <a:moveTo>
                    <a:pt x="6930" y="1"/>
                  </a:moveTo>
                  <a:cubicBezTo>
                    <a:pt x="6906" y="1"/>
                    <a:pt x="6882" y="7"/>
                    <a:pt x="6853" y="7"/>
                  </a:cubicBezTo>
                  <a:cubicBezTo>
                    <a:pt x="6841" y="7"/>
                    <a:pt x="6823" y="7"/>
                    <a:pt x="6811" y="13"/>
                  </a:cubicBezTo>
                  <a:cubicBezTo>
                    <a:pt x="6787" y="13"/>
                    <a:pt x="6758" y="19"/>
                    <a:pt x="6728" y="19"/>
                  </a:cubicBezTo>
                  <a:cubicBezTo>
                    <a:pt x="6710" y="19"/>
                    <a:pt x="6704" y="19"/>
                    <a:pt x="6692" y="31"/>
                  </a:cubicBezTo>
                  <a:lnTo>
                    <a:pt x="6669" y="31"/>
                  </a:lnTo>
                  <a:cubicBezTo>
                    <a:pt x="6639" y="36"/>
                    <a:pt x="6609" y="36"/>
                    <a:pt x="6580" y="42"/>
                  </a:cubicBezTo>
                  <a:lnTo>
                    <a:pt x="6556" y="42"/>
                  </a:lnTo>
                  <a:cubicBezTo>
                    <a:pt x="6520" y="48"/>
                    <a:pt x="6490" y="60"/>
                    <a:pt x="6455" y="66"/>
                  </a:cubicBezTo>
                  <a:lnTo>
                    <a:pt x="6437" y="66"/>
                  </a:lnTo>
                  <a:cubicBezTo>
                    <a:pt x="6407" y="72"/>
                    <a:pt x="6372" y="78"/>
                    <a:pt x="6342" y="90"/>
                  </a:cubicBezTo>
                  <a:cubicBezTo>
                    <a:pt x="6336" y="90"/>
                    <a:pt x="6336" y="90"/>
                    <a:pt x="6324" y="96"/>
                  </a:cubicBezTo>
                  <a:cubicBezTo>
                    <a:pt x="6289" y="102"/>
                    <a:pt x="6253" y="108"/>
                    <a:pt x="6223" y="126"/>
                  </a:cubicBezTo>
                  <a:cubicBezTo>
                    <a:pt x="6217" y="126"/>
                    <a:pt x="6205" y="126"/>
                    <a:pt x="6205" y="131"/>
                  </a:cubicBezTo>
                  <a:cubicBezTo>
                    <a:pt x="6176" y="137"/>
                    <a:pt x="6140" y="149"/>
                    <a:pt x="6110" y="161"/>
                  </a:cubicBezTo>
                  <a:cubicBezTo>
                    <a:pt x="6104" y="161"/>
                    <a:pt x="6104" y="161"/>
                    <a:pt x="6099" y="167"/>
                  </a:cubicBezTo>
                  <a:cubicBezTo>
                    <a:pt x="6057" y="179"/>
                    <a:pt x="6021" y="191"/>
                    <a:pt x="5986" y="209"/>
                  </a:cubicBezTo>
                  <a:cubicBezTo>
                    <a:pt x="5980" y="209"/>
                    <a:pt x="5968" y="215"/>
                    <a:pt x="5962" y="215"/>
                  </a:cubicBezTo>
                  <a:cubicBezTo>
                    <a:pt x="5932" y="221"/>
                    <a:pt x="5897" y="238"/>
                    <a:pt x="5867" y="250"/>
                  </a:cubicBezTo>
                  <a:cubicBezTo>
                    <a:pt x="5861" y="250"/>
                    <a:pt x="5861" y="250"/>
                    <a:pt x="5849" y="256"/>
                  </a:cubicBezTo>
                  <a:lnTo>
                    <a:pt x="5742" y="304"/>
                  </a:lnTo>
                  <a:cubicBezTo>
                    <a:pt x="5730" y="304"/>
                    <a:pt x="5724" y="310"/>
                    <a:pt x="5719" y="310"/>
                  </a:cubicBezTo>
                  <a:cubicBezTo>
                    <a:pt x="5683" y="327"/>
                    <a:pt x="5653" y="339"/>
                    <a:pt x="5612" y="357"/>
                  </a:cubicBezTo>
                  <a:cubicBezTo>
                    <a:pt x="5606" y="357"/>
                    <a:pt x="5606" y="357"/>
                    <a:pt x="5600" y="363"/>
                  </a:cubicBezTo>
                  <a:lnTo>
                    <a:pt x="5487" y="405"/>
                  </a:lnTo>
                  <a:cubicBezTo>
                    <a:pt x="5481" y="417"/>
                    <a:pt x="5475" y="417"/>
                    <a:pt x="5463" y="422"/>
                  </a:cubicBezTo>
                  <a:cubicBezTo>
                    <a:pt x="5451" y="428"/>
                    <a:pt x="5445" y="428"/>
                    <a:pt x="5428" y="434"/>
                  </a:cubicBezTo>
                  <a:lnTo>
                    <a:pt x="5386" y="458"/>
                  </a:lnTo>
                  <a:lnTo>
                    <a:pt x="5338" y="482"/>
                  </a:lnTo>
                  <a:cubicBezTo>
                    <a:pt x="5309" y="494"/>
                    <a:pt x="5285" y="512"/>
                    <a:pt x="5255" y="517"/>
                  </a:cubicBezTo>
                  <a:lnTo>
                    <a:pt x="5214" y="541"/>
                  </a:lnTo>
                  <a:lnTo>
                    <a:pt x="5125" y="583"/>
                  </a:lnTo>
                  <a:cubicBezTo>
                    <a:pt x="5107" y="595"/>
                    <a:pt x="5101" y="601"/>
                    <a:pt x="5089" y="601"/>
                  </a:cubicBezTo>
                  <a:cubicBezTo>
                    <a:pt x="5048" y="624"/>
                    <a:pt x="5006" y="642"/>
                    <a:pt x="4958" y="666"/>
                  </a:cubicBezTo>
                  <a:cubicBezTo>
                    <a:pt x="4923" y="690"/>
                    <a:pt x="4881" y="713"/>
                    <a:pt x="4840" y="731"/>
                  </a:cubicBezTo>
                  <a:cubicBezTo>
                    <a:pt x="4834" y="743"/>
                    <a:pt x="4822" y="749"/>
                    <a:pt x="4810" y="755"/>
                  </a:cubicBezTo>
                  <a:cubicBezTo>
                    <a:pt x="4780" y="773"/>
                    <a:pt x="4751" y="791"/>
                    <a:pt x="4721" y="808"/>
                  </a:cubicBezTo>
                  <a:cubicBezTo>
                    <a:pt x="4709" y="814"/>
                    <a:pt x="4703" y="820"/>
                    <a:pt x="4685" y="832"/>
                  </a:cubicBezTo>
                  <a:cubicBezTo>
                    <a:pt x="4656" y="844"/>
                    <a:pt x="4632" y="868"/>
                    <a:pt x="4602" y="880"/>
                  </a:cubicBezTo>
                  <a:cubicBezTo>
                    <a:pt x="4590" y="892"/>
                    <a:pt x="4572" y="897"/>
                    <a:pt x="4567" y="903"/>
                  </a:cubicBezTo>
                  <a:cubicBezTo>
                    <a:pt x="4537" y="921"/>
                    <a:pt x="4513" y="939"/>
                    <a:pt x="4483" y="957"/>
                  </a:cubicBezTo>
                  <a:cubicBezTo>
                    <a:pt x="4472" y="963"/>
                    <a:pt x="4466" y="969"/>
                    <a:pt x="4448" y="981"/>
                  </a:cubicBezTo>
                  <a:lnTo>
                    <a:pt x="4359" y="1046"/>
                  </a:lnTo>
                  <a:cubicBezTo>
                    <a:pt x="4353" y="1052"/>
                    <a:pt x="4347" y="1058"/>
                    <a:pt x="4335" y="1058"/>
                  </a:cubicBezTo>
                  <a:cubicBezTo>
                    <a:pt x="4264" y="1111"/>
                    <a:pt x="4187" y="1165"/>
                    <a:pt x="4115" y="1224"/>
                  </a:cubicBezTo>
                  <a:lnTo>
                    <a:pt x="4109" y="1230"/>
                  </a:lnTo>
                  <a:cubicBezTo>
                    <a:pt x="4062" y="1266"/>
                    <a:pt x="4008" y="1307"/>
                    <a:pt x="3967" y="1343"/>
                  </a:cubicBezTo>
                  <a:cubicBezTo>
                    <a:pt x="3949" y="1349"/>
                    <a:pt x="3937" y="1367"/>
                    <a:pt x="3919" y="1378"/>
                  </a:cubicBezTo>
                  <a:cubicBezTo>
                    <a:pt x="3884" y="1408"/>
                    <a:pt x="3854" y="1438"/>
                    <a:pt x="3818" y="1468"/>
                  </a:cubicBezTo>
                  <a:cubicBezTo>
                    <a:pt x="3801" y="1485"/>
                    <a:pt x="3789" y="1497"/>
                    <a:pt x="3765" y="1515"/>
                  </a:cubicBezTo>
                  <a:cubicBezTo>
                    <a:pt x="3729" y="1545"/>
                    <a:pt x="3700" y="1574"/>
                    <a:pt x="3664" y="1604"/>
                  </a:cubicBezTo>
                  <a:lnTo>
                    <a:pt x="3622" y="1640"/>
                  </a:lnTo>
                  <a:cubicBezTo>
                    <a:pt x="3581" y="1675"/>
                    <a:pt x="3533" y="1723"/>
                    <a:pt x="3492" y="1764"/>
                  </a:cubicBezTo>
                  <a:lnTo>
                    <a:pt x="3456" y="1800"/>
                  </a:lnTo>
                  <a:cubicBezTo>
                    <a:pt x="3415" y="1830"/>
                    <a:pt x="3385" y="1871"/>
                    <a:pt x="3349" y="1901"/>
                  </a:cubicBezTo>
                  <a:lnTo>
                    <a:pt x="3308" y="1943"/>
                  </a:lnTo>
                  <a:cubicBezTo>
                    <a:pt x="3266" y="1972"/>
                    <a:pt x="3236" y="2008"/>
                    <a:pt x="3201" y="2038"/>
                  </a:cubicBezTo>
                  <a:lnTo>
                    <a:pt x="3165" y="2079"/>
                  </a:lnTo>
                  <a:lnTo>
                    <a:pt x="3029" y="2210"/>
                  </a:lnTo>
                  <a:lnTo>
                    <a:pt x="2993" y="2245"/>
                  </a:lnTo>
                  <a:cubicBezTo>
                    <a:pt x="2963" y="2287"/>
                    <a:pt x="2928" y="2317"/>
                    <a:pt x="2898" y="2352"/>
                  </a:cubicBezTo>
                  <a:lnTo>
                    <a:pt x="2850" y="2394"/>
                  </a:lnTo>
                  <a:cubicBezTo>
                    <a:pt x="2821" y="2435"/>
                    <a:pt x="2785" y="2471"/>
                    <a:pt x="2755" y="2507"/>
                  </a:cubicBezTo>
                  <a:lnTo>
                    <a:pt x="2720" y="2542"/>
                  </a:lnTo>
                  <a:cubicBezTo>
                    <a:pt x="2672" y="2590"/>
                    <a:pt x="2637" y="2643"/>
                    <a:pt x="2595" y="2691"/>
                  </a:cubicBezTo>
                  <a:cubicBezTo>
                    <a:pt x="2583" y="2709"/>
                    <a:pt x="2571" y="2714"/>
                    <a:pt x="2565" y="2732"/>
                  </a:cubicBezTo>
                  <a:cubicBezTo>
                    <a:pt x="2536" y="2768"/>
                    <a:pt x="2506" y="2804"/>
                    <a:pt x="2465" y="2839"/>
                  </a:cubicBezTo>
                  <a:cubicBezTo>
                    <a:pt x="2453" y="2857"/>
                    <a:pt x="2435" y="2869"/>
                    <a:pt x="2429" y="2893"/>
                  </a:cubicBezTo>
                  <a:cubicBezTo>
                    <a:pt x="2399" y="2928"/>
                    <a:pt x="2370" y="2970"/>
                    <a:pt x="2340" y="3011"/>
                  </a:cubicBezTo>
                  <a:cubicBezTo>
                    <a:pt x="2334" y="3029"/>
                    <a:pt x="2316" y="3035"/>
                    <a:pt x="2310" y="3047"/>
                  </a:cubicBezTo>
                  <a:cubicBezTo>
                    <a:pt x="2275" y="3100"/>
                    <a:pt x="2227" y="3154"/>
                    <a:pt x="2191" y="3207"/>
                  </a:cubicBezTo>
                  <a:cubicBezTo>
                    <a:pt x="2185" y="3219"/>
                    <a:pt x="2168" y="3225"/>
                    <a:pt x="2162" y="3243"/>
                  </a:cubicBezTo>
                  <a:cubicBezTo>
                    <a:pt x="2132" y="3285"/>
                    <a:pt x="2102" y="3326"/>
                    <a:pt x="2073" y="3368"/>
                  </a:cubicBezTo>
                  <a:cubicBezTo>
                    <a:pt x="2061" y="3385"/>
                    <a:pt x="2049" y="3403"/>
                    <a:pt x="2037" y="3421"/>
                  </a:cubicBezTo>
                  <a:cubicBezTo>
                    <a:pt x="2007" y="3463"/>
                    <a:pt x="1978" y="3504"/>
                    <a:pt x="1948" y="3546"/>
                  </a:cubicBezTo>
                  <a:cubicBezTo>
                    <a:pt x="1942" y="3564"/>
                    <a:pt x="1930" y="3576"/>
                    <a:pt x="1918" y="3581"/>
                  </a:cubicBezTo>
                  <a:cubicBezTo>
                    <a:pt x="1883" y="3635"/>
                    <a:pt x="1841" y="3694"/>
                    <a:pt x="1805" y="3748"/>
                  </a:cubicBezTo>
                  <a:cubicBezTo>
                    <a:pt x="1799" y="3760"/>
                    <a:pt x="1794" y="3771"/>
                    <a:pt x="1782" y="3783"/>
                  </a:cubicBezTo>
                  <a:cubicBezTo>
                    <a:pt x="1752" y="3831"/>
                    <a:pt x="1722" y="3872"/>
                    <a:pt x="1704" y="3920"/>
                  </a:cubicBezTo>
                  <a:cubicBezTo>
                    <a:pt x="1693" y="3932"/>
                    <a:pt x="1681" y="3956"/>
                    <a:pt x="1675" y="3967"/>
                  </a:cubicBezTo>
                  <a:cubicBezTo>
                    <a:pt x="1645" y="4015"/>
                    <a:pt x="1621" y="4056"/>
                    <a:pt x="1592" y="4104"/>
                  </a:cubicBezTo>
                  <a:cubicBezTo>
                    <a:pt x="1586" y="4116"/>
                    <a:pt x="1574" y="4134"/>
                    <a:pt x="1568" y="4140"/>
                  </a:cubicBezTo>
                  <a:cubicBezTo>
                    <a:pt x="1532" y="4199"/>
                    <a:pt x="1503" y="4252"/>
                    <a:pt x="1467" y="4312"/>
                  </a:cubicBezTo>
                  <a:cubicBezTo>
                    <a:pt x="1455" y="4324"/>
                    <a:pt x="1449" y="4336"/>
                    <a:pt x="1443" y="4347"/>
                  </a:cubicBezTo>
                  <a:cubicBezTo>
                    <a:pt x="1414" y="4395"/>
                    <a:pt x="1390" y="4437"/>
                    <a:pt x="1360" y="4490"/>
                  </a:cubicBezTo>
                  <a:cubicBezTo>
                    <a:pt x="1354" y="4502"/>
                    <a:pt x="1336" y="4526"/>
                    <a:pt x="1330" y="4543"/>
                  </a:cubicBezTo>
                  <a:cubicBezTo>
                    <a:pt x="1307" y="4585"/>
                    <a:pt x="1277" y="4632"/>
                    <a:pt x="1259" y="4674"/>
                  </a:cubicBezTo>
                  <a:cubicBezTo>
                    <a:pt x="1247" y="4692"/>
                    <a:pt x="1241" y="4704"/>
                    <a:pt x="1235" y="4710"/>
                  </a:cubicBezTo>
                  <a:lnTo>
                    <a:pt x="1146" y="4888"/>
                  </a:lnTo>
                  <a:cubicBezTo>
                    <a:pt x="1140" y="4906"/>
                    <a:pt x="1128" y="4912"/>
                    <a:pt x="1128" y="4929"/>
                  </a:cubicBezTo>
                  <a:cubicBezTo>
                    <a:pt x="1111" y="4971"/>
                    <a:pt x="1081" y="5024"/>
                    <a:pt x="1057" y="5066"/>
                  </a:cubicBezTo>
                  <a:cubicBezTo>
                    <a:pt x="1051" y="5084"/>
                    <a:pt x="1039" y="5107"/>
                    <a:pt x="1028" y="5119"/>
                  </a:cubicBezTo>
                  <a:cubicBezTo>
                    <a:pt x="1004" y="5167"/>
                    <a:pt x="980" y="5214"/>
                    <a:pt x="962" y="5262"/>
                  </a:cubicBezTo>
                  <a:lnTo>
                    <a:pt x="938" y="5303"/>
                  </a:lnTo>
                  <a:cubicBezTo>
                    <a:pt x="909" y="5363"/>
                    <a:pt x="885" y="5422"/>
                    <a:pt x="855" y="5482"/>
                  </a:cubicBezTo>
                  <a:cubicBezTo>
                    <a:pt x="849" y="5499"/>
                    <a:pt x="849" y="5505"/>
                    <a:pt x="843" y="5523"/>
                  </a:cubicBezTo>
                  <a:cubicBezTo>
                    <a:pt x="820" y="5571"/>
                    <a:pt x="796" y="5618"/>
                    <a:pt x="772" y="5672"/>
                  </a:cubicBezTo>
                  <a:cubicBezTo>
                    <a:pt x="766" y="5683"/>
                    <a:pt x="760" y="5707"/>
                    <a:pt x="754" y="5719"/>
                  </a:cubicBezTo>
                  <a:cubicBezTo>
                    <a:pt x="731" y="5767"/>
                    <a:pt x="713" y="5820"/>
                    <a:pt x="695" y="5862"/>
                  </a:cubicBezTo>
                  <a:cubicBezTo>
                    <a:pt x="683" y="5879"/>
                    <a:pt x="677" y="5891"/>
                    <a:pt x="677" y="5909"/>
                  </a:cubicBezTo>
                  <a:cubicBezTo>
                    <a:pt x="653" y="5968"/>
                    <a:pt x="636" y="6028"/>
                    <a:pt x="606" y="6093"/>
                  </a:cubicBezTo>
                  <a:cubicBezTo>
                    <a:pt x="594" y="6099"/>
                    <a:pt x="594" y="6117"/>
                    <a:pt x="588" y="6123"/>
                  </a:cubicBezTo>
                  <a:cubicBezTo>
                    <a:pt x="564" y="6176"/>
                    <a:pt x="553" y="6224"/>
                    <a:pt x="535" y="6271"/>
                  </a:cubicBezTo>
                  <a:cubicBezTo>
                    <a:pt x="529" y="6283"/>
                    <a:pt x="523" y="6307"/>
                    <a:pt x="517" y="6325"/>
                  </a:cubicBezTo>
                  <a:cubicBezTo>
                    <a:pt x="499" y="6366"/>
                    <a:pt x="481" y="6420"/>
                    <a:pt x="463" y="6461"/>
                  </a:cubicBezTo>
                  <a:cubicBezTo>
                    <a:pt x="458" y="6479"/>
                    <a:pt x="458" y="6491"/>
                    <a:pt x="446" y="6509"/>
                  </a:cubicBezTo>
                  <a:cubicBezTo>
                    <a:pt x="428" y="6568"/>
                    <a:pt x="410" y="6634"/>
                    <a:pt x="386" y="6693"/>
                  </a:cubicBezTo>
                  <a:cubicBezTo>
                    <a:pt x="386" y="6699"/>
                    <a:pt x="380" y="6717"/>
                    <a:pt x="380" y="6723"/>
                  </a:cubicBezTo>
                  <a:lnTo>
                    <a:pt x="339" y="6877"/>
                  </a:lnTo>
                  <a:cubicBezTo>
                    <a:pt x="339" y="6889"/>
                    <a:pt x="327" y="6895"/>
                    <a:pt x="327" y="6901"/>
                  </a:cubicBezTo>
                  <a:cubicBezTo>
                    <a:pt x="327" y="6907"/>
                    <a:pt x="321" y="6925"/>
                    <a:pt x="321" y="6930"/>
                  </a:cubicBezTo>
                  <a:cubicBezTo>
                    <a:pt x="309" y="6978"/>
                    <a:pt x="291" y="7025"/>
                    <a:pt x="285" y="7073"/>
                  </a:cubicBezTo>
                  <a:cubicBezTo>
                    <a:pt x="279" y="7085"/>
                    <a:pt x="279" y="7103"/>
                    <a:pt x="267" y="7115"/>
                  </a:cubicBezTo>
                  <a:cubicBezTo>
                    <a:pt x="256" y="7174"/>
                    <a:pt x="238" y="7233"/>
                    <a:pt x="226" y="7305"/>
                  </a:cubicBezTo>
                  <a:cubicBezTo>
                    <a:pt x="226" y="7310"/>
                    <a:pt x="220" y="7322"/>
                    <a:pt x="220" y="7334"/>
                  </a:cubicBezTo>
                  <a:cubicBezTo>
                    <a:pt x="202" y="7382"/>
                    <a:pt x="196" y="7435"/>
                    <a:pt x="178" y="7483"/>
                  </a:cubicBezTo>
                  <a:cubicBezTo>
                    <a:pt x="172" y="7500"/>
                    <a:pt x="172" y="7518"/>
                    <a:pt x="167" y="7542"/>
                  </a:cubicBezTo>
                  <a:cubicBezTo>
                    <a:pt x="161" y="7584"/>
                    <a:pt x="143" y="7631"/>
                    <a:pt x="137" y="7679"/>
                  </a:cubicBezTo>
                  <a:cubicBezTo>
                    <a:pt x="137" y="7696"/>
                    <a:pt x="131" y="7708"/>
                    <a:pt x="131" y="7726"/>
                  </a:cubicBezTo>
                  <a:cubicBezTo>
                    <a:pt x="113" y="7786"/>
                    <a:pt x="107" y="7845"/>
                    <a:pt x="101" y="7904"/>
                  </a:cubicBezTo>
                  <a:cubicBezTo>
                    <a:pt x="101" y="7910"/>
                    <a:pt x="101" y="7928"/>
                    <a:pt x="89" y="7934"/>
                  </a:cubicBezTo>
                  <a:cubicBezTo>
                    <a:pt x="83" y="7987"/>
                    <a:pt x="77" y="8029"/>
                    <a:pt x="72" y="8082"/>
                  </a:cubicBezTo>
                  <a:cubicBezTo>
                    <a:pt x="72" y="8106"/>
                    <a:pt x="60" y="8118"/>
                    <a:pt x="60" y="8136"/>
                  </a:cubicBezTo>
                  <a:cubicBezTo>
                    <a:pt x="54" y="8177"/>
                    <a:pt x="48" y="8225"/>
                    <a:pt x="48" y="8266"/>
                  </a:cubicBezTo>
                  <a:cubicBezTo>
                    <a:pt x="48" y="8284"/>
                    <a:pt x="42" y="8296"/>
                    <a:pt x="42" y="8314"/>
                  </a:cubicBezTo>
                  <a:cubicBezTo>
                    <a:pt x="30" y="8373"/>
                    <a:pt x="24" y="8433"/>
                    <a:pt x="24" y="8492"/>
                  </a:cubicBezTo>
                  <a:lnTo>
                    <a:pt x="24" y="8498"/>
                  </a:lnTo>
                  <a:cubicBezTo>
                    <a:pt x="24" y="8522"/>
                    <a:pt x="18" y="8551"/>
                    <a:pt x="18" y="8569"/>
                  </a:cubicBezTo>
                  <a:cubicBezTo>
                    <a:pt x="18" y="8593"/>
                    <a:pt x="18" y="8617"/>
                    <a:pt x="12" y="8641"/>
                  </a:cubicBezTo>
                  <a:cubicBezTo>
                    <a:pt x="12" y="8670"/>
                    <a:pt x="12" y="8700"/>
                    <a:pt x="0" y="8730"/>
                  </a:cubicBezTo>
                  <a:lnTo>
                    <a:pt x="0" y="8789"/>
                  </a:lnTo>
                  <a:lnTo>
                    <a:pt x="0" y="8884"/>
                  </a:lnTo>
                  <a:lnTo>
                    <a:pt x="0" y="8926"/>
                  </a:lnTo>
                  <a:lnTo>
                    <a:pt x="0" y="9068"/>
                  </a:lnTo>
                  <a:lnTo>
                    <a:pt x="0" y="9205"/>
                  </a:lnTo>
                  <a:lnTo>
                    <a:pt x="0" y="9246"/>
                  </a:lnTo>
                  <a:lnTo>
                    <a:pt x="0" y="9335"/>
                  </a:lnTo>
                  <a:lnTo>
                    <a:pt x="0" y="9383"/>
                  </a:lnTo>
                  <a:cubicBezTo>
                    <a:pt x="0" y="9412"/>
                    <a:pt x="0" y="9442"/>
                    <a:pt x="12" y="9460"/>
                  </a:cubicBezTo>
                  <a:lnTo>
                    <a:pt x="12" y="9508"/>
                  </a:lnTo>
                  <a:cubicBezTo>
                    <a:pt x="12" y="9537"/>
                    <a:pt x="18" y="9567"/>
                    <a:pt x="18" y="9603"/>
                  </a:cubicBezTo>
                  <a:lnTo>
                    <a:pt x="18" y="9632"/>
                  </a:lnTo>
                  <a:cubicBezTo>
                    <a:pt x="18" y="9680"/>
                    <a:pt x="24" y="9715"/>
                    <a:pt x="30" y="9757"/>
                  </a:cubicBezTo>
                  <a:lnTo>
                    <a:pt x="30" y="9781"/>
                  </a:lnTo>
                  <a:cubicBezTo>
                    <a:pt x="42" y="9810"/>
                    <a:pt x="42" y="9846"/>
                    <a:pt x="48" y="9876"/>
                  </a:cubicBezTo>
                  <a:cubicBezTo>
                    <a:pt x="48" y="9893"/>
                    <a:pt x="48" y="9899"/>
                    <a:pt x="54" y="9917"/>
                  </a:cubicBezTo>
                  <a:cubicBezTo>
                    <a:pt x="54" y="9929"/>
                    <a:pt x="60" y="9947"/>
                    <a:pt x="60" y="9959"/>
                  </a:cubicBezTo>
                  <a:cubicBezTo>
                    <a:pt x="60" y="9977"/>
                    <a:pt x="72" y="9983"/>
                    <a:pt x="72" y="9994"/>
                  </a:cubicBezTo>
                  <a:cubicBezTo>
                    <a:pt x="72" y="10012"/>
                    <a:pt x="77" y="10018"/>
                    <a:pt x="77" y="10036"/>
                  </a:cubicBezTo>
                  <a:cubicBezTo>
                    <a:pt x="83" y="10066"/>
                    <a:pt x="83" y="10095"/>
                    <a:pt x="89" y="10125"/>
                  </a:cubicBezTo>
                  <a:cubicBezTo>
                    <a:pt x="89" y="10131"/>
                    <a:pt x="89" y="10137"/>
                    <a:pt x="101" y="10155"/>
                  </a:cubicBezTo>
                  <a:lnTo>
                    <a:pt x="119" y="10262"/>
                  </a:lnTo>
                  <a:lnTo>
                    <a:pt x="119" y="10279"/>
                  </a:lnTo>
                  <a:cubicBezTo>
                    <a:pt x="131" y="10309"/>
                    <a:pt x="137" y="10345"/>
                    <a:pt x="143" y="10374"/>
                  </a:cubicBezTo>
                  <a:cubicBezTo>
                    <a:pt x="143" y="10380"/>
                    <a:pt x="149" y="10398"/>
                    <a:pt x="149" y="10404"/>
                  </a:cubicBezTo>
                  <a:cubicBezTo>
                    <a:pt x="161" y="10428"/>
                    <a:pt x="167" y="10458"/>
                    <a:pt x="172" y="10481"/>
                  </a:cubicBezTo>
                  <a:cubicBezTo>
                    <a:pt x="172" y="10493"/>
                    <a:pt x="178" y="10499"/>
                    <a:pt x="178" y="10517"/>
                  </a:cubicBezTo>
                  <a:cubicBezTo>
                    <a:pt x="184" y="10547"/>
                    <a:pt x="196" y="10570"/>
                    <a:pt x="202" y="10600"/>
                  </a:cubicBezTo>
                  <a:cubicBezTo>
                    <a:pt x="202" y="10606"/>
                    <a:pt x="208" y="10612"/>
                    <a:pt x="208" y="10618"/>
                  </a:cubicBezTo>
                  <a:cubicBezTo>
                    <a:pt x="214" y="10659"/>
                    <a:pt x="232" y="10689"/>
                    <a:pt x="238" y="10725"/>
                  </a:cubicBezTo>
                  <a:cubicBezTo>
                    <a:pt x="238" y="10731"/>
                    <a:pt x="244" y="10737"/>
                    <a:pt x="244" y="10737"/>
                  </a:cubicBezTo>
                  <a:cubicBezTo>
                    <a:pt x="256" y="10766"/>
                    <a:pt x="267" y="10790"/>
                    <a:pt x="279" y="10820"/>
                  </a:cubicBezTo>
                  <a:cubicBezTo>
                    <a:pt x="285" y="10826"/>
                    <a:pt x="285" y="10844"/>
                    <a:pt x="291" y="10849"/>
                  </a:cubicBezTo>
                  <a:cubicBezTo>
                    <a:pt x="297" y="10873"/>
                    <a:pt x="309" y="10897"/>
                    <a:pt x="321" y="10915"/>
                  </a:cubicBezTo>
                  <a:cubicBezTo>
                    <a:pt x="327" y="10927"/>
                    <a:pt x="327" y="10939"/>
                    <a:pt x="339" y="10944"/>
                  </a:cubicBezTo>
                  <a:cubicBezTo>
                    <a:pt x="345" y="10968"/>
                    <a:pt x="357" y="10998"/>
                    <a:pt x="368" y="11022"/>
                  </a:cubicBezTo>
                  <a:cubicBezTo>
                    <a:pt x="368" y="11028"/>
                    <a:pt x="374" y="11034"/>
                    <a:pt x="374" y="11045"/>
                  </a:cubicBezTo>
                  <a:lnTo>
                    <a:pt x="416" y="11135"/>
                  </a:lnTo>
                  <a:cubicBezTo>
                    <a:pt x="416" y="11140"/>
                    <a:pt x="428" y="11146"/>
                    <a:pt x="428" y="11152"/>
                  </a:cubicBezTo>
                  <a:cubicBezTo>
                    <a:pt x="440" y="11176"/>
                    <a:pt x="446" y="11200"/>
                    <a:pt x="463" y="11224"/>
                  </a:cubicBezTo>
                  <a:cubicBezTo>
                    <a:pt x="469" y="11230"/>
                    <a:pt x="469" y="11235"/>
                    <a:pt x="475" y="11253"/>
                  </a:cubicBezTo>
                  <a:cubicBezTo>
                    <a:pt x="481" y="11271"/>
                    <a:pt x="499" y="11289"/>
                    <a:pt x="517" y="11313"/>
                  </a:cubicBezTo>
                  <a:cubicBezTo>
                    <a:pt x="523" y="11319"/>
                    <a:pt x="523" y="11325"/>
                    <a:pt x="529" y="11342"/>
                  </a:cubicBezTo>
                  <a:lnTo>
                    <a:pt x="576" y="11408"/>
                  </a:lnTo>
                  <a:cubicBezTo>
                    <a:pt x="576" y="11414"/>
                    <a:pt x="582" y="11414"/>
                    <a:pt x="582" y="11420"/>
                  </a:cubicBezTo>
                  <a:cubicBezTo>
                    <a:pt x="594" y="11449"/>
                    <a:pt x="618" y="11473"/>
                    <a:pt x="630" y="11503"/>
                  </a:cubicBezTo>
                  <a:cubicBezTo>
                    <a:pt x="642" y="11509"/>
                    <a:pt x="642" y="11520"/>
                    <a:pt x="648" y="11526"/>
                  </a:cubicBezTo>
                  <a:cubicBezTo>
                    <a:pt x="665" y="11550"/>
                    <a:pt x="677" y="11562"/>
                    <a:pt x="689" y="11586"/>
                  </a:cubicBezTo>
                  <a:cubicBezTo>
                    <a:pt x="701" y="11592"/>
                    <a:pt x="707" y="11598"/>
                    <a:pt x="707" y="11610"/>
                  </a:cubicBezTo>
                  <a:cubicBezTo>
                    <a:pt x="725" y="11621"/>
                    <a:pt x="737" y="11645"/>
                    <a:pt x="743" y="11657"/>
                  </a:cubicBezTo>
                  <a:cubicBezTo>
                    <a:pt x="748" y="11669"/>
                    <a:pt x="760" y="11675"/>
                    <a:pt x="760" y="11681"/>
                  </a:cubicBezTo>
                  <a:cubicBezTo>
                    <a:pt x="772" y="11705"/>
                    <a:pt x="796" y="11716"/>
                    <a:pt x="814" y="11740"/>
                  </a:cubicBezTo>
                  <a:lnTo>
                    <a:pt x="820" y="11746"/>
                  </a:lnTo>
                  <a:cubicBezTo>
                    <a:pt x="838" y="11770"/>
                    <a:pt x="855" y="11794"/>
                    <a:pt x="879" y="11817"/>
                  </a:cubicBezTo>
                  <a:lnTo>
                    <a:pt x="891" y="11829"/>
                  </a:lnTo>
                  <a:lnTo>
                    <a:pt x="938" y="11877"/>
                  </a:lnTo>
                  <a:lnTo>
                    <a:pt x="956" y="11895"/>
                  </a:lnTo>
                  <a:lnTo>
                    <a:pt x="1004" y="11942"/>
                  </a:lnTo>
                  <a:lnTo>
                    <a:pt x="1028" y="11966"/>
                  </a:lnTo>
                  <a:cubicBezTo>
                    <a:pt x="1045" y="11978"/>
                    <a:pt x="1063" y="12001"/>
                    <a:pt x="1087" y="12013"/>
                  </a:cubicBezTo>
                  <a:lnTo>
                    <a:pt x="1093" y="12025"/>
                  </a:lnTo>
                  <a:cubicBezTo>
                    <a:pt x="1117" y="12043"/>
                    <a:pt x="1134" y="12061"/>
                    <a:pt x="1158" y="12073"/>
                  </a:cubicBezTo>
                  <a:cubicBezTo>
                    <a:pt x="1164" y="12085"/>
                    <a:pt x="1176" y="12085"/>
                    <a:pt x="1182" y="12091"/>
                  </a:cubicBezTo>
                  <a:cubicBezTo>
                    <a:pt x="1194" y="12102"/>
                    <a:pt x="1218" y="12114"/>
                    <a:pt x="1235" y="12126"/>
                  </a:cubicBezTo>
                  <a:cubicBezTo>
                    <a:pt x="1241" y="12132"/>
                    <a:pt x="1247" y="12144"/>
                    <a:pt x="1253" y="12144"/>
                  </a:cubicBezTo>
                  <a:cubicBezTo>
                    <a:pt x="1271" y="12156"/>
                    <a:pt x="1295" y="12162"/>
                    <a:pt x="1307" y="12180"/>
                  </a:cubicBezTo>
                  <a:cubicBezTo>
                    <a:pt x="1313" y="12186"/>
                    <a:pt x="1324" y="12186"/>
                    <a:pt x="1330" y="12191"/>
                  </a:cubicBezTo>
                  <a:cubicBezTo>
                    <a:pt x="1354" y="12209"/>
                    <a:pt x="1384" y="12221"/>
                    <a:pt x="1402" y="12239"/>
                  </a:cubicBezTo>
                  <a:lnTo>
                    <a:pt x="8676" y="16526"/>
                  </a:lnTo>
                  <a:cubicBezTo>
                    <a:pt x="8664" y="16520"/>
                    <a:pt x="8658" y="16514"/>
                    <a:pt x="8640" y="16508"/>
                  </a:cubicBezTo>
                  <a:lnTo>
                    <a:pt x="8640" y="16508"/>
                  </a:lnTo>
                  <a:cubicBezTo>
                    <a:pt x="9025" y="16745"/>
                    <a:pt x="9477" y="16868"/>
                    <a:pt x="9979" y="16868"/>
                  </a:cubicBezTo>
                  <a:cubicBezTo>
                    <a:pt x="10636" y="16868"/>
                    <a:pt x="11379" y="16656"/>
                    <a:pt x="12167" y="16211"/>
                  </a:cubicBezTo>
                  <a:cubicBezTo>
                    <a:pt x="14881" y="14668"/>
                    <a:pt x="17102" y="10897"/>
                    <a:pt x="17119" y="7786"/>
                  </a:cubicBezTo>
                  <a:cubicBezTo>
                    <a:pt x="17149" y="6221"/>
                    <a:pt x="16611" y="5130"/>
                    <a:pt x="15729" y="4612"/>
                  </a:cubicBezTo>
                  <a:lnTo>
                    <a:pt x="15729" y="4612"/>
                  </a:lnTo>
                  <a:cubicBezTo>
                    <a:pt x="15730" y="4613"/>
                    <a:pt x="15730" y="4614"/>
                    <a:pt x="15730" y="4615"/>
                  </a:cubicBezTo>
                  <a:lnTo>
                    <a:pt x="15659" y="4573"/>
                  </a:lnTo>
                  <a:lnTo>
                    <a:pt x="15659" y="4573"/>
                  </a:lnTo>
                  <a:cubicBezTo>
                    <a:pt x="15661" y="4573"/>
                    <a:pt x="15663" y="4573"/>
                    <a:pt x="15665" y="4573"/>
                  </a:cubicBezTo>
                  <a:cubicBezTo>
                    <a:pt x="15662" y="4573"/>
                    <a:pt x="15660" y="4573"/>
                    <a:pt x="15658" y="4573"/>
                  </a:cubicBezTo>
                  <a:lnTo>
                    <a:pt x="15658" y="4573"/>
                  </a:lnTo>
                  <a:lnTo>
                    <a:pt x="15647" y="4566"/>
                  </a:lnTo>
                  <a:lnTo>
                    <a:pt x="15647" y="4566"/>
                  </a:lnTo>
                  <a:cubicBezTo>
                    <a:pt x="15645" y="4563"/>
                    <a:pt x="15643" y="4561"/>
                    <a:pt x="15641" y="4561"/>
                  </a:cubicBezTo>
                  <a:lnTo>
                    <a:pt x="15641" y="4561"/>
                  </a:lnTo>
                  <a:cubicBezTo>
                    <a:pt x="15641" y="4562"/>
                    <a:pt x="15641" y="4562"/>
                    <a:pt x="15642" y="4563"/>
                  </a:cubicBezTo>
                  <a:lnTo>
                    <a:pt x="15642" y="4563"/>
                  </a:lnTo>
                  <a:lnTo>
                    <a:pt x="8456" y="327"/>
                  </a:lnTo>
                  <a:cubicBezTo>
                    <a:pt x="8426" y="310"/>
                    <a:pt x="8397" y="286"/>
                    <a:pt x="8367" y="274"/>
                  </a:cubicBezTo>
                  <a:cubicBezTo>
                    <a:pt x="8361" y="262"/>
                    <a:pt x="8343" y="262"/>
                    <a:pt x="8337" y="256"/>
                  </a:cubicBezTo>
                  <a:cubicBezTo>
                    <a:pt x="8313" y="250"/>
                    <a:pt x="8296" y="238"/>
                    <a:pt x="8278" y="227"/>
                  </a:cubicBezTo>
                  <a:cubicBezTo>
                    <a:pt x="8260" y="221"/>
                    <a:pt x="8254" y="221"/>
                    <a:pt x="8242" y="215"/>
                  </a:cubicBezTo>
                  <a:cubicBezTo>
                    <a:pt x="8218" y="209"/>
                    <a:pt x="8201" y="197"/>
                    <a:pt x="8183" y="185"/>
                  </a:cubicBezTo>
                  <a:cubicBezTo>
                    <a:pt x="8165" y="179"/>
                    <a:pt x="8159" y="179"/>
                    <a:pt x="8147" y="167"/>
                  </a:cubicBezTo>
                  <a:cubicBezTo>
                    <a:pt x="8123" y="161"/>
                    <a:pt x="8106" y="155"/>
                    <a:pt x="8088" y="149"/>
                  </a:cubicBezTo>
                  <a:cubicBezTo>
                    <a:pt x="8070" y="137"/>
                    <a:pt x="8052" y="137"/>
                    <a:pt x="8046" y="131"/>
                  </a:cubicBezTo>
                  <a:cubicBezTo>
                    <a:pt x="8028" y="126"/>
                    <a:pt x="8011" y="120"/>
                    <a:pt x="7987" y="108"/>
                  </a:cubicBezTo>
                  <a:cubicBezTo>
                    <a:pt x="7975" y="102"/>
                    <a:pt x="7957" y="102"/>
                    <a:pt x="7945" y="96"/>
                  </a:cubicBezTo>
                  <a:cubicBezTo>
                    <a:pt x="7921" y="90"/>
                    <a:pt x="7910" y="78"/>
                    <a:pt x="7886" y="78"/>
                  </a:cubicBezTo>
                  <a:cubicBezTo>
                    <a:pt x="7868" y="72"/>
                    <a:pt x="7856" y="72"/>
                    <a:pt x="7850" y="72"/>
                  </a:cubicBezTo>
                  <a:cubicBezTo>
                    <a:pt x="7826" y="66"/>
                    <a:pt x="7803" y="66"/>
                    <a:pt x="7779" y="60"/>
                  </a:cubicBezTo>
                  <a:cubicBezTo>
                    <a:pt x="7767" y="60"/>
                    <a:pt x="7761" y="48"/>
                    <a:pt x="7743" y="48"/>
                  </a:cubicBezTo>
                  <a:cubicBezTo>
                    <a:pt x="7714" y="42"/>
                    <a:pt x="7690" y="42"/>
                    <a:pt x="7660" y="36"/>
                  </a:cubicBezTo>
                  <a:cubicBezTo>
                    <a:pt x="7654" y="36"/>
                    <a:pt x="7648" y="36"/>
                    <a:pt x="7642" y="31"/>
                  </a:cubicBezTo>
                  <a:cubicBezTo>
                    <a:pt x="7601" y="19"/>
                    <a:pt x="7565" y="13"/>
                    <a:pt x="7536" y="13"/>
                  </a:cubicBezTo>
                  <a:lnTo>
                    <a:pt x="7512" y="13"/>
                  </a:lnTo>
                  <a:cubicBezTo>
                    <a:pt x="7482" y="13"/>
                    <a:pt x="7464" y="7"/>
                    <a:pt x="7435" y="7"/>
                  </a:cubicBezTo>
                  <a:lnTo>
                    <a:pt x="7393" y="7"/>
                  </a:lnTo>
                  <a:cubicBezTo>
                    <a:pt x="7375" y="7"/>
                    <a:pt x="7351" y="7"/>
                    <a:pt x="7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5">
              <a:extLst>
                <a:ext uri="{FF2B5EF4-FFF2-40B4-BE49-F238E27FC236}">
                  <a16:creationId xmlns:a16="http://schemas.microsoft.com/office/drawing/2014/main" id="{A1970D47-C114-7491-C698-731553DA7B39}"/>
                </a:ext>
              </a:extLst>
            </p:cNvPr>
            <p:cNvSpPr/>
            <p:nvPr/>
          </p:nvSpPr>
          <p:spPr>
            <a:xfrm>
              <a:off x="5644057" y="-1244429"/>
              <a:ext cx="2654533" cy="3338463"/>
            </a:xfrm>
            <a:custGeom>
              <a:avLst/>
              <a:gdLst/>
              <a:ahLst/>
              <a:cxnLst/>
              <a:rect l="l" t="t" r="r" b="b"/>
              <a:pathLst>
                <a:path w="12234" h="15861" extrusionOk="0">
                  <a:moveTo>
                    <a:pt x="4959" y="1"/>
                  </a:moveTo>
                  <a:cubicBezTo>
                    <a:pt x="4924" y="24"/>
                    <a:pt x="4876" y="48"/>
                    <a:pt x="4840" y="66"/>
                  </a:cubicBezTo>
                  <a:cubicBezTo>
                    <a:pt x="4834" y="78"/>
                    <a:pt x="4817" y="84"/>
                    <a:pt x="4811" y="90"/>
                  </a:cubicBezTo>
                  <a:cubicBezTo>
                    <a:pt x="4781" y="107"/>
                    <a:pt x="4751" y="125"/>
                    <a:pt x="4722" y="143"/>
                  </a:cubicBezTo>
                  <a:cubicBezTo>
                    <a:pt x="4710" y="149"/>
                    <a:pt x="4698" y="155"/>
                    <a:pt x="4686" y="167"/>
                  </a:cubicBezTo>
                  <a:cubicBezTo>
                    <a:pt x="4656" y="179"/>
                    <a:pt x="4633" y="202"/>
                    <a:pt x="4603" y="214"/>
                  </a:cubicBezTo>
                  <a:cubicBezTo>
                    <a:pt x="4591" y="226"/>
                    <a:pt x="4573" y="232"/>
                    <a:pt x="4567" y="238"/>
                  </a:cubicBezTo>
                  <a:cubicBezTo>
                    <a:pt x="4538" y="256"/>
                    <a:pt x="4514" y="274"/>
                    <a:pt x="4484" y="291"/>
                  </a:cubicBezTo>
                  <a:cubicBezTo>
                    <a:pt x="4472" y="297"/>
                    <a:pt x="4460" y="303"/>
                    <a:pt x="4448" y="315"/>
                  </a:cubicBezTo>
                  <a:lnTo>
                    <a:pt x="4359" y="381"/>
                  </a:lnTo>
                  <a:cubicBezTo>
                    <a:pt x="4353" y="387"/>
                    <a:pt x="4342" y="392"/>
                    <a:pt x="4336" y="392"/>
                  </a:cubicBezTo>
                  <a:cubicBezTo>
                    <a:pt x="4264" y="446"/>
                    <a:pt x="4187" y="499"/>
                    <a:pt x="4116" y="559"/>
                  </a:cubicBezTo>
                  <a:lnTo>
                    <a:pt x="4104" y="565"/>
                  </a:lnTo>
                  <a:cubicBezTo>
                    <a:pt x="4063" y="600"/>
                    <a:pt x="4009" y="642"/>
                    <a:pt x="3968" y="677"/>
                  </a:cubicBezTo>
                  <a:cubicBezTo>
                    <a:pt x="3950" y="683"/>
                    <a:pt x="3938" y="701"/>
                    <a:pt x="3920" y="713"/>
                  </a:cubicBezTo>
                  <a:cubicBezTo>
                    <a:pt x="3884" y="743"/>
                    <a:pt x="3855" y="772"/>
                    <a:pt x="3819" y="802"/>
                  </a:cubicBezTo>
                  <a:cubicBezTo>
                    <a:pt x="3801" y="820"/>
                    <a:pt x="3789" y="832"/>
                    <a:pt x="3766" y="850"/>
                  </a:cubicBezTo>
                  <a:cubicBezTo>
                    <a:pt x="3730" y="879"/>
                    <a:pt x="3700" y="909"/>
                    <a:pt x="3659" y="939"/>
                  </a:cubicBezTo>
                  <a:lnTo>
                    <a:pt x="3623" y="974"/>
                  </a:lnTo>
                  <a:cubicBezTo>
                    <a:pt x="3582" y="1010"/>
                    <a:pt x="3534" y="1057"/>
                    <a:pt x="3492" y="1099"/>
                  </a:cubicBezTo>
                  <a:lnTo>
                    <a:pt x="3451" y="1135"/>
                  </a:lnTo>
                  <a:cubicBezTo>
                    <a:pt x="3415" y="1164"/>
                    <a:pt x="3386" y="1206"/>
                    <a:pt x="3350" y="1236"/>
                  </a:cubicBezTo>
                  <a:lnTo>
                    <a:pt x="3302" y="1277"/>
                  </a:lnTo>
                  <a:cubicBezTo>
                    <a:pt x="3267" y="1307"/>
                    <a:pt x="3237" y="1343"/>
                    <a:pt x="3202" y="1372"/>
                  </a:cubicBezTo>
                  <a:lnTo>
                    <a:pt x="3166" y="1414"/>
                  </a:lnTo>
                  <a:lnTo>
                    <a:pt x="3029" y="1544"/>
                  </a:lnTo>
                  <a:lnTo>
                    <a:pt x="2994" y="1580"/>
                  </a:lnTo>
                  <a:cubicBezTo>
                    <a:pt x="2964" y="1622"/>
                    <a:pt x="2928" y="1651"/>
                    <a:pt x="2899" y="1687"/>
                  </a:cubicBezTo>
                  <a:lnTo>
                    <a:pt x="2851" y="1728"/>
                  </a:lnTo>
                  <a:cubicBezTo>
                    <a:pt x="2821" y="1770"/>
                    <a:pt x="2786" y="1806"/>
                    <a:pt x="2756" y="1841"/>
                  </a:cubicBezTo>
                  <a:lnTo>
                    <a:pt x="2721" y="1877"/>
                  </a:lnTo>
                  <a:cubicBezTo>
                    <a:pt x="2673" y="1924"/>
                    <a:pt x="2637" y="1978"/>
                    <a:pt x="2590" y="2025"/>
                  </a:cubicBezTo>
                  <a:cubicBezTo>
                    <a:pt x="2584" y="2043"/>
                    <a:pt x="2572" y="2049"/>
                    <a:pt x="2560" y="2067"/>
                  </a:cubicBezTo>
                  <a:cubicBezTo>
                    <a:pt x="2531" y="2103"/>
                    <a:pt x="2501" y="2138"/>
                    <a:pt x="2465" y="2174"/>
                  </a:cubicBezTo>
                  <a:cubicBezTo>
                    <a:pt x="2453" y="2192"/>
                    <a:pt x="2436" y="2204"/>
                    <a:pt x="2430" y="2227"/>
                  </a:cubicBezTo>
                  <a:cubicBezTo>
                    <a:pt x="2400" y="2263"/>
                    <a:pt x="2370" y="2304"/>
                    <a:pt x="2341" y="2346"/>
                  </a:cubicBezTo>
                  <a:cubicBezTo>
                    <a:pt x="2335" y="2364"/>
                    <a:pt x="2317" y="2370"/>
                    <a:pt x="2311" y="2382"/>
                  </a:cubicBezTo>
                  <a:cubicBezTo>
                    <a:pt x="2275" y="2435"/>
                    <a:pt x="2228" y="2489"/>
                    <a:pt x="2192" y="2542"/>
                  </a:cubicBezTo>
                  <a:cubicBezTo>
                    <a:pt x="2186" y="2554"/>
                    <a:pt x="2168" y="2560"/>
                    <a:pt x="2162" y="2578"/>
                  </a:cubicBezTo>
                  <a:cubicBezTo>
                    <a:pt x="2133" y="2625"/>
                    <a:pt x="2103" y="2661"/>
                    <a:pt x="2073" y="2702"/>
                  </a:cubicBezTo>
                  <a:cubicBezTo>
                    <a:pt x="2055" y="2720"/>
                    <a:pt x="2050" y="2738"/>
                    <a:pt x="2038" y="2756"/>
                  </a:cubicBezTo>
                  <a:cubicBezTo>
                    <a:pt x="2008" y="2797"/>
                    <a:pt x="1978" y="2839"/>
                    <a:pt x="1949" y="2880"/>
                  </a:cubicBezTo>
                  <a:cubicBezTo>
                    <a:pt x="1937" y="2898"/>
                    <a:pt x="1931" y="2910"/>
                    <a:pt x="1919" y="2916"/>
                  </a:cubicBezTo>
                  <a:cubicBezTo>
                    <a:pt x="1877" y="2970"/>
                    <a:pt x="1842" y="3029"/>
                    <a:pt x="1806" y="3082"/>
                  </a:cubicBezTo>
                  <a:cubicBezTo>
                    <a:pt x="1800" y="3094"/>
                    <a:pt x="1788" y="3106"/>
                    <a:pt x="1782" y="3118"/>
                  </a:cubicBezTo>
                  <a:cubicBezTo>
                    <a:pt x="1753" y="3165"/>
                    <a:pt x="1723" y="3207"/>
                    <a:pt x="1699" y="3255"/>
                  </a:cubicBezTo>
                  <a:cubicBezTo>
                    <a:pt x="1693" y="3266"/>
                    <a:pt x="1681" y="3290"/>
                    <a:pt x="1670" y="3302"/>
                  </a:cubicBezTo>
                  <a:cubicBezTo>
                    <a:pt x="1640" y="3350"/>
                    <a:pt x="1622" y="3391"/>
                    <a:pt x="1592" y="3439"/>
                  </a:cubicBezTo>
                  <a:cubicBezTo>
                    <a:pt x="1580" y="3450"/>
                    <a:pt x="1575" y="3468"/>
                    <a:pt x="1569" y="3474"/>
                  </a:cubicBezTo>
                  <a:cubicBezTo>
                    <a:pt x="1533" y="3534"/>
                    <a:pt x="1503" y="3587"/>
                    <a:pt x="1462" y="3646"/>
                  </a:cubicBezTo>
                  <a:cubicBezTo>
                    <a:pt x="1456" y="3658"/>
                    <a:pt x="1450" y="3670"/>
                    <a:pt x="1444" y="3682"/>
                  </a:cubicBezTo>
                  <a:cubicBezTo>
                    <a:pt x="1414" y="3730"/>
                    <a:pt x="1390" y="3771"/>
                    <a:pt x="1361" y="3825"/>
                  </a:cubicBezTo>
                  <a:cubicBezTo>
                    <a:pt x="1355" y="3836"/>
                    <a:pt x="1337" y="3860"/>
                    <a:pt x="1331" y="3878"/>
                  </a:cubicBezTo>
                  <a:cubicBezTo>
                    <a:pt x="1307" y="3920"/>
                    <a:pt x="1278" y="3967"/>
                    <a:pt x="1254" y="4009"/>
                  </a:cubicBezTo>
                  <a:cubicBezTo>
                    <a:pt x="1248" y="4026"/>
                    <a:pt x="1242" y="4038"/>
                    <a:pt x="1236" y="4044"/>
                  </a:cubicBezTo>
                  <a:lnTo>
                    <a:pt x="1147" y="4222"/>
                  </a:lnTo>
                  <a:cubicBezTo>
                    <a:pt x="1135" y="4240"/>
                    <a:pt x="1129" y="4246"/>
                    <a:pt x="1129" y="4264"/>
                  </a:cubicBezTo>
                  <a:cubicBezTo>
                    <a:pt x="1105" y="4306"/>
                    <a:pt x="1076" y="4359"/>
                    <a:pt x="1058" y="4401"/>
                  </a:cubicBezTo>
                  <a:cubicBezTo>
                    <a:pt x="1046" y="4418"/>
                    <a:pt x="1040" y="4442"/>
                    <a:pt x="1028" y="4454"/>
                  </a:cubicBezTo>
                  <a:cubicBezTo>
                    <a:pt x="1004" y="4501"/>
                    <a:pt x="981" y="4549"/>
                    <a:pt x="957" y="4597"/>
                  </a:cubicBezTo>
                  <a:lnTo>
                    <a:pt x="939" y="4638"/>
                  </a:lnTo>
                  <a:cubicBezTo>
                    <a:pt x="909" y="4697"/>
                    <a:pt x="886" y="4757"/>
                    <a:pt x="856" y="4816"/>
                  </a:cubicBezTo>
                  <a:cubicBezTo>
                    <a:pt x="850" y="4834"/>
                    <a:pt x="850" y="4840"/>
                    <a:pt x="838" y="4858"/>
                  </a:cubicBezTo>
                  <a:cubicBezTo>
                    <a:pt x="820" y="4905"/>
                    <a:pt x="797" y="4953"/>
                    <a:pt x="773" y="5006"/>
                  </a:cubicBezTo>
                  <a:cubicBezTo>
                    <a:pt x="767" y="5018"/>
                    <a:pt x="761" y="5042"/>
                    <a:pt x="749" y="5054"/>
                  </a:cubicBezTo>
                  <a:cubicBezTo>
                    <a:pt x="731" y="5101"/>
                    <a:pt x="714" y="5155"/>
                    <a:pt x="690" y="5196"/>
                  </a:cubicBezTo>
                  <a:cubicBezTo>
                    <a:pt x="684" y="5214"/>
                    <a:pt x="678" y="5226"/>
                    <a:pt x="678" y="5244"/>
                  </a:cubicBezTo>
                  <a:cubicBezTo>
                    <a:pt x="654" y="5303"/>
                    <a:pt x="630" y="5362"/>
                    <a:pt x="601" y="5428"/>
                  </a:cubicBezTo>
                  <a:cubicBezTo>
                    <a:pt x="595" y="5434"/>
                    <a:pt x="595" y="5452"/>
                    <a:pt x="589" y="5458"/>
                  </a:cubicBezTo>
                  <a:cubicBezTo>
                    <a:pt x="565" y="5511"/>
                    <a:pt x="553" y="5558"/>
                    <a:pt x="535" y="5606"/>
                  </a:cubicBezTo>
                  <a:cubicBezTo>
                    <a:pt x="529" y="5618"/>
                    <a:pt x="524" y="5642"/>
                    <a:pt x="512" y="5659"/>
                  </a:cubicBezTo>
                  <a:cubicBezTo>
                    <a:pt x="500" y="5701"/>
                    <a:pt x="482" y="5754"/>
                    <a:pt x="464" y="5796"/>
                  </a:cubicBezTo>
                  <a:cubicBezTo>
                    <a:pt x="452" y="5814"/>
                    <a:pt x="452" y="5826"/>
                    <a:pt x="446" y="5843"/>
                  </a:cubicBezTo>
                  <a:cubicBezTo>
                    <a:pt x="423" y="5903"/>
                    <a:pt x="411" y="5968"/>
                    <a:pt x="387" y="6028"/>
                  </a:cubicBezTo>
                  <a:cubicBezTo>
                    <a:pt x="387" y="6033"/>
                    <a:pt x="381" y="6051"/>
                    <a:pt x="381" y="6057"/>
                  </a:cubicBezTo>
                  <a:lnTo>
                    <a:pt x="333" y="6212"/>
                  </a:lnTo>
                  <a:cubicBezTo>
                    <a:pt x="333" y="6224"/>
                    <a:pt x="328" y="6229"/>
                    <a:pt x="328" y="6235"/>
                  </a:cubicBezTo>
                  <a:cubicBezTo>
                    <a:pt x="328" y="6241"/>
                    <a:pt x="322" y="6259"/>
                    <a:pt x="322" y="6265"/>
                  </a:cubicBezTo>
                  <a:cubicBezTo>
                    <a:pt x="304" y="6313"/>
                    <a:pt x="292" y="6360"/>
                    <a:pt x="286" y="6408"/>
                  </a:cubicBezTo>
                  <a:cubicBezTo>
                    <a:pt x="274" y="6419"/>
                    <a:pt x="274" y="6437"/>
                    <a:pt x="268" y="6449"/>
                  </a:cubicBezTo>
                  <a:cubicBezTo>
                    <a:pt x="256" y="6509"/>
                    <a:pt x="238" y="6568"/>
                    <a:pt x="227" y="6639"/>
                  </a:cubicBezTo>
                  <a:cubicBezTo>
                    <a:pt x="227" y="6645"/>
                    <a:pt x="215" y="6657"/>
                    <a:pt x="215" y="6669"/>
                  </a:cubicBezTo>
                  <a:cubicBezTo>
                    <a:pt x="203" y="6716"/>
                    <a:pt x="197" y="6770"/>
                    <a:pt x="179" y="6817"/>
                  </a:cubicBezTo>
                  <a:cubicBezTo>
                    <a:pt x="173" y="6835"/>
                    <a:pt x="173" y="6853"/>
                    <a:pt x="167" y="6877"/>
                  </a:cubicBezTo>
                  <a:cubicBezTo>
                    <a:pt x="155" y="6918"/>
                    <a:pt x="143" y="6966"/>
                    <a:pt x="138" y="7013"/>
                  </a:cubicBezTo>
                  <a:cubicBezTo>
                    <a:pt x="138" y="7031"/>
                    <a:pt x="126" y="7043"/>
                    <a:pt x="126" y="7061"/>
                  </a:cubicBezTo>
                  <a:cubicBezTo>
                    <a:pt x="114" y="7120"/>
                    <a:pt x="108" y="7180"/>
                    <a:pt x="96" y="7239"/>
                  </a:cubicBezTo>
                  <a:cubicBezTo>
                    <a:pt x="96" y="7245"/>
                    <a:pt x="96" y="7263"/>
                    <a:pt x="90" y="7269"/>
                  </a:cubicBezTo>
                  <a:cubicBezTo>
                    <a:pt x="84" y="7322"/>
                    <a:pt x="78" y="7364"/>
                    <a:pt x="66" y="7417"/>
                  </a:cubicBezTo>
                  <a:cubicBezTo>
                    <a:pt x="66" y="7441"/>
                    <a:pt x="60" y="7453"/>
                    <a:pt x="60" y="7470"/>
                  </a:cubicBezTo>
                  <a:cubicBezTo>
                    <a:pt x="54" y="7512"/>
                    <a:pt x="48" y="7560"/>
                    <a:pt x="48" y="7601"/>
                  </a:cubicBezTo>
                  <a:cubicBezTo>
                    <a:pt x="48" y="7619"/>
                    <a:pt x="37" y="7631"/>
                    <a:pt x="37" y="7649"/>
                  </a:cubicBezTo>
                  <a:cubicBezTo>
                    <a:pt x="31" y="7708"/>
                    <a:pt x="25" y="7767"/>
                    <a:pt x="25" y="7827"/>
                  </a:cubicBezTo>
                  <a:lnTo>
                    <a:pt x="25" y="7833"/>
                  </a:lnTo>
                  <a:cubicBezTo>
                    <a:pt x="25" y="7856"/>
                    <a:pt x="19" y="7886"/>
                    <a:pt x="19" y="7904"/>
                  </a:cubicBezTo>
                  <a:cubicBezTo>
                    <a:pt x="19" y="7928"/>
                    <a:pt x="19" y="7951"/>
                    <a:pt x="7" y="7975"/>
                  </a:cubicBezTo>
                  <a:cubicBezTo>
                    <a:pt x="7" y="8005"/>
                    <a:pt x="7" y="8035"/>
                    <a:pt x="1" y="8064"/>
                  </a:cubicBezTo>
                  <a:lnTo>
                    <a:pt x="1" y="8124"/>
                  </a:lnTo>
                  <a:lnTo>
                    <a:pt x="1" y="8219"/>
                  </a:lnTo>
                  <a:lnTo>
                    <a:pt x="1" y="8260"/>
                  </a:lnTo>
                  <a:lnTo>
                    <a:pt x="1" y="8403"/>
                  </a:lnTo>
                  <a:lnTo>
                    <a:pt x="1" y="8539"/>
                  </a:lnTo>
                  <a:lnTo>
                    <a:pt x="1" y="8581"/>
                  </a:lnTo>
                  <a:lnTo>
                    <a:pt x="1" y="8670"/>
                  </a:lnTo>
                  <a:lnTo>
                    <a:pt x="1" y="8717"/>
                  </a:lnTo>
                  <a:cubicBezTo>
                    <a:pt x="1" y="8747"/>
                    <a:pt x="1" y="8777"/>
                    <a:pt x="7" y="8795"/>
                  </a:cubicBezTo>
                  <a:lnTo>
                    <a:pt x="7" y="8842"/>
                  </a:lnTo>
                  <a:cubicBezTo>
                    <a:pt x="7" y="8872"/>
                    <a:pt x="19" y="8902"/>
                    <a:pt x="19" y="8937"/>
                  </a:cubicBezTo>
                  <a:lnTo>
                    <a:pt x="19" y="8967"/>
                  </a:lnTo>
                  <a:cubicBezTo>
                    <a:pt x="19" y="9014"/>
                    <a:pt x="25" y="9050"/>
                    <a:pt x="31" y="9092"/>
                  </a:cubicBezTo>
                  <a:lnTo>
                    <a:pt x="31" y="9115"/>
                  </a:lnTo>
                  <a:cubicBezTo>
                    <a:pt x="37" y="9145"/>
                    <a:pt x="37" y="9181"/>
                    <a:pt x="48" y="9210"/>
                  </a:cubicBezTo>
                  <a:cubicBezTo>
                    <a:pt x="48" y="9228"/>
                    <a:pt x="48" y="9234"/>
                    <a:pt x="54" y="9252"/>
                  </a:cubicBezTo>
                  <a:cubicBezTo>
                    <a:pt x="54" y="9264"/>
                    <a:pt x="60" y="9282"/>
                    <a:pt x="60" y="9293"/>
                  </a:cubicBezTo>
                  <a:cubicBezTo>
                    <a:pt x="60" y="9311"/>
                    <a:pt x="66" y="9317"/>
                    <a:pt x="66" y="9329"/>
                  </a:cubicBezTo>
                  <a:cubicBezTo>
                    <a:pt x="66" y="9347"/>
                    <a:pt x="78" y="9353"/>
                    <a:pt x="78" y="9371"/>
                  </a:cubicBezTo>
                  <a:cubicBezTo>
                    <a:pt x="84" y="9400"/>
                    <a:pt x="84" y="9430"/>
                    <a:pt x="90" y="9460"/>
                  </a:cubicBezTo>
                  <a:cubicBezTo>
                    <a:pt x="90" y="9466"/>
                    <a:pt x="90" y="9472"/>
                    <a:pt x="96" y="9489"/>
                  </a:cubicBezTo>
                  <a:lnTo>
                    <a:pt x="120" y="9596"/>
                  </a:lnTo>
                  <a:lnTo>
                    <a:pt x="120" y="9614"/>
                  </a:lnTo>
                  <a:cubicBezTo>
                    <a:pt x="126" y="9644"/>
                    <a:pt x="138" y="9679"/>
                    <a:pt x="143" y="9709"/>
                  </a:cubicBezTo>
                  <a:cubicBezTo>
                    <a:pt x="143" y="9715"/>
                    <a:pt x="149" y="9733"/>
                    <a:pt x="149" y="9739"/>
                  </a:cubicBezTo>
                  <a:cubicBezTo>
                    <a:pt x="155" y="9763"/>
                    <a:pt x="167" y="9792"/>
                    <a:pt x="173" y="9816"/>
                  </a:cubicBezTo>
                  <a:cubicBezTo>
                    <a:pt x="173" y="9828"/>
                    <a:pt x="179" y="9834"/>
                    <a:pt x="179" y="9852"/>
                  </a:cubicBezTo>
                  <a:cubicBezTo>
                    <a:pt x="185" y="9881"/>
                    <a:pt x="197" y="9905"/>
                    <a:pt x="203" y="9935"/>
                  </a:cubicBezTo>
                  <a:cubicBezTo>
                    <a:pt x="203" y="9941"/>
                    <a:pt x="209" y="9947"/>
                    <a:pt x="209" y="9953"/>
                  </a:cubicBezTo>
                  <a:cubicBezTo>
                    <a:pt x="215" y="9994"/>
                    <a:pt x="233" y="10024"/>
                    <a:pt x="238" y="10059"/>
                  </a:cubicBezTo>
                  <a:cubicBezTo>
                    <a:pt x="238" y="10065"/>
                    <a:pt x="244" y="10071"/>
                    <a:pt x="244" y="10071"/>
                  </a:cubicBezTo>
                  <a:cubicBezTo>
                    <a:pt x="256" y="10101"/>
                    <a:pt x="268" y="10125"/>
                    <a:pt x="274" y="10154"/>
                  </a:cubicBezTo>
                  <a:cubicBezTo>
                    <a:pt x="286" y="10160"/>
                    <a:pt x="286" y="10178"/>
                    <a:pt x="292" y="10184"/>
                  </a:cubicBezTo>
                  <a:cubicBezTo>
                    <a:pt x="298" y="10208"/>
                    <a:pt x="304" y="10232"/>
                    <a:pt x="322" y="10249"/>
                  </a:cubicBezTo>
                  <a:cubicBezTo>
                    <a:pt x="328" y="10261"/>
                    <a:pt x="328" y="10273"/>
                    <a:pt x="333" y="10279"/>
                  </a:cubicBezTo>
                  <a:cubicBezTo>
                    <a:pt x="345" y="10303"/>
                    <a:pt x="357" y="10333"/>
                    <a:pt x="363" y="10356"/>
                  </a:cubicBezTo>
                  <a:cubicBezTo>
                    <a:pt x="363" y="10362"/>
                    <a:pt x="375" y="10368"/>
                    <a:pt x="375" y="10380"/>
                  </a:cubicBezTo>
                  <a:lnTo>
                    <a:pt x="417" y="10469"/>
                  </a:lnTo>
                  <a:cubicBezTo>
                    <a:pt x="417" y="10475"/>
                    <a:pt x="423" y="10481"/>
                    <a:pt x="423" y="10487"/>
                  </a:cubicBezTo>
                  <a:cubicBezTo>
                    <a:pt x="440" y="10511"/>
                    <a:pt x="446" y="10534"/>
                    <a:pt x="464" y="10558"/>
                  </a:cubicBezTo>
                  <a:cubicBezTo>
                    <a:pt x="470" y="10564"/>
                    <a:pt x="470" y="10570"/>
                    <a:pt x="476" y="10588"/>
                  </a:cubicBezTo>
                  <a:cubicBezTo>
                    <a:pt x="482" y="10606"/>
                    <a:pt x="500" y="10624"/>
                    <a:pt x="512" y="10647"/>
                  </a:cubicBezTo>
                  <a:cubicBezTo>
                    <a:pt x="524" y="10653"/>
                    <a:pt x="524" y="10659"/>
                    <a:pt x="529" y="10677"/>
                  </a:cubicBezTo>
                  <a:lnTo>
                    <a:pt x="571" y="10742"/>
                  </a:lnTo>
                  <a:cubicBezTo>
                    <a:pt x="571" y="10748"/>
                    <a:pt x="583" y="10748"/>
                    <a:pt x="583" y="10754"/>
                  </a:cubicBezTo>
                  <a:cubicBezTo>
                    <a:pt x="595" y="10784"/>
                    <a:pt x="619" y="10808"/>
                    <a:pt x="630" y="10837"/>
                  </a:cubicBezTo>
                  <a:cubicBezTo>
                    <a:pt x="642" y="10843"/>
                    <a:pt x="642" y="10855"/>
                    <a:pt x="648" y="10861"/>
                  </a:cubicBezTo>
                  <a:cubicBezTo>
                    <a:pt x="660" y="10885"/>
                    <a:pt x="678" y="10897"/>
                    <a:pt x="690" y="10920"/>
                  </a:cubicBezTo>
                  <a:cubicBezTo>
                    <a:pt x="702" y="10926"/>
                    <a:pt x="708" y="10932"/>
                    <a:pt x="708" y="10944"/>
                  </a:cubicBezTo>
                  <a:cubicBezTo>
                    <a:pt x="719" y="10956"/>
                    <a:pt x="737" y="10980"/>
                    <a:pt x="743" y="10992"/>
                  </a:cubicBezTo>
                  <a:cubicBezTo>
                    <a:pt x="749" y="11004"/>
                    <a:pt x="761" y="11009"/>
                    <a:pt x="761" y="11015"/>
                  </a:cubicBezTo>
                  <a:cubicBezTo>
                    <a:pt x="773" y="11039"/>
                    <a:pt x="797" y="11051"/>
                    <a:pt x="809" y="11075"/>
                  </a:cubicBezTo>
                  <a:lnTo>
                    <a:pt x="820" y="11081"/>
                  </a:lnTo>
                  <a:cubicBezTo>
                    <a:pt x="838" y="11104"/>
                    <a:pt x="856" y="11128"/>
                    <a:pt x="880" y="11152"/>
                  </a:cubicBezTo>
                  <a:lnTo>
                    <a:pt x="892" y="11164"/>
                  </a:lnTo>
                  <a:lnTo>
                    <a:pt x="939" y="11211"/>
                  </a:lnTo>
                  <a:lnTo>
                    <a:pt x="957" y="11229"/>
                  </a:lnTo>
                  <a:lnTo>
                    <a:pt x="1004" y="11277"/>
                  </a:lnTo>
                  <a:lnTo>
                    <a:pt x="1028" y="11300"/>
                  </a:lnTo>
                  <a:cubicBezTo>
                    <a:pt x="1046" y="11312"/>
                    <a:pt x="1064" y="11336"/>
                    <a:pt x="1088" y="11348"/>
                  </a:cubicBezTo>
                  <a:lnTo>
                    <a:pt x="1094" y="11360"/>
                  </a:lnTo>
                  <a:cubicBezTo>
                    <a:pt x="1117" y="11378"/>
                    <a:pt x="1135" y="11395"/>
                    <a:pt x="1159" y="11407"/>
                  </a:cubicBezTo>
                  <a:cubicBezTo>
                    <a:pt x="1165" y="11419"/>
                    <a:pt x="1177" y="11419"/>
                    <a:pt x="1183" y="11425"/>
                  </a:cubicBezTo>
                  <a:cubicBezTo>
                    <a:pt x="1194" y="11437"/>
                    <a:pt x="1218" y="11449"/>
                    <a:pt x="1236" y="11461"/>
                  </a:cubicBezTo>
                  <a:cubicBezTo>
                    <a:pt x="1242" y="11467"/>
                    <a:pt x="1248" y="11479"/>
                    <a:pt x="1254" y="11479"/>
                  </a:cubicBezTo>
                  <a:cubicBezTo>
                    <a:pt x="1272" y="11490"/>
                    <a:pt x="1295" y="11496"/>
                    <a:pt x="1307" y="11514"/>
                  </a:cubicBezTo>
                  <a:cubicBezTo>
                    <a:pt x="1313" y="11520"/>
                    <a:pt x="1325" y="11520"/>
                    <a:pt x="1331" y="11526"/>
                  </a:cubicBezTo>
                  <a:cubicBezTo>
                    <a:pt x="1355" y="11544"/>
                    <a:pt x="1385" y="11556"/>
                    <a:pt x="1402" y="11574"/>
                  </a:cubicBezTo>
                  <a:lnTo>
                    <a:pt x="8605" y="15819"/>
                  </a:lnTo>
                  <a:lnTo>
                    <a:pt x="8605" y="15819"/>
                  </a:lnTo>
                  <a:cubicBezTo>
                    <a:pt x="8605" y="15807"/>
                    <a:pt x="8599" y="15807"/>
                    <a:pt x="8587" y="15795"/>
                  </a:cubicBezTo>
                  <a:cubicBezTo>
                    <a:pt x="8575" y="15784"/>
                    <a:pt x="8552" y="15778"/>
                    <a:pt x="8540" y="15760"/>
                  </a:cubicBezTo>
                  <a:cubicBezTo>
                    <a:pt x="8528" y="15754"/>
                    <a:pt x="8522" y="15748"/>
                    <a:pt x="8516" y="15748"/>
                  </a:cubicBezTo>
                  <a:cubicBezTo>
                    <a:pt x="8498" y="15730"/>
                    <a:pt x="8480" y="15724"/>
                    <a:pt x="8463" y="15706"/>
                  </a:cubicBezTo>
                  <a:cubicBezTo>
                    <a:pt x="8457" y="15700"/>
                    <a:pt x="8451" y="15700"/>
                    <a:pt x="8439" y="15695"/>
                  </a:cubicBezTo>
                  <a:cubicBezTo>
                    <a:pt x="8421" y="15677"/>
                    <a:pt x="8397" y="15653"/>
                    <a:pt x="8373" y="15641"/>
                  </a:cubicBezTo>
                  <a:cubicBezTo>
                    <a:pt x="8373" y="15641"/>
                    <a:pt x="8368" y="15641"/>
                    <a:pt x="8368" y="15635"/>
                  </a:cubicBezTo>
                  <a:cubicBezTo>
                    <a:pt x="8344" y="15617"/>
                    <a:pt x="8332" y="15594"/>
                    <a:pt x="8308" y="15582"/>
                  </a:cubicBezTo>
                  <a:lnTo>
                    <a:pt x="8284" y="15558"/>
                  </a:lnTo>
                  <a:lnTo>
                    <a:pt x="8243" y="15516"/>
                  </a:lnTo>
                  <a:lnTo>
                    <a:pt x="8219" y="15493"/>
                  </a:lnTo>
                  <a:lnTo>
                    <a:pt x="8172" y="15445"/>
                  </a:lnTo>
                  <a:lnTo>
                    <a:pt x="8160" y="15433"/>
                  </a:lnTo>
                  <a:cubicBezTo>
                    <a:pt x="8136" y="15409"/>
                    <a:pt x="8124" y="15386"/>
                    <a:pt x="8100" y="15368"/>
                  </a:cubicBezTo>
                  <a:cubicBezTo>
                    <a:pt x="8100" y="15368"/>
                    <a:pt x="8094" y="15356"/>
                    <a:pt x="8094" y="15350"/>
                  </a:cubicBezTo>
                  <a:cubicBezTo>
                    <a:pt x="8077" y="15326"/>
                    <a:pt x="8065" y="15314"/>
                    <a:pt x="8041" y="15291"/>
                  </a:cubicBezTo>
                  <a:lnTo>
                    <a:pt x="8017" y="15267"/>
                  </a:lnTo>
                  <a:cubicBezTo>
                    <a:pt x="8005" y="15255"/>
                    <a:pt x="7993" y="15237"/>
                    <a:pt x="7982" y="15219"/>
                  </a:cubicBezTo>
                  <a:lnTo>
                    <a:pt x="7958" y="15196"/>
                  </a:lnTo>
                  <a:cubicBezTo>
                    <a:pt x="7946" y="15178"/>
                    <a:pt x="7928" y="15160"/>
                    <a:pt x="7922" y="15142"/>
                  </a:cubicBezTo>
                  <a:cubicBezTo>
                    <a:pt x="7916" y="15136"/>
                    <a:pt x="7916" y="15130"/>
                    <a:pt x="7904" y="15119"/>
                  </a:cubicBezTo>
                  <a:cubicBezTo>
                    <a:pt x="7892" y="15101"/>
                    <a:pt x="7869" y="15071"/>
                    <a:pt x="7857" y="15047"/>
                  </a:cubicBezTo>
                  <a:cubicBezTo>
                    <a:pt x="7845" y="15041"/>
                    <a:pt x="7845" y="15029"/>
                    <a:pt x="7845" y="15029"/>
                  </a:cubicBezTo>
                  <a:cubicBezTo>
                    <a:pt x="7833" y="15012"/>
                    <a:pt x="7815" y="14988"/>
                    <a:pt x="7809" y="14964"/>
                  </a:cubicBezTo>
                  <a:cubicBezTo>
                    <a:pt x="7803" y="14958"/>
                    <a:pt x="7797" y="14940"/>
                    <a:pt x="7797" y="14934"/>
                  </a:cubicBezTo>
                  <a:cubicBezTo>
                    <a:pt x="7786" y="14923"/>
                    <a:pt x="7774" y="14899"/>
                    <a:pt x="7768" y="14875"/>
                  </a:cubicBezTo>
                  <a:cubicBezTo>
                    <a:pt x="7756" y="14869"/>
                    <a:pt x="7750" y="14851"/>
                    <a:pt x="7750" y="14845"/>
                  </a:cubicBezTo>
                  <a:cubicBezTo>
                    <a:pt x="7738" y="14822"/>
                    <a:pt x="7726" y="14804"/>
                    <a:pt x="7720" y="14780"/>
                  </a:cubicBezTo>
                  <a:cubicBezTo>
                    <a:pt x="7714" y="14774"/>
                    <a:pt x="7714" y="14762"/>
                    <a:pt x="7708" y="14756"/>
                  </a:cubicBezTo>
                  <a:lnTo>
                    <a:pt x="7661" y="14667"/>
                  </a:lnTo>
                  <a:cubicBezTo>
                    <a:pt x="7655" y="14661"/>
                    <a:pt x="7655" y="14655"/>
                    <a:pt x="7655" y="14644"/>
                  </a:cubicBezTo>
                  <a:cubicBezTo>
                    <a:pt x="7649" y="14626"/>
                    <a:pt x="7631" y="14602"/>
                    <a:pt x="7625" y="14578"/>
                  </a:cubicBezTo>
                  <a:cubicBezTo>
                    <a:pt x="7619" y="14566"/>
                    <a:pt x="7619" y="14554"/>
                    <a:pt x="7607" y="14543"/>
                  </a:cubicBezTo>
                  <a:cubicBezTo>
                    <a:pt x="7602" y="14519"/>
                    <a:pt x="7596" y="14495"/>
                    <a:pt x="7590" y="14483"/>
                  </a:cubicBezTo>
                  <a:cubicBezTo>
                    <a:pt x="7578" y="14465"/>
                    <a:pt x="7578" y="14459"/>
                    <a:pt x="7572" y="14448"/>
                  </a:cubicBezTo>
                  <a:cubicBezTo>
                    <a:pt x="7566" y="14424"/>
                    <a:pt x="7560" y="14400"/>
                    <a:pt x="7542" y="14370"/>
                  </a:cubicBezTo>
                  <a:cubicBezTo>
                    <a:pt x="7542" y="14364"/>
                    <a:pt x="7536" y="14358"/>
                    <a:pt x="7536" y="14341"/>
                  </a:cubicBezTo>
                  <a:cubicBezTo>
                    <a:pt x="7518" y="14311"/>
                    <a:pt x="7512" y="14275"/>
                    <a:pt x="7507" y="14246"/>
                  </a:cubicBezTo>
                  <a:cubicBezTo>
                    <a:pt x="7507" y="14240"/>
                    <a:pt x="7501" y="14222"/>
                    <a:pt x="7501" y="14216"/>
                  </a:cubicBezTo>
                  <a:cubicBezTo>
                    <a:pt x="7489" y="14192"/>
                    <a:pt x="7483" y="14168"/>
                    <a:pt x="7477" y="14139"/>
                  </a:cubicBezTo>
                  <a:cubicBezTo>
                    <a:pt x="7471" y="14127"/>
                    <a:pt x="7471" y="14115"/>
                    <a:pt x="7459" y="14103"/>
                  </a:cubicBezTo>
                  <a:cubicBezTo>
                    <a:pt x="7453" y="14079"/>
                    <a:pt x="7447" y="14062"/>
                    <a:pt x="7447" y="14038"/>
                  </a:cubicBezTo>
                  <a:cubicBezTo>
                    <a:pt x="7447" y="14026"/>
                    <a:pt x="7441" y="14008"/>
                    <a:pt x="7441" y="14002"/>
                  </a:cubicBezTo>
                  <a:cubicBezTo>
                    <a:pt x="7429" y="13973"/>
                    <a:pt x="7423" y="13949"/>
                    <a:pt x="7417" y="13919"/>
                  </a:cubicBezTo>
                  <a:cubicBezTo>
                    <a:pt x="7417" y="13913"/>
                    <a:pt x="7411" y="13895"/>
                    <a:pt x="7411" y="13889"/>
                  </a:cubicBezTo>
                  <a:cubicBezTo>
                    <a:pt x="7400" y="13854"/>
                    <a:pt x="7394" y="13818"/>
                    <a:pt x="7388" y="13788"/>
                  </a:cubicBezTo>
                  <a:cubicBezTo>
                    <a:pt x="7388" y="13771"/>
                    <a:pt x="7382" y="13759"/>
                    <a:pt x="7382" y="13747"/>
                  </a:cubicBezTo>
                  <a:cubicBezTo>
                    <a:pt x="7370" y="13729"/>
                    <a:pt x="7370" y="13699"/>
                    <a:pt x="7364" y="13676"/>
                  </a:cubicBezTo>
                  <a:cubicBezTo>
                    <a:pt x="7364" y="13658"/>
                    <a:pt x="7358" y="13646"/>
                    <a:pt x="7358" y="13628"/>
                  </a:cubicBezTo>
                  <a:cubicBezTo>
                    <a:pt x="7352" y="13610"/>
                    <a:pt x="7352" y="13587"/>
                    <a:pt x="7352" y="13563"/>
                  </a:cubicBezTo>
                  <a:cubicBezTo>
                    <a:pt x="7352" y="13551"/>
                    <a:pt x="7340" y="13533"/>
                    <a:pt x="7340" y="13521"/>
                  </a:cubicBezTo>
                  <a:cubicBezTo>
                    <a:pt x="7340" y="13492"/>
                    <a:pt x="7334" y="13468"/>
                    <a:pt x="7334" y="13438"/>
                  </a:cubicBezTo>
                  <a:cubicBezTo>
                    <a:pt x="7334" y="13420"/>
                    <a:pt x="7334" y="13414"/>
                    <a:pt x="7328" y="13397"/>
                  </a:cubicBezTo>
                  <a:cubicBezTo>
                    <a:pt x="7322" y="13361"/>
                    <a:pt x="7322" y="13319"/>
                    <a:pt x="7311" y="13278"/>
                  </a:cubicBezTo>
                  <a:lnTo>
                    <a:pt x="7311" y="13242"/>
                  </a:lnTo>
                  <a:cubicBezTo>
                    <a:pt x="7311" y="13212"/>
                    <a:pt x="7305" y="13183"/>
                    <a:pt x="7305" y="13153"/>
                  </a:cubicBezTo>
                  <a:lnTo>
                    <a:pt x="7305" y="13112"/>
                  </a:lnTo>
                  <a:cubicBezTo>
                    <a:pt x="7305" y="13082"/>
                    <a:pt x="7305" y="13058"/>
                    <a:pt x="7299" y="13028"/>
                  </a:cubicBezTo>
                  <a:lnTo>
                    <a:pt x="7299" y="12981"/>
                  </a:lnTo>
                  <a:lnTo>
                    <a:pt x="7299" y="12892"/>
                  </a:lnTo>
                  <a:lnTo>
                    <a:pt x="7299" y="12850"/>
                  </a:lnTo>
                  <a:lnTo>
                    <a:pt x="7299" y="12714"/>
                  </a:lnTo>
                  <a:lnTo>
                    <a:pt x="7299" y="12565"/>
                  </a:lnTo>
                  <a:lnTo>
                    <a:pt x="7299" y="12524"/>
                  </a:lnTo>
                  <a:cubicBezTo>
                    <a:pt x="7299" y="12488"/>
                    <a:pt x="7299" y="12458"/>
                    <a:pt x="7305" y="12417"/>
                  </a:cubicBezTo>
                  <a:lnTo>
                    <a:pt x="7305" y="12369"/>
                  </a:lnTo>
                  <a:cubicBezTo>
                    <a:pt x="7305" y="12340"/>
                    <a:pt x="7305" y="12298"/>
                    <a:pt x="7311" y="12268"/>
                  </a:cubicBezTo>
                  <a:cubicBezTo>
                    <a:pt x="7311" y="12256"/>
                    <a:pt x="7311" y="12233"/>
                    <a:pt x="7322" y="12221"/>
                  </a:cubicBezTo>
                  <a:cubicBezTo>
                    <a:pt x="7322" y="12191"/>
                    <a:pt x="7328" y="12161"/>
                    <a:pt x="7328" y="12132"/>
                  </a:cubicBezTo>
                  <a:cubicBezTo>
                    <a:pt x="7334" y="12072"/>
                    <a:pt x="7340" y="12013"/>
                    <a:pt x="7340" y="11954"/>
                  </a:cubicBezTo>
                  <a:cubicBezTo>
                    <a:pt x="7340" y="11936"/>
                    <a:pt x="7352" y="11912"/>
                    <a:pt x="7352" y="11900"/>
                  </a:cubicBezTo>
                  <a:cubicBezTo>
                    <a:pt x="7358" y="11853"/>
                    <a:pt x="7358" y="11811"/>
                    <a:pt x="7364" y="11764"/>
                  </a:cubicBezTo>
                  <a:cubicBezTo>
                    <a:pt x="7364" y="11746"/>
                    <a:pt x="7370" y="11728"/>
                    <a:pt x="7370" y="11704"/>
                  </a:cubicBezTo>
                  <a:cubicBezTo>
                    <a:pt x="7382" y="11663"/>
                    <a:pt x="7388" y="11609"/>
                    <a:pt x="7394" y="11568"/>
                  </a:cubicBezTo>
                  <a:cubicBezTo>
                    <a:pt x="7394" y="11550"/>
                    <a:pt x="7400" y="11538"/>
                    <a:pt x="7400" y="11526"/>
                  </a:cubicBezTo>
                  <a:cubicBezTo>
                    <a:pt x="7411" y="11467"/>
                    <a:pt x="7423" y="11407"/>
                    <a:pt x="7429" y="11348"/>
                  </a:cubicBezTo>
                  <a:cubicBezTo>
                    <a:pt x="7429" y="11336"/>
                    <a:pt x="7441" y="11312"/>
                    <a:pt x="7441" y="11300"/>
                  </a:cubicBezTo>
                  <a:cubicBezTo>
                    <a:pt x="7447" y="11253"/>
                    <a:pt x="7453" y="11211"/>
                    <a:pt x="7471" y="11164"/>
                  </a:cubicBezTo>
                  <a:cubicBezTo>
                    <a:pt x="7477" y="11140"/>
                    <a:pt x="7477" y="11128"/>
                    <a:pt x="7483" y="11104"/>
                  </a:cubicBezTo>
                  <a:cubicBezTo>
                    <a:pt x="7489" y="11063"/>
                    <a:pt x="7507" y="11009"/>
                    <a:pt x="7512" y="10962"/>
                  </a:cubicBezTo>
                  <a:cubicBezTo>
                    <a:pt x="7512" y="10950"/>
                    <a:pt x="7518" y="10938"/>
                    <a:pt x="7518" y="10920"/>
                  </a:cubicBezTo>
                  <a:lnTo>
                    <a:pt x="7566" y="10742"/>
                  </a:lnTo>
                  <a:cubicBezTo>
                    <a:pt x="7572" y="10724"/>
                    <a:pt x="7572" y="10707"/>
                    <a:pt x="7578" y="10689"/>
                  </a:cubicBezTo>
                  <a:cubicBezTo>
                    <a:pt x="7596" y="10647"/>
                    <a:pt x="7602" y="10600"/>
                    <a:pt x="7619" y="10558"/>
                  </a:cubicBezTo>
                  <a:cubicBezTo>
                    <a:pt x="7625" y="10534"/>
                    <a:pt x="7631" y="10517"/>
                    <a:pt x="7631" y="10499"/>
                  </a:cubicBezTo>
                  <a:cubicBezTo>
                    <a:pt x="7649" y="10451"/>
                    <a:pt x="7661" y="10398"/>
                    <a:pt x="7679" y="10356"/>
                  </a:cubicBezTo>
                  <a:cubicBezTo>
                    <a:pt x="7685" y="10344"/>
                    <a:pt x="7685" y="10327"/>
                    <a:pt x="7691" y="10309"/>
                  </a:cubicBezTo>
                  <a:cubicBezTo>
                    <a:pt x="7714" y="10249"/>
                    <a:pt x="7726" y="10190"/>
                    <a:pt x="7750" y="10131"/>
                  </a:cubicBezTo>
                  <a:cubicBezTo>
                    <a:pt x="7756" y="10119"/>
                    <a:pt x="7768" y="10095"/>
                    <a:pt x="7768" y="10083"/>
                  </a:cubicBezTo>
                  <a:lnTo>
                    <a:pt x="7809" y="9947"/>
                  </a:lnTo>
                  <a:cubicBezTo>
                    <a:pt x="7815" y="9923"/>
                    <a:pt x="7827" y="9911"/>
                    <a:pt x="7833" y="9887"/>
                  </a:cubicBezTo>
                  <a:cubicBezTo>
                    <a:pt x="7845" y="9846"/>
                    <a:pt x="7869" y="9792"/>
                    <a:pt x="7887" y="9751"/>
                  </a:cubicBezTo>
                  <a:cubicBezTo>
                    <a:pt x="7892" y="9733"/>
                    <a:pt x="7892" y="9721"/>
                    <a:pt x="7898" y="9703"/>
                  </a:cubicBezTo>
                  <a:lnTo>
                    <a:pt x="7964" y="9525"/>
                  </a:lnTo>
                  <a:cubicBezTo>
                    <a:pt x="7976" y="9513"/>
                    <a:pt x="7982" y="9489"/>
                    <a:pt x="7987" y="9472"/>
                  </a:cubicBezTo>
                  <a:cubicBezTo>
                    <a:pt x="8005" y="9430"/>
                    <a:pt x="8023" y="9382"/>
                    <a:pt x="8041" y="9341"/>
                  </a:cubicBezTo>
                  <a:cubicBezTo>
                    <a:pt x="8047" y="9317"/>
                    <a:pt x="8053" y="9305"/>
                    <a:pt x="8065" y="9282"/>
                  </a:cubicBezTo>
                  <a:cubicBezTo>
                    <a:pt x="8082" y="9234"/>
                    <a:pt x="8100" y="9192"/>
                    <a:pt x="8124" y="9145"/>
                  </a:cubicBezTo>
                  <a:lnTo>
                    <a:pt x="8142" y="9103"/>
                  </a:lnTo>
                  <a:cubicBezTo>
                    <a:pt x="8172" y="9044"/>
                    <a:pt x="8195" y="8985"/>
                    <a:pt x="8225" y="8925"/>
                  </a:cubicBezTo>
                  <a:cubicBezTo>
                    <a:pt x="8231" y="8907"/>
                    <a:pt x="8243" y="8884"/>
                    <a:pt x="8249" y="8872"/>
                  </a:cubicBezTo>
                  <a:cubicBezTo>
                    <a:pt x="8272" y="8824"/>
                    <a:pt x="8290" y="8783"/>
                    <a:pt x="8308" y="8747"/>
                  </a:cubicBezTo>
                  <a:cubicBezTo>
                    <a:pt x="8314" y="8723"/>
                    <a:pt x="8332" y="8711"/>
                    <a:pt x="8338" y="8688"/>
                  </a:cubicBezTo>
                  <a:lnTo>
                    <a:pt x="8403" y="8551"/>
                  </a:lnTo>
                  <a:lnTo>
                    <a:pt x="8427" y="8510"/>
                  </a:lnTo>
                  <a:cubicBezTo>
                    <a:pt x="8457" y="8450"/>
                    <a:pt x="8486" y="8397"/>
                    <a:pt x="8516" y="8337"/>
                  </a:cubicBezTo>
                  <a:cubicBezTo>
                    <a:pt x="8522" y="8320"/>
                    <a:pt x="8528" y="8308"/>
                    <a:pt x="8546" y="8284"/>
                  </a:cubicBezTo>
                  <a:cubicBezTo>
                    <a:pt x="8569" y="8242"/>
                    <a:pt x="8587" y="8201"/>
                    <a:pt x="8611" y="8159"/>
                  </a:cubicBezTo>
                  <a:cubicBezTo>
                    <a:pt x="8617" y="8136"/>
                    <a:pt x="8635" y="8124"/>
                    <a:pt x="8641" y="8100"/>
                  </a:cubicBezTo>
                  <a:cubicBezTo>
                    <a:pt x="8664" y="8052"/>
                    <a:pt x="8694" y="8011"/>
                    <a:pt x="8718" y="7975"/>
                  </a:cubicBezTo>
                  <a:lnTo>
                    <a:pt x="8736" y="7928"/>
                  </a:lnTo>
                  <a:cubicBezTo>
                    <a:pt x="8765" y="7868"/>
                    <a:pt x="8807" y="7815"/>
                    <a:pt x="8837" y="7767"/>
                  </a:cubicBezTo>
                  <a:cubicBezTo>
                    <a:pt x="8843" y="7750"/>
                    <a:pt x="8854" y="7738"/>
                    <a:pt x="8866" y="7720"/>
                  </a:cubicBezTo>
                  <a:cubicBezTo>
                    <a:pt x="8884" y="7678"/>
                    <a:pt x="8914" y="7637"/>
                    <a:pt x="8938" y="7595"/>
                  </a:cubicBezTo>
                  <a:cubicBezTo>
                    <a:pt x="8955" y="7571"/>
                    <a:pt x="8961" y="7560"/>
                    <a:pt x="8973" y="7536"/>
                  </a:cubicBezTo>
                  <a:cubicBezTo>
                    <a:pt x="9003" y="7488"/>
                    <a:pt x="9027" y="7453"/>
                    <a:pt x="9056" y="7411"/>
                  </a:cubicBezTo>
                  <a:cubicBezTo>
                    <a:pt x="9062" y="7393"/>
                    <a:pt x="9080" y="7381"/>
                    <a:pt x="9086" y="7364"/>
                  </a:cubicBezTo>
                  <a:cubicBezTo>
                    <a:pt x="9122" y="7310"/>
                    <a:pt x="9163" y="7263"/>
                    <a:pt x="9199" y="7203"/>
                  </a:cubicBezTo>
                  <a:cubicBezTo>
                    <a:pt x="9205" y="7185"/>
                    <a:pt x="9223" y="7174"/>
                    <a:pt x="9229" y="7156"/>
                  </a:cubicBezTo>
                  <a:cubicBezTo>
                    <a:pt x="9258" y="7120"/>
                    <a:pt x="9288" y="7073"/>
                    <a:pt x="9312" y="7037"/>
                  </a:cubicBezTo>
                  <a:cubicBezTo>
                    <a:pt x="9324" y="7025"/>
                    <a:pt x="9329" y="7001"/>
                    <a:pt x="9347" y="6984"/>
                  </a:cubicBezTo>
                  <a:cubicBezTo>
                    <a:pt x="9377" y="6948"/>
                    <a:pt x="9407" y="6906"/>
                    <a:pt x="9436" y="6865"/>
                  </a:cubicBezTo>
                  <a:cubicBezTo>
                    <a:pt x="9442" y="6853"/>
                    <a:pt x="9460" y="6835"/>
                    <a:pt x="9466" y="6829"/>
                  </a:cubicBezTo>
                  <a:cubicBezTo>
                    <a:pt x="9502" y="6776"/>
                    <a:pt x="9549" y="6728"/>
                    <a:pt x="9585" y="6675"/>
                  </a:cubicBezTo>
                  <a:cubicBezTo>
                    <a:pt x="9591" y="6657"/>
                    <a:pt x="9609" y="6651"/>
                    <a:pt x="9614" y="6639"/>
                  </a:cubicBezTo>
                  <a:cubicBezTo>
                    <a:pt x="9644" y="6598"/>
                    <a:pt x="9674" y="6556"/>
                    <a:pt x="9704" y="6520"/>
                  </a:cubicBezTo>
                  <a:cubicBezTo>
                    <a:pt x="9715" y="6503"/>
                    <a:pt x="9733" y="6491"/>
                    <a:pt x="9739" y="6467"/>
                  </a:cubicBezTo>
                  <a:cubicBezTo>
                    <a:pt x="9769" y="6431"/>
                    <a:pt x="9804" y="6384"/>
                    <a:pt x="9834" y="6348"/>
                  </a:cubicBezTo>
                  <a:cubicBezTo>
                    <a:pt x="9846" y="6330"/>
                    <a:pt x="9858" y="6324"/>
                    <a:pt x="9864" y="6313"/>
                  </a:cubicBezTo>
                  <a:cubicBezTo>
                    <a:pt x="9911" y="6259"/>
                    <a:pt x="9947" y="6212"/>
                    <a:pt x="9994" y="6164"/>
                  </a:cubicBezTo>
                  <a:cubicBezTo>
                    <a:pt x="10000" y="6146"/>
                    <a:pt x="10012" y="6140"/>
                    <a:pt x="10024" y="6123"/>
                  </a:cubicBezTo>
                  <a:cubicBezTo>
                    <a:pt x="10054" y="6087"/>
                    <a:pt x="10090" y="6051"/>
                    <a:pt x="10125" y="6016"/>
                  </a:cubicBezTo>
                  <a:cubicBezTo>
                    <a:pt x="10143" y="5998"/>
                    <a:pt x="10155" y="5986"/>
                    <a:pt x="10161" y="5968"/>
                  </a:cubicBezTo>
                  <a:cubicBezTo>
                    <a:pt x="10202" y="5933"/>
                    <a:pt x="10232" y="5897"/>
                    <a:pt x="10268" y="5855"/>
                  </a:cubicBezTo>
                  <a:lnTo>
                    <a:pt x="10297" y="5826"/>
                  </a:lnTo>
                  <a:cubicBezTo>
                    <a:pt x="10339" y="5784"/>
                    <a:pt x="10386" y="5737"/>
                    <a:pt x="10428" y="5689"/>
                  </a:cubicBezTo>
                  <a:lnTo>
                    <a:pt x="10458" y="5659"/>
                  </a:lnTo>
                  <a:lnTo>
                    <a:pt x="10570" y="5547"/>
                  </a:lnTo>
                  <a:lnTo>
                    <a:pt x="10606" y="5511"/>
                  </a:lnTo>
                  <a:cubicBezTo>
                    <a:pt x="10648" y="5469"/>
                    <a:pt x="10683" y="5434"/>
                    <a:pt x="10719" y="5404"/>
                  </a:cubicBezTo>
                  <a:cubicBezTo>
                    <a:pt x="10725" y="5398"/>
                    <a:pt x="10743" y="5392"/>
                    <a:pt x="10749" y="5374"/>
                  </a:cubicBezTo>
                  <a:cubicBezTo>
                    <a:pt x="10796" y="5333"/>
                    <a:pt x="10844" y="5285"/>
                    <a:pt x="10891" y="5250"/>
                  </a:cubicBezTo>
                  <a:cubicBezTo>
                    <a:pt x="10897" y="5244"/>
                    <a:pt x="10903" y="5232"/>
                    <a:pt x="10921" y="5226"/>
                  </a:cubicBezTo>
                  <a:cubicBezTo>
                    <a:pt x="10956" y="5190"/>
                    <a:pt x="10992" y="5161"/>
                    <a:pt x="11040" y="5125"/>
                  </a:cubicBezTo>
                  <a:cubicBezTo>
                    <a:pt x="11051" y="5107"/>
                    <a:pt x="11069" y="5101"/>
                    <a:pt x="11075" y="5083"/>
                  </a:cubicBezTo>
                  <a:cubicBezTo>
                    <a:pt x="11111" y="5054"/>
                    <a:pt x="11158" y="5018"/>
                    <a:pt x="11194" y="4988"/>
                  </a:cubicBezTo>
                  <a:cubicBezTo>
                    <a:pt x="11200" y="4982"/>
                    <a:pt x="11212" y="4977"/>
                    <a:pt x="11224" y="4965"/>
                  </a:cubicBezTo>
                  <a:cubicBezTo>
                    <a:pt x="11277" y="4929"/>
                    <a:pt x="11319" y="4887"/>
                    <a:pt x="11372" y="4846"/>
                  </a:cubicBezTo>
                  <a:lnTo>
                    <a:pt x="11461" y="4781"/>
                  </a:lnTo>
                  <a:cubicBezTo>
                    <a:pt x="11479" y="4775"/>
                    <a:pt x="11485" y="4769"/>
                    <a:pt x="11497" y="4757"/>
                  </a:cubicBezTo>
                  <a:cubicBezTo>
                    <a:pt x="11538" y="4739"/>
                    <a:pt x="11568" y="4709"/>
                    <a:pt x="11604" y="4686"/>
                  </a:cubicBezTo>
                  <a:cubicBezTo>
                    <a:pt x="11616" y="4680"/>
                    <a:pt x="11633" y="4662"/>
                    <a:pt x="11645" y="4656"/>
                  </a:cubicBezTo>
                  <a:cubicBezTo>
                    <a:pt x="11669" y="4638"/>
                    <a:pt x="11699" y="4620"/>
                    <a:pt x="11722" y="4602"/>
                  </a:cubicBezTo>
                  <a:cubicBezTo>
                    <a:pt x="11734" y="4597"/>
                    <a:pt x="11752" y="4579"/>
                    <a:pt x="11764" y="4573"/>
                  </a:cubicBezTo>
                  <a:lnTo>
                    <a:pt x="11835" y="4531"/>
                  </a:lnTo>
                  <a:cubicBezTo>
                    <a:pt x="11847" y="4519"/>
                    <a:pt x="11865" y="4507"/>
                    <a:pt x="11883" y="4501"/>
                  </a:cubicBezTo>
                  <a:lnTo>
                    <a:pt x="11954" y="4454"/>
                  </a:lnTo>
                  <a:cubicBezTo>
                    <a:pt x="11966" y="4448"/>
                    <a:pt x="11984" y="4430"/>
                    <a:pt x="11996" y="4424"/>
                  </a:cubicBezTo>
                  <a:cubicBezTo>
                    <a:pt x="12019" y="4412"/>
                    <a:pt x="12049" y="4395"/>
                    <a:pt x="12073" y="4383"/>
                  </a:cubicBezTo>
                  <a:lnTo>
                    <a:pt x="12114" y="4359"/>
                  </a:lnTo>
                  <a:cubicBezTo>
                    <a:pt x="12150" y="4335"/>
                    <a:pt x="12197" y="4311"/>
                    <a:pt x="12233" y="4294"/>
                  </a:cubicBezTo>
                  <a:lnTo>
                    <a:pt x="4959" y="1"/>
                  </a:lnTo>
                  <a:close/>
                  <a:moveTo>
                    <a:pt x="8605" y="15819"/>
                  </a:moveTo>
                  <a:cubicBezTo>
                    <a:pt x="8605" y="15819"/>
                    <a:pt x="8605" y="15819"/>
                    <a:pt x="8605" y="15819"/>
                  </a:cubicBezTo>
                  <a:cubicBezTo>
                    <a:pt x="8607" y="15820"/>
                    <a:pt x="8609" y="15821"/>
                    <a:pt x="8610" y="15822"/>
                  </a:cubicBezTo>
                  <a:lnTo>
                    <a:pt x="8610" y="15822"/>
                  </a:lnTo>
                  <a:lnTo>
                    <a:pt x="8605" y="15819"/>
                  </a:lnTo>
                  <a:close/>
                  <a:moveTo>
                    <a:pt x="8610" y="15822"/>
                  </a:moveTo>
                  <a:lnTo>
                    <a:pt x="8676" y="15861"/>
                  </a:lnTo>
                  <a:cubicBezTo>
                    <a:pt x="8660" y="15850"/>
                    <a:pt x="8633" y="15834"/>
                    <a:pt x="8610" y="15822"/>
                  </a:cubicBezTo>
                  <a:close/>
                </a:path>
              </a:pathLst>
            </a:custGeom>
            <a:solidFill>
              <a:srgbClr val="979797">
                <a:alpha val="4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5">
              <a:extLst>
                <a:ext uri="{FF2B5EF4-FFF2-40B4-BE49-F238E27FC236}">
                  <a16:creationId xmlns:a16="http://schemas.microsoft.com/office/drawing/2014/main" id="{314840E6-93EF-A050-0844-C88161A97531}"/>
                </a:ext>
              </a:extLst>
            </p:cNvPr>
            <p:cNvSpPr/>
            <p:nvPr/>
          </p:nvSpPr>
          <p:spPr>
            <a:xfrm>
              <a:off x="9706338" y="-1666865"/>
              <a:ext cx="130405" cy="2622401"/>
            </a:xfrm>
            <a:custGeom>
              <a:avLst/>
              <a:gdLst/>
              <a:ahLst/>
              <a:cxnLst/>
              <a:rect l="l" t="t" r="r" b="b"/>
              <a:pathLst>
                <a:path w="601" h="12459" extrusionOk="0">
                  <a:moveTo>
                    <a:pt x="1" y="1"/>
                  </a:moveTo>
                  <a:lnTo>
                    <a:pt x="30" y="12132"/>
                  </a:lnTo>
                  <a:lnTo>
                    <a:pt x="600" y="12458"/>
                  </a:lnTo>
                  <a:lnTo>
                    <a:pt x="565"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5">
              <a:extLst>
                <a:ext uri="{FF2B5EF4-FFF2-40B4-BE49-F238E27FC236}">
                  <a16:creationId xmlns:a16="http://schemas.microsoft.com/office/drawing/2014/main" id="{D1930CE4-89C8-1A19-2A96-1F31C9E0CF29}"/>
                </a:ext>
              </a:extLst>
            </p:cNvPr>
            <p:cNvSpPr/>
            <p:nvPr/>
          </p:nvSpPr>
          <p:spPr>
            <a:xfrm>
              <a:off x="9706338" y="-4241474"/>
              <a:ext cx="4718447" cy="2643660"/>
            </a:xfrm>
            <a:custGeom>
              <a:avLst/>
              <a:gdLst/>
              <a:ahLst/>
              <a:cxnLst/>
              <a:rect l="l" t="t" r="r" b="b"/>
              <a:pathLst>
                <a:path w="21746" h="12560" extrusionOk="0">
                  <a:moveTo>
                    <a:pt x="21175" y="0"/>
                  </a:moveTo>
                  <a:lnTo>
                    <a:pt x="1" y="12233"/>
                  </a:lnTo>
                  <a:lnTo>
                    <a:pt x="565" y="12559"/>
                  </a:lnTo>
                  <a:lnTo>
                    <a:pt x="21745" y="333"/>
                  </a:lnTo>
                  <a:lnTo>
                    <a:pt x="211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5">
              <a:extLst>
                <a:ext uri="{FF2B5EF4-FFF2-40B4-BE49-F238E27FC236}">
                  <a16:creationId xmlns:a16="http://schemas.microsoft.com/office/drawing/2014/main" id="{7896CEBD-CDE0-B533-95B9-AD7C15E9CEB0}"/>
                </a:ext>
              </a:extLst>
            </p:cNvPr>
            <p:cNvSpPr/>
            <p:nvPr/>
          </p:nvSpPr>
          <p:spPr>
            <a:xfrm>
              <a:off x="9828714" y="-4171594"/>
              <a:ext cx="4602363" cy="5127143"/>
            </a:xfrm>
            <a:custGeom>
              <a:avLst/>
              <a:gdLst/>
              <a:ahLst/>
              <a:cxnLst/>
              <a:rect l="l" t="t" r="r" b="b"/>
              <a:pathLst>
                <a:path w="21211" h="24359" extrusionOk="0">
                  <a:moveTo>
                    <a:pt x="21181" y="1"/>
                  </a:moveTo>
                  <a:lnTo>
                    <a:pt x="1" y="12227"/>
                  </a:lnTo>
                  <a:lnTo>
                    <a:pt x="36" y="24358"/>
                  </a:lnTo>
                  <a:lnTo>
                    <a:pt x="21211" y="12132"/>
                  </a:lnTo>
                  <a:lnTo>
                    <a:pt x="211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5">
              <a:extLst>
                <a:ext uri="{FF2B5EF4-FFF2-40B4-BE49-F238E27FC236}">
                  <a16:creationId xmlns:a16="http://schemas.microsoft.com/office/drawing/2014/main" id="{EA148EE0-7D5F-6E0D-8A6D-D13C7ADE5559}"/>
                </a:ext>
              </a:extLst>
            </p:cNvPr>
            <p:cNvSpPr/>
            <p:nvPr/>
          </p:nvSpPr>
          <p:spPr>
            <a:xfrm>
              <a:off x="9931779" y="-4022784"/>
              <a:ext cx="4396232" cy="4830784"/>
            </a:xfrm>
            <a:custGeom>
              <a:avLst/>
              <a:gdLst/>
              <a:ahLst/>
              <a:cxnLst/>
              <a:rect l="l" t="t" r="r" b="b"/>
              <a:pathLst>
                <a:path w="20261" h="22951" extrusionOk="0">
                  <a:moveTo>
                    <a:pt x="20261" y="0"/>
                  </a:moveTo>
                  <a:lnTo>
                    <a:pt x="1" y="11698"/>
                  </a:lnTo>
                  <a:lnTo>
                    <a:pt x="1" y="22951"/>
                  </a:lnTo>
                  <a:lnTo>
                    <a:pt x="20261" y="11253"/>
                  </a:lnTo>
                  <a:lnTo>
                    <a:pt x="202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5">
              <a:extLst>
                <a:ext uri="{FF2B5EF4-FFF2-40B4-BE49-F238E27FC236}">
                  <a16:creationId xmlns:a16="http://schemas.microsoft.com/office/drawing/2014/main" id="{4DDE4B13-3DC9-5087-0E05-0C006541D74B}"/>
                </a:ext>
              </a:extLst>
            </p:cNvPr>
            <p:cNvSpPr/>
            <p:nvPr/>
          </p:nvSpPr>
          <p:spPr>
            <a:xfrm>
              <a:off x="9875147" y="-3484162"/>
              <a:ext cx="4508410" cy="2543681"/>
            </a:xfrm>
            <a:custGeom>
              <a:avLst/>
              <a:gdLst/>
              <a:ahLst/>
              <a:cxnLst/>
              <a:rect l="l" t="t" r="r" b="b"/>
              <a:pathLst>
                <a:path w="20778" h="12085" extrusionOk="0">
                  <a:moveTo>
                    <a:pt x="20700" y="1"/>
                  </a:moveTo>
                  <a:lnTo>
                    <a:pt x="0" y="11948"/>
                  </a:lnTo>
                  <a:lnTo>
                    <a:pt x="78" y="12084"/>
                  </a:lnTo>
                  <a:lnTo>
                    <a:pt x="20777"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5">
              <a:extLst>
                <a:ext uri="{FF2B5EF4-FFF2-40B4-BE49-F238E27FC236}">
                  <a16:creationId xmlns:a16="http://schemas.microsoft.com/office/drawing/2014/main" id="{8FC6173A-632C-D44B-DAE7-B6B9FBCE2E44}"/>
                </a:ext>
              </a:extLst>
            </p:cNvPr>
            <p:cNvSpPr/>
            <p:nvPr/>
          </p:nvSpPr>
          <p:spPr>
            <a:xfrm>
              <a:off x="9875147" y="-2879238"/>
              <a:ext cx="4508410" cy="2543681"/>
            </a:xfrm>
            <a:custGeom>
              <a:avLst/>
              <a:gdLst/>
              <a:ahLst/>
              <a:cxnLst/>
              <a:rect l="l" t="t" r="r" b="b"/>
              <a:pathLst>
                <a:path w="20778" h="12085" extrusionOk="0">
                  <a:moveTo>
                    <a:pt x="20700" y="1"/>
                  </a:moveTo>
                  <a:lnTo>
                    <a:pt x="0" y="11942"/>
                  </a:lnTo>
                  <a:lnTo>
                    <a:pt x="78" y="12084"/>
                  </a:lnTo>
                  <a:lnTo>
                    <a:pt x="20777"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5">
              <a:extLst>
                <a:ext uri="{FF2B5EF4-FFF2-40B4-BE49-F238E27FC236}">
                  <a16:creationId xmlns:a16="http://schemas.microsoft.com/office/drawing/2014/main" id="{3E7301F3-7CD5-902A-D9DC-D8A487921DFA}"/>
                </a:ext>
              </a:extLst>
            </p:cNvPr>
            <p:cNvSpPr/>
            <p:nvPr/>
          </p:nvSpPr>
          <p:spPr>
            <a:xfrm>
              <a:off x="9873845" y="-2275577"/>
              <a:ext cx="4509712" cy="2544944"/>
            </a:xfrm>
            <a:custGeom>
              <a:avLst/>
              <a:gdLst/>
              <a:ahLst/>
              <a:cxnLst/>
              <a:rect l="l" t="t" r="r" b="b"/>
              <a:pathLst>
                <a:path w="20784" h="12091" extrusionOk="0">
                  <a:moveTo>
                    <a:pt x="20700" y="1"/>
                  </a:moveTo>
                  <a:lnTo>
                    <a:pt x="1" y="11948"/>
                  </a:lnTo>
                  <a:lnTo>
                    <a:pt x="84" y="12090"/>
                  </a:lnTo>
                  <a:lnTo>
                    <a:pt x="20783"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5">
              <a:extLst>
                <a:ext uri="{FF2B5EF4-FFF2-40B4-BE49-F238E27FC236}">
                  <a16:creationId xmlns:a16="http://schemas.microsoft.com/office/drawing/2014/main" id="{D54E0FC1-2386-5DCD-5F7B-F4E7D2537C9D}"/>
                </a:ext>
              </a:extLst>
            </p:cNvPr>
            <p:cNvSpPr/>
            <p:nvPr/>
          </p:nvSpPr>
          <p:spPr>
            <a:xfrm>
              <a:off x="13607610" y="-3656546"/>
              <a:ext cx="36236" cy="2419917"/>
            </a:xfrm>
            <a:custGeom>
              <a:avLst/>
              <a:gdLst/>
              <a:ahLst/>
              <a:cxnLst/>
              <a:rect l="l" t="t" r="r" b="b"/>
              <a:pathLst>
                <a:path w="167" h="11497" extrusionOk="0">
                  <a:moveTo>
                    <a:pt x="1" y="0"/>
                  </a:moveTo>
                  <a:lnTo>
                    <a:pt x="1" y="11496"/>
                  </a:lnTo>
                  <a:lnTo>
                    <a:pt x="167" y="11496"/>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5">
              <a:extLst>
                <a:ext uri="{FF2B5EF4-FFF2-40B4-BE49-F238E27FC236}">
                  <a16:creationId xmlns:a16="http://schemas.microsoft.com/office/drawing/2014/main" id="{6E023698-D1B1-223D-FF6A-96DB3EC5C4CB}"/>
                </a:ext>
              </a:extLst>
            </p:cNvPr>
            <p:cNvSpPr/>
            <p:nvPr/>
          </p:nvSpPr>
          <p:spPr>
            <a:xfrm>
              <a:off x="12860336" y="-3237899"/>
              <a:ext cx="36236" cy="2419917"/>
            </a:xfrm>
            <a:custGeom>
              <a:avLst/>
              <a:gdLst/>
              <a:ahLst/>
              <a:cxnLst/>
              <a:rect l="l" t="t" r="r" b="b"/>
              <a:pathLst>
                <a:path w="167" h="11497" extrusionOk="0">
                  <a:moveTo>
                    <a:pt x="1" y="1"/>
                  </a:moveTo>
                  <a:lnTo>
                    <a:pt x="1" y="11496"/>
                  </a:lnTo>
                  <a:lnTo>
                    <a:pt x="167" y="11496"/>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5">
              <a:extLst>
                <a:ext uri="{FF2B5EF4-FFF2-40B4-BE49-F238E27FC236}">
                  <a16:creationId xmlns:a16="http://schemas.microsoft.com/office/drawing/2014/main" id="{9A1006F0-A505-FD31-32FC-F051256BAEA9}"/>
                </a:ext>
              </a:extLst>
            </p:cNvPr>
            <p:cNvSpPr/>
            <p:nvPr/>
          </p:nvSpPr>
          <p:spPr>
            <a:xfrm>
              <a:off x="12111761" y="-2816725"/>
              <a:ext cx="36236" cy="2419917"/>
            </a:xfrm>
            <a:custGeom>
              <a:avLst/>
              <a:gdLst/>
              <a:ahLst/>
              <a:cxnLst/>
              <a:rect l="l" t="t" r="r" b="b"/>
              <a:pathLst>
                <a:path w="167" h="11497" extrusionOk="0">
                  <a:moveTo>
                    <a:pt x="1" y="1"/>
                  </a:moveTo>
                  <a:lnTo>
                    <a:pt x="1" y="11496"/>
                  </a:lnTo>
                  <a:lnTo>
                    <a:pt x="167" y="11496"/>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5">
              <a:extLst>
                <a:ext uri="{FF2B5EF4-FFF2-40B4-BE49-F238E27FC236}">
                  <a16:creationId xmlns:a16="http://schemas.microsoft.com/office/drawing/2014/main" id="{301B8CC5-8B6B-3034-BB4A-FF682FC12FD2}"/>
                </a:ext>
              </a:extLst>
            </p:cNvPr>
            <p:cNvSpPr/>
            <p:nvPr/>
          </p:nvSpPr>
          <p:spPr>
            <a:xfrm>
              <a:off x="11363185" y="-2399340"/>
              <a:ext cx="35151" cy="2421180"/>
            </a:xfrm>
            <a:custGeom>
              <a:avLst/>
              <a:gdLst/>
              <a:ahLst/>
              <a:cxnLst/>
              <a:rect l="l" t="t" r="r" b="b"/>
              <a:pathLst>
                <a:path w="162" h="11503" extrusionOk="0">
                  <a:moveTo>
                    <a:pt x="1" y="1"/>
                  </a:moveTo>
                  <a:lnTo>
                    <a:pt x="1" y="11503"/>
                  </a:lnTo>
                  <a:lnTo>
                    <a:pt x="161" y="11503"/>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5">
              <a:extLst>
                <a:ext uri="{FF2B5EF4-FFF2-40B4-BE49-F238E27FC236}">
                  <a16:creationId xmlns:a16="http://schemas.microsoft.com/office/drawing/2014/main" id="{1AAEC2F8-C605-35E3-FFCD-DB6F188DF182}"/>
                </a:ext>
              </a:extLst>
            </p:cNvPr>
            <p:cNvSpPr/>
            <p:nvPr/>
          </p:nvSpPr>
          <p:spPr>
            <a:xfrm>
              <a:off x="10614610" y="-1979219"/>
              <a:ext cx="35151" cy="2419707"/>
            </a:xfrm>
            <a:custGeom>
              <a:avLst/>
              <a:gdLst/>
              <a:ahLst/>
              <a:cxnLst/>
              <a:rect l="l" t="t" r="r" b="b"/>
              <a:pathLst>
                <a:path w="162" h="11496" extrusionOk="0">
                  <a:moveTo>
                    <a:pt x="1" y="0"/>
                  </a:moveTo>
                  <a:lnTo>
                    <a:pt x="1" y="11496"/>
                  </a:lnTo>
                  <a:lnTo>
                    <a:pt x="161" y="11496"/>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5">
              <a:extLst>
                <a:ext uri="{FF2B5EF4-FFF2-40B4-BE49-F238E27FC236}">
                  <a16:creationId xmlns:a16="http://schemas.microsoft.com/office/drawing/2014/main" id="{15357B2E-0A9C-02A7-5913-97F1DF9CE55C}"/>
                </a:ext>
              </a:extLst>
            </p:cNvPr>
            <p:cNvSpPr/>
            <p:nvPr/>
          </p:nvSpPr>
          <p:spPr>
            <a:xfrm>
              <a:off x="9042818" y="-851881"/>
              <a:ext cx="768109" cy="505368"/>
            </a:xfrm>
            <a:custGeom>
              <a:avLst/>
              <a:gdLst/>
              <a:ahLst/>
              <a:cxnLst/>
              <a:rect l="l" t="t" r="r" b="b"/>
              <a:pathLst>
                <a:path w="3540" h="2401" extrusionOk="0">
                  <a:moveTo>
                    <a:pt x="476" y="2292"/>
                  </a:moveTo>
                  <a:cubicBezTo>
                    <a:pt x="482" y="2292"/>
                    <a:pt x="482" y="2292"/>
                    <a:pt x="476" y="2304"/>
                  </a:cubicBezTo>
                  <a:lnTo>
                    <a:pt x="476" y="2292"/>
                  </a:lnTo>
                  <a:close/>
                  <a:moveTo>
                    <a:pt x="470" y="2316"/>
                  </a:moveTo>
                  <a:cubicBezTo>
                    <a:pt x="476" y="2316"/>
                    <a:pt x="470" y="2316"/>
                    <a:pt x="470" y="2322"/>
                  </a:cubicBezTo>
                  <a:lnTo>
                    <a:pt x="470" y="2316"/>
                  </a:lnTo>
                  <a:close/>
                  <a:moveTo>
                    <a:pt x="3154" y="0"/>
                  </a:moveTo>
                  <a:cubicBezTo>
                    <a:pt x="3148" y="0"/>
                    <a:pt x="3142" y="6"/>
                    <a:pt x="3142" y="6"/>
                  </a:cubicBezTo>
                  <a:lnTo>
                    <a:pt x="72" y="1787"/>
                  </a:lnTo>
                  <a:cubicBezTo>
                    <a:pt x="30" y="1811"/>
                    <a:pt x="1" y="1871"/>
                    <a:pt x="1" y="1942"/>
                  </a:cubicBezTo>
                  <a:cubicBezTo>
                    <a:pt x="6" y="2102"/>
                    <a:pt x="107" y="2286"/>
                    <a:pt x="244" y="2369"/>
                  </a:cubicBezTo>
                  <a:cubicBezTo>
                    <a:pt x="281" y="2390"/>
                    <a:pt x="320" y="2400"/>
                    <a:pt x="354" y="2400"/>
                  </a:cubicBezTo>
                  <a:cubicBezTo>
                    <a:pt x="381" y="2400"/>
                    <a:pt x="404" y="2394"/>
                    <a:pt x="422" y="2381"/>
                  </a:cubicBezTo>
                  <a:lnTo>
                    <a:pt x="416" y="2381"/>
                  </a:lnTo>
                  <a:lnTo>
                    <a:pt x="3480" y="600"/>
                  </a:lnTo>
                  <a:cubicBezTo>
                    <a:pt x="3486" y="600"/>
                    <a:pt x="3486" y="594"/>
                    <a:pt x="3498" y="594"/>
                  </a:cubicBezTo>
                  <a:lnTo>
                    <a:pt x="3504" y="588"/>
                  </a:lnTo>
                  <a:lnTo>
                    <a:pt x="3510" y="576"/>
                  </a:lnTo>
                  <a:lnTo>
                    <a:pt x="3516" y="570"/>
                  </a:lnTo>
                  <a:lnTo>
                    <a:pt x="3528" y="564"/>
                  </a:lnTo>
                  <a:lnTo>
                    <a:pt x="3528" y="558"/>
                  </a:lnTo>
                  <a:cubicBezTo>
                    <a:pt x="3528" y="546"/>
                    <a:pt x="3534" y="546"/>
                    <a:pt x="3534" y="540"/>
                  </a:cubicBezTo>
                  <a:lnTo>
                    <a:pt x="3534" y="534"/>
                  </a:lnTo>
                  <a:cubicBezTo>
                    <a:pt x="3534" y="529"/>
                    <a:pt x="3540" y="529"/>
                    <a:pt x="3540" y="517"/>
                  </a:cubicBezTo>
                  <a:lnTo>
                    <a:pt x="3540" y="511"/>
                  </a:lnTo>
                  <a:lnTo>
                    <a:pt x="3540" y="499"/>
                  </a:lnTo>
                  <a:lnTo>
                    <a:pt x="3540" y="487"/>
                  </a:lnTo>
                  <a:lnTo>
                    <a:pt x="3540" y="481"/>
                  </a:lnTo>
                  <a:lnTo>
                    <a:pt x="3540" y="475"/>
                  </a:lnTo>
                  <a:lnTo>
                    <a:pt x="3540" y="469"/>
                  </a:lnTo>
                  <a:lnTo>
                    <a:pt x="3540" y="445"/>
                  </a:lnTo>
                  <a:lnTo>
                    <a:pt x="3540" y="416"/>
                  </a:lnTo>
                  <a:cubicBezTo>
                    <a:pt x="3540" y="410"/>
                    <a:pt x="3540" y="392"/>
                    <a:pt x="3534" y="386"/>
                  </a:cubicBezTo>
                  <a:lnTo>
                    <a:pt x="3534" y="368"/>
                  </a:lnTo>
                  <a:cubicBezTo>
                    <a:pt x="3534" y="362"/>
                    <a:pt x="3534" y="356"/>
                    <a:pt x="3528" y="350"/>
                  </a:cubicBezTo>
                  <a:lnTo>
                    <a:pt x="3528" y="339"/>
                  </a:lnTo>
                  <a:lnTo>
                    <a:pt x="3528" y="333"/>
                  </a:lnTo>
                  <a:cubicBezTo>
                    <a:pt x="3528" y="327"/>
                    <a:pt x="3516" y="309"/>
                    <a:pt x="3516" y="303"/>
                  </a:cubicBezTo>
                  <a:lnTo>
                    <a:pt x="3516" y="297"/>
                  </a:lnTo>
                  <a:cubicBezTo>
                    <a:pt x="3510" y="279"/>
                    <a:pt x="3510" y="273"/>
                    <a:pt x="3504" y="261"/>
                  </a:cubicBezTo>
                  <a:cubicBezTo>
                    <a:pt x="3504" y="249"/>
                    <a:pt x="3504" y="249"/>
                    <a:pt x="3498" y="244"/>
                  </a:cubicBezTo>
                  <a:cubicBezTo>
                    <a:pt x="3486" y="238"/>
                    <a:pt x="3486" y="232"/>
                    <a:pt x="3480" y="220"/>
                  </a:cubicBezTo>
                  <a:cubicBezTo>
                    <a:pt x="3480" y="214"/>
                    <a:pt x="3474" y="214"/>
                    <a:pt x="3474" y="208"/>
                  </a:cubicBezTo>
                  <a:cubicBezTo>
                    <a:pt x="3468" y="202"/>
                    <a:pt x="3456" y="184"/>
                    <a:pt x="3456" y="178"/>
                  </a:cubicBezTo>
                  <a:lnTo>
                    <a:pt x="3456" y="172"/>
                  </a:lnTo>
                  <a:cubicBezTo>
                    <a:pt x="3450" y="160"/>
                    <a:pt x="3445" y="148"/>
                    <a:pt x="3439" y="143"/>
                  </a:cubicBezTo>
                  <a:lnTo>
                    <a:pt x="3427" y="131"/>
                  </a:lnTo>
                  <a:cubicBezTo>
                    <a:pt x="3421" y="125"/>
                    <a:pt x="3415" y="119"/>
                    <a:pt x="3415" y="113"/>
                  </a:cubicBezTo>
                  <a:lnTo>
                    <a:pt x="3409" y="101"/>
                  </a:lnTo>
                  <a:lnTo>
                    <a:pt x="3385" y="83"/>
                  </a:lnTo>
                  <a:cubicBezTo>
                    <a:pt x="3379" y="71"/>
                    <a:pt x="3361" y="65"/>
                    <a:pt x="3355" y="59"/>
                  </a:cubicBezTo>
                  <a:lnTo>
                    <a:pt x="3350" y="53"/>
                  </a:lnTo>
                  <a:lnTo>
                    <a:pt x="3338" y="42"/>
                  </a:lnTo>
                  <a:cubicBezTo>
                    <a:pt x="3332" y="36"/>
                    <a:pt x="3326" y="36"/>
                    <a:pt x="3320" y="30"/>
                  </a:cubicBezTo>
                  <a:cubicBezTo>
                    <a:pt x="3308" y="24"/>
                    <a:pt x="3302" y="24"/>
                    <a:pt x="3296" y="12"/>
                  </a:cubicBezTo>
                  <a:cubicBezTo>
                    <a:pt x="3290" y="6"/>
                    <a:pt x="3272" y="6"/>
                    <a:pt x="3266" y="6"/>
                  </a:cubicBezTo>
                  <a:lnTo>
                    <a:pt x="3260" y="6"/>
                  </a:lnTo>
                  <a:cubicBezTo>
                    <a:pt x="3249" y="6"/>
                    <a:pt x="3243" y="6"/>
                    <a:pt x="32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5">
              <a:extLst>
                <a:ext uri="{FF2B5EF4-FFF2-40B4-BE49-F238E27FC236}">
                  <a16:creationId xmlns:a16="http://schemas.microsoft.com/office/drawing/2014/main" id="{07048A74-57A6-9167-2D83-55831225F8F1}"/>
                </a:ext>
              </a:extLst>
            </p:cNvPr>
            <p:cNvSpPr/>
            <p:nvPr/>
          </p:nvSpPr>
          <p:spPr>
            <a:xfrm>
              <a:off x="6390040" y="-975644"/>
              <a:ext cx="4133469" cy="3953703"/>
            </a:xfrm>
            <a:custGeom>
              <a:avLst/>
              <a:gdLst/>
              <a:ahLst/>
              <a:cxnLst/>
              <a:rect l="l" t="t" r="r" b="b"/>
              <a:pathLst>
                <a:path w="19050" h="18784" extrusionOk="0">
                  <a:moveTo>
                    <a:pt x="16442" y="4780"/>
                  </a:moveTo>
                  <a:cubicBezTo>
                    <a:pt x="16448" y="4780"/>
                    <a:pt x="16454" y="4780"/>
                    <a:pt x="16472" y="4792"/>
                  </a:cubicBezTo>
                  <a:cubicBezTo>
                    <a:pt x="16454" y="4792"/>
                    <a:pt x="16448" y="4792"/>
                    <a:pt x="16442" y="4780"/>
                  </a:cubicBezTo>
                  <a:close/>
                  <a:moveTo>
                    <a:pt x="15534" y="4792"/>
                  </a:moveTo>
                  <a:cubicBezTo>
                    <a:pt x="15522" y="4798"/>
                    <a:pt x="15504" y="4798"/>
                    <a:pt x="15492" y="4798"/>
                  </a:cubicBezTo>
                  <a:cubicBezTo>
                    <a:pt x="15504" y="4798"/>
                    <a:pt x="15522" y="4792"/>
                    <a:pt x="15534" y="4792"/>
                  </a:cubicBezTo>
                  <a:close/>
                  <a:moveTo>
                    <a:pt x="16561" y="4804"/>
                  </a:moveTo>
                  <a:cubicBezTo>
                    <a:pt x="16566" y="4804"/>
                    <a:pt x="16571" y="4804"/>
                    <a:pt x="16580" y="4808"/>
                  </a:cubicBezTo>
                  <a:lnTo>
                    <a:pt x="16580" y="4808"/>
                  </a:lnTo>
                  <a:cubicBezTo>
                    <a:pt x="16572" y="4806"/>
                    <a:pt x="16562" y="4804"/>
                    <a:pt x="16555" y="4804"/>
                  </a:cubicBezTo>
                  <a:close/>
                  <a:moveTo>
                    <a:pt x="16680" y="4828"/>
                  </a:moveTo>
                  <a:cubicBezTo>
                    <a:pt x="16692" y="4828"/>
                    <a:pt x="16704" y="4834"/>
                    <a:pt x="16716" y="4834"/>
                  </a:cubicBezTo>
                  <a:cubicBezTo>
                    <a:pt x="16704" y="4834"/>
                    <a:pt x="16686" y="4828"/>
                    <a:pt x="16674" y="4828"/>
                  </a:cubicBezTo>
                  <a:close/>
                  <a:moveTo>
                    <a:pt x="16799" y="4857"/>
                  </a:moveTo>
                  <a:cubicBezTo>
                    <a:pt x="16805" y="4857"/>
                    <a:pt x="16822" y="4863"/>
                    <a:pt x="16828" y="4863"/>
                  </a:cubicBezTo>
                  <a:cubicBezTo>
                    <a:pt x="16811" y="4863"/>
                    <a:pt x="16805" y="4857"/>
                    <a:pt x="16793" y="4857"/>
                  </a:cubicBezTo>
                  <a:close/>
                  <a:moveTo>
                    <a:pt x="16912" y="4887"/>
                  </a:moveTo>
                  <a:cubicBezTo>
                    <a:pt x="16918" y="4887"/>
                    <a:pt x="16923" y="4893"/>
                    <a:pt x="16929" y="4893"/>
                  </a:cubicBezTo>
                  <a:cubicBezTo>
                    <a:pt x="16923" y="4893"/>
                    <a:pt x="16912" y="4887"/>
                    <a:pt x="16900" y="4887"/>
                  </a:cubicBezTo>
                  <a:close/>
                  <a:moveTo>
                    <a:pt x="15023" y="4893"/>
                  </a:moveTo>
                  <a:cubicBezTo>
                    <a:pt x="15011" y="4893"/>
                    <a:pt x="14994" y="4899"/>
                    <a:pt x="14982" y="4899"/>
                  </a:cubicBezTo>
                  <a:cubicBezTo>
                    <a:pt x="14994" y="4893"/>
                    <a:pt x="15011" y="4893"/>
                    <a:pt x="15023" y="4893"/>
                  </a:cubicBezTo>
                  <a:close/>
                  <a:moveTo>
                    <a:pt x="17018" y="4923"/>
                  </a:moveTo>
                  <a:cubicBezTo>
                    <a:pt x="17030" y="4923"/>
                    <a:pt x="17030" y="4923"/>
                    <a:pt x="17036" y="4929"/>
                  </a:cubicBezTo>
                  <a:cubicBezTo>
                    <a:pt x="17030" y="4923"/>
                    <a:pt x="17018" y="4923"/>
                    <a:pt x="17018" y="4923"/>
                  </a:cubicBezTo>
                  <a:close/>
                  <a:moveTo>
                    <a:pt x="14893" y="4929"/>
                  </a:moveTo>
                  <a:cubicBezTo>
                    <a:pt x="14875" y="4941"/>
                    <a:pt x="14863" y="4941"/>
                    <a:pt x="14845" y="4947"/>
                  </a:cubicBezTo>
                  <a:cubicBezTo>
                    <a:pt x="14845" y="4941"/>
                    <a:pt x="14851" y="4941"/>
                    <a:pt x="14851" y="4941"/>
                  </a:cubicBezTo>
                  <a:cubicBezTo>
                    <a:pt x="14869" y="4941"/>
                    <a:pt x="14875" y="4929"/>
                    <a:pt x="14893" y="4929"/>
                  </a:cubicBezTo>
                  <a:close/>
                  <a:moveTo>
                    <a:pt x="14750" y="4970"/>
                  </a:moveTo>
                  <a:cubicBezTo>
                    <a:pt x="14744" y="4976"/>
                    <a:pt x="14726" y="4982"/>
                    <a:pt x="14715" y="4982"/>
                  </a:cubicBezTo>
                  <a:cubicBezTo>
                    <a:pt x="14726" y="4976"/>
                    <a:pt x="14732" y="4976"/>
                    <a:pt x="14750" y="4970"/>
                  </a:cubicBezTo>
                  <a:close/>
                  <a:moveTo>
                    <a:pt x="14607" y="5016"/>
                  </a:moveTo>
                  <a:lnTo>
                    <a:pt x="14607" y="5016"/>
                  </a:lnTo>
                  <a:cubicBezTo>
                    <a:pt x="14599" y="5022"/>
                    <a:pt x="14593" y="5030"/>
                    <a:pt x="14584" y="5030"/>
                  </a:cubicBezTo>
                  <a:cubicBezTo>
                    <a:pt x="14592" y="5021"/>
                    <a:pt x="14601" y="5019"/>
                    <a:pt x="14607" y="5016"/>
                  </a:cubicBezTo>
                  <a:close/>
                  <a:moveTo>
                    <a:pt x="14483" y="5065"/>
                  </a:moveTo>
                  <a:cubicBezTo>
                    <a:pt x="14465" y="5071"/>
                    <a:pt x="14459" y="5077"/>
                    <a:pt x="14447" y="5077"/>
                  </a:cubicBezTo>
                  <a:cubicBezTo>
                    <a:pt x="14459" y="5071"/>
                    <a:pt x="14465" y="5071"/>
                    <a:pt x="14483" y="5065"/>
                  </a:cubicBezTo>
                  <a:close/>
                  <a:moveTo>
                    <a:pt x="17466" y="5131"/>
                  </a:moveTo>
                  <a:lnTo>
                    <a:pt x="17476" y="5137"/>
                  </a:lnTo>
                  <a:cubicBezTo>
                    <a:pt x="17476" y="5132"/>
                    <a:pt x="17469" y="5131"/>
                    <a:pt x="17466" y="5131"/>
                  </a:cubicBezTo>
                  <a:close/>
                  <a:moveTo>
                    <a:pt x="14177" y="5192"/>
                  </a:moveTo>
                  <a:lnTo>
                    <a:pt x="14177" y="5192"/>
                  </a:lnTo>
                  <a:cubicBezTo>
                    <a:pt x="14174" y="5193"/>
                    <a:pt x="14171" y="5194"/>
                    <a:pt x="14168" y="5196"/>
                  </a:cubicBezTo>
                  <a:cubicBezTo>
                    <a:pt x="14170" y="5194"/>
                    <a:pt x="14173" y="5193"/>
                    <a:pt x="14177" y="5192"/>
                  </a:cubicBezTo>
                  <a:close/>
                  <a:moveTo>
                    <a:pt x="8123" y="15552"/>
                  </a:moveTo>
                  <a:cubicBezTo>
                    <a:pt x="8129" y="15575"/>
                    <a:pt x="8129" y="15599"/>
                    <a:pt x="8129" y="15617"/>
                  </a:cubicBezTo>
                  <a:cubicBezTo>
                    <a:pt x="8129" y="15599"/>
                    <a:pt x="8123" y="15575"/>
                    <a:pt x="8123" y="15552"/>
                  </a:cubicBezTo>
                  <a:close/>
                  <a:moveTo>
                    <a:pt x="8135" y="15700"/>
                  </a:moveTo>
                  <a:cubicBezTo>
                    <a:pt x="8141" y="15724"/>
                    <a:pt x="8141" y="15736"/>
                    <a:pt x="8141" y="15754"/>
                  </a:cubicBezTo>
                  <a:cubicBezTo>
                    <a:pt x="8141" y="15736"/>
                    <a:pt x="8135" y="15718"/>
                    <a:pt x="8135" y="15700"/>
                  </a:cubicBezTo>
                  <a:close/>
                  <a:moveTo>
                    <a:pt x="8159" y="15849"/>
                  </a:moveTo>
                  <a:cubicBezTo>
                    <a:pt x="8165" y="15855"/>
                    <a:pt x="8165" y="15872"/>
                    <a:pt x="8165" y="15884"/>
                  </a:cubicBezTo>
                  <a:cubicBezTo>
                    <a:pt x="8165" y="15872"/>
                    <a:pt x="8159" y="15855"/>
                    <a:pt x="8159" y="15849"/>
                  </a:cubicBezTo>
                  <a:close/>
                  <a:moveTo>
                    <a:pt x="8242" y="16258"/>
                  </a:moveTo>
                  <a:lnTo>
                    <a:pt x="8242" y="16258"/>
                  </a:lnTo>
                  <a:cubicBezTo>
                    <a:pt x="8242" y="16270"/>
                    <a:pt x="8248" y="16288"/>
                    <a:pt x="8248" y="16300"/>
                  </a:cubicBezTo>
                  <a:cubicBezTo>
                    <a:pt x="8242" y="16288"/>
                    <a:pt x="8242" y="16270"/>
                    <a:pt x="8242" y="16258"/>
                  </a:cubicBezTo>
                  <a:close/>
                  <a:moveTo>
                    <a:pt x="8308" y="16508"/>
                  </a:moveTo>
                  <a:cubicBezTo>
                    <a:pt x="8312" y="16522"/>
                    <a:pt x="8313" y="16539"/>
                    <a:pt x="8316" y="16552"/>
                  </a:cubicBezTo>
                  <a:lnTo>
                    <a:pt x="8316" y="16552"/>
                  </a:lnTo>
                  <a:cubicBezTo>
                    <a:pt x="8316" y="16551"/>
                    <a:pt x="8315" y="16550"/>
                    <a:pt x="8313" y="16549"/>
                  </a:cubicBezTo>
                  <a:cubicBezTo>
                    <a:pt x="8313" y="16531"/>
                    <a:pt x="8308" y="16525"/>
                    <a:pt x="8308" y="16508"/>
                  </a:cubicBezTo>
                  <a:close/>
                  <a:moveTo>
                    <a:pt x="8391" y="16761"/>
                  </a:moveTo>
                  <a:cubicBezTo>
                    <a:pt x="8399" y="16777"/>
                    <a:pt x="8403" y="16794"/>
                    <a:pt x="8403" y="16799"/>
                  </a:cubicBezTo>
                  <a:cubicBezTo>
                    <a:pt x="8398" y="16784"/>
                    <a:pt x="8397" y="16774"/>
                    <a:pt x="8391" y="16761"/>
                  </a:cubicBezTo>
                  <a:close/>
                  <a:moveTo>
                    <a:pt x="8438" y="16887"/>
                  </a:moveTo>
                  <a:lnTo>
                    <a:pt x="8438" y="16887"/>
                  </a:lnTo>
                  <a:cubicBezTo>
                    <a:pt x="8440" y="16891"/>
                    <a:pt x="8443" y="16895"/>
                    <a:pt x="8444" y="16899"/>
                  </a:cubicBezTo>
                  <a:lnTo>
                    <a:pt x="8444" y="16899"/>
                  </a:lnTo>
                  <a:cubicBezTo>
                    <a:pt x="8442" y="16895"/>
                    <a:pt x="8440" y="16891"/>
                    <a:pt x="8438" y="16887"/>
                  </a:cubicBezTo>
                  <a:close/>
                  <a:moveTo>
                    <a:pt x="8485" y="17000"/>
                  </a:moveTo>
                  <a:cubicBezTo>
                    <a:pt x="8487" y="17004"/>
                    <a:pt x="8490" y="17008"/>
                    <a:pt x="8492" y="17012"/>
                  </a:cubicBezTo>
                  <a:lnTo>
                    <a:pt x="8492" y="17012"/>
                  </a:lnTo>
                  <a:cubicBezTo>
                    <a:pt x="8489" y="17009"/>
                    <a:pt x="8487" y="17005"/>
                    <a:pt x="8485" y="17000"/>
                  </a:cubicBezTo>
                  <a:close/>
                  <a:moveTo>
                    <a:pt x="8492" y="17012"/>
                  </a:moveTo>
                  <a:cubicBezTo>
                    <a:pt x="8498" y="17025"/>
                    <a:pt x="8503" y="17035"/>
                    <a:pt x="8509" y="17042"/>
                  </a:cubicBezTo>
                  <a:cubicBezTo>
                    <a:pt x="8498" y="17036"/>
                    <a:pt x="8498" y="17030"/>
                    <a:pt x="8492" y="17012"/>
                  </a:cubicBezTo>
                  <a:close/>
                  <a:moveTo>
                    <a:pt x="8527" y="17096"/>
                  </a:moveTo>
                  <a:cubicBezTo>
                    <a:pt x="8539" y="17119"/>
                    <a:pt x="8551" y="17131"/>
                    <a:pt x="8551" y="17143"/>
                  </a:cubicBezTo>
                  <a:lnTo>
                    <a:pt x="8527" y="17096"/>
                  </a:lnTo>
                  <a:close/>
                  <a:moveTo>
                    <a:pt x="8551" y="17143"/>
                  </a:moveTo>
                  <a:cubicBezTo>
                    <a:pt x="8554" y="17146"/>
                    <a:pt x="8554" y="17147"/>
                    <a:pt x="8553" y="17147"/>
                  </a:cubicBezTo>
                  <a:cubicBezTo>
                    <a:pt x="8552" y="17147"/>
                    <a:pt x="8551" y="17146"/>
                    <a:pt x="8551" y="17143"/>
                  </a:cubicBezTo>
                  <a:close/>
                  <a:moveTo>
                    <a:pt x="8587" y="17202"/>
                  </a:moveTo>
                  <a:lnTo>
                    <a:pt x="8610" y="17244"/>
                  </a:lnTo>
                  <a:cubicBezTo>
                    <a:pt x="8604" y="17244"/>
                    <a:pt x="8604" y="17244"/>
                    <a:pt x="8604" y="17238"/>
                  </a:cubicBezTo>
                  <a:cubicBezTo>
                    <a:pt x="8598" y="17220"/>
                    <a:pt x="8587" y="17214"/>
                    <a:pt x="8587" y="17202"/>
                  </a:cubicBezTo>
                  <a:close/>
                  <a:moveTo>
                    <a:pt x="8644" y="17312"/>
                  </a:moveTo>
                  <a:cubicBezTo>
                    <a:pt x="8650" y="17325"/>
                    <a:pt x="8659" y="17334"/>
                    <a:pt x="8664" y="17339"/>
                  </a:cubicBezTo>
                  <a:cubicBezTo>
                    <a:pt x="8664" y="17343"/>
                    <a:pt x="8664" y="17344"/>
                    <a:pt x="8664" y="17344"/>
                  </a:cubicBezTo>
                  <a:cubicBezTo>
                    <a:pt x="8663" y="17344"/>
                    <a:pt x="8662" y="17337"/>
                    <a:pt x="8658" y="17333"/>
                  </a:cubicBezTo>
                  <a:cubicBezTo>
                    <a:pt x="8649" y="17329"/>
                    <a:pt x="8647" y="17321"/>
                    <a:pt x="8644" y="17312"/>
                  </a:cubicBezTo>
                  <a:close/>
                  <a:moveTo>
                    <a:pt x="8699" y="17410"/>
                  </a:moveTo>
                  <a:lnTo>
                    <a:pt x="8699" y="17410"/>
                  </a:lnTo>
                  <a:cubicBezTo>
                    <a:pt x="8717" y="17428"/>
                    <a:pt x="8723" y="17446"/>
                    <a:pt x="8729" y="17458"/>
                  </a:cubicBezTo>
                  <a:cubicBezTo>
                    <a:pt x="8723" y="17452"/>
                    <a:pt x="8723" y="17446"/>
                    <a:pt x="8717" y="17440"/>
                  </a:cubicBezTo>
                  <a:cubicBezTo>
                    <a:pt x="8705" y="17428"/>
                    <a:pt x="8699" y="17416"/>
                    <a:pt x="8699" y="17410"/>
                  </a:cubicBezTo>
                  <a:close/>
                  <a:moveTo>
                    <a:pt x="8765" y="17511"/>
                  </a:moveTo>
                  <a:cubicBezTo>
                    <a:pt x="8767" y="17519"/>
                    <a:pt x="8772" y="17525"/>
                    <a:pt x="8777" y="17531"/>
                  </a:cubicBezTo>
                  <a:lnTo>
                    <a:pt x="8777" y="17531"/>
                  </a:lnTo>
                  <a:cubicBezTo>
                    <a:pt x="8772" y="17526"/>
                    <a:pt x="8768" y="17520"/>
                    <a:pt x="8765" y="17511"/>
                  </a:cubicBezTo>
                  <a:close/>
                  <a:moveTo>
                    <a:pt x="8788" y="17547"/>
                  </a:moveTo>
                  <a:cubicBezTo>
                    <a:pt x="8791" y="17551"/>
                    <a:pt x="8793" y="17554"/>
                    <a:pt x="8794" y="17559"/>
                  </a:cubicBezTo>
                  <a:lnTo>
                    <a:pt x="8788" y="17547"/>
                  </a:lnTo>
                  <a:close/>
                  <a:moveTo>
                    <a:pt x="8901" y="17689"/>
                  </a:moveTo>
                  <a:lnTo>
                    <a:pt x="8901" y="17689"/>
                  </a:lnTo>
                  <a:cubicBezTo>
                    <a:pt x="8907" y="17707"/>
                    <a:pt x="8919" y="17719"/>
                    <a:pt x="8931" y="17725"/>
                  </a:cubicBezTo>
                  <a:cubicBezTo>
                    <a:pt x="8919" y="17725"/>
                    <a:pt x="8913" y="17719"/>
                    <a:pt x="8913" y="17713"/>
                  </a:cubicBezTo>
                  <a:cubicBezTo>
                    <a:pt x="8907" y="17707"/>
                    <a:pt x="8901" y="17695"/>
                    <a:pt x="8901" y="17689"/>
                  </a:cubicBezTo>
                  <a:close/>
                  <a:moveTo>
                    <a:pt x="8964" y="17779"/>
                  </a:moveTo>
                  <a:cubicBezTo>
                    <a:pt x="8976" y="17798"/>
                    <a:pt x="8991" y="17809"/>
                    <a:pt x="8996" y="17814"/>
                  </a:cubicBezTo>
                  <a:lnTo>
                    <a:pt x="8978" y="17802"/>
                  </a:lnTo>
                  <a:cubicBezTo>
                    <a:pt x="8974" y="17793"/>
                    <a:pt x="8969" y="17787"/>
                    <a:pt x="8964" y="17779"/>
                  </a:cubicBezTo>
                  <a:close/>
                  <a:moveTo>
                    <a:pt x="9032" y="17862"/>
                  </a:moveTo>
                  <a:cubicBezTo>
                    <a:pt x="9041" y="17867"/>
                    <a:pt x="9047" y="17875"/>
                    <a:pt x="9052" y="17882"/>
                  </a:cubicBezTo>
                  <a:lnTo>
                    <a:pt x="9052" y="17882"/>
                  </a:lnTo>
                  <a:lnTo>
                    <a:pt x="9032" y="17862"/>
                  </a:lnTo>
                  <a:close/>
                  <a:moveTo>
                    <a:pt x="9353" y="18158"/>
                  </a:moveTo>
                  <a:lnTo>
                    <a:pt x="9353" y="18158"/>
                  </a:lnTo>
                  <a:cubicBezTo>
                    <a:pt x="9356" y="18160"/>
                    <a:pt x="9360" y="18163"/>
                    <a:pt x="9364" y="18166"/>
                  </a:cubicBezTo>
                  <a:lnTo>
                    <a:pt x="9364" y="18166"/>
                  </a:lnTo>
                  <a:cubicBezTo>
                    <a:pt x="9359" y="18163"/>
                    <a:pt x="9355" y="18161"/>
                    <a:pt x="9353" y="18158"/>
                  </a:cubicBezTo>
                  <a:close/>
                  <a:moveTo>
                    <a:pt x="9463" y="18238"/>
                  </a:moveTo>
                  <a:lnTo>
                    <a:pt x="9463" y="18238"/>
                  </a:lnTo>
                  <a:cubicBezTo>
                    <a:pt x="9468" y="18243"/>
                    <a:pt x="9472" y="18248"/>
                    <a:pt x="9477" y="18253"/>
                  </a:cubicBezTo>
                  <a:cubicBezTo>
                    <a:pt x="9471" y="18247"/>
                    <a:pt x="9465" y="18247"/>
                    <a:pt x="9465" y="18242"/>
                  </a:cubicBezTo>
                  <a:cubicBezTo>
                    <a:pt x="9465" y="18240"/>
                    <a:pt x="9464" y="18239"/>
                    <a:pt x="9463" y="18238"/>
                  </a:cubicBezTo>
                  <a:close/>
                  <a:moveTo>
                    <a:pt x="9596" y="18378"/>
                  </a:moveTo>
                  <a:cubicBezTo>
                    <a:pt x="9612" y="18389"/>
                    <a:pt x="9618" y="18394"/>
                    <a:pt x="9632" y="18400"/>
                  </a:cubicBezTo>
                  <a:lnTo>
                    <a:pt x="9632" y="18400"/>
                  </a:lnTo>
                  <a:cubicBezTo>
                    <a:pt x="9620" y="18393"/>
                    <a:pt x="9608" y="18385"/>
                    <a:pt x="9596" y="18378"/>
                  </a:cubicBezTo>
                  <a:close/>
                  <a:moveTo>
                    <a:pt x="7785" y="0"/>
                  </a:moveTo>
                  <a:cubicBezTo>
                    <a:pt x="7755" y="0"/>
                    <a:pt x="7732" y="0"/>
                    <a:pt x="7708" y="12"/>
                  </a:cubicBezTo>
                  <a:lnTo>
                    <a:pt x="7654" y="12"/>
                  </a:lnTo>
                  <a:cubicBezTo>
                    <a:pt x="7625" y="12"/>
                    <a:pt x="7601" y="18"/>
                    <a:pt x="7571" y="18"/>
                  </a:cubicBezTo>
                  <a:cubicBezTo>
                    <a:pt x="7559" y="18"/>
                    <a:pt x="7542" y="18"/>
                    <a:pt x="7518" y="24"/>
                  </a:cubicBezTo>
                  <a:cubicBezTo>
                    <a:pt x="7488" y="24"/>
                    <a:pt x="7458" y="30"/>
                    <a:pt x="7423" y="42"/>
                  </a:cubicBezTo>
                  <a:cubicBezTo>
                    <a:pt x="7417" y="42"/>
                    <a:pt x="7399" y="42"/>
                    <a:pt x="7393" y="48"/>
                  </a:cubicBezTo>
                  <a:lnTo>
                    <a:pt x="7363" y="48"/>
                  </a:lnTo>
                  <a:cubicBezTo>
                    <a:pt x="7334" y="54"/>
                    <a:pt x="7304" y="54"/>
                    <a:pt x="7268" y="60"/>
                  </a:cubicBezTo>
                  <a:cubicBezTo>
                    <a:pt x="7262" y="60"/>
                    <a:pt x="7251" y="60"/>
                    <a:pt x="7239" y="71"/>
                  </a:cubicBezTo>
                  <a:lnTo>
                    <a:pt x="7126" y="89"/>
                  </a:lnTo>
                  <a:cubicBezTo>
                    <a:pt x="7120" y="89"/>
                    <a:pt x="7114" y="89"/>
                    <a:pt x="7102" y="101"/>
                  </a:cubicBezTo>
                  <a:cubicBezTo>
                    <a:pt x="7072" y="107"/>
                    <a:pt x="7037" y="113"/>
                    <a:pt x="7007" y="119"/>
                  </a:cubicBezTo>
                  <a:cubicBezTo>
                    <a:pt x="7001" y="119"/>
                    <a:pt x="6995" y="131"/>
                    <a:pt x="6983" y="131"/>
                  </a:cubicBezTo>
                  <a:cubicBezTo>
                    <a:pt x="6948" y="137"/>
                    <a:pt x="6912" y="149"/>
                    <a:pt x="6876" y="161"/>
                  </a:cubicBezTo>
                  <a:cubicBezTo>
                    <a:pt x="6865" y="161"/>
                    <a:pt x="6859" y="166"/>
                    <a:pt x="6853" y="166"/>
                  </a:cubicBezTo>
                  <a:cubicBezTo>
                    <a:pt x="6817" y="172"/>
                    <a:pt x="6787" y="190"/>
                    <a:pt x="6746" y="196"/>
                  </a:cubicBezTo>
                  <a:cubicBezTo>
                    <a:pt x="6740" y="196"/>
                    <a:pt x="6734" y="202"/>
                    <a:pt x="6728" y="202"/>
                  </a:cubicBezTo>
                  <a:cubicBezTo>
                    <a:pt x="6686" y="220"/>
                    <a:pt x="6645" y="226"/>
                    <a:pt x="6609" y="238"/>
                  </a:cubicBezTo>
                  <a:cubicBezTo>
                    <a:pt x="6597" y="238"/>
                    <a:pt x="6591" y="250"/>
                    <a:pt x="6580" y="250"/>
                  </a:cubicBezTo>
                  <a:cubicBezTo>
                    <a:pt x="6538" y="261"/>
                    <a:pt x="6508" y="267"/>
                    <a:pt x="6473" y="285"/>
                  </a:cubicBezTo>
                  <a:cubicBezTo>
                    <a:pt x="6467" y="285"/>
                    <a:pt x="6461" y="291"/>
                    <a:pt x="6449" y="291"/>
                  </a:cubicBezTo>
                  <a:cubicBezTo>
                    <a:pt x="6413" y="309"/>
                    <a:pt x="6372" y="321"/>
                    <a:pt x="6330" y="339"/>
                  </a:cubicBezTo>
                  <a:cubicBezTo>
                    <a:pt x="6324" y="339"/>
                    <a:pt x="6312" y="345"/>
                    <a:pt x="6300" y="351"/>
                  </a:cubicBezTo>
                  <a:cubicBezTo>
                    <a:pt x="6265" y="368"/>
                    <a:pt x="6229" y="380"/>
                    <a:pt x="6200" y="398"/>
                  </a:cubicBezTo>
                  <a:cubicBezTo>
                    <a:pt x="6194" y="398"/>
                    <a:pt x="6182" y="404"/>
                    <a:pt x="6182" y="404"/>
                  </a:cubicBezTo>
                  <a:cubicBezTo>
                    <a:pt x="6146" y="416"/>
                    <a:pt x="6105" y="440"/>
                    <a:pt x="6063" y="457"/>
                  </a:cubicBezTo>
                  <a:cubicBezTo>
                    <a:pt x="6057" y="463"/>
                    <a:pt x="6045" y="463"/>
                    <a:pt x="6033" y="469"/>
                  </a:cubicBezTo>
                  <a:cubicBezTo>
                    <a:pt x="6021" y="475"/>
                    <a:pt x="6015" y="475"/>
                    <a:pt x="5998" y="487"/>
                  </a:cubicBezTo>
                  <a:lnTo>
                    <a:pt x="5956" y="505"/>
                  </a:lnTo>
                  <a:cubicBezTo>
                    <a:pt x="5932" y="517"/>
                    <a:pt x="5915" y="523"/>
                    <a:pt x="5897" y="535"/>
                  </a:cubicBezTo>
                  <a:cubicBezTo>
                    <a:pt x="5867" y="552"/>
                    <a:pt x="5843" y="564"/>
                    <a:pt x="5814" y="576"/>
                  </a:cubicBezTo>
                  <a:cubicBezTo>
                    <a:pt x="5796" y="582"/>
                    <a:pt x="5778" y="588"/>
                    <a:pt x="5760" y="606"/>
                  </a:cubicBezTo>
                  <a:lnTo>
                    <a:pt x="5671" y="647"/>
                  </a:lnTo>
                  <a:lnTo>
                    <a:pt x="5629" y="671"/>
                  </a:lnTo>
                  <a:cubicBezTo>
                    <a:pt x="5582" y="695"/>
                    <a:pt x="5540" y="725"/>
                    <a:pt x="5493" y="742"/>
                  </a:cubicBezTo>
                  <a:cubicBezTo>
                    <a:pt x="5451" y="766"/>
                    <a:pt x="5404" y="796"/>
                    <a:pt x="5362" y="820"/>
                  </a:cubicBezTo>
                  <a:lnTo>
                    <a:pt x="5315" y="843"/>
                  </a:lnTo>
                  <a:cubicBezTo>
                    <a:pt x="5285" y="855"/>
                    <a:pt x="5255" y="879"/>
                    <a:pt x="5226" y="891"/>
                  </a:cubicBezTo>
                  <a:cubicBezTo>
                    <a:pt x="5214" y="903"/>
                    <a:pt x="5196" y="915"/>
                    <a:pt x="5172" y="921"/>
                  </a:cubicBezTo>
                  <a:cubicBezTo>
                    <a:pt x="5143" y="938"/>
                    <a:pt x="5113" y="962"/>
                    <a:pt x="5095" y="974"/>
                  </a:cubicBezTo>
                  <a:cubicBezTo>
                    <a:pt x="5077" y="980"/>
                    <a:pt x="5065" y="998"/>
                    <a:pt x="5042" y="1004"/>
                  </a:cubicBezTo>
                  <a:cubicBezTo>
                    <a:pt x="5012" y="1027"/>
                    <a:pt x="4982" y="1039"/>
                    <a:pt x="4959" y="1063"/>
                  </a:cubicBezTo>
                  <a:cubicBezTo>
                    <a:pt x="4947" y="1069"/>
                    <a:pt x="4929" y="1087"/>
                    <a:pt x="4917" y="1093"/>
                  </a:cubicBezTo>
                  <a:cubicBezTo>
                    <a:pt x="4887" y="1117"/>
                    <a:pt x="4858" y="1140"/>
                    <a:pt x="4816" y="1158"/>
                  </a:cubicBezTo>
                  <a:cubicBezTo>
                    <a:pt x="4804" y="1170"/>
                    <a:pt x="4798" y="1176"/>
                    <a:pt x="4780" y="1182"/>
                  </a:cubicBezTo>
                  <a:lnTo>
                    <a:pt x="4537" y="1360"/>
                  </a:lnTo>
                  <a:lnTo>
                    <a:pt x="4531" y="1366"/>
                  </a:lnTo>
                  <a:cubicBezTo>
                    <a:pt x="4478" y="1413"/>
                    <a:pt x="4424" y="1449"/>
                    <a:pt x="4371" y="1497"/>
                  </a:cubicBezTo>
                  <a:cubicBezTo>
                    <a:pt x="4359" y="1502"/>
                    <a:pt x="4341" y="1514"/>
                    <a:pt x="4335" y="1526"/>
                  </a:cubicBezTo>
                  <a:cubicBezTo>
                    <a:pt x="4299" y="1556"/>
                    <a:pt x="4252" y="1592"/>
                    <a:pt x="4216" y="1621"/>
                  </a:cubicBezTo>
                  <a:cubicBezTo>
                    <a:pt x="4204" y="1633"/>
                    <a:pt x="4181" y="1651"/>
                    <a:pt x="4163" y="1663"/>
                  </a:cubicBezTo>
                  <a:cubicBezTo>
                    <a:pt x="4127" y="1704"/>
                    <a:pt x="4086" y="1734"/>
                    <a:pt x="4044" y="1770"/>
                  </a:cubicBezTo>
                  <a:cubicBezTo>
                    <a:pt x="4032" y="1776"/>
                    <a:pt x="4026" y="1793"/>
                    <a:pt x="4008" y="1799"/>
                  </a:cubicBezTo>
                  <a:cubicBezTo>
                    <a:pt x="3955" y="1841"/>
                    <a:pt x="3907" y="1888"/>
                    <a:pt x="3854" y="1942"/>
                  </a:cubicBezTo>
                  <a:lnTo>
                    <a:pt x="3818" y="1978"/>
                  </a:lnTo>
                  <a:cubicBezTo>
                    <a:pt x="3777" y="2013"/>
                    <a:pt x="3735" y="2049"/>
                    <a:pt x="3700" y="2090"/>
                  </a:cubicBezTo>
                  <a:cubicBezTo>
                    <a:pt x="3682" y="2102"/>
                    <a:pt x="3670" y="2120"/>
                    <a:pt x="3646" y="2132"/>
                  </a:cubicBezTo>
                  <a:lnTo>
                    <a:pt x="3527" y="2251"/>
                  </a:lnTo>
                  <a:lnTo>
                    <a:pt x="3492" y="2286"/>
                  </a:lnTo>
                  <a:cubicBezTo>
                    <a:pt x="3438" y="2340"/>
                    <a:pt x="3391" y="2393"/>
                    <a:pt x="3343" y="2435"/>
                  </a:cubicBezTo>
                  <a:lnTo>
                    <a:pt x="3302" y="2476"/>
                  </a:lnTo>
                  <a:cubicBezTo>
                    <a:pt x="3266" y="2512"/>
                    <a:pt x="3231" y="2554"/>
                    <a:pt x="3195" y="2595"/>
                  </a:cubicBezTo>
                  <a:cubicBezTo>
                    <a:pt x="3177" y="2607"/>
                    <a:pt x="3165" y="2631"/>
                    <a:pt x="3147" y="2643"/>
                  </a:cubicBezTo>
                  <a:cubicBezTo>
                    <a:pt x="3112" y="2690"/>
                    <a:pt x="3076" y="2726"/>
                    <a:pt x="3035" y="2773"/>
                  </a:cubicBezTo>
                  <a:lnTo>
                    <a:pt x="2999" y="2809"/>
                  </a:lnTo>
                  <a:cubicBezTo>
                    <a:pt x="2957" y="2862"/>
                    <a:pt x="2904" y="2922"/>
                    <a:pt x="2856" y="2969"/>
                  </a:cubicBezTo>
                  <a:cubicBezTo>
                    <a:pt x="2851" y="2987"/>
                    <a:pt x="2839" y="2993"/>
                    <a:pt x="2827" y="3011"/>
                  </a:cubicBezTo>
                  <a:lnTo>
                    <a:pt x="2720" y="3141"/>
                  </a:lnTo>
                  <a:cubicBezTo>
                    <a:pt x="2702" y="3159"/>
                    <a:pt x="2690" y="3177"/>
                    <a:pt x="2672" y="3195"/>
                  </a:cubicBezTo>
                  <a:cubicBezTo>
                    <a:pt x="2637" y="3236"/>
                    <a:pt x="2601" y="3284"/>
                    <a:pt x="2571" y="3325"/>
                  </a:cubicBezTo>
                  <a:cubicBezTo>
                    <a:pt x="2560" y="3343"/>
                    <a:pt x="2548" y="3355"/>
                    <a:pt x="2542" y="3367"/>
                  </a:cubicBezTo>
                  <a:cubicBezTo>
                    <a:pt x="2494" y="3426"/>
                    <a:pt x="2453" y="3486"/>
                    <a:pt x="2405" y="3533"/>
                  </a:cubicBezTo>
                  <a:cubicBezTo>
                    <a:pt x="2399" y="3551"/>
                    <a:pt x="2381" y="3557"/>
                    <a:pt x="2376" y="3575"/>
                  </a:cubicBezTo>
                  <a:cubicBezTo>
                    <a:pt x="2340" y="3616"/>
                    <a:pt x="2310" y="3670"/>
                    <a:pt x="2275" y="3711"/>
                  </a:cubicBezTo>
                  <a:cubicBezTo>
                    <a:pt x="2257" y="3729"/>
                    <a:pt x="2251" y="3753"/>
                    <a:pt x="2233" y="3765"/>
                  </a:cubicBezTo>
                  <a:cubicBezTo>
                    <a:pt x="2197" y="3812"/>
                    <a:pt x="2168" y="3860"/>
                    <a:pt x="2138" y="3907"/>
                  </a:cubicBezTo>
                  <a:cubicBezTo>
                    <a:pt x="2132" y="3919"/>
                    <a:pt x="2114" y="3937"/>
                    <a:pt x="2108" y="3943"/>
                  </a:cubicBezTo>
                  <a:cubicBezTo>
                    <a:pt x="2067" y="4002"/>
                    <a:pt x="2025" y="4062"/>
                    <a:pt x="1984" y="4127"/>
                  </a:cubicBezTo>
                  <a:cubicBezTo>
                    <a:pt x="1978" y="4145"/>
                    <a:pt x="1966" y="4151"/>
                    <a:pt x="1960" y="4169"/>
                  </a:cubicBezTo>
                  <a:cubicBezTo>
                    <a:pt x="1930" y="4216"/>
                    <a:pt x="1895" y="4264"/>
                    <a:pt x="1865" y="4317"/>
                  </a:cubicBezTo>
                  <a:cubicBezTo>
                    <a:pt x="1847" y="4329"/>
                    <a:pt x="1841" y="4353"/>
                    <a:pt x="1829" y="4365"/>
                  </a:cubicBezTo>
                  <a:cubicBezTo>
                    <a:pt x="1800" y="4418"/>
                    <a:pt x="1770" y="4466"/>
                    <a:pt x="1728" y="4513"/>
                  </a:cubicBezTo>
                  <a:lnTo>
                    <a:pt x="1710" y="4561"/>
                  </a:lnTo>
                  <a:cubicBezTo>
                    <a:pt x="1669" y="4626"/>
                    <a:pt x="1633" y="4685"/>
                    <a:pt x="1598" y="4751"/>
                  </a:cubicBezTo>
                  <a:cubicBezTo>
                    <a:pt x="1592" y="4768"/>
                    <a:pt x="1580" y="4774"/>
                    <a:pt x="1574" y="4792"/>
                  </a:cubicBezTo>
                  <a:lnTo>
                    <a:pt x="1485" y="4947"/>
                  </a:lnTo>
                  <a:cubicBezTo>
                    <a:pt x="1479" y="4970"/>
                    <a:pt x="1461" y="4982"/>
                    <a:pt x="1455" y="5006"/>
                  </a:cubicBezTo>
                  <a:cubicBezTo>
                    <a:pt x="1425" y="5059"/>
                    <a:pt x="1396" y="5107"/>
                    <a:pt x="1372" y="5160"/>
                  </a:cubicBezTo>
                  <a:lnTo>
                    <a:pt x="1354" y="5208"/>
                  </a:lnTo>
                  <a:cubicBezTo>
                    <a:pt x="1313" y="5273"/>
                    <a:pt x="1283" y="5338"/>
                    <a:pt x="1247" y="5404"/>
                  </a:cubicBezTo>
                  <a:cubicBezTo>
                    <a:pt x="1241" y="5422"/>
                    <a:pt x="1235" y="5427"/>
                    <a:pt x="1235" y="5445"/>
                  </a:cubicBezTo>
                  <a:cubicBezTo>
                    <a:pt x="1206" y="5493"/>
                    <a:pt x="1182" y="5552"/>
                    <a:pt x="1152" y="5606"/>
                  </a:cubicBezTo>
                  <a:cubicBezTo>
                    <a:pt x="1146" y="5629"/>
                    <a:pt x="1129" y="5641"/>
                    <a:pt x="1123" y="5665"/>
                  </a:cubicBezTo>
                  <a:cubicBezTo>
                    <a:pt x="1099" y="5718"/>
                    <a:pt x="1069" y="5772"/>
                    <a:pt x="1045" y="5819"/>
                  </a:cubicBezTo>
                  <a:lnTo>
                    <a:pt x="1028" y="5867"/>
                  </a:lnTo>
                  <a:lnTo>
                    <a:pt x="939" y="6069"/>
                  </a:lnTo>
                  <a:cubicBezTo>
                    <a:pt x="927" y="6081"/>
                    <a:pt x="927" y="6087"/>
                    <a:pt x="921" y="6104"/>
                  </a:cubicBezTo>
                  <a:cubicBezTo>
                    <a:pt x="897" y="6164"/>
                    <a:pt x="867" y="6217"/>
                    <a:pt x="849" y="6277"/>
                  </a:cubicBezTo>
                  <a:cubicBezTo>
                    <a:pt x="838" y="6294"/>
                    <a:pt x="832" y="6312"/>
                    <a:pt x="826" y="6336"/>
                  </a:cubicBezTo>
                  <a:cubicBezTo>
                    <a:pt x="802" y="6383"/>
                    <a:pt x="778" y="6437"/>
                    <a:pt x="760" y="6496"/>
                  </a:cubicBezTo>
                  <a:cubicBezTo>
                    <a:pt x="749" y="6514"/>
                    <a:pt x="743" y="6526"/>
                    <a:pt x="743" y="6544"/>
                  </a:cubicBezTo>
                  <a:cubicBezTo>
                    <a:pt x="713" y="6609"/>
                    <a:pt x="689" y="6674"/>
                    <a:pt x="659" y="6752"/>
                  </a:cubicBezTo>
                  <a:cubicBezTo>
                    <a:pt x="654" y="6764"/>
                    <a:pt x="654" y="6769"/>
                    <a:pt x="648" y="6787"/>
                  </a:cubicBezTo>
                  <a:cubicBezTo>
                    <a:pt x="624" y="6847"/>
                    <a:pt x="600" y="6900"/>
                    <a:pt x="588" y="6959"/>
                  </a:cubicBezTo>
                  <a:cubicBezTo>
                    <a:pt x="582" y="6977"/>
                    <a:pt x="570" y="6995"/>
                    <a:pt x="564" y="7019"/>
                  </a:cubicBezTo>
                  <a:cubicBezTo>
                    <a:pt x="541" y="7066"/>
                    <a:pt x="529" y="7126"/>
                    <a:pt x="511" y="7179"/>
                  </a:cubicBezTo>
                  <a:cubicBezTo>
                    <a:pt x="505" y="7197"/>
                    <a:pt x="505" y="7209"/>
                    <a:pt x="499" y="7227"/>
                  </a:cubicBezTo>
                  <a:cubicBezTo>
                    <a:pt x="475" y="7292"/>
                    <a:pt x="452" y="7357"/>
                    <a:pt x="434" y="7434"/>
                  </a:cubicBezTo>
                  <a:cubicBezTo>
                    <a:pt x="434" y="7446"/>
                    <a:pt x="422" y="7452"/>
                    <a:pt x="422" y="7470"/>
                  </a:cubicBezTo>
                  <a:cubicBezTo>
                    <a:pt x="410" y="7530"/>
                    <a:pt x="386" y="7583"/>
                    <a:pt x="374" y="7642"/>
                  </a:cubicBezTo>
                  <a:cubicBezTo>
                    <a:pt x="374" y="7648"/>
                    <a:pt x="363" y="7660"/>
                    <a:pt x="363" y="7672"/>
                  </a:cubicBezTo>
                  <a:lnTo>
                    <a:pt x="345" y="7737"/>
                  </a:lnTo>
                  <a:cubicBezTo>
                    <a:pt x="345" y="7749"/>
                    <a:pt x="333" y="7761"/>
                    <a:pt x="333" y="7773"/>
                  </a:cubicBezTo>
                  <a:cubicBezTo>
                    <a:pt x="321" y="7826"/>
                    <a:pt x="303" y="7868"/>
                    <a:pt x="297" y="7921"/>
                  </a:cubicBezTo>
                  <a:cubicBezTo>
                    <a:pt x="297" y="7939"/>
                    <a:pt x="291" y="7951"/>
                    <a:pt x="291" y="7957"/>
                  </a:cubicBezTo>
                  <a:cubicBezTo>
                    <a:pt x="285" y="8005"/>
                    <a:pt x="268" y="8040"/>
                    <a:pt x="262" y="8088"/>
                  </a:cubicBezTo>
                  <a:cubicBezTo>
                    <a:pt x="262" y="8094"/>
                    <a:pt x="256" y="8105"/>
                    <a:pt x="256" y="8117"/>
                  </a:cubicBezTo>
                  <a:cubicBezTo>
                    <a:pt x="238" y="8165"/>
                    <a:pt x="232" y="8212"/>
                    <a:pt x="214" y="8266"/>
                  </a:cubicBezTo>
                  <a:cubicBezTo>
                    <a:pt x="214" y="8278"/>
                    <a:pt x="208" y="8284"/>
                    <a:pt x="208" y="8301"/>
                  </a:cubicBezTo>
                  <a:cubicBezTo>
                    <a:pt x="202" y="8343"/>
                    <a:pt x="196" y="8385"/>
                    <a:pt x="178" y="8426"/>
                  </a:cubicBezTo>
                  <a:cubicBezTo>
                    <a:pt x="178" y="8432"/>
                    <a:pt x="173" y="8450"/>
                    <a:pt x="173" y="8456"/>
                  </a:cubicBezTo>
                  <a:cubicBezTo>
                    <a:pt x="167" y="8509"/>
                    <a:pt x="149" y="8551"/>
                    <a:pt x="143" y="8604"/>
                  </a:cubicBezTo>
                  <a:cubicBezTo>
                    <a:pt x="143" y="8622"/>
                    <a:pt x="137" y="8628"/>
                    <a:pt x="137" y="8640"/>
                  </a:cubicBezTo>
                  <a:cubicBezTo>
                    <a:pt x="125" y="8687"/>
                    <a:pt x="119" y="8723"/>
                    <a:pt x="113" y="8771"/>
                  </a:cubicBezTo>
                  <a:cubicBezTo>
                    <a:pt x="113" y="8776"/>
                    <a:pt x="113" y="8782"/>
                    <a:pt x="107" y="8788"/>
                  </a:cubicBezTo>
                  <a:cubicBezTo>
                    <a:pt x="95" y="8842"/>
                    <a:pt x="89" y="8889"/>
                    <a:pt x="83" y="8937"/>
                  </a:cubicBezTo>
                  <a:cubicBezTo>
                    <a:pt x="83" y="8955"/>
                    <a:pt x="83" y="8961"/>
                    <a:pt x="78" y="8978"/>
                  </a:cubicBezTo>
                  <a:cubicBezTo>
                    <a:pt x="66" y="9020"/>
                    <a:pt x="60" y="9067"/>
                    <a:pt x="60" y="9109"/>
                  </a:cubicBezTo>
                  <a:lnTo>
                    <a:pt x="60" y="9133"/>
                  </a:lnTo>
                  <a:cubicBezTo>
                    <a:pt x="54" y="9186"/>
                    <a:pt x="48" y="9228"/>
                    <a:pt x="48" y="9281"/>
                  </a:cubicBezTo>
                  <a:lnTo>
                    <a:pt x="48" y="9311"/>
                  </a:lnTo>
                  <a:cubicBezTo>
                    <a:pt x="36" y="9352"/>
                    <a:pt x="36" y="9400"/>
                    <a:pt x="30" y="9442"/>
                  </a:cubicBezTo>
                  <a:lnTo>
                    <a:pt x="30" y="9459"/>
                  </a:lnTo>
                  <a:lnTo>
                    <a:pt x="30" y="9465"/>
                  </a:lnTo>
                  <a:cubicBezTo>
                    <a:pt x="30" y="9495"/>
                    <a:pt x="24" y="9525"/>
                    <a:pt x="24" y="9560"/>
                  </a:cubicBezTo>
                  <a:cubicBezTo>
                    <a:pt x="24" y="9584"/>
                    <a:pt x="24" y="9608"/>
                    <a:pt x="18" y="9620"/>
                  </a:cubicBezTo>
                  <a:cubicBezTo>
                    <a:pt x="18" y="9661"/>
                    <a:pt x="6" y="9691"/>
                    <a:pt x="6" y="9727"/>
                  </a:cubicBezTo>
                  <a:lnTo>
                    <a:pt x="6" y="9786"/>
                  </a:lnTo>
                  <a:cubicBezTo>
                    <a:pt x="6" y="9822"/>
                    <a:pt x="6" y="9869"/>
                    <a:pt x="0" y="9905"/>
                  </a:cubicBezTo>
                  <a:lnTo>
                    <a:pt x="0" y="9940"/>
                  </a:lnTo>
                  <a:lnTo>
                    <a:pt x="0" y="10107"/>
                  </a:lnTo>
                  <a:lnTo>
                    <a:pt x="0" y="10255"/>
                  </a:lnTo>
                  <a:lnTo>
                    <a:pt x="0" y="10297"/>
                  </a:lnTo>
                  <a:lnTo>
                    <a:pt x="0" y="10403"/>
                  </a:lnTo>
                  <a:lnTo>
                    <a:pt x="0" y="10445"/>
                  </a:lnTo>
                  <a:cubicBezTo>
                    <a:pt x="0" y="10481"/>
                    <a:pt x="0" y="10510"/>
                    <a:pt x="6" y="10540"/>
                  </a:cubicBezTo>
                  <a:lnTo>
                    <a:pt x="6" y="10588"/>
                  </a:lnTo>
                  <a:cubicBezTo>
                    <a:pt x="6" y="10623"/>
                    <a:pt x="18" y="10659"/>
                    <a:pt x="18" y="10700"/>
                  </a:cubicBezTo>
                  <a:lnTo>
                    <a:pt x="18" y="10730"/>
                  </a:lnTo>
                  <a:cubicBezTo>
                    <a:pt x="24" y="10772"/>
                    <a:pt x="24" y="10819"/>
                    <a:pt x="30" y="10867"/>
                  </a:cubicBezTo>
                  <a:lnTo>
                    <a:pt x="30" y="10896"/>
                  </a:lnTo>
                  <a:cubicBezTo>
                    <a:pt x="36" y="10938"/>
                    <a:pt x="36" y="10974"/>
                    <a:pt x="48" y="11003"/>
                  </a:cubicBezTo>
                  <a:cubicBezTo>
                    <a:pt x="48" y="11015"/>
                    <a:pt x="54" y="11033"/>
                    <a:pt x="54" y="11045"/>
                  </a:cubicBezTo>
                  <a:cubicBezTo>
                    <a:pt x="54" y="11063"/>
                    <a:pt x="60" y="11086"/>
                    <a:pt x="60" y="11098"/>
                  </a:cubicBezTo>
                  <a:cubicBezTo>
                    <a:pt x="60" y="11116"/>
                    <a:pt x="66" y="11122"/>
                    <a:pt x="66" y="11134"/>
                  </a:cubicBezTo>
                  <a:cubicBezTo>
                    <a:pt x="66" y="11152"/>
                    <a:pt x="78" y="11164"/>
                    <a:pt x="78" y="11181"/>
                  </a:cubicBezTo>
                  <a:cubicBezTo>
                    <a:pt x="83" y="11211"/>
                    <a:pt x="83" y="11241"/>
                    <a:pt x="89" y="11276"/>
                  </a:cubicBezTo>
                  <a:cubicBezTo>
                    <a:pt x="89" y="11294"/>
                    <a:pt x="95" y="11300"/>
                    <a:pt x="95" y="11312"/>
                  </a:cubicBezTo>
                  <a:cubicBezTo>
                    <a:pt x="107" y="11359"/>
                    <a:pt x="113" y="11395"/>
                    <a:pt x="119" y="11443"/>
                  </a:cubicBezTo>
                  <a:cubicBezTo>
                    <a:pt x="119" y="11449"/>
                    <a:pt x="119" y="11454"/>
                    <a:pt x="125" y="11460"/>
                  </a:cubicBezTo>
                  <a:cubicBezTo>
                    <a:pt x="137" y="11502"/>
                    <a:pt x="143" y="11532"/>
                    <a:pt x="149" y="11561"/>
                  </a:cubicBezTo>
                  <a:cubicBezTo>
                    <a:pt x="149" y="11573"/>
                    <a:pt x="155" y="11591"/>
                    <a:pt x="155" y="11597"/>
                  </a:cubicBezTo>
                  <a:cubicBezTo>
                    <a:pt x="167" y="11627"/>
                    <a:pt x="173" y="11650"/>
                    <a:pt x="178" y="11680"/>
                  </a:cubicBezTo>
                  <a:cubicBezTo>
                    <a:pt x="178" y="11692"/>
                    <a:pt x="184" y="11710"/>
                    <a:pt x="184" y="11716"/>
                  </a:cubicBezTo>
                  <a:lnTo>
                    <a:pt x="208" y="11805"/>
                  </a:lnTo>
                  <a:cubicBezTo>
                    <a:pt x="208" y="11811"/>
                    <a:pt x="214" y="11829"/>
                    <a:pt x="214" y="11835"/>
                  </a:cubicBezTo>
                  <a:cubicBezTo>
                    <a:pt x="232" y="11870"/>
                    <a:pt x="238" y="11906"/>
                    <a:pt x="256" y="11947"/>
                  </a:cubicBezTo>
                  <a:cubicBezTo>
                    <a:pt x="256" y="11953"/>
                    <a:pt x="262" y="11959"/>
                    <a:pt x="262" y="11965"/>
                  </a:cubicBezTo>
                  <a:cubicBezTo>
                    <a:pt x="268" y="11995"/>
                    <a:pt x="285" y="12025"/>
                    <a:pt x="291" y="12054"/>
                  </a:cubicBezTo>
                  <a:cubicBezTo>
                    <a:pt x="297" y="12072"/>
                    <a:pt x="297" y="12078"/>
                    <a:pt x="303" y="12096"/>
                  </a:cubicBezTo>
                  <a:cubicBezTo>
                    <a:pt x="315" y="12114"/>
                    <a:pt x="327" y="12143"/>
                    <a:pt x="333" y="12167"/>
                  </a:cubicBezTo>
                  <a:cubicBezTo>
                    <a:pt x="345" y="12185"/>
                    <a:pt x="345" y="12191"/>
                    <a:pt x="351" y="12203"/>
                  </a:cubicBezTo>
                  <a:cubicBezTo>
                    <a:pt x="363" y="12232"/>
                    <a:pt x="374" y="12256"/>
                    <a:pt x="386" y="12286"/>
                  </a:cubicBezTo>
                  <a:cubicBezTo>
                    <a:pt x="386" y="12292"/>
                    <a:pt x="392" y="12304"/>
                    <a:pt x="392" y="12310"/>
                  </a:cubicBezTo>
                  <a:cubicBezTo>
                    <a:pt x="410" y="12345"/>
                    <a:pt x="422" y="12375"/>
                    <a:pt x="440" y="12405"/>
                  </a:cubicBezTo>
                  <a:cubicBezTo>
                    <a:pt x="446" y="12410"/>
                    <a:pt x="446" y="12422"/>
                    <a:pt x="452" y="12428"/>
                  </a:cubicBezTo>
                  <a:cubicBezTo>
                    <a:pt x="469" y="12452"/>
                    <a:pt x="475" y="12482"/>
                    <a:pt x="493" y="12500"/>
                  </a:cubicBezTo>
                  <a:cubicBezTo>
                    <a:pt x="499" y="12511"/>
                    <a:pt x="505" y="12523"/>
                    <a:pt x="505" y="12529"/>
                  </a:cubicBezTo>
                  <a:cubicBezTo>
                    <a:pt x="523" y="12553"/>
                    <a:pt x="529" y="12577"/>
                    <a:pt x="541" y="12601"/>
                  </a:cubicBezTo>
                  <a:cubicBezTo>
                    <a:pt x="553" y="12606"/>
                    <a:pt x="559" y="12618"/>
                    <a:pt x="559" y="12630"/>
                  </a:cubicBezTo>
                  <a:cubicBezTo>
                    <a:pt x="570" y="12648"/>
                    <a:pt x="588" y="12678"/>
                    <a:pt x="600" y="12701"/>
                  </a:cubicBezTo>
                  <a:cubicBezTo>
                    <a:pt x="600" y="12707"/>
                    <a:pt x="612" y="12707"/>
                    <a:pt x="612" y="12719"/>
                  </a:cubicBezTo>
                  <a:cubicBezTo>
                    <a:pt x="630" y="12749"/>
                    <a:pt x="648" y="12779"/>
                    <a:pt x="671" y="12808"/>
                  </a:cubicBezTo>
                  <a:cubicBezTo>
                    <a:pt x="677" y="12814"/>
                    <a:pt x="677" y="12820"/>
                    <a:pt x="683" y="12826"/>
                  </a:cubicBezTo>
                  <a:lnTo>
                    <a:pt x="731" y="12897"/>
                  </a:lnTo>
                  <a:cubicBezTo>
                    <a:pt x="737" y="12903"/>
                    <a:pt x="743" y="12909"/>
                    <a:pt x="749" y="12927"/>
                  </a:cubicBezTo>
                  <a:cubicBezTo>
                    <a:pt x="766" y="12945"/>
                    <a:pt x="778" y="12963"/>
                    <a:pt x="796" y="12986"/>
                  </a:cubicBezTo>
                  <a:lnTo>
                    <a:pt x="820" y="13004"/>
                  </a:lnTo>
                  <a:cubicBezTo>
                    <a:pt x="832" y="13028"/>
                    <a:pt x="855" y="13052"/>
                    <a:pt x="879" y="13076"/>
                  </a:cubicBezTo>
                  <a:lnTo>
                    <a:pt x="885" y="13081"/>
                  </a:lnTo>
                  <a:cubicBezTo>
                    <a:pt x="909" y="13105"/>
                    <a:pt x="927" y="13135"/>
                    <a:pt x="950" y="13153"/>
                  </a:cubicBezTo>
                  <a:lnTo>
                    <a:pt x="974" y="13176"/>
                  </a:lnTo>
                  <a:lnTo>
                    <a:pt x="1028" y="13230"/>
                  </a:lnTo>
                  <a:lnTo>
                    <a:pt x="1045" y="13254"/>
                  </a:lnTo>
                  <a:cubicBezTo>
                    <a:pt x="1063" y="13266"/>
                    <a:pt x="1087" y="13283"/>
                    <a:pt x="1099" y="13295"/>
                  </a:cubicBezTo>
                  <a:lnTo>
                    <a:pt x="1123" y="13319"/>
                  </a:lnTo>
                  <a:cubicBezTo>
                    <a:pt x="1146" y="13343"/>
                    <a:pt x="1164" y="13355"/>
                    <a:pt x="1188" y="13378"/>
                  </a:cubicBezTo>
                  <a:cubicBezTo>
                    <a:pt x="1188" y="13378"/>
                    <a:pt x="1194" y="13378"/>
                    <a:pt x="1194" y="13384"/>
                  </a:cubicBezTo>
                  <a:cubicBezTo>
                    <a:pt x="1218" y="13408"/>
                    <a:pt x="1247" y="13432"/>
                    <a:pt x="1271" y="13444"/>
                  </a:cubicBezTo>
                  <a:cubicBezTo>
                    <a:pt x="1277" y="13450"/>
                    <a:pt x="1283" y="13462"/>
                    <a:pt x="1295" y="13462"/>
                  </a:cubicBezTo>
                  <a:cubicBezTo>
                    <a:pt x="1313" y="13473"/>
                    <a:pt x="1330" y="13491"/>
                    <a:pt x="1354" y="13503"/>
                  </a:cubicBezTo>
                  <a:cubicBezTo>
                    <a:pt x="1360" y="13509"/>
                    <a:pt x="1366" y="13521"/>
                    <a:pt x="1384" y="13527"/>
                  </a:cubicBezTo>
                  <a:cubicBezTo>
                    <a:pt x="1402" y="13539"/>
                    <a:pt x="1420" y="13551"/>
                    <a:pt x="1443" y="13562"/>
                  </a:cubicBezTo>
                  <a:cubicBezTo>
                    <a:pt x="1449" y="13568"/>
                    <a:pt x="1455" y="13568"/>
                    <a:pt x="1461" y="13580"/>
                  </a:cubicBezTo>
                  <a:cubicBezTo>
                    <a:pt x="1491" y="13592"/>
                    <a:pt x="1515" y="13616"/>
                    <a:pt x="1544" y="13628"/>
                  </a:cubicBezTo>
                  <a:lnTo>
                    <a:pt x="9638" y="18402"/>
                  </a:lnTo>
                  <a:cubicBezTo>
                    <a:pt x="9636" y="18401"/>
                    <a:pt x="9634" y="18400"/>
                    <a:pt x="9632" y="18400"/>
                  </a:cubicBezTo>
                  <a:lnTo>
                    <a:pt x="9632" y="18400"/>
                  </a:lnTo>
                  <a:cubicBezTo>
                    <a:pt x="10055" y="18652"/>
                    <a:pt x="10548" y="18783"/>
                    <a:pt x="11093" y="18783"/>
                  </a:cubicBezTo>
                  <a:cubicBezTo>
                    <a:pt x="11821" y="18783"/>
                    <a:pt x="12643" y="18548"/>
                    <a:pt x="13515" y="18052"/>
                  </a:cubicBezTo>
                  <a:cubicBezTo>
                    <a:pt x="16537" y="16341"/>
                    <a:pt x="19002" y="12143"/>
                    <a:pt x="19025" y="8687"/>
                  </a:cubicBezTo>
                  <a:cubicBezTo>
                    <a:pt x="19049" y="6918"/>
                    <a:pt x="18444" y="5701"/>
                    <a:pt x="17464" y="5131"/>
                  </a:cubicBezTo>
                  <a:lnTo>
                    <a:pt x="17464" y="5131"/>
                  </a:lnTo>
                  <a:cubicBezTo>
                    <a:pt x="17464" y="5131"/>
                    <a:pt x="17465" y="5131"/>
                    <a:pt x="17466" y="5131"/>
                  </a:cubicBezTo>
                  <a:lnTo>
                    <a:pt x="17466" y="5131"/>
                  </a:lnTo>
                  <a:lnTo>
                    <a:pt x="9382" y="368"/>
                  </a:lnTo>
                  <a:cubicBezTo>
                    <a:pt x="9353" y="345"/>
                    <a:pt x="9317" y="327"/>
                    <a:pt x="9287" y="309"/>
                  </a:cubicBezTo>
                  <a:cubicBezTo>
                    <a:pt x="9281" y="297"/>
                    <a:pt x="9264" y="291"/>
                    <a:pt x="9252" y="291"/>
                  </a:cubicBezTo>
                  <a:cubicBezTo>
                    <a:pt x="9228" y="279"/>
                    <a:pt x="9204" y="267"/>
                    <a:pt x="9180" y="256"/>
                  </a:cubicBezTo>
                  <a:lnTo>
                    <a:pt x="9139" y="232"/>
                  </a:lnTo>
                  <a:cubicBezTo>
                    <a:pt x="9115" y="226"/>
                    <a:pt x="9091" y="208"/>
                    <a:pt x="9068" y="202"/>
                  </a:cubicBezTo>
                  <a:cubicBezTo>
                    <a:pt x="9056" y="196"/>
                    <a:pt x="9038" y="190"/>
                    <a:pt x="9026" y="190"/>
                  </a:cubicBezTo>
                  <a:lnTo>
                    <a:pt x="8961" y="166"/>
                  </a:lnTo>
                  <a:cubicBezTo>
                    <a:pt x="8943" y="161"/>
                    <a:pt x="8931" y="149"/>
                    <a:pt x="8913" y="149"/>
                  </a:cubicBezTo>
                  <a:lnTo>
                    <a:pt x="8848" y="131"/>
                  </a:lnTo>
                  <a:cubicBezTo>
                    <a:pt x="8830" y="119"/>
                    <a:pt x="8818" y="119"/>
                    <a:pt x="8806" y="113"/>
                  </a:cubicBezTo>
                  <a:lnTo>
                    <a:pt x="8735" y="89"/>
                  </a:lnTo>
                  <a:cubicBezTo>
                    <a:pt x="8723" y="83"/>
                    <a:pt x="8705" y="83"/>
                    <a:pt x="8693" y="77"/>
                  </a:cubicBezTo>
                  <a:cubicBezTo>
                    <a:pt x="8670" y="71"/>
                    <a:pt x="8646" y="60"/>
                    <a:pt x="8616" y="60"/>
                  </a:cubicBezTo>
                  <a:cubicBezTo>
                    <a:pt x="8604" y="60"/>
                    <a:pt x="8587" y="54"/>
                    <a:pt x="8575" y="54"/>
                  </a:cubicBezTo>
                  <a:cubicBezTo>
                    <a:pt x="8545" y="48"/>
                    <a:pt x="8515" y="42"/>
                    <a:pt x="8486" y="42"/>
                  </a:cubicBezTo>
                  <a:cubicBezTo>
                    <a:pt x="8480" y="42"/>
                    <a:pt x="8462" y="30"/>
                    <a:pt x="8456" y="30"/>
                  </a:cubicBezTo>
                  <a:cubicBezTo>
                    <a:pt x="8420" y="24"/>
                    <a:pt x="8373" y="18"/>
                    <a:pt x="8337" y="18"/>
                  </a:cubicBezTo>
                  <a:lnTo>
                    <a:pt x="8308" y="18"/>
                  </a:lnTo>
                  <a:cubicBezTo>
                    <a:pt x="8278" y="12"/>
                    <a:pt x="8248" y="12"/>
                    <a:pt x="8218" y="12"/>
                  </a:cubicBezTo>
                  <a:lnTo>
                    <a:pt x="8171" y="12"/>
                  </a:lnTo>
                  <a:cubicBezTo>
                    <a:pt x="8141" y="12"/>
                    <a:pt x="8123" y="0"/>
                    <a:pt x="80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5">
              <a:extLst>
                <a:ext uri="{FF2B5EF4-FFF2-40B4-BE49-F238E27FC236}">
                  <a16:creationId xmlns:a16="http://schemas.microsoft.com/office/drawing/2014/main" id="{34F2179E-0748-1AD3-F69E-9D2F1FF49037}"/>
                </a:ext>
              </a:extLst>
            </p:cNvPr>
            <p:cNvSpPr/>
            <p:nvPr/>
          </p:nvSpPr>
          <p:spPr>
            <a:xfrm>
              <a:off x="8246507" y="74659"/>
              <a:ext cx="3213691" cy="3186284"/>
            </a:xfrm>
            <a:custGeom>
              <a:avLst/>
              <a:gdLst/>
              <a:ahLst/>
              <a:cxnLst/>
              <a:rect l="l" t="t" r="r" b="b"/>
              <a:pathLst>
                <a:path w="14811" h="15138" extrusionOk="0">
                  <a:moveTo>
                    <a:pt x="7911" y="1"/>
                  </a:moveTo>
                  <a:cubicBezTo>
                    <a:pt x="7322" y="1"/>
                    <a:pt x="6672" y="154"/>
                    <a:pt x="5986" y="473"/>
                  </a:cubicBezTo>
                  <a:cubicBezTo>
                    <a:pt x="5980" y="473"/>
                    <a:pt x="5969" y="485"/>
                    <a:pt x="5963" y="485"/>
                  </a:cubicBezTo>
                  <a:lnTo>
                    <a:pt x="5743" y="592"/>
                  </a:lnTo>
                  <a:cubicBezTo>
                    <a:pt x="5731" y="604"/>
                    <a:pt x="5725" y="604"/>
                    <a:pt x="5707" y="610"/>
                  </a:cubicBezTo>
                  <a:cubicBezTo>
                    <a:pt x="5630" y="651"/>
                    <a:pt x="5553" y="693"/>
                    <a:pt x="5470" y="734"/>
                  </a:cubicBezTo>
                  <a:cubicBezTo>
                    <a:pt x="2453" y="2462"/>
                    <a:pt x="13" y="6666"/>
                    <a:pt x="1" y="10122"/>
                  </a:cubicBezTo>
                  <a:cubicBezTo>
                    <a:pt x="1" y="11844"/>
                    <a:pt x="601" y="13056"/>
                    <a:pt x="1574" y="13626"/>
                  </a:cubicBezTo>
                  <a:lnTo>
                    <a:pt x="8255" y="14879"/>
                  </a:lnTo>
                  <a:cubicBezTo>
                    <a:pt x="8249" y="14873"/>
                    <a:pt x="8243" y="14873"/>
                    <a:pt x="8237" y="14867"/>
                  </a:cubicBezTo>
                  <a:lnTo>
                    <a:pt x="8237" y="14867"/>
                  </a:lnTo>
                  <a:cubicBezTo>
                    <a:pt x="8532" y="15045"/>
                    <a:pt x="8880" y="15138"/>
                    <a:pt x="9265" y="15138"/>
                  </a:cubicBezTo>
                  <a:cubicBezTo>
                    <a:pt x="9779" y="15138"/>
                    <a:pt x="10360" y="14973"/>
                    <a:pt x="10974" y="14623"/>
                  </a:cubicBezTo>
                  <a:cubicBezTo>
                    <a:pt x="13088" y="13412"/>
                    <a:pt x="14804" y="10473"/>
                    <a:pt x="14804" y="8044"/>
                  </a:cubicBezTo>
                  <a:cubicBezTo>
                    <a:pt x="14810" y="6850"/>
                    <a:pt x="14388" y="5995"/>
                    <a:pt x="13700" y="5603"/>
                  </a:cubicBezTo>
                  <a:lnTo>
                    <a:pt x="9353" y="372"/>
                  </a:lnTo>
                  <a:cubicBezTo>
                    <a:pt x="8936" y="128"/>
                    <a:pt x="8449" y="1"/>
                    <a:pt x="79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5">
              <a:extLst>
                <a:ext uri="{FF2B5EF4-FFF2-40B4-BE49-F238E27FC236}">
                  <a16:creationId xmlns:a16="http://schemas.microsoft.com/office/drawing/2014/main" id="{B00488D5-11AA-3895-18D6-47C3A17CA282}"/>
                </a:ext>
              </a:extLst>
            </p:cNvPr>
            <p:cNvSpPr/>
            <p:nvPr/>
          </p:nvSpPr>
          <p:spPr>
            <a:xfrm>
              <a:off x="9476992" y="111704"/>
              <a:ext cx="4583052" cy="5620725"/>
            </a:xfrm>
            <a:custGeom>
              <a:avLst/>
              <a:gdLst/>
              <a:ahLst/>
              <a:cxnLst/>
              <a:rect l="l" t="t" r="r" b="b"/>
              <a:pathLst>
                <a:path w="21122" h="26704" extrusionOk="0">
                  <a:moveTo>
                    <a:pt x="15077" y="0"/>
                  </a:moveTo>
                  <a:cubicBezTo>
                    <a:pt x="14798" y="0"/>
                    <a:pt x="14430" y="24"/>
                    <a:pt x="14157" y="54"/>
                  </a:cubicBezTo>
                  <a:cubicBezTo>
                    <a:pt x="13658" y="107"/>
                    <a:pt x="12999" y="238"/>
                    <a:pt x="12518" y="386"/>
                  </a:cubicBezTo>
                  <a:cubicBezTo>
                    <a:pt x="12215" y="481"/>
                    <a:pt x="11805" y="624"/>
                    <a:pt x="11502" y="742"/>
                  </a:cubicBezTo>
                  <a:cubicBezTo>
                    <a:pt x="11241" y="849"/>
                    <a:pt x="10897" y="998"/>
                    <a:pt x="10647" y="1122"/>
                  </a:cubicBezTo>
                  <a:cubicBezTo>
                    <a:pt x="10154" y="1366"/>
                    <a:pt x="9513" y="1716"/>
                    <a:pt x="9050" y="2019"/>
                  </a:cubicBezTo>
                  <a:cubicBezTo>
                    <a:pt x="8807" y="2185"/>
                    <a:pt x="8480" y="2399"/>
                    <a:pt x="8242" y="2577"/>
                  </a:cubicBezTo>
                  <a:cubicBezTo>
                    <a:pt x="7957" y="2791"/>
                    <a:pt x="7583" y="3076"/>
                    <a:pt x="7316" y="3308"/>
                  </a:cubicBezTo>
                  <a:cubicBezTo>
                    <a:pt x="7091" y="3498"/>
                    <a:pt x="6794" y="3753"/>
                    <a:pt x="6580" y="3949"/>
                  </a:cubicBezTo>
                  <a:cubicBezTo>
                    <a:pt x="6336" y="4181"/>
                    <a:pt x="6016" y="4483"/>
                    <a:pt x="5784" y="4727"/>
                  </a:cubicBezTo>
                  <a:cubicBezTo>
                    <a:pt x="5570" y="4958"/>
                    <a:pt x="5279" y="5261"/>
                    <a:pt x="5078" y="5499"/>
                  </a:cubicBezTo>
                  <a:cubicBezTo>
                    <a:pt x="4893" y="5724"/>
                    <a:pt x="4644" y="6021"/>
                    <a:pt x="4466" y="6241"/>
                  </a:cubicBezTo>
                  <a:cubicBezTo>
                    <a:pt x="4276" y="6473"/>
                    <a:pt x="4038" y="6787"/>
                    <a:pt x="3872" y="7031"/>
                  </a:cubicBezTo>
                  <a:cubicBezTo>
                    <a:pt x="3546" y="7500"/>
                    <a:pt x="3136" y="8135"/>
                    <a:pt x="2833" y="8616"/>
                  </a:cubicBezTo>
                  <a:cubicBezTo>
                    <a:pt x="2673" y="8866"/>
                    <a:pt x="2506" y="9204"/>
                    <a:pt x="2364" y="9453"/>
                  </a:cubicBezTo>
                  <a:cubicBezTo>
                    <a:pt x="2239" y="9673"/>
                    <a:pt x="1824" y="10504"/>
                    <a:pt x="1544" y="11164"/>
                  </a:cubicBezTo>
                  <a:cubicBezTo>
                    <a:pt x="1426" y="11431"/>
                    <a:pt x="1289" y="11805"/>
                    <a:pt x="1182" y="12078"/>
                  </a:cubicBezTo>
                  <a:cubicBezTo>
                    <a:pt x="1081" y="12351"/>
                    <a:pt x="969" y="12713"/>
                    <a:pt x="873" y="12992"/>
                  </a:cubicBezTo>
                  <a:cubicBezTo>
                    <a:pt x="784" y="13266"/>
                    <a:pt x="683" y="13646"/>
                    <a:pt x="606" y="13925"/>
                  </a:cubicBezTo>
                  <a:cubicBezTo>
                    <a:pt x="523" y="14228"/>
                    <a:pt x="434" y="14637"/>
                    <a:pt x="369" y="14952"/>
                  </a:cubicBezTo>
                  <a:cubicBezTo>
                    <a:pt x="309" y="15237"/>
                    <a:pt x="238" y="15635"/>
                    <a:pt x="197" y="15920"/>
                  </a:cubicBezTo>
                  <a:cubicBezTo>
                    <a:pt x="137" y="16258"/>
                    <a:pt x="90" y="16704"/>
                    <a:pt x="60" y="17036"/>
                  </a:cubicBezTo>
                  <a:cubicBezTo>
                    <a:pt x="42" y="17327"/>
                    <a:pt x="18" y="17719"/>
                    <a:pt x="12" y="18016"/>
                  </a:cubicBezTo>
                  <a:cubicBezTo>
                    <a:pt x="1" y="18366"/>
                    <a:pt x="12" y="18823"/>
                    <a:pt x="24" y="19174"/>
                  </a:cubicBezTo>
                  <a:cubicBezTo>
                    <a:pt x="36" y="19459"/>
                    <a:pt x="72" y="19833"/>
                    <a:pt x="108" y="20112"/>
                  </a:cubicBezTo>
                  <a:cubicBezTo>
                    <a:pt x="149" y="20456"/>
                    <a:pt x="238" y="21169"/>
                    <a:pt x="505" y="22030"/>
                  </a:cubicBezTo>
                  <a:cubicBezTo>
                    <a:pt x="755" y="22832"/>
                    <a:pt x="1010" y="23324"/>
                    <a:pt x="1200" y="23681"/>
                  </a:cubicBezTo>
                  <a:cubicBezTo>
                    <a:pt x="1325" y="23918"/>
                    <a:pt x="1509" y="24227"/>
                    <a:pt x="1681" y="24435"/>
                  </a:cubicBezTo>
                  <a:cubicBezTo>
                    <a:pt x="1717" y="24482"/>
                    <a:pt x="1752" y="24536"/>
                    <a:pt x="1800" y="24583"/>
                  </a:cubicBezTo>
                  <a:cubicBezTo>
                    <a:pt x="1919" y="24726"/>
                    <a:pt x="2037" y="24880"/>
                    <a:pt x="2150" y="24999"/>
                  </a:cubicBezTo>
                  <a:cubicBezTo>
                    <a:pt x="2310" y="25171"/>
                    <a:pt x="2542" y="25385"/>
                    <a:pt x="2726" y="25545"/>
                  </a:cubicBezTo>
                  <a:cubicBezTo>
                    <a:pt x="3647" y="26302"/>
                    <a:pt x="4799" y="26703"/>
                    <a:pt x="6110" y="26703"/>
                  </a:cubicBezTo>
                  <a:cubicBezTo>
                    <a:pt x="7455" y="26703"/>
                    <a:pt x="8968" y="26281"/>
                    <a:pt x="10570" y="25385"/>
                  </a:cubicBezTo>
                  <a:cubicBezTo>
                    <a:pt x="16294" y="22202"/>
                    <a:pt x="20991" y="14245"/>
                    <a:pt x="21074" y="7619"/>
                  </a:cubicBezTo>
                  <a:cubicBezTo>
                    <a:pt x="21122" y="3842"/>
                    <a:pt x="19655" y="1307"/>
                    <a:pt x="17322" y="404"/>
                  </a:cubicBezTo>
                  <a:cubicBezTo>
                    <a:pt x="17215" y="362"/>
                    <a:pt x="17090" y="321"/>
                    <a:pt x="16965" y="285"/>
                  </a:cubicBezTo>
                  <a:cubicBezTo>
                    <a:pt x="16852" y="244"/>
                    <a:pt x="16740" y="208"/>
                    <a:pt x="16645" y="184"/>
                  </a:cubicBezTo>
                  <a:cubicBezTo>
                    <a:pt x="16407" y="137"/>
                    <a:pt x="16081" y="77"/>
                    <a:pt x="15837" y="48"/>
                  </a:cubicBezTo>
                  <a:cubicBezTo>
                    <a:pt x="15605" y="24"/>
                    <a:pt x="15303" y="0"/>
                    <a:pt x="150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5">
              <a:extLst>
                <a:ext uri="{FF2B5EF4-FFF2-40B4-BE49-F238E27FC236}">
                  <a16:creationId xmlns:a16="http://schemas.microsoft.com/office/drawing/2014/main" id="{148B2D77-6FCC-34A3-3D6C-F5140B732BAB}"/>
                </a:ext>
              </a:extLst>
            </p:cNvPr>
            <p:cNvSpPr/>
            <p:nvPr/>
          </p:nvSpPr>
          <p:spPr>
            <a:xfrm>
              <a:off x="9480897" y="111704"/>
              <a:ext cx="4000677" cy="5224386"/>
            </a:xfrm>
            <a:custGeom>
              <a:avLst/>
              <a:gdLst/>
              <a:ahLst/>
              <a:cxnLst/>
              <a:rect l="l" t="t" r="r" b="b"/>
              <a:pathLst>
                <a:path w="18438" h="24821" extrusionOk="0">
                  <a:moveTo>
                    <a:pt x="15077" y="0"/>
                  </a:moveTo>
                  <a:cubicBezTo>
                    <a:pt x="14792" y="0"/>
                    <a:pt x="14430" y="24"/>
                    <a:pt x="14156" y="54"/>
                  </a:cubicBezTo>
                  <a:cubicBezTo>
                    <a:pt x="13658" y="107"/>
                    <a:pt x="12999" y="238"/>
                    <a:pt x="12512" y="386"/>
                  </a:cubicBezTo>
                  <a:cubicBezTo>
                    <a:pt x="12209" y="481"/>
                    <a:pt x="11799" y="624"/>
                    <a:pt x="11496" y="742"/>
                  </a:cubicBezTo>
                  <a:cubicBezTo>
                    <a:pt x="11235" y="849"/>
                    <a:pt x="10897" y="998"/>
                    <a:pt x="10641" y="1122"/>
                  </a:cubicBezTo>
                  <a:cubicBezTo>
                    <a:pt x="10154" y="1366"/>
                    <a:pt x="9507" y="1716"/>
                    <a:pt x="9050" y="2019"/>
                  </a:cubicBezTo>
                  <a:cubicBezTo>
                    <a:pt x="8800" y="2185"/>
                    <a:pt x="8474" y="2399"/>
                    <a:pt x="8236" y="2577"/>
                  </a:cubicBezTo>
                  <a:cubicBezTo>
                    <a:pt x="7957" y="2791"/>
                    <a:pt x="7577" y="3076"/>
                    <a:pt x="7310" y="3308"/>
                  </a:cubicBezTo>
                  <a:cubicBezTo>
                    <a:pt x="7090" y="3498"/>
                    <a:pt x="6793" y="3753"/>
                    <a:pt x="6574" y="3949"/>
                  </a:cubicBezTo>
                  <a:cubicBezTo>
                    <a:pt x="6330" y="4181"/>
                    <a:pt x="6010" y="4483"/>
                    <a:pt x="5778" y="4727"/>
                  </a:cubicBezTo>
                  <a:cubicBezTo>
                    <a:pt x="5564" y="4958"/>
                    <a:pt x="5279" y="5261"/>
                    <a:pt x="5077" y="5499"/>
                  </a:cubicBezTo>
                  <a:cubicBezTo>
                    <a:pt x="4887" y="5724"/>
                    <a:pt x="4638" y="6021"/>
                    <a:pt x="4460" y="6241"/>
                  </a:cubicBezTo>
                  <a:cubicBezTo>
                    <a:pt x="4276" y="6473"/>
                    <a:pt x="4038" y="6787"/>
                    <a:pt x="3866" y="7031"/>
                  </a:cubicBezTo>
                  <a:cubicBezTo>
                    <a:pt x="3539" y="7500"/>
                    <a:pt x="3130" y="8135"/>
                    <a:pt x="2827" y="8616"/>
                  </a:cubicBezTo>
                  <a:cubicBezTo>
                    <a:pt x="2673" y="8866"/>
                    <a:pt x="2500" y="9204"/>
                    <a:pt x="2358" y="9453"/>
                  </a:cubicBezTo>
                  <a:cubicBezTo>
                    <a:pt x="2233" y="9673"/>
                    <a:pt x="1817" y="10504"/>
                    <a:pt x="1544" y="11164"/>
                  </a:cubicBezTo>
                  <a:cubicBezTo>
                    <a:pt x="1426" y="11431"/>
                    <a:pt x="1283" y="11805"/>
                    <a:pt x="1176" y="12078"/>
                  </a:cubicBezTo>
                  <a:cubicBezTo>
                    <a:pt x="1075" y="12351"/>
                    <a:pt x="962" y="12713"/>
                    <a:pt x="867" y="12992"/>
                  </a:cubicBezTo>
                  <a:cubicBezTo>
                    <a:pt x="778" y="13266"/>
                    <a:pt x="683" y="13646"/>
                    <a:pt x="600" y="13925"/>
                  </a:cubicBezTo>
                  <a:cubicBezTo>
                    <a:pt x="517" y="14228"/>
                    <a:pt x="428" y="14637"/>
                    <a:pt x="363" y="14952"/>
                  </a:cubicBezTo>
                  <a:cubicBezTo>
                    <a:pt x="303" y="15237"/>
                    <a:pt x="238" y="15635"/>
                    <a:pt x="190" y="15920"/>
                  </a:cubicBezTo>
                  <a:cubicBezTo>
                    <a:pt x="131" y="16258"/>
                    <a:pt x="90" y="16704"/>
                    <a:pt x="60" y="17036"/>
                  </a:cubicBezTo>
                  <a:cubicBezTo>
                    <a:pt x="36" y="17327"/>
                    <a:pt x="12" y="17719"/>
                    <a:pt x="6" y="18016"/>
                  </a:cubicBezTo>
                  <a:cubicBezTo>
                    <a:pt x="0" y="18366"/>
                    <a:pt x="6" y="18823"/>
                    <a:pt x="18" y="19174"/>
                  </a:cubicBezTo>
                  <a:cubicBezTo>
                    <a:pt x="36" y="19459"/>
                    <a:pt x="66" y="19833"/>
                    <a:pt x="101" y="20112"/>
                  </a:cubicBezTo>
                  <a:cubicBezTo>
                    <a:pt x="149" y="20456"/>
                    <a:pt x="238" y="21169"/>
                    <a:pt x="505" y="22030"/>
                  </a:cubicBezTo>
                  <a:cubicBezTo>
                    <a:pt x="749" y="22832"/>
                    <a:pt x="1010" y="23324"/>
                    <a:pt x="1194" y="23681"/>
                  </a:cubicBezTo>
                  <a:cubicBezTo>
                    <a:pt x="1319" y="23918"/>
                    <a:pt x="1509" y="24227"/>
                    <a:pt x="1675" y="24435"/>
                  </a:cubicBezTo>
                  <a:cubicBezTo>
                    <a:pt x="1716" y="24482"/>
                    <a:pt x="1752" y="24536"/>
                    <a:pt x="1794" y="24583"/>
                  </a:cubicBezTo>
                  <a:cubicBezTo>
                    <a:pt x="2310" y="24740"/>
                    <a:pt x="2865" y="24820"/>
                    <a:pt x="3450" y="24820"/>
                  </a:cubicBezTo>
                  <a:cubicBezTo>
                    <a:pt x="4797" y="24820"/>
                    <a:pt x="6308" y="24396"/>
                    <a:pt x="7910" y="23503"/>
                  </a:cubicBezTo>
                  <a:cubicBezTo>
                    <a:pt x="13628" y="20308"/>
                    <a:pt x="18325" y="12363"/>
                    <a:pt x="18408" y="5730"/>
                  </a:cubicBezTo>
                  <a:cubicBezTo>
                    <a:pt x="18438" y="3432"/>
                    <a:pt x="17903" y="1592"/>
                    <a:pt x="16959" y="285"/>
                  </a:cubicBezTo>
                  <a:cubicBezTo>
                    <a:pt x="16846" y="244"/>
                    <a:pt x="16739" y="208"/>
                    <a:pt x="16639" y="184"/>
                  </a:cubicBezTo>
                  <a:cubicBezTo>
                    <a:pt x="16401" y="137"/>
                    <a:pt x="16074" y="77"/>
                    <a:pt x="15831" y="48"/>
                  </a:cubicBezTo>
                  <a:cubicBezTo>
                    <a:pt x="15599" y="24"/>
                    <a:pt x="15297" y="0"/>
                    <a:pt x="15077" y="0"/>
                  </a:cubicBez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5">
              <a:extLst>
                <a:ext uri="{FF2B5EF4-FFF2-40B4-BE49-F238E27FC236}">
                  <a16:creationId xmlns:a16="http://schemas.microsoft.com/office/drawing/2014/main" id="{98A0A292-2734-E660-F767-994BF86430B8}"/>
                </a:ext>
              </a:extLst>
            </p:cNvPr>
            <p:cNvSpPr/>
            <p:nvPr/>
          </p:nvSpPr>
          <p:spPr>
            <a:xfrm>
              <a:off x="9327494" y="12988"/>
              <a:ext cx="3954461" cy="5553160"/>
            </a:xfrm>
            <a:custGeom>
              <a:avLst/>
              <a:gdLst/>
              <a:ahLst/>
              <a:cxnLst/>
              <a:rect l="l" t="t" r="r" b="b"/>
              <a:pathLst>
                <a:path w="18225" h="26383" extrusionOk="0">
                  <a:moveTo>
                    <a:pt x="17813" y="343"/>
                  </a:moveTo>
                  <a:cubicBezTo>
                    <a:pt x="17955" y="390"/>
                    <a:pt x="18102" y="440"/>
                    <a:pt x="18224" y="481"/>
                  </a:cubicBezTo>
                  <a:cubicBezTo>
                    <a:pt x="18090" y="430"/>
                    <a:pt x="17953" y="383"/>
                    <a:pt x="17813" y="343"/>
                  </a:cubicBezTo>
                  <a:close/>
                  <a:moveTo>
                    <a:pt x="15695" y="0"/>
                  </a:moveTo>
                  <a:cubicBezTo>
                    <a:pt x="15338" y="0"/>
                    <a:pt x="14863" y="24"/>
                    <a:pt x="14507" y="65"/>
                  </a:cubicBezTo>
                  <a:cubicBezTo>
                    <a:pt x="14252" y="83"/>
                    <a:pt x="13913" y="137"/>
                    <a:pt x="13658" y="190"/>
                  </a:cubicBezTo>
                  <a:cubicBezTo>
                    <a:pt x="13278" y="273"/>
                    <a:pt x="12773" y="398"/>
                    <a:pt x="12405" y="511"/>
                  </a:cubicBezTo>
                  <a:cubicBezTo>
                    <a:pt x="11871" y="665"/>
                    <a:pt x="11182" y="956"/>
                    <a:pt x="10665" y="1188"/>
                  </a:cubicBezTo>
                  <a:cubicBezTo>
                    <a:pt x="10576" y="1229"/>
                    <a:pt x="9781" y="1597"/>
                    <a:pt x="8884" y="2179"/>
                  </a:cubicBezTo>
                  <a:cubicBezTo>
                    <a:pt x="8641" y="2334"/>
                    <a:pt x="8314" y="2559"/>
                    <a:pt x="8076" y="2726"/>
                  </a:cubicBezTo>
                  <a:cubicBezTo>
                    <a:pt x="7780" y="2939"/>
                    <a:pt x="7394" y="3230"/>
                    <a:pt x="7120" y="3468"/>
                  </a:cubicBezTo>
                  <a:cubicBezTo>
                    <a:pt x="6841" y="3699"/>
                    <a:pt x="6129" y="4317"/>
                    <a:pt x="5618" y="4863"/>
                  </a:cubicBezTo>
                  <a:cubicBezTo>
                    <a:pt x="5410" y="5089"/>
                    <a:pt x="5131" y="5374"/>
                    <a:pt x="4935" y="5606"/>
                  </a:cubicBezTo>
                  <a:cubicBezTo>
                    <a:pt x="4579" y="6039"/>
                    <a:pt x="4104" y="6615"/>
                    <a:pt x="3777" y="7066"/>
                  </a:cubicBezTo>
                  <a:cubicBezTo>
                    <a:pt x="3178" y="7909"/>
                    <a:pt x="2762" y="8628"/>
                    <a:pt x="2756" y="8634"/>
                  </a:cubicBezTo>
                  <a:cubicBezTo>
                    <a:pt x="2477" y="9115"/>
                    <a:pt x="2138" y="9774"/>
                    <a:pt x="1883" y="10267"/>
                  </a:cubicBezTo>
                  <a:cubicBezTo>
                    <a:pt x="1758" y="10522"/>
                    <a:pt x="1610" y="10861"/>
                    <a:pt x="1509" y="11116"/>
                  </a:cubicBezTo>
                  <a:cubicBezTo>
                    <a:pt x="1396" y="11383"/>
                    <a:pt x="1254" y="11728"/>
                    <a:pt x="1159" y="11995"/>
                  </a:cubicBezTo>
                  <a:cubicBezTo>
                    <a:pt x="1064" y="12262"/>
                    <a:pt x="945" y="12618"/>
                    <a:pt x="856" y="12885"/>
                  </a:cubicBezTo>
                  <a:cubicBezTo>
                    <a:pt x="767" y="13153"/>
                    <a:pt x="666" y="13527"/>
                    <a:pt x="589" y="13800"/>
                  </a:cubicBezTo>
                  <a:cubicBezTo>
                    <a:pt x="589" y="13806"/>
                    <a:pt x="339" y="14691"/>
                    <a:pt x="185" y="15753"/>
                  </a:cubicBezTo>
                  <a:cubicBezTo>
                    <a:pt x="66" y="16537"/>
                    <a:pt x="7" y="17309"/>
                    <a:pt x="1" y="18063"/>
                  </a:cubicBezTo>
                  <a:cubicBezTo>
                    <a:pt x="1" y="18348"/>
                    <a:pt x="1" y="18746"/>
                    <a:pt x="13" y="19031"/>
                  </a:cubicBezTo>
                  <a:cubicBezTo>
                    <a:pt x="36" y="19417"/>
                    <a:pt x="84" y="19922"/>
                    <a:pt x="131" y="20308"/>
                  </a:cubicBezTo>
                  <a:cubicBezTo>
                    <a:pt x="173" y="20587"/>
                    <a:pt x="232" y="20943"/>
                    <a:pt x="292" y="21216"/>
                  </a:cubicBezTo>
                  <a:cubicBezTo>
                    <a:pt x="369" y="21585"/>
                    <a:pt x="506" y="22083"/>
                    <a:pt x="618" y="22451"/>
                  </a:cubicBezTo>
                  <a:cubicBezTo>
                    <a:pt x="767" y="22932"/>
                    <a:pt x="1040" y="23544"/>
                    <a:pt x="1272" y="24001"/>
                  </a:cubicBezTo>
                  <a:cubicBezTo>
                    <a:pt x="1432" y="24310"/>
                    <a:pt x="1687" y="24702"/>
                    <a:pt x="1883" y="24999"/>
                  </a:cubicBezTo>
                  <a:cubicBezTo>
                    <a:pt x="2020" y="25195"/>
                    <a:pt x="2222" y="25426"/>
                    <a:pt x="2370" y="25610"/>
                  </a:cubicBezTo>
                  <a:cubicBezTo>
                    <a:pt x="2499" y="25772"/>
                    <a:pt x="2677" y="25948"/>
                    <a:pt x="2853" y="26108"/>
                  </a:cubicBezTo>
                  <a:lnTo>
                    <a:pt x="2853" y="26108"/>
                  </a:lnTo>
                  <a:cubicBezTo>
                    <a:pt x="1490" y="24795"/>
                    <a:pt x="698" y="22636"/>
                    <a:pt x="737" y="19791"/>
                  </a:cubicBezTo>
                  <a:cubicBezTo>
                    <a:pt x="814" y="12957"/>
                    <a:pt x="5672" y="4745"/>
                    <a:pt x="11562" y="1461"/>
                  </a:cubicBezTo>
                  <a:cubicBezTo>
                    <a:pt x="13215" y="551"/>
                    <a:pt x="14776" y="116"/>
                    <a:pt x="16163" y="116"/>
                  </a:cubicBezTo>
                  <a:cubicBezTo>
                    <a:pt x="16745" y="116"/>
                    <a:pt x="17297" y="192"/>
                    <a:pt x="17813" y="343"/>
                  </a:cubicBezTo>
                  <a:lnTo>
                    <a:pt x="17813" y="343"/>
                  </a:lnTo>
                  <a:cubicBezTo>
                    <a:pt x="17707" y="308"/>
                    <a:pt x="17603" y="275"/>
                    <a:pt x="17512" y="250"/>
                  </a:cubicBezTo>
                  <a:cubicBezTo>
                    <a:pt x="17209" y="172"/>
                    <a:pt x="16793" y="89"/>
                    <a:pt x="16479" y="54"/>
                  </a:cubicBezTo>
                  <a:cubicBezTo>
                    <a:pt x="16241" y="24"/>
                    <a:pt x="15932" y="0"/>
                    <a:pt x="15695" y="0"/>
                  </a:cubicBezTo>
                  <a:close/>
                  <a:moveTo>
                    <a:pt x="2853" y="26108"/>
                  </a:moveTo>
                  <a:lnTo>
                    <a:pt x="2853" y="26108"/>
                  </a:lnTo>
                  <a:cubicBezTo>
                    <a:pt x="2952" y="26204"/>
                    <a:pt x="3054" y="26296"/>
                    <a:pt x="3160" y="26382"/>
                  </a:cubicBezTo>
                  <a:cubicBezTo>
                    <a:pt x="3067" y="26301"/>
                    <a:pt x="2961" y="26207"/>
                    <a:pt x="2853" y="2610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5">
              <a:extLst>
                <a:ext uri="{FF2B5EF4-FFF2-40B4-BE49-F238E27FC236}">
                  <a16:creationId xmlns:a16="http://schemas.microsoft.com/office/drawing/2014/main" id="{A5682955-ECDE-7EC0-933A-4F14FE948B56}"/>
                </a:ext>
              </a:extLst>
            </p:cNvPr>
            <p:cNvSpPr/>
            <p:nvPr/>
          </p:nvSpPr>
          <p:spPr>
            <a:xfrm>
              <a:off x="9473520" y="36562"/>
              <a:ext cx="4660947" cy="5784691"/>
            </a:xfrm>
            <a:custGeom>
              <a:avLst/>
              <a:gdLst/>
              <a:ahLst/>
              <a:cxnLst/>
              <a:rect l="l" t="t" r="r" b="b"/>
              <a:pathLst>
                <a:path w="21481" h="27483" extrusionOk="0">
                  <a:moveTo>
                    <a:pt x="15352" y="425"/>
                  </a:moveTo>
                  <a:cubicBezTo>
                    <a:pt x="18802" y="425"/>
                    <a:pt x="21150" y="3210"/>
                    <a:pt x="21090" y="7976"/>
                  </a:cubicBezTo>
                  <a:cubicBezTo>
                    <a:pt x="21007" y="14602"/>
                    <a:pt x="16310" y="22559"/>
                    <a:pt x="10598" y="25742"/>
                  </a:cubicBezTo>
                  <a:cubicBezTo>
                    <a:pt x="8991" y="26640"/>
                    <a:pt x="7474" y="27065"/>
                    <a:pt x="6126" y="27065"/>
                  </a:cubicBezTo>
                  <a:cubicBezTo>
                    <a:pt x="2677" y="27065"/>
                    <a:pt x="331" y="24283"/>
                    <a:pt x="391" y="19519"/>
                  </a:cubicBezTo>
                  <a:cubicBezTo>
                    <a:pt x="462" y="12886"/>
                    <a:pt x="5171" y="4929"/>
                    <a:pt x="10883" y="1747"/>
                  </a:cubicBezTo>
                  <a:cubicBezTo>
                    <a:pt x="12489" y="850"/>
                    <a:pt x="14004" y="425"/>
                    <a:pt x="15352" y="425"/>
                  </a:cubicBezTo>
                  <a:close/>
                  <a:moveTo>
                    <a:pt x="15501" y="0"/>
                  </a:moveTo>
                  <a:cubicBezTo>
                    <a:pt x="14112" y="0"/>
                    <a:pt x="12550" y="437"/>
                    <a:pt x="10895" y="1361"/>
                  </a:cubicBezTo>
                  <a:cubicBezTo>
                    <a:pt x="4999" y="4650"/>
                    <a:pt x="147" y="12857"/>
                    <a:pt x="64" y="19697"/>
                  </a:cubicBezTo>
                  <a:cubicBezTo>
                    <a:pt x="0" y="24613"/>
                    <a:pt x="2421" y="27483"/>
                    <a:pt x="5979" y="27483"/>
                  </a:cubicBezTo>
                  <a:cubicBezTo>
                    <a:pt x="7368" y="27483"/>
                    <a:pt x="8931" y="27046"/>
                    <a:pt x="10586" y="26122"/>
                  </a:cubicBezTo>
                  <a:cubicBezTo>
                    <a:pt x="16482" y="22832"/>
                    <a:pt x="21334" y="14632"/>
                    <a:pt x="21417" y="7792"/>
                  </a:cubicBezTo>
                  <a:cubicBezTo>
                    <a:pt x="21481" y="2871"/>
                    <a:pt x="19060" y="0"/>
                    <a:pt x="15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5">
              <a:extLst>
                <a:ext uri="{FF2B5EF4-FFF2-40B4-BE49-F238E27FC236}">
                  <a16:creationId xmlns:a16="http://schemas.microsoft.com/office/drawing/2014/main" id="{DD8F8A51-F61F-C34A-F6D4-90BCA61359C7}"/>
                </a:ext>
              </a:extLst>
            </p:cNvPr>
            <p:cNvSpPr/>
            <p:nvPr/>
          </p:nvSpPr>
          <p:spPr>
            <a:xfrm>
              <a:off x="11382496" y="3155055"/>
              <a:ext cx="274697" cy="316355"/>
            </a:xfrm>
            <a:custGeom>
              <a:avLst/>
              <a:gdLst/>
              <a:ahLst/>
              <a:cxnLst/>
              <a:rect l="l" t="t" r="r" b="b"/>
              <a:pathLst>
                <a:path w="1266" h="1503" extrusionOk="0">
                  <a:moveTo>
                    <a:pt x="1" y="0"/>
                  </a:moveTo>
                  <a:lnTo>
                    <a:pt x="939" y="1306"/>
                  </a:lnTo>
                  <a:lnTo>
                    <a:pt x="1266" y="1502"/>
                  </a:lnTo>
                  <a:lnTo>
                    <a:pt x="1266" y="1502"/>
                  </a:lnTo>
                  <a:lnTo>
                    <a:pt x="333" y="19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5">
              <a:extLst>
                <a:ext uri="{FF2B5EF4-FFF2-40B4-BE49-F238E27FC236}">
                  <a16:creationId xmlns:a16="http://schemas.microsoft.com/office/drawing/2014/main" id="{5F2F6878-1045-0FF6-49B2-BEA412F04EA3}"/>
                </a:ext>
              </a:extLst>
            </p:cNvPr>
            <p:cNvSpPr/>
            <p:nvPr/>
          </p:nvSpPr>
          <p:spPr>
            <a:xfrm>
              <a:off x="11382496" y="2653688"/>
              <a:ext cx="272093" cy="541571"/>
            </a:xfrm>
            <a:custGeom>
              <a:avLst/>
              <a:gdLst/>
              <a:ahLst/>
              <a:cxnLst/>
              <a:rect l="l" t="t" r="r" b="b"/>
              <a:pathLst>
                <a:path w="1254" h="2573" extrusionOk="0">
                  <a:moveTo>
                    <a:pt x="927" y="1"/>
                  </a:moveTo>
                  <a:lnTo>
                    <a:pt x="1" y="2382"/>
                  </a:lnTo>
                  <a:lnTo>
                    <a:pt x="333" y="2572"/>
                  </a:lnTo>
                  <a:lnTo>
                    <a:pt x="1254" y="185"/>
                  </a:lnTo>
                  <a:lnTo>
                    <a:pt x="9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5">
              <a:extLst>
                <a:ext uri="{FF2B5EF4-FFF2-40B4-BE49-F238E27FC236}">
                  <a16:creationId xmlns:a16="http://schemas.microsoft.com/office/drawing/2014/main" id="{E9B13A46-8F75-82C1-59A0-220F24AFFCF6}"/>
                </a:ext>
              </a:extLst>
            </p:cNvPr>
            <p:cNvSpPr/>
            <p:nvPr/>
          </p:nvSpPr>
          <p:spPr>
            <a:xfrm>
              <a:off x="11583635" y="2427631"/>
              <a:ext cx="474318" cy="265208"/>
            </a:xfrm>
            <a:custGeom>
              <a:avLst/>
              <a:gdLst/>
              <a:ahLst/>
              <a:cxnLst/>
              <a:rect l="l" t="t" r="r" b="b"/>
              <a:pathLst>
                <a:path w="2186" h="1260" extrusionOk="0">
                  <a:moveTo>
                    <a:pt x="1859" y="0"/>
                  </a:moveTo>
                  <a:lnTo>
                    <a:pt x="0" y="1075"/>
                  </a:lnTo>
                  <a:lnTo>
                    <a:pt x="327" y="1259"/>
                  </a:lnTo>
                  <a:lnTo>
                    <a:pt x="2185" y="190"/>
                  </a:lnTo>
                  <a:lnTo>
                    <a:pt x="18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5">
              <a:extLst>
                <a:ext uri="{FF2B5EF4-FFF2-40B4-BE49-F238E27FC236}">
                  <a16:creationId xmlns:a16="http://schemas.microsoft.com/office/drawing/2014/main" id="{71F6B6BC-0786-A523-B494-D413A129E5D3}"/>
                </a:ext>
              </a:extLst>
            </p:cNvPr>
            <p:cNvSpPr/>
            <p:nvPr/>
          </p:nvSpPr>
          <p:spPr>
            <a:xfrm>
              <a:off x="11454750" y="2467623"/>
              <a:ext cx="805430" cy="1003791"/>
            </a:xfrm>
            <a:custGeom>
              <a:avLst/>
              <a:gdLst/>
              <a:ahLst/>
              <a:cxnLst/>
              <a:rect l="l" t="t" r="r" b="b"/>
              <a:pathLst>
                <a:path w="3712" h="4769" extrusionOk="0">
                  <a:moveTo>
                    <a:pt x="2779" y="0"/>
                  </a:moveTo>
                  <a:lnTo>
                    <a:pt x="921" y="1069"/>
                  </a:lnTo>
                  <a:lnTo>
                    <a:pt x="0" y="3456"/>
                  </a:lnTo>
                  <a:lnTo>
                    <a:pt x="933" y="4768"/>
                  </a:lnTo>
                  <a:lnTo>
                    <a:pt x="2791" y="3700"/>
                  </a:lnTo>
                  <a:lnTo>
                    <a:pt x="3712" y="1318"/>
                  </a:lnTo>
                  <a:lnTo>
                    <a:pt x="27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5">
              <a:extLst>
                <a:ext uri="{FF2B5EF4-FFF2-40B4-BE49-F238E27FC236}">
                  <a16:creationId xmlns:a16="http://schemas.microsoft.com/office/drawing/2014/main" id="{9474EE3A-D518-D1FC-B056-62C2B50D37AF}"/>
                </a:ext>
              </a:extLst>
            </p:cNvPr>
            <p:cNvSpPr/>
            <p:nvPr/>
          </p:nvSpPr>
          <p:spPr>
            <a:xfrm>
              <a:off x="6449275" y="1983936"/>
              <a:ext cx="770713" cy="503685"/>
            </a:xfrm>
            <a:custGeom>
              <a:avLst/>
              <a:gdLst/>
              <a:ahLst/>
              <a:cxnLst/>
              <a:rect l="l" t="t" r="r" b="b"/>
              <a:pathLst>
                <a:path w="3552" h="2393" extrusionOk="0">
                  <a:moveTo>
                    <a:pt x="3159" y="0"/>
                  </a:moveTo>
                  <a:cubicBezTo>
                    <a:pt x="3148" y="0"/>
                    <a:pt x="3142" y="6"/>
                    <a:pt x="3142" y="6"/>
                  </a:cubicBezTo>
                  <a:lnTo>
                    <a:pt x="78" y="1788"/>
                  </a:lnTo>
                  <a:cubicBezTo>
                    <a:pt x="30" y="1811"/>
                    <a:pt x="12" y="1871"/>
                    <a:pt x="0" y="1942"/>
                  </a:cubicBezTo>
                  <a:cubicBezTo>
                    <a:pt x="0" y="2096"/>
                    <a:pt x="107" y="2286"/>
                    <a:pt x="238" y="2358"/>
                  </a:cubicBezTo>
                  <a:cubicBezTo>
                    <a:pt x="281" y="2379"/>
                    <a:pt x="323" y="2392"/>
                    <a:pt x="358" y="2392"/>
                  </a:cubicBezTo>
                  <a:cubicBezTo>
                    <a:pt x="380" y="2392"/>
                    <a:pt x="400" y="2387"/>
                    <a:pt x="416" y="2375"/>
                  </a:cubicBezTo>
                  <a:lnTo>
                    <a:pt x="410" y="2375"/>
                  </a:lnTo>
                  <a:lnTo>
                    <a:pt x="3474" y="594"/>
                  </a:lnTo>
                  <a:cubicBezTo>
                    <a:pt x="3486" y="594"/>
                    <a:pt x="3486" y="582"/>
                    <a:pt x="3492" y="582"/>
                  </a:cubicBezTo>
                  <a:lnTo>
                    <a:pt x="3498" y="582"/>
                  </a:lnTo>
                  <a:lnTo>
                    <a:pt x="3504" y="576"/>
                  </a:lnTo>
                  <a:lnTo>
                    <a:pt x="3516" y="570"/>
                  </a:lnTo>
                  <a:cubicBezTo>
                    <a:pt x="3522" y="547"/>
                    <a:pt x="3522" y="547"/>
                    <a:pt x="3528" y="541"/>
                  </a:cubicBezTo>
                  <a:cubicBezTo>
                    <a:pt x="3534" y="535"/>
                    <a:pt x="3545" y="517"/>
                    <a:pt x="3545" y="505"/>
                  </a:cubicBezTo>
                  <a:lnTo>
                    <a:pt x="3545" y="499"/>
                  </a:lnTo>
                  <a:cubicBezTo>
                    <a:pt x="3545" y="487"/>
                    <a:pt x="3545" y="487"/>
                    <a:pt x="3551" y="481"/>
                  </a:cubicBezTo>
                  <a:lnTo>
                    <a:pt x="3551" y="475"/>
                  </a:lnTo>
                  <a:lnTo>
                    <a:pt x="3551" y="463"/>
                  </a:lnTo>
                  <a:lnTo>
                    <a:pt x="3551" y="452"/>
                  </a:lnTo>
                  <a:lnTo>
                    <a:pt x="3551" y="446"/>
                  </a:lnTo>
                  <a:lnTo>
                    <a:pt x="3551" y="422"/>
                  </a:lnTo>
                  <a:lnTo>
                    <a:pt x="3551" y="392"/>
                  </a:lnTo>
                  <a:cubicBezTo>
                    <a:pt x="3551" y="374"/>
                    <a:pt x="3551" y="368"/>
                    <a:pt x="3545" y="357"/>
                  </a:cubicBezTo>
                  <a:lnTo>
                    <a:pt x="3545" y="345"/>
                  </a:lnTo>
                  <a:cubicBezTo>
                    <a:pt x="3545" y="339"/>
                    <a:pt x="3545" y="333"/>
                    <a:pt x="3534" y="327"/>
                  </a:cubicBezTo>
                  <a:lnTo>
                    <a:pt x="3534" y="315"/>
                  </a:lnTo>
                  <a:lnTo>
                    <a:pt x="3534" y="309"/>
                  </a:lnTo>
                  <a:cubicBezTo>
                    <a:pt x="3534" y="303"/>
                    <a:pt x="3528" y="285"/>
                    <a:pt x="3528" y="279"/>
                  </a:cubicBezTo>
                  <a:lnTo>
                    <a:pt x="3528" y="273"/>
                  </a:lnTo>
                  <a:cubicBezTo>
                    <a:pt x="3522" y="256"/>
                    <a:pt x="3522" y="250"/>
                    <a:pt x="3516" y="238"/>
                  </a:cubicBezTo>
                  <a:cubicBezTo>
                    <a:pt x="3516" y="238"/>
                    <a:pt x="3516" y="226"/>
                    <a:pt x="3504" y="226"/>
                  </a:cubicBezTo>
                  <a:cubicBezTo>
                    <a:pt x="3498" y="220"/>
                    <a:pt x="3498" y="214"/>
                    <a:pt x="3492" y="208"/>
                  </a:cubicBezTo>
                  <a:lnTo>
                    <a:pt x="3486" y="196"/>
                  </a:lnTo>
                  <a:cubicBezTo>
                    <a:pt x="3474" y="190"/>
                    <a:pt x="3468" y="178"/>
                    <a:pt x="3468" y="167"/>
                  </a:cubicBezTo>
                  <a:cubicBezTo>
                    <a:pt x="3462" y="161"/>
                    <a:pt x="3456" y="149"/>
                    <a:pt x="3444" y="137"/>
                  </a:cubicBezTo>
                  <a:lnTo>
                    <a:pt x="3439" y="131"/>
                  </a:lnTo>
                  <a:cubicBezTo>
                    <a:pt x="3433" y="125"/>
                    <a:pt x="3427" y="119"/>
                    <a:pt x="3427" y="113"/>
                  </a:cubicBezTo>
                  <a:lnTo>
                    <a:pt x="3415" y="101"/>
                  </a:lnTo>
                  <a:lnTo>
                    <a:pt x="3397" y="83"/>
                  </a:lnTo>
                  <a:cubicBezTo>
                    <a:pt x="3385" y="71"/>
                    <a:pt x="3379" y="66"/>
                    <a:pt x="3367" y="60"/>
                  </a:cubicBezTo>
                  <a:cubicBezTo>
                    <a:pt x="3355" y="60"/>
                    <a:pt x="3355" y="54"/>
                    <a:pt x="3349" y="54"/>
                  </a:cubicBezTo>
                  <a:cubicBezTo>
                    <a:pt x="3349" y="54"/>
                    <a:pt x="3344" y="54"/>
                    <a:pt x="3344" y="42"/>
                  </a:cubicBezTo>
                  <a:cubicBezTo>
                    <a:pt x="3338" y="36"/>
                    <a:pt x="3326" y="36"/>
                    <a:pt x="3320" y="30"/>
                  </a:cubicBezTo>
                  <a:cubicBezTo>
                    <a:pt x="3314" y="18"/>
                    <a:pt x="3308" y="18"/>
                    <a:pt x="3296" y="12"/>
                  </a:cubicBezTo>
                  <a:cubicBezTo>
                    <a:pt x="3290" y="6"/>
                    <a:pt x="3278" y="6"/>
                    <a:pt x="3266" y="6"/>
                  </a:cubicBezTo>
                  <a:lnTo>
                    <a:pt x="3260" y="6"/>
                  </a:lnTo>
                  <a:cubicBezTo>
                    <a:pt x="3254" y="6"/>
                    <a:pt x="3249" y="6"/>
                    <a:pt x="32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5">
              <a:extLst>
                <a:ext uri="{FF2B5EF4-FFF2-40B4-BE49-F238E27FC236}">
                  <a16:creationId xmlns:a16="http://schemas.microsoft.com/office/drawing/2014/main" id="{1F779FC9-192A-DE66-202E-6050A6DE9E5F}"/>
                </a:ext>
              </a:extLst>
            </p:cNvPr>
            <p:cNvSpPr/>
            <p:nvPr/>
          </p:nvSpPr>
          <p:spPr>
            <a:xfrm>
              <a:off x="6261154" y="711576"/>
              <a:ext cx="772015" cy="504527"/>
            </a:xfrm>
            <a:custGeom>
              <a:avLst/>
              <a:gdLst/>
              <a:ahLst/>
              <a:cxnLst/>
              <a:rect l="l" t="t" r="r" b="b"/>
              <a:pathLst>
                <a:path w="3558" h="2397" extrusionOk="0">
                  <a:moveTo>
                    <a:pt x="232" y="1776"/>
                  </a:moveTo>
                  <a:cubicBezTo>
                    <a:pt x="238" y="1776"/>
                    <a:pt x="244" y="1782"/>
                    <a:pt x="256" y="1794"/>
                  </a:cubicBezTo>
                  <a:cubicBezTo>
                    <a:pt x="244" y="1782"/>
                    <a:pt x="238" y="1782"/>
                    <a:pt x="232" y="1776"/>
                  </a:cubicBezTo>
                  <a:close/>
                  <a:moveTo>
                    <a:pt x="482" y="2275"/>
                  </a:moveTo>
                  <a:cubicBezTo>
                    <a:pt x="493" y="2275"/>
                    <a:pt x="493" y="2275"/>
                    <a:pt x="482" y="2281"/>
                  </a:cubicBezTo>
                  <a:lnTo>
                    <a:pt x="482" y="2275"/>
                  </a:lnTo>
                  <a:close/>
                  <a:moveTo>
                    <a:pt x="476" y="2298"/>
                  </a:moveTo>
                  <a:cubicBezTo>
                    <a:pt x="482" y="2298"/>
                    <a:pt x="476" y="2298"/>
                    <a:pt x="476" y="2304"/>
                  </a:cubicBezTo>
                  <a:lnTo>
                    <a:pt x="476" y="2298"/>
                  </a:lnTo>
                  <a:close/>
                  <a:moveTo>
                    <a:pt x="3154" y="0"/>
                  </a:moveTo>
                  <a:cubicBezTo>
                    <a:pt x="3148" y="0"/>
                    <a:pt x="3142" y="6"/>
                    <a:pt x="3142" y="6"/>
                  </a:cubicBezTo>
                  <a:lnTo>
                    <a:pt x="78" y="1788"/>
                  </a:lnTo>
                  <a:cubicBezTo>
                    <a:pt x="30" y="1811"/>
                    <a:pt x="6" y="1871"/>
                    <a:pt x="1" y="1948"/>
                  </a:cubicBezTo>
                  <a:cubicBezTo>
                    <a:pt x="1" y="2102"/>
                    <a:pt x="107" y="2287"/>
                    <a:pt x="238" y="2364"/>
                  </a:cubicBezTo>
                  <a:cubicBezTo>
                    <a:pt x="280" y="2386"/>
                    <a:pt x="317" y="2397"/>
                    <a:pt x="348" y="2397"/>
                  </a:cubicBezTo>
                  <a:cubicBezTo>
                    <a:pt x="372" y="2397"/>
                    <a:pt x="393" y="2391"/>
                    <a:pt x="411" y="2379"/>
                  </a:cubicBezTo>
                  <a:lnTo>
                    <a:pt x="411" y="2379"/>
                  </a:lnTo>
                  <a:cubicBezTo>
                    <a:pt x="410" y="2380"/>
                    <a:pt x="410" y="2381"/>
                    <a:pt x="410" y="2382"/>
                  </a:cubicBezTo>
                  <a:lnTo>
                    <a:pt x="3492" y="582"/>
                  </a:lnTo>
                  <a:cubicBezTo>
                    <a:pt x="3498" y="582"/>
                    <a:pt x="3498" y="576"/>
                    <a:pt x="3504" y="576"/>
                  </a:cubicBezTo>
                  <a:lnTo>
                    <a:pt x="3510" y="576"/>
                  </a:lnTo>
                  <a:lnTo>
                    <a:pt x="3522" y="565"/>
                  </a:lnTo>
                  <a:lnTo>
                    <a:pt x="3528" y="559"/>
                  </a:lnTo>
                  <a:lnTo>
                    <a:pt x="3534" y="553"/>
                  </a:lnTo>
                  <a:cubicBezTo>
                    <a:pt x="3540" y="541"/>
                    <a:pt x="3545" y="529"/>
                    <a:pt x="3545" y="511"/>
                  </a:cubicBezTo>
                  <a:lnTo>
                    <a:pt x="3545" y="505"/>
                  </a:lnTo>
                  <a:cubicBezTo>
                    <a:pt x="3545" y="499"/>
                    <a:pt x="3545" y="499"/>
                    <a:pt x="3557" y="493"/>
                  </a:cubicBezTo>
                  <a:lnTo>
                    <a:pt x="3557" y="481"/>
                  </a:lnTo>
                  <a:lnTo>
                    <a:pt x="3557" y="475"/>
                  </a:lnTo>
                  <a:lnTo>
                    <a:pt x="3557" y="470"/>
                  </a:lnTo>
                  <a:lnTo>
                    <a:pt x="3557" y="464"/>
                  </a:lnTo>
                  <a:lnTo>
                    <a:pt x="3557" y="440"/>
                  </a:lnTo>
                  <a:lnTo>
                    <a:pt x="3557" y="410"/>
                  </a:lnTo>
                  <a:cubicBezTo>
                    <a:pt x="3557" y="392"/>
                    <a:pt x="3557" y="386"/>
                    <a:pt x="3545" y="375"/>
                  </a:cubicBezTo>
                  <a:lnTo>
                    <a:pt x="3545" y="363"/>
                  </a:lnTo>
                  <a:cubicBezTo>
                    <a:pt x="3545" y="357"/>
                    <a:pt x="3540" y="351"/>
                    <a:pt x="3540" y="333"/>
                  </a:cubicBezTo>
                  <a:lnTo>
                    <a:pt x="3540" y="327"/>
                  </a:lnTo>
                  <a:lnTo>
                    <a:pt x="3540" y="321"/>
                  </a:lnTo>
                  <a:cubicBezTo>
                    <a:pt x="3540" y="303"/>
                    <a:pt x="3534" y="297"/>
                    <a:pt x="3528" y="285"/>
                  </a:cubicBezTo>
                  <a:cubicBezTo>
                    <a:pt x="3522" y="268"/>
                    <a:pt x="3522" y="262"/>
                    <a:pt x="3510" y="244"/>
                  </a:cubicBezTo>
                  <a:cubicBezTo>
                    <a:pt x="3510" y="244"/>
                    <a:pt x="3510" y="238"/>
                    <a:pt x="3504" y="238"/>
                  </a:cubicBezTo>
                  <a:cubicBezTo>
                    <a:pt x="3498" y="232"/>
                    <a:pt x="3498" y="226"/>
                    <a:pt x="3486" y="208"/>
                  </a:cubicBezTo>
                  <a:cubicBezTo>
                    <a:pt x="3486" y="208"/>
                    <a:pt x="3486" y="202"/>
                    <a:pt x="3480" y="202"/>
                  </a:cubicBezTo>
                  <a:cubicBezTo>
                    <a:pt x="3474" y="196"/>
                    <a:pt x="3468" y="179"/>
                    <a:pt x="3468" y="173"/>
                  </a:cubicBezTo>
                  <a:cubicBezTo>
                    <a:pt x="3462" y="167"/>
                    <a:pt x="3450" y="149"/>
                    <a:pt x="3445" y="143"/>
                  </a:cubicBezTo>
                  <a:lnTo>
                    <a:pt x="3439" y="137"/>
                  </a:lnTo>
                  <a:cubicBezTo>
                    <a:pt x="3433" y="125"/>
                    <a:pt x="3421" y="119"/>
                    <a:pt x="3421" y="113"/>
                  </a:cubicBezTo>
                  <a:lnTo>
                    <a:pt x="3415" y="107"/>
                  </a:lnTo>
                  <a:lnTo>
                    <a:pt x="3391" y="84"/>
                  </a:lnTo>
                  <a:cubicBezTo>
                    <a:pt x="3385" y="78"/>
                    <a:pt x="3379" y="66"/>
                    <a:pt x="3361" y="60"/>
                  </a:cubicBezTo>
                  <a:cubicBezTo>
                    <a:pt x="3355" y="60"/>
                    <a:pt x="3355" y="54"/>
                    <a:pt x="3350" y="54"/>
                  </a:cubicBezTo>
                  <a:cubicBezTo>
                    <a:pt x="3350" y="54"/>
                    <a:pt x="3344" y="54"/>
                    <a:pt x="3344" y="48"/>
                  </a:cubicBezTo>
                  <a:cubicBezTo>
                    <a:pt x="3332" y="36"/>
                    <a:pt x="3326" y="36"/>
                    <a:pt x="3320" y="30"/>
                  </a:cubicBezTo>
                  <a:cubicBezTo>
                    <a:pt x="3314" y="24"/>
                    <a:pt x="3302" y="24"/>
                    <a:pt x="3296" y="18"/>
                  </a:cubicBezTo>
                  <a:cubicBezTo>
                    <a:pt x="3290" y="6"/>
                    <a:pt x="3272" y="6"/>
                    <a:pt x="3266" y="6"/>
                  </a:cubicBezTo>
                  <a:lnTo>
                    <a:pt x="3260" y="6"/>
                  </a:lnTo>
                  <a:cubicBezTo>
                    <a:pt x="3255" y="6"/>
                    <a:pt x="3243" y="6"/>
                    <a:pt x="32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5">
              <a:extLst>
                <a:ext uri="{FF2B5EF4-FFF2-40B4-BE49-F238E27FC236}">
                  <a16:creationId xmlns:a16="http://schemas.microsoft.com/office/drawing/2014/main" id="{E5917BBE-67C4-3CCE-81DC-C282BBC61E87}"/>
                </a:ext>
              </a:extLst>
            </p:cNvPr>
            <p:cNvSpPr/>
            <p:nvPr/>
          </p:nvSpPr>
          <p:spPr>
            <a:xfrm>
              <a:off x="1880577" y="2777451"/>
              <a:ext cx="130405" cy="2623664"/>
            </a:xfrm>
            <a:custGeom>
              <a:avLst/>
              <a:gdLst/>
              <a:ahLst/>
              <a:cxnLst/>
              <a:rect l="l" t="t" r="r" b="b"/>
              <a:pathLst>
                <a:path w="601" h="12465" extrusionOk="0">
                  <a:moveTo>
                    <a:pt x="1" y="1"/>
                  </a:moveTo>
                  <a:lnTo>
                    <a:pt x="30" y="12126"/>
                  </a:lnTo>
                  <a:lnTo>
                    <a:pt x="600" y="12465"/>
                  </a:lnTo>
                  <a:lnTo>
                    <a:pt x="571"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5">
              <a:extLst>
                <a:ext uri="{FF2B5EF4-FFF2-40B4-BE49-F238E27FC236}">
                  <a16:creationId xmlns:a16="http://schemas.microsoft.com/office/drawing/2014/main" id="{0ADBC9F8-95F6-E475-F299-6B573A53FC24}"/>
                </a:ext>
              </a:extLst>
            </p:cNvPr>
            <p:cNvSpPr/>
            <p:nvPr/>
          </p:nvSpPr>
          <p:spPr>
            <a:xfrm>
              <a:off x="1880577" y="202842"/>
              <a:ext cx="4719749" cy="2643660"/>
            </a:xfrm>
            <a:custGeom>
              <a:avLst/>
              <a:gdLst/>
              <a:ahLst/>
              <a:cxnLst/>
              <a:rect l="l" t="t" r="r" b="b"/>
              <a:pathLst>
                <a:path w="21752" h="12560" extrusionOk="0">
                  <a:moveTo>
                    <a:pt x="21175" y="1"/>
                  </a:moveTo>
                  <a:lnTo>
                    <a:pt x="1" y="12233"/>
                  </a:lnTo>
                  <a:lnTo>
                    <a:pt x="571" y="12559"/>
                  </a:lnTo>
                  <a:lnTo>
                    <a:pt x="21751" y="333"/>
                  </a:lnTo>
                  <a:lnTo>
                    <a:pt x="211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5">
              <a:extLst>
                <a:ext uri="{FF2B5EF4-FFF2-40B4-BE49-F238E27FC236}">
                  <a16:creationId xmlns:a16="http://schemas.microsoft.com/office/drawing/2014/main" id="{023091A5-FDFF-B849-714B-60ED2E513AB7}"/>
                </a:ext>
              </a:extLst>
            </p:cNvPr>
            <p:cNvSpPr/>
            <p:nvPr/>
          </p:nvSpPr>
          <p:spPr>
            <a:xfrm>
              <a:off x="2004254" y="272932"/>
              <a:ext cx="4602363" cy="5128196"/>
            </a:xfrm>
            <a:custGeom>
              <a:avLst/>
              <a:gdLst/>
              <a:ahLst/>
              <a:cxnLst/>
              <a:rect l="l" t="t" r="r" b="b"/>
              <a:pathLst>
                <a:path w="21211" h="24364" extrusionOk="0">
                  <a:moveTo>
                    <a:pt x="21181" y="0"/>
                  </a:moveTo>
                  <a:lnTo>
                    <a:pt x="1" y="12226"/>
                  </a:lnTo>
                  <a:lnTo>
                    <a:pt x="30" y="24364"/>
                  </a:lnTo>
                  <a:lnTo>
                    <a:pt x="21211" y="12137"/>
                  </a:lnTo>
                  <a:lnTo>
                    <a:pt x="211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5">
              <a:extLst>
                <a:ext uri="{FF2B5EF4-FFF2-40B4-BE49-F238E27FC236}">
                  <a16:creationId xmlns:a16="http://schemas.microsoft.com/office/drawing/2014/main" id="{0674BAE7-2DBF-D1DD-4166-F12067916478}"/>
                </a:ext>
              </a:extLst>
            </p:cNvPr>
            <p:cNvSpPr/>
            <p:nvPr/>
          </p:nvSpPr>
          <p:spPr>
            <a:xfrm>
              <a:off x="2107319" y="421532"/>
              <a:ext cx="4396232" cy="4830784"/>
            </a:xfrm>
            <a:custGeom>
              <a:avLst/>
              <a:gdLst/>
              <a:ahLst/>
              <a:cxnLst/>
              <a:rect l="l" t="t" r="r" b="b"/>
              <a:pathLst>
                <a:path w="20261" h="22951" extrusionOk="0">
                  <a:moveTo>
                    <a:pt x="20261" y="1"/>
                  </a:moveTo>
                  <a:lnTo>
                    <a:pt x="1" y="11699"/>
                  </a:lnTo>
                  <a:lnTo>
                    <a:pt x="1" y="22951"/>
                  </a:lnTo>
                  <a:lnTo>
                    <a:pt x="20261" y="11253"/>
                  </a:lnTo>
                  <a:lnTo>
                    <a:pt x="2026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5">
              <a:extLst>
                <a:ext uri="{FF2B5EF4-FFF2-40B4-BE49-F238E27FC236}">
                  <a16:creationId xmlns:a16="http://schemas.microsoft.com/office/drawing/2014/main" id="{31D61B07-DE31-E361-D485-BA107E1A0B96}"/>
                </a:ext>
              </a:extLst>
            </p:cNvPr>
            <p:cNvSpPr/>
            <p:nvPr/>
          </p:nvSpPr>
          <p:spPr>
            <a:xfrm>
              <a:off x="2050688" y="960365"/>
              <a:ext cx="4509712" cy="2543471"/>
            </a:xfrm>
            <a:custGeom>
              <a:avLst/>
              <a:gdLst/>
              <a:ahLst/>
              <a:cxnLst/>
              <a:rect l="l" t="t" r="r" b="b"/>
              <a:pathLst>
                <a:path w="20784" h="12084" extrusionOk="0">
                  <a:moveTo>
                    <a:pt x="20700" y="0"/>
                  </a:moveTo>
                  <a:lnTo>
                    <a:pt x="0" y="11941"/>
                  </a:lnTo>
                  <a:lnTo>
                    <a:pt x="84" y="12084"/>
                  </a:lnTo>
                  <a:lnTo>
                    <a:pt x="20783" y="137"/>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5">
              <a:extLst>
                <a:ext uri="{FF2B5EF4-FFF2-40B4-BE49-F238E27FC236}">
                  <a16:creationId xmlns:a16="http://schemas.microsoft.com/office/drawing/2014/main" id="{85803BF6-3D53-37FA-5E79-EFCF7AA099E0}"/>
                </a:ext>
              </a:extLst>
            </p:cNvPr>
            <p:cNvSpPr/>
            <p:nvPr/>
          </p:nvSpPr>
          <p:spPr>
            <a:xfrm>
              <a:off x="2050688" y="1564026"/>
              <a:ext cx="4509712" cy="2544733"/>
            </a:xfrm>
            <a:custGeom>
              <a:avLst/>
              <a:gdLst/>
              <a:ahLst/>
              <a:cxnLst/>
              <a:rect l="l" t="t" r="r" b="b"/>
              <a:pathLst>
                <a:path w="20784" h="12090" extrusionOk="0">
                  <a:moveTo>
                    <a:pt x="20700" y="0"/>
                  </a:moveTo>
                  <a:lnTo>
                    <a:pt x="0" y="11947"/>
                  </a:lnTo>
                  <a:lnTo>
                    <a:pt x="84" y="12090"/>
                  </a:lnTo>
                  <a:lnTo>
                    <a:pt x="20783" y="143"/>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5">
              <a:extLst>
                <a:ext uri="{FF2B5EF4-FFF2-40B4-BE49-F238E27FC236}">
                  <a16:creationId xmlns:a16="http://schemas.microsoft.com/office/drawing/2014/main" id="{C6FF4329-4C5D-84F4-2849-7B91117BD071}"/>
                </a:ext>
              </a:extLst>
            </p:cNvPr>
            <p:cNvSpPr/>
            <p:nvPr/>
          </p:nvSpPr>
          <p:spPr>
            <a:xfrm>
              <a:off x="2050688" y="2168949"/>
              <a:ext cx="4509712" cy="2544733"/>
            </a:xfrm>
            <a:custGeom>
              <a:avLst/>
              <a:gdLst/>
              <a:ahLst/>
              <a:cxnLst/>
              <a:rect l="l" t="t" r="r" b="b"/>
              <a:pathLst>
                <a:path w="20784" h="12090" extrusionOk="0">
                  <a:moveTo>
                    <a:pt x="20700" y="0"/>
                  </a:moveTo>
                  <a:lnTo>
                    <a:pt x="0" y="11947"/>
                  </a:lnTo>
                  <a:lnTo>
                    <a:pt x="84" y="12090"/>
                  </a:lnTo>
                  <a:lnTo>
                    <a:pt x="20783" y="143"/>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5">
              <a:extLst>
                <a:ext uri="{FF2B5EF4-FFF2-40B4-BE49-F238E27FC236}">
                  <a16:creationId xmlns:a16="http://schemas.microsoft.com/office/drawing/2014/main" id="{D07A387C-AEE1-35A6-A11D-FF2FD451CF2F}"/>
                </a:ext>
              </a:extLst>
            </p:cNvPr>
            <p:cNvSpPr/>
            <p:nvPr/>
          </p:nvSpPr>
          <p:spPr>
            <a:xfrm>
              <a:off x="5784453" y="787770"/>
              <a:ext cx="36236" cy="2421180"/>
            </a:xfrm>
            <a:custGeom>
              <a:avLst/>
              <a:gdLst/>
              <a:ahLst/>
              <a:cxnLst/>
              <a:rect l="l" t="t" r="r" b="b"/>
              <a:pathLst>
                <a:path w="167" h="11503" extrusionOk="0">
                  <a:moveTo>
                    <a:pt x="1" y="1"/>
                  </a:moveTo>
                  <a:lnTo>
                    <a:pt x="1" y="11502"/>
                  </a:lnTo>
                  <a:lnTo>
                    <a:pt x="167" y="11502"/>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5">
              <a:extLst>
                <a:ext uri="{FF2B5EF4-FFF2-40B4-BE49-F238E27FC236}">
                  <a16:creationId xmlns:a16="http://schemas.microsoft.com/office/drawing/2014/main" id="{BE1EC232-48E6-9C84-B04F-9D29E7B57680}"/>
                </a:ext>
              </a:extLst>
            </p:cNvPr>
            <p:cNvSpPr/>
            <p:nvPr/>
          </p:nvSpPr>
          <p:spPr>
            <a:xfrm>
              <a:off x="5035877" y="1207681"/>
              <a:ext cx="34934" cy="2419917"/>
            </a:xfrm>
            <a:custGeom>
              <a:avLst/>
              <a:gdLst/>
              <a:ahLst/>
              <a:cxnLst/>
              <a:rect l="l" t="t" r="r" b="b"/>
              <a:pathLst>
                <a:path w="161" h="11497" extrusionOk="0">
                  <a:moveTo>
                    <a:pt x="1" y="1"/>
                  </a:moveTo>
                  <a:lnTo>
                    <a:pt x="1" y="11497"/>
                  </a:lnTo>
                  <a:lnTo>
                    <a:pt x="161" y="11497"/>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5">
              <a:extLst>
                <a:ext uri="{FF2B5EF4-FFF2-40B4-BE49-F238E27FC236}">
                  <a16:creationId xmlns:a16="http://schemas.microsoft.com/office/drawing/2014/main" id="{5628D794-F621-3E4B-2B05-C50A26CF01C7}"/>
                </a:ext>
              </a:extLst>
            </p:cNvPr>
            <p:cNvSpPr/>
            <p:nvPr/>
          </p:nvSpPr>
          <p:spPr>
            <a:xfrm>
              <a:off x="4286000" y="1626328"/>
              <a:ext cx="36236" cy="2419917"/>
            </a:xfrm>
            <a:custGeom>
              <a:avLst/>
              <a:gdLst/>
              <a:ahLst/>
              <a:cxnLst/>
              <a:rect l="l" t="t" r="r" b="b"/>
              <a:pathLst>
                <a:path w="167" h="11497" extrusionOk="0">
                  <a:moveTo>
                    <a:pt x="1" y="1"/>
                  </a:moveTo>
                  <a:lnTo>
                    <a:pt x="1" y="11497"/>
                  </a:lnTo>
                  <a:lnTo>
                    <a:pt x="167" y="11497"/>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5">
              <a:extLst>
                <a:ext uri="{FF2B5EF4-FFF2-40B4-BE49-F238E27FC236}">
                  <a16:creationId xmlns:a16="http://schemas.microsoft.com/office/drawing/2014/main" id="{1BE443EF-9569-0139-FCA4-C6DD102F5E0F}"/>
                </a:ext>
              </a:extLst>
            </p:cNvPr>
            <p:cNvSpPr/>
            <p:nvPr/>
          </p:nvSpPr>
          <p:spPr>
            <a:xfrm>
              <a:off x="3540028" y="2046449"/>
              <a:ext cx="34934" cy="2419707"/>
            </a:xfrm>
            <a:custGeom>
              <a:avLst/>
              <a:gdLst/>
              <a:ahLst/>
              <a:cxnLst/>
              <a:rect l="l" t="t" r="r" b="b"/>
              <a:pathLst>
                <a:path w="161" h="11496" extrusionOk="0">
                  <a:moveTo>
                    <a:pt x="1" y="0"/>
                  </a:moveTo>
                  <a:lnTo>
                    <a:pt x="1" y="11496"/>
                  </a:lnTo>
                  <a:lnTo>
                    <a:pt x="161" y="11496"/>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5">
              <a:extLst>
                <a:ext uri="{FF2B5EF4-FFF2-40B4-BE49-F238E27FC236}">
                  <a16:creationId xmlns:a16="http://schemas.microsoft.com/office/drawing/2014/main" id="{5D248CF4-E1F4-D575-A468-40D6F7A1022A}"/>
                </a:ext>
              </a:extLst>
            </p:cNvPr>
            <p:cNvSpPr/>
            <p:nvPr/>
          </p:nvSpPr>
          <p:spPr>
            <a:xfrm>
              <a:off x="2790150" y="2465097"/>
              <a:ext cx="36453" cy="2419917"/>
            </a:xfrm>
            <a:custGeom>
              <a:avLst/>
              <a:gdLst/>
              <a:ahLst/>
              <a:cxnLst/>
              <a:rect l="l" t="t" r="r" b="b"/>
              <a:pathLst>
                <a:path w="168" h="11497" extrusionOk="0">
                  <a:moveTo>
                    <a:pt x="1" y="0"/>
                  </a:moveTo>
                  <a:lnTo>
                    <a:pt x="1" y="11496"/>
                  </a:lnTo>
                  <a:lnTo>
                    <a:pt x="167" y="11496"/>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5">
              <a:extLst>
                <a:ext uri="{FF2B5EF4-FFF2-40B4-BE49-F238E27FC236}">
                  <a16:creationId xmlns:a16="http://schemas.microsoft.com/office/drawing/2014/main" id="{B1DDC971-9A96-E6E9-846C-C993A5A9E8C7}"/>
                </a:ext>
              </a:extLst>
            </p:cNvPr>
            <p:cNvSpPr/>
            <p:nvPr/>
          </p:nvSpPr>
          <p:spPr>
            <a:xfrm>
              <a:off x="11650465" y="3098646"/>
              <a:ext cx="686959" cy="476532"/>
            </a:xfrm>
            <a:custGeom>
              <a:avLst/>
              <a:gdLst/>
              <a:ahLst/>
              <a:cxnLst/>
              <a:rect l="l" t="t" r="r" b="b"/>
              <a:pathLst>
                <a:path w="3166" h="2264" extrusionOk="0">
                  <a:moveTo>
                    <a:pt x="1" y="1"/>
                  </a:moveTo>
                  <a:lnTo>
                    <a:pt x="512" y="725"/>
                  </a:lnTo>
                  <a:lnTo>
                    <a:pt x="3166" y="2263"/>
                  </a:lnTo>
                  <a:lnTo>
                    <a:pt x="3166" y="2263"/>
                  </a:lnTo>
                  <a:lnTo>
                    <a:pt x="2655" y="154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5">
              <a:extLst>
                <a:ext uri="{FF2B5EF4-FFF2-40B4-BE49-F238E27FC236}">
                  <a16:creationId xmlns:a16="http://schemas.microsoft.com/office/drawing/2014/main" id="{16F535B8-3CDB-0770-9417-AE2090BB26C6}"/>
                </a:ext>
              </a:extLst>
            </p:cNvPr>
            <p:cNvSpPr/>
            <p:nvPr/>
          </p:nvSpPr>
          <p:spPr>
            <a:xfrm>
              <a:off x="11650465" y="2823757"/>
              <a:ext cx="685657" cy="600086"/>
            </a:xfrm>
            <a:custGeom>
              <a:avLst/>
              <a:gdLst/>
              <a:ahLst/>
              <a:cxnLst/>
              <a:rect l="l" t="t" r="r" b="b"/>
              <a:pathLst>
                <a:path w="3160" h="2851" extrusionOk="0">
                  <a:moveTo>
                    <a:pt x="506" y="1"/>
                  </a:moveTo>
                  <a:lnTo>
                    <a:pt x="1" y="1307"/>
                  </a:lnTo>
                  <a:lnTo>
                    <a:pt x="2655" y="2851"/>
                  </a:lnTo>
                  <a:lnTo>
                    <a:pt x="3160" y="1544"/>
                  </a:lnTo>
                  <a:lnTo>
                    <a:pt x="5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5">
              <a:extLst>
                <a:ext uri="{FF2B5EF4-FFF2-40B4-BE49-F238E27FC236}">
                  <a16:creationId xmlns:a16="http://schemas.microsoft.com/office/drawing/2014/main" id="{C46DEBE1-AFBD-2349-29B5-C59E12A0E66E}"/>
                </a:ext>
              </a:extLst>
            </p:cNvPr>
            <p:cNvSpPr/>
            <p:nvPr/>
          </p:nvSpPr>
          <p:spPr>
            <a:xfrm>
              <a:off x="11760039" y="2699994"/>
              <a:ext cx="796534" cy="448959"/>
            </a:xfrm>
            <a:custGeom>
              <a:avLst/>
              <a:gdLst/>
              <a:ahLst/>
              <a:cxnLst/>
              <a:rect l="l" t="t" r="r" b="b"/>
              <a:pathLst>
                <a:path w="3671" h="2133" extrusionOk="0">
                  <a:moveTo>
                    <a:pt x="1016" y="1"/>
                  </a:moveTo>
                  <a:lnTo>
                    <a:pt x="1" y="589"/>
                  </a:lnTo>
                  <a:lnTo>
                    <a:pt x="2655" y="2132"/>
                  </a:lnTo>
                  <a:lnTo>
                    <a:pt x="3670" y="1550"/>
                  </a:lnTo>
                  <a:lnTo>
                    <a:pt x="10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5">
              <a:extLst>
                <a:ext uri="{FF2B5EF4-FFF2-40B4-BE49-F238E27FC236}">
                  <a16:creationId xmlns:a16="http://schemas.microsoft.com/office/drawing/2014/main" id="{6F2C413B-AD70-B8C9-E5DF-AB4C2388BFA2}"/>
                </a:ext>
              </a:extLst>
            </p:cNvPr>
            <p:cNvSpPr/>
            <p:nvPr/>
          </p:nvSpPr>
          <p:spPr>
            <a:xfrm>
              <a:off x="12226542" y="3026241"/>
              <a:ext cx="441988" cy="548938"/>
            </a:xfrm>
            <a:custGeom>
              <a:avLst/>
              <a:gdLst/>
              <a:ahLst/>
              <a:cxnLst/>
              <a:rect l="l" t="t" r="r" b="b"/>
              <a:pathLst>
                <a:path w="2037" h="2608" extrusionOk="0">
                  <a:moveTo>
                    <a:pt x="1520" y="0"/>
                  </a:moveTo>
                  <a:lnTo>
                    <a:pt x="505" y="582"/>
                  </a:lnTo>
                  <a:lnTo>
                    <a:pt x="0" y="1889"/>
                  </a:lnTo>
                  <a:lnTo>
                    <a:pt x="511" y="2607"/>
                  </a:lnTo>
                  <a:lnTo>
                    <a:pt x="1532" y="2025"/>
                  </a:lnTo>
                  <a:lnTo>
                    <a:pt x="2037" y="719"/>
                  </a:lnTo>
                  <a:lnTo>
                    <a:pt x="15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5">
              <a:extLst>
                <a:ext uri="{FF2B5EF4-FFF2-40B4-BE49-F238E27FC236}">
                  <a16:creationId xmlns:a16="http://schemas.microsoft.com/office/drawing/2014/main" id="{4EDF4A71-85BF-3CCC-2B2A-8F280094DADD}"/>
                </a:ext>
              </a:extLst>
            </p:cNvPr>
            <p:cNvSpPr/>
            <p:nvPr/>
          </p:nvSpPr>
          <p:spPr>
            <a:xfrm>
              <a:off x="12355211" y="3371220"/>
              <a:ext cx="1094230" cy="661336"/>
            </a:xfrm>
            <a:custGeom>
              <a:avLst/>
              <a:gdLst/>
              <a:ahLst/>
              <a:cxnLst/>
              <a:rect l="l" t="t" r="r" b="b"/>
              <a:pathLst>
                <a:path w="5043" h="3142" extrusionOk="0">
                  <a:moveTo>
                    <a:pt x="1" y="0"/>
                  </a:moveTo>
                  <a:lnTo>
                    <a:pt x="262" y="357"/>
                  </a:lnTo>
                  <a:lnTo>
                    <a:pt x="5042" y="3142"/>
                  </a:lnTo>
                  <a:lnTo>
                    <a:pt x="4787" y="278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5">
              <a:extLst>
                <a:ext uri="{FF2B5EF4-FFF2-40B4-BE49-F238E27FC236}">
                  <a16:creationId xmlns:a16="http://schemas.microsoft.com/office/drawing/2014/main" id="{FB9DB125-695F-AAFA-54F5-BAD1CA2053BB}"/>
                </a:ext>
              </a:extLst>
            </p:cNvPr>
            <p:cNvSpPr/>
            <p:nvPr/>
          </p:nvSpPr>
          <p:spPr>
            <a:xfrm>
              <a:off x="12355211" y="3235038"/>
              <a:ext cx="1094230" cy="722586"/>
            </a:xfrm>
            <a:custGeom>
              <a:avLst/>
              <a:gdLst/>
              <a:ahLst/>
              <a:cxnLst/>
              <a:rect l="l" t="t" r="r" b="b"/>
              <a:pathLst>
                <a:path w="5043" h="3433" extrusionOk="0">
                  <a:moveTo>
                    <a:pt x="256" y="0"/>
                  </a:moveTo>
                  <a:lnTo>
                    <a:pt x="1" y="647"/>
                  </a:lnTo>
                  <a:lnTo>
                    <a:pt x="4787" y="3432"/>
                  </a:lnTo>
                  <a:lnTo>
                    <a:pt x="5042" y="2779"/>
                  </a:lnTo>
                  <a:lnTo>
                    <a:pt x="2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5">
              <a:extLst>
                <a:ext uri="{FF2B5EF4-FFF2-40B4-BE49-F238E27FC236}">
                  <a16:creationId xmlns:a16="http://schemas.microsoft.com/office/drawing/2014/main" id="{254564AE-D39E-9667-DA52-488F6E2AF0DC}"/>
                </a:ext>
              </a:extLst>
            </p:cNvPr>
            <p:cNvSpPr/>
            <p:nvPr/>
          </p:nvSpPr>
          <p:spPr>
            <a:xfrm>
              <a:off x="12410757" y="3172525"/>
              <a:ext cx="1148041" cy="647655"/>
            </a:xfrm>
            <a:custGeom>
              <a:avLst/>
              <a:gdLst/>
              <a:ahLst/>
              <a:cxnLst/>
              <a:rect l="l" t="t" r="r" b="b"/>
              <a:pathLst>
                <a:path w="5291" h="3077" extrusionOk="0">
                  <a:moveTo>
                    <a:pt x="505" y="0"/>
                  </a:moveTo>
                  <a:lnTo>
                    <a:pt x="0" y="297"/>
                  </a:lnTo>
                  <a:lnTo>
                    <a:pt x="4786" y="3076"/>
                  </a:lnTo>
                  <a:lnTo>
                    <a:pt x="5291" y="2785"/>
                  </a:lnTo>
                  <a:lnTo>
                    <a:pt x="5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5">
              <a:extLst>
                <a:ext uri="{FF2B5EF4-FFF2-40B4-BE49-F238E27FC236}">
                  <a16:creationId xmlns:a16="http://schemas.microsoft.com/office/drawing/2014/main" id="{F49F611F-CFE8-4318-2545-55C43463C63E}"/>
                </a:ext>
              </a:extLst>
            </p:cNvPr>
            <p:cNvSpPr/>
            <p:nvPr/>
          </p:nvSpPr>
          <p:spPr>
            <a:xfrm>
              <a:off x="13393669" y="3758716"/>
              <a:ext cx="219367" cy="273838"/>
            </a:xfrm>
            <a:custGeom>
              <a:avLst/>
              <a:gdLst/>
              <a:ahLst/>
              <a:cxnLst/>
              <a:rect l="l" t="t" r="r" b="b"/>
              <a:pathLst>
                <a:path w="1011" h="1301" extrusionOk="0">
                  <a:moveTo>
                    <a:pt x="761" y="0"/>
                  </a:moveTo>
                  <a:lnTo>
                    <a:pt x="256" y="291"/>
                  </a:lnTo>
                  <a:lnTo>
                    <a:pt x="1" y="944"/>
                  </a:lnTo>
                  <a:lnTo>
                    <a:pt x="256" y="1301"/>
                  </a:lnTo>
                  <a:lnTo>
                    <a:pt x="761" y="1010"/>
                  </a:lnTo>
                  <a:lnTo>
                    <a:pt x="1010" y="356"/>
                  </a:lnTo>
                  <a:lnTo>
                    <a:pt x="7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5">
              <a:extLst>
                <a:ext uri="{FF2B5EF4-FFF2-40B4-BE49-F238E27FC236}">
                  <a16:creationId xmlns:a16="http://schemas.microsoft.com/office/drawing/2014/main" id="{BC21A2E2-C84B-6F09-BC67-FCD59CDF69B0}"/>
                </a:ext>
              </a:extLst>
            </p:cNvPr>
            <p:cNvSpPr/>
            <p:nvPr/>
          </p:nvSpPr>
          <p:spPr>
            <a:xfrm>
              <a:off x="13464621" y="3821229"/>
              <a:ext cx="1318154" cy="811831"/>
            </a:xfrm>
            <a:custGeom>
              <a:avLst/>
              <a:gdLst/>
              <a:ahLst/>
              <a:cxnLst/>
              <a:rect l="l" t="t" r="r" b="b"/>
              <a:pathLst>
                <a:path w="6075" h="3857" extrusionOk="0">
                  <a:moveTo>
                    <a:pt x="5535" y="3741"/>
                  </a:moveTo>
                  <a:cubicBezTo>
                    <a:pt x="5541" y="3741"/>
                    <a:pt x="5541" y="3747"/>
                    <a:pt x="5541" y="3753"/>
                  </a:cubicBezTo>
                  <a:cubicBezTo>
                    <a:pt x="5541" y="3747"/>
                    <a:pt x="5541" y="3747"/>
                    <a:pt x="5535" y="3741"/>
                  </a:cubicBezTo>
                  <a:close/>
                  <a:moveTo>
                    <a:pt x="5541" y="3765"/>
                  </a:moveTo>
                  <a:cubicBezTo>
                    <a:pt x="5544" y="3768"/>
                    <a:pt x="5546" y="3772"/>
                    <a:pt x="5546" y="3774"/>
                  </a:cubicBezTo>
                  <a:lnTo>
                    <a:pt x="5546" y="3774"/>
                  </a:lnTo>
                  <a:cubicBezTo>
                    <a:pt x="5545" y="3771"/>
                    <a:pt x="5541" y="3770"/>
                    <a:pt x="5541" y="3765"/>
                  </a:cubicBezTo>
                  <a:close/>
                  <a:moveTo>
                    <a:pt x="345" y="0"/>
                  </a:moveTo>
                  <a:cubicBezTo>
                    <a:pt x="339" y="0"/>
                    <a:pt x="327" y="6"/>
                    <a:pt x="321" y="6"/>
                  </a:cubicBezTo>
                  <a:lnTo>
                    <a:pt x="315" y="6"/>
                  </a:lnTo>
                  <a:cubicBezTo>
                    <a:pt x="309" y="6"/>
                    <a:pt x="297" y="12"/>
                    <a:pt x="291" y="12"/>
                  </a:cubicBezTo>
                  <a:cubicBezTo>
                    <a:pt x="286" y="24"/>
                    <a:pt x="280" y="24"/>
                    <a:pt x="268" y="30"/>
                  </a:cubicBezTo>
                  <a:cubicBezTo>
                    <a:pt x="262" y="36"/>
                    <a:pt x="256" y="36"/>
                    <a:pt x="238" y="42"/>
                  </a:cubicBezTo>
                  <a:cubicBezTo>
                    <a:pt x="238" y="42"/>
                    <a:pt x="232" y="42"/>
                    <a:pt x="232" y="53"/>
                  </a:cubicBezTo>
                  <a:cubicBezTo>
                    <a:pt x="226" y="53"/>
                    <a:pt x="226" y="59"/>
                    <a:pt x="220" y="59"/>
                  </a:cubicBezTo>
                  <a:cubicBezTo>
                    <a:pt x="208" y="65"/>
                    <a:pt x="196" y="71"/>
                    <a:pt x="191" y="89"/>
                  </a:cubicBezTo>
                  <a:lnTo>
                    <a:pt x="179" y="95"/>
                  </a:lnTo>
                  <a:lnTo>
                    <a:pt x="161" y="119"/>
                  </a:lnTo>
                  <a:lnTo>
                    <a:pt x="149" y="125"/>
                  </a:lnTo>
                  <a:lnTo>
                    <a:pt x="131" y="148"/>
                  </a:lnTo>
                  <a:lnTo>
                    <a:pt x="119" y="154"/>
                  </a:lnTo>
                  <a:cubicBezTo>
                    <a:pt x="113" y="172"/>
                    <a:pt x="107" y="178"/>
                    <a:pt x="101" y="190"/>
                  </a:cubicBezTo>
                  <a:cubicBezTo>
                    <a:pt x="90" y="208"/>
                    <a:pt x="84" y="214"/>
                    <a:pt x="78" y="232"/>
                  </a:cubicBezTo>
                  <a:cubicBezTo>
                    <a:pt x="78" y="238"/>
                    <a:pt x="72" y="238"/>
                    <a:pt x="72" y="243"/>
                  </a:cubicBezTo>
                  <a:cubicBezTo>
                    <a:pt x="60" y="249"/>
                    <a:pt x="60" y="267"/>
                    <a:pt x="54" y="273"/>
                  </a:cubicBezTo>
                  <a:cubicBezTo>
                    <a:pt x="54" y="273"/>
                    <a:pt x="54" y="279"/>
                    <a:pt x="48" y="279"/>
                  </a:cubicBezTo>
                  <a:cubicBezTo>
                    <a:pt x="42" y="297"/>
                    <a:pt x="30" y="309"/>
                    <a:pt x="30" y="321"/>
                  </a:cubicBezTo>
                  <a:cubicBezTo>
                    <a:pt x="24" y="333"/>
                    <a:pt x="24" y="338"/>
                    <a:pt x="18" y="356"/>
                  </a:cubicBezTo>
                  <a:lnTo>
                    <a:pt x="18" y="362"/>
                  </a:lnTo>
                  <a:lnTo>
                    <a:pt x="18" y="368"/>
                  </a:lnTo>
                  <a:cubicBezTo>
                    <a:pt x="18" y="380"/>
                    <a:pt x="12" y="392"/>
                    <a:pt x="12" y="398"/>
                  </a:cubicBezTo>
                  <a:lnTo>
                    <a:pt x="12" y="410"/>
                  </a:lnTo>
                  <a:cubicBezTo>
                    <a:pt x="12" y="422"/>
                    <a:pt x="1" y="439"/>
                    <a:pt x="1" y="445"/>
                  </a:cubicBezTo>
                  <a:lnTo>
                    <a:pt x="1" y="475"/>
                  </a:lnTo>
                  <a:lnTo>
                    <a:pt x="1" y="505"/>
                  </a:lnTo>
                  <a:lnTo>
                    <a:pt x="1" y="511"/>
                  </a:lnTo>
                  <a:lnTo>
                    <a:pt x="1" y="528"/>
                  </a:lnTo>
                  <a:lnTo>
                    <a:pt x="1" y="534"/>
                  </a:lnTo>
                  <a:lnTo>
                    <a:pt x="1" y="540"/>
                  </a:lnTo>
                  <a:cubicBezTo>
                    <a:pt x="1" y="546"/>
                    <a:pt x="1" y="546"/>
                    <a:pt x="12" y="558"/>
                  </a:cubicBezTo>
                  <a:lnTo>
                    <a:pt x="12" y="564"/>
                  </a:lnTo>
                  <a:cubicBezTo>
                    <a:pt x="12" y="570"/>
                    <a:pt x="18" y="576"/>
                    <a:pt x="18" y="588"/>
                  </a:cubicBezTo>
                  <a:cubicBezTo>
                    <a:pt x="18" y="594"/>
                    <a:pt x="24" y="600"/>
                    <a:pt x="24" y="606"/>
                  </a:cubicBezTo>
                  <a:lnTo>
                    <a:pt x="24" y="618"/>
                  </a:lnTo>
                  <a:cubicBezTo>
                    <a:pt x="24" y="624"/>
                    <a:pt x="30" y="624"/>
                    <a:pt x="30" y="629"/>
                  </a:cubicBezTo>
                  <a:lnTo>
                    <a:pt x="42" y="635"/>
                  </a:lnTo>
                  <a:lnTo>
                    <a:pt x="48" y="647"/>
                  </a:lnTo>
                  <a:lnTo>
                    <a:pt x="54" y="653"/>
                  </a:lnTo>
                  <a:cubicBezTo>
                    <a:pt x="60" y="659"/>
                    <a:pt x="60" y="659"/>
                    <a:pt x="72" y="659"/>
                  </a:cubicBezTo>
                  <a:lnTo>
                    <a:pt x="5554" y="3796"/>
                  </a:lnTo>
                  <a:lnTo>
                    <a:pt x="5554" y="3796"/>
                  </a:lnTo>
                  <a:cubicBezTo>
                    <a:pt x="5555" y="3798"/>
                    <a:pt x="5557" y="3800"/>
                    <a:pt x="5561" y="3800"/>
                  </a:cubicBezTo>
                  <a:lnTo>
                    <a:pt x="5561" y="3800"/>
                  </a:lnTo>
                  <a:lnTo>
                    <a:pt x="5624" y="3836"/>
                  </a:lnTo>
                  <a:cubicBezTo>
                    <a:pt x="5612" y="3836"/>
                    <a:pt x="5612" y="3830"/>
                    <a:pt x="5606" y="3830"/>
                  </a:cubicBezTo>
                  <a:lnTo>
                    <a:pt x="5606" y="3830"/>
                  </a:lnTo>
                  <a:cubicBezTo>
                    <a:pt x="5632" y="3847"/>
                    <a:pt x="5661" y="3856"/>
                    <a:pt x="5694" y="3856"/>
                  </a:cubicBezTo>
                  <a:cubicBezTo>
                    <a:pt x="5729" y="3856"/>
                    <a:pt x="5768" y="3846"/>
                    <a:pt x="5808" y="3824"/>
                  </a:cubicBezTo>
                  <a:cubicBezTo>
                    <a:pt x="5956" y="3735"/>
                    <a:pt x="6075" y="3527"/>
                    <a:pt x="6075" y="3355"/>
                  </a:cubicBezTo>
                  <a:cubicBezTo>
                    <a:pt x="6069" y="3272"/>
                    <a:pt x="6039" y="3212"/>
                    <a:pt x="5992" y="3183"/>
                  </a:cubicBezTo>
                  <a:lnTo>
                    <a:pt x="446" y="6"/>
                  </a:lnTo>
                  <a:cubicBezTo>
                    <a:pt x="440" y="0"/>
                    <a:pt x="434" y="0"/>
                    <a:pt x="4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5">
              <a:extLst>
                <a:ext uri="{FF2B5EF4-FFF2-40B4-BE49-F238E27FC236}">
                  <a16:creationId xmlns:a16="http://schemas.microsoft.com/office/drawing/2014/main" id="{E10B1ED9-FE31-0614-43C5-36A97310D4F3}"/>
                </a:ext>
              </a:extLst>
            </p:cNvPr>
            <p:cNvSpPr/>
            <p:nvPr/>
          </p:nvSpPr>
          <p:spPr>
            <a:xfrm>
              <a:off x="14383308" y="4721037"/>
              <a:ext cx="212640" cy="243949"/>
            </a:xfrm>
            <a:custGeom>
              <a:avLst/>
              <a:gdLst/>
              <a:ahLst/>
              <a:cxnLst/>
              <a:rect l="l" t="t" r="r" b="b"/>
              <a:pathLst>
                <a:path w="980" h="1159" extrusionOk="0">
                  <a:moveTo>
                    <a:pt x="0" y="0"/>
                  </a:moveTo>
                  <a:lnTo>
                    <a:pt x="725" y="1010"/>
                  </a:lnTo>
                  <a:lnTo>
                    <a:pt x="980" y="1158"/>
                  </a:lnTo>
                  <a:lnTo>
                    <a:pt x="262" y="149"/>
                  </a:lnTo>
                  <a:lnTo>
                    <a:pt x="0" y="0"/>
                  </a:lnTo>
                  <a:close/>
                  <a:moveTo>
                    <a:pt x="980" y="1158"/>
                  </a:moveTo>
                  <a:lnTo>
                    <a:pt x="980" y="1158"/>
                  </a:lnTo>
                  <a:lnTo>
                    <a:pt x="980" y="115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5">
              <a:extLst>
                <a:ext uri="{FF2B5EF4-FFF2-40B4-BE49-F238E27FC236}">
                  <a16:creationId xmlns:a16="http://schemas.microsoft.com/office/drawing/2014/main" id="{22B79E6D-D629-5300-70BE-5976267D6AFD}"/>
                </a:ext>
              </a:extLst>
            </p:cNvPr>
            <p:cNvSpPr/>
            <p:nvPr/>
          </p:nvSpPr>
          <p:spPr>
            <a:xfrm>
              <a:off x="14383308" y="4332278"/>
              <a:ext cx="211555" cy="420123"/>
            </a:xfrm>
            <a:custGeom>
              <a:avLst/>
              <a:gdLst/>
              <a:ahLst/>
              <a:cxnLst/>
              <a:rect l="l" t="t" r="r" b="b"/>
              <a:pathLst>
                <a:path w="975" h="1996" extrusionOk="0">
                  <a:moveTo>
                    <a:pt x="719" y="1"/>
                  </a:moveTo>
                  <a:lnTo>
                    <a:pt x="0" y="1847"/>
                  </a:lnTo>
                  <a:lnTo>
                    <a:pt x="262" y="1996"/>
                  </a:lnTo>
                  <a:lnTo>
                    <a:pt x="974" y="149"/>
                  </a:lnTo>
                  <a:lnTo>
                    <a:pt x="7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5">
              <a:extLst>
                <a:ext uri="{FF2B5EF4-FFF2-40B4-BE49-F238E27FC236}">
                  <a16:creationId xmlns:a16="http://schemas.microsoft.com/office/drawing/2014/main" id="{D544FE66-4870-A735-DD47-871FC42D1003}"/>
                </a:ext>
              </a:extLst>
            </p:cNvPr>
            <p:cNvSpPr/>
            <p:nvPr/>
          </p:nvSpPr>
          <p:spPr>
            <a:xfrm>
              <a:off x="14539099" y="4158631"/>
              <a:ext cx="366262" cy="205220"/>
            </a:xfrm>
            <a:custGeom>
              <a:avLst/>
              <a:gdLst/>
              <a:ahLst/>
              <a:cxnLst/>
              <a:rect l="l" t="t" r="r" b="b"/>
              <a:pathLst>
                <a:path w="1688" h="975" extrusionOk="0">
                  <a:moveTo>
                    <a:pt x="1432" y="0"/>
                  </a:moveTo>
                  <a:lnTo>
                    <a:pt x="1" y="826"/>
                  </a:lnTo>
                  <a:lnTo>
                    <a:pt x="256" y="974"/>
                  </a:lnTo>
                  <a:lnTo>
                    <a:pt x="1687" y="149"/>
                  </a:lnTo>
                  <a:lnTo>
                    <a:pt x="14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5">
              <a:extLst>
                <a:ext uri="{FF2B5EF4-FFF2-40B4-BE49-F238E27FC236}">
                  <a16:creationId xmlns:a16="http://schemas.microsoft.com/office/drawing/2014/main" id="{36069EA3-6B96-2394-44FF-4B7C010C7C7B}"/>
                </a:ext>
              </a:extLst>
            </p:cNvPr>
            <p:cNvSpPr/>
            <p:nvPr/>
          </p:nvSpPr>
          <p:spPr>
            <a:xfrm>
              <a:off x="14439939" y="4189782"/>
              <a:ext cx="622516" cy="775207"/>
            </a:xfrm>
            <a:custGeom>
              <a:avLst/>
              <a:gdLst/>
              <a:ahLst/>
              <a:cxnLst/>
              <a:rect l="l" t="t" r="r" b="b"/>
              <a:pathLst>
                <a:path w="2869" h="3683" extrusionOk="0">
                  <a:moveTo>
                    <a:pt x="2144" y="1"/>
                  </a:moveTo>
                  <a:lnTo>
                    <a:pt x="713" y="826"/>
                  </a:lnTo>
                  <a:lnTo>
                    <a:pt x="1" y="2673"/>
                  </a:lnTo>
                  <a:lnTo>
                    <a:pt x="719" y="3682"/>
                  </a:lnTo>
                  <a:lnTo>
                    <a:pt x="2150" y="2857"/>
                  </a:lnTo>
                  <a:lnTo>
                    <a:pt x="2869" y="1010"/>
                  </a:lnTo>
                  <a:lnTo>
                    <a:pt x="2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5">
              <a:extLst>
                <a:ext uri="{FF2B5EF4-FFF2-40B4-BE49-F238E27FC236}">
                  <a16:creationId xmlns:a16="http://schemas.microsoft.com/office/drawing/2014/main" id="{5A4F3AEB-DC1C-2F3E-AF58-40EBF4338F6C}"/>
                </a:ext>
              </a:extLst>
            </p:cNvPr>
            <p:cNvSpPr/>
            <p:nvPr/>
          </p:nvSpPr>
          <p:spPr>
            <a:xfrm>
              <a:off x="11382496" y="3160618"/>
              <a:ext cx="274697" cy="316355"/>
            </a:xfrm>
            <a:custGeom>
              <a:avLst/>
              <a:gdLst/>
              <a:ahLst/>
              <a:cxnLst/>
              <a:rect l="l" t="t" r="r" b="b"/>
              <a:pathLst>
                <a:path w="1266" h="1503" extrusionOk="0">
                  <a:moveTo>
                    <a:pt x="1" y="0"/>
                  </a:moveTo>
                  <a:lnTo>
                    <a:pt x="939" y="1306"/>
                  </a:lnTo>
                  <a:lnTo>
                    <a:pt x="1266" y="1502"/>
                  </a:lnTo>
                  <a:lnTo>
                    <a:pt x="1266" y="1502"/>
                  </a:lnTo>
                  <a:lnTo>
                    <a:pt x="333" y="190"/>
                  </a:lnTo>
                  <a:lnTo>
                    <a:pt x="1"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5">
              <a:extLst>
                <a:ext uri="{FF2B5EF4-FFF2-40B4-BE49-F238E27FC236}">
                  <a16:creationId xmlns:a16="http://schemas.microsoft.com/office/drawing/2014/main" id="{E5827B56-2DF0-8B47-7E43-74CC15F0ECDF}"/>
                </a:ext>
              </a:extLst>
            </p:cNvPr>
            <p:cNvSpPr/>
            <p:nvPr/>
          </p:nvSpPr>
          <p:spPr>
            <a:xfrm>
              <a:off x="11382496" y="2659251"/>
              <a:ext cx="272093" cy="541571"/>
            </a:xfrm>
            <a:custGeom>
              <a:avLst/>
              <a:gdLst/>
              <a:ahLst/>
              <a:cxnLst/>
              <a:rect l="l" t="t" r="r" b="b"/>
              <a:pathLst>
                <a:path w="1254" h="2573" extrusionOk="0">
                  <a:moveTo>
                    <a:pt x="927" y="1"/>
                  </a:moveTo>
                  <a:lnTo>
                    <a:pt x="1" y="2382"/>
                  </a:lnTo>
                  <a:lnTo>
                    <a:pt x="333" y="2572"/>
                  </a:lnTo>
                  <a:lnTo>
                    <a:pt x="1254" y="185"/>
                  </a:lnTo>
                  <a:lnTo>
                    <a:pt x="927"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5">
              <a:extLst>
                <a:ext uri="{FF2B5EF4-FFF2-40B4-BE49-F238E27FC236}">
                  <a16:creationId xmlns:a16="http://schemas.microsoft.com/office/drawing/2014/main" id="{67EEBE51-A8F3-C862-E54F-73A4C3A01E3F}"/>
                </a:ext>
              </a:extLst>
            </p:cNvPr>
            <p:cNvSpPr/>
            <p:nvPr/>
          </p:nvSpPr>
          <p:spPr>
            <a:xfrm>
              <a:off x="11583635" y="2433194"/>
              <a:ext cx="474318" cy="265208"/>
            </a:xfrm>
            <a:custGeom>
              <a:avLst/>
              <a:gdLst/>
              <a:ahLst/>
              <a:cxnLst/>
              <a:rect l="l" t="t" r="r" b="b"/>
              <a:pathLst>
                <a:path w="2186" h="1260" extrusionOk="0">
                  <a:moveTo>
                    <a:pt x="1859" y="0"/>
                  </a:moveTo>
                  <a:lnTo>
                    <a:pt x="0" y="1075"/>
                  </a:lnTo>
                  <a:lnTo>
                    <a:pt x="327" y="1259"/>
                  </a:lnTo>
                  <a:lnTo>
                    <a:pt x="2185" y="190"/>
                  </a:lnTo>
                  <a:lnTo>
                    <a:pt x="1859"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5">
              <a:extLst>
                <a:ext uri="{FF2B5EF4-FFF2-40B4-BE49-F238E27FC236}">
                  <a16:creationId xmlns:a16="http://schemas.microsoft.com/office/drawing/2014/main" id="{9E847005-6CCC-F153-C522-3FD6A4DDDC12}"/>
                </a:ext>
              </a:extLst>
            </p:cNvPr>
            <p:cNvSpPr/>
            <p:nvPr/>
          </p:nvSpPr>
          <p:spPr>
            <a:xfrm>
              <a:off x="11650465" y="3104209"/>
              <a:ext cx="686959" cy="476532"/>
            </a:xfrm>
            <a:custGeom>
              <a:avLst/>
              <a:gdLst/>
              <a:ahLst/>
              <a:cxnLst/>
              <a:rect l="l" t="t" r="r" b="b"/>
              <a:pathLst>
                <a:path w="3166" h="2264" extrusionOk="0">
                  <a:moveTo>
                    <a:pt x="1" y="1"/>
                  </a:moveTo>
                  <a:lnTo>
                    <a:pt x="512" y="725"/>
                  </a:lnTo>
                  <a:lnTo>
                    <a:pt x="3166" y="2263"/>
                  </a:lnTo>
                  <a:lnTo>
                    <a:pt x="3166" y="2263"/>
                  </a:lnTo>
                  <a:lnTo>
                    <a:pt x="2655" y="1545"/>
                  </a:lnTo>
                  <a:lnTo>
                    <a:pt x="1" y="1"/>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5">
              <a:extLst>
                <a:ext uri="{FF2B5EF4-FFF2-40B4-BE49-F238E27FC236}">
                  <a16:creationId xmlns:a16="http://schemas.microsoft.com/office/drawing/2014/main" id="{D3005EA9-471F-57D2-CDCC-CD448A2834E2}"/>
                </a:ext>
              </a:extLst>
            </p:cNvPr>
            <p:cNvSpPr/>
            <p:nvPr/>
          </p:nvSpPr>
          <p:spPr>
            <a:xfrm>
              <a:off x="11650465" y="2829320"/>
              <a:ext cx="685657" cy="600086"/>
            </a:xfrm>
            <a:custGeom>
              <a:avLst/>
              <a:gdLst/>
              <a:ahLst/>
              <a:cxnLst/>
              <a:rect l="l" t="t" r="r" b="b"/>
              <a:pathLst>
                <a:path w="3160" h="2851" extrusionOk="0">
                  <a:moveTo>
                    <a:pt x="506" y="1"/>
                  </a:moveTo>
                  <a:lnTo>
                    <a:pt x="1" y="1307"/>
                  </a:lnTo>
                  <a:lnTo>
                    <a:pt x="2655" y="2851"/>
                  </a:lnTo>
                  <a:lnTo>
                    <a:pt x="3160" y="1544"/>
                  </a:lnTo>
                  <a:lnTo>
                    <a:pt x="506"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5">
              <a:extLst>
                <a:ext uri="{FF2B5EF4-FFF2-40B4-BE49-F238E27FC236}">
                  <a16:creationId xmlns:a16="http://schemas.microsoft.com/office/drawing/2014/main" id="{DBF06289-3EAB-A86C-64AD-F603E40B7CF3}"/>
                </a:ext>
              </a:extLst>
            </p:cNvPr>
            <p:cNvSpPr/>
            <p:nvPr/>
          </p:nvSpPr>
          <p:spPr>
            <a:xfrm>
              <a:off x="11760039" y="2705557"/>
              <a:ext cx="796534" cy="448959"/>
            </a:xfrm>
            <a:custGeom>
              <a:avLst/>
              <a:gdLst/>
              <a:ahLst/>
              <a:cxnLst/>
              <a:rect l="l" t="t" r="r" b="b"/>
              <a:pathLst>
                <a:path w="3671" h="2133" extrusionOk="0">
                  <a:moveTo>
                    <a:pt x="1016" y="1"/>
                  </a:moveTo>
                  <a:lnTo>
                    <a:pt x="1" y="589"/>
                  </a:lnTo>
                  <a:lnTo>
                    <a:pt x="2655" y="2132"/>
                  </a:lnTo>
                  <a:lnTo>
                    <a:pt x="3670" y="1550"/>
                  </a:lnTo>
                  <a:lnTo>
                    <a:pt x="1016" y="1"/>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5">
              <a:extLst>
                <a:ext uri="{FF2B5EF4-FFF2-40B4-BE49-F238E27FC236}">
                  <a16:creationId xmlns:a16="http://schemas.microsoft.com/office/drawing/2014/main" id="{6D919CAF-F814-C30D-25E6-860AF117A15B}"/>
                </a:ext>
              </a:extLst>
            </p:cNvPr>
            <p:cNvSpPr/>
            <p:nvPr/>
          </p:nvSpPr>
          <p:spPr>
            <a:xfrm>
              <a:off x="12355211" y="3376783"/>
              <a:ext cx="1094230" cy="661336"/>
            </a:xfrm>
            <a:custGeom>
              <a:avLst/>
              <a:gdLst/>
              <a:ahLst/>
              <a:cxnLst/>
              <a:rect l="l" t="t" r="r" b="b"/>
              <a:pathLst>
                <a:path w="5043" h="3142" extrusionOk="0">
                  <a:moveTo>
                    <a:pt x="1" y="0"/>
                  </a:moveTo>
                  <a:lnTo>
                    <a:pt x="262" y="357"/>
                  </a:lnTo>
                  <a:lnTo>
                    <a:pt x="5042" y="3142"/>
                  </a:lnTo>
                  <a:lnTo>
                    <a:pt x="4787" y="2785"/>
                  </a:lnTo>
                  <a:lnTo>
                    <a:pt x="1"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5">
              <a:extLst>
                <a:ext uri="{FF2B5EF4-FFF2-40B4-BE49-F238E27FC236}">
                  <a16:creationId xmlns:a16="http://schemas.microsoft.com/office/drawing/2014/main" id="{F2A3E432-4CDD-BCC2-9CBE-C85C192491C1}"/>
                </a:ext>
              </a:extLst>
            </p:cNvPr>
            <p:cNvSpPr/>
            <p:nvPr/>
          </p:nvSpPr>
          <p:spPr>
            <a:xfrm>
              <a:off x="12355211" y="3240601"/>
              <a:ext cx="1094230" cy="722586"/>
            </a:xfrm>
            <a:custGeom>
              <a:avLst/>
              <a:gdLst/>
              <a:ahLst/>
              <a:cxnLst/>
              <a:rect l="l" t="t" r="r" b="b"/>
              <a:pathLst>
                <a:path w="5043" h="3433" extrusionOk="0">
                  <a:moveTo>
                    <a:pt x="256" y="0"/>
                  </a:moveTo>
                  <a:lnTo>
                    <a:pt x="1" y="647"/>
                  </a:lnTo>
                  <a:lnTo>
                    <a:pt x="4787" y="3432"/>
                  </a:lnTo>
                  <a:lnTo>
                    <a:pt x="5042" y="2779"/>
                  </a:lnTo>
                  <a:lnTo>
                    <a:pt x="256" y="0"/>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5">
              <a:extLst>
                <a:ext uri="{FF2B5EF4-FFF2-40B4-BE49-F238E27FC236}">
                  <a16:creationId xmlns:a16="http://schemas.microsoft.com/office/drawing/2014/main" id="{7C19C034-26BC-E625-157C-EB50B95D43D6}"/>
                </a:ext>
              </a:extLst>
            </p:cNvPr>
            <p:cNvSpPr/>
            <p:nvPr/>
          </p:nvSpPr>
          <p:spPr>
            <a:xfrm>
              <a:off x="12410757" y="3178088"/>
              <a:ext cx="1148041" cy="647655"/>
            </a:xfrm>
            <a:custGeom>
              <a:avLst/>
              <a:gdLst/>
              <a:ahLst/>
              <a:cxnLst/>
              <a:rect l="l" t="t" r="r" b="b"/>
              <a:pathLst>
                <a:path w="5291" h="3077" extrusionOk="0">
                  <a:moveTo>
                    <a:pt x="505" y="0"/>
                  </a:moveTo>
                  <a:lnTo>
                    <a:pt x="0" y="297"/>
                  </a:lnTo>
                  <a:lnTo>
                    <a:pt x="4786" y="3076"/>
                  </a:lnTo>
                  <a:lnTo>
                    <a:pt x="5291" y="2785"/>
                  </a:lnTo>
                  <a:lnTo>
                    <a:pt x="505"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5">
              <a:extLst>
                <a:ext uri="{FF2B5EF4-FFF2-40B4-BE49-F238E27FC236}">
                  <a16:creationId xmlns:a16="http://schemas.microsoft.com/office/drawing/2014/main" id="{A4EBA8E5-B5FF-5FB4-D4D4-8E2CC75C9367}"/>
                </a:ext>
              </a:extLst>
            </p:cNvPr>
            <p:cNvSpPr/>
            <p:nvPr/>
          </p:nvSpPr>
          <p:spPr>
            <a:xfrm>
              <a:off x="14383308" y="4726600"/>
              <a:ext cx="212640" cy="243949"/>
            </a:xfrm>
            <a:custGeom>
              <a:avLst/>
              <a:gdLst/>
              <a:ahLst/>
              <a:cxnLst/>
              <a:rect l="l" t="t" r="r" b="b"/>
              <a:pathLst>
                <a:path w="980" h="1159" extrusionOk="0">
                  <a:moveTo>
                    <a:pt x="0" y="0"/>
                  </a:moveTo>
                  <a:lnTo>
                    <a:pt x="725" y="1010"/>
                  </a:lnTo>
                  <a:lnTo>
                    <a:pt x="980" y="1158"/>
                  </a:lnTo>
                  <a:lnTo>
                    <a:pt x="262" y="149"/>
                  </a:lnTo>
                  <a:lnTo>
                    <a:pt x="0" y="0"/>
                  </a:lnTo>
                  <a:close/>
                  <a:moveTo>
                    <a:pt x="980" y="1158"/>
                  </a:moveTo>
                  <a:lnTo>
                    <a:pt x="980" y="1158"/>
                  </a:lnTo>
                  <a:lnTo>
                    <a:pt x="980" y="1158"/>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5">
              <a:extLst>
                <a:ext uri="{FF2B5EF4-FFF2-40B4-BE49-F238E27FC236}">
                  <a16:creationId xmlns:a16="http://schemas.microsoft.com/office/drawing/2014/main" id="{3F9AECB4-79CF-DA79-9BC2-2886A33F7673}"/>
                </a:ext>
              </a:extLst>
            </p:cNvPr>
            <p:cNvSpPr/>
            <p:nvPr/>
          </p:nvSpPr>
          <p:spPr>
            <a:xfrm>
              <a:off x="14383308" y="4337841"/>
              <a:ext cx="211555" cy="420123"/>
            </a:xfrm>
            <a:custGeom>
              <a:avLst/>
              <a:gdLst/>
              <a:ahLst/>
              <a:cxnLst/>
              <a:rect l="l" t="t" r="r" b="b"/>
              <a:pathLst>
                <a:path w="975" h="1996" extrusionOk="0">
                  <a:moveTo>
                    <a:pt x="719" y="1"/>
                  </a:moveTo>
                  <a:lnTo>
                    <a:pt x="0" y="1847"/>
                  </a:lnTo>
                  <a:lnTo>
                    <a:pt x="262" y="1996"/>
                  </a:lnTo>
                  <a:lnTo>
                    <a:pt x="974" y="149"/>
                  </a:lnTo>
                  <a:lnTo>
                    <a:pt x="719"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5">
              <a:extLst>
                <a:ext uri="{FF2B5EF4-FFF2-40B4-BE49-F238E27FC236}">
                  <a16:creationId xmlns:a16="http://schemas.microsoft.com/office/drawing/2014/main" id="{55AA7EE2-CB6A-A2FD-AABD-81F4336365C6}"/>
                </a:ext>
              </a:extLst>
            </p:cNvPr>
            <p:cNvSpPr/>
            <p:nvPr/>
          </p:nvSpPr>
          <p:spPr>
            <a:xfrm>
              <a:off x="14539099" y="4164194"/>
              <a:ext cx="366262" cy="205220"/>
            </a:xfrm>
            <a:custGeom>
              <a:avLst/>
              <a:gdLst/>
              <a:ahLst/>
              <a:cxnLst/>
              <a:rect l="l" t="t" r="r" b="b"/>
              <a:pathLst>
                <a:path w="1688" h="975" extrusionOk="0">
                  <a:moveTo>
                    <a:pt x="1432" y="0"/>
                  </a:moveTo>
                  <a:lnTo>
                    <a:pt x="1" y="826"/>
                  </a:lnTo>
                  <a:lnTo>
                    <a:pt x="256" y="974"/>
                  </a:lnTo>
                  <a:lnTo>
                    <a:pt x="1687" y="149"/>
                  </a:lnTo>
                  <a:lnTo>
                    <a:pt x="1432"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5">
              <a:extLst>
                <a:ext uri="{FF2B5EF4-FFF2-40B4-BE49-F238E27FC236}">
                  <a16:creationId xmlns:a16="http://schemas.microsoft.com/office/drawing/2014/main" id="{7808707B-78B6-7BD3-F2B4-59B4BAB9A86B}"/>
                </a:ext>
              </a:extLst>
            </p:cNvPr>
            <p:cNvSpPr/>
            <p:nvPr/>
          </p:nvSpPr>
          <p:spPr>
            <a:xfrm>
              <a:off x="1882175" y="2775750"/>
              <a:ext cx="122900" cy="74550"/>
            </a:xfrm>
            <a:custGeom>
              <a:avLst/>
              <a:gdLst/>
              <a:ahLst/>
              <a:cxnLst/>
              <a:rect l="l" t="t" r="r" b="b"/>
              <a:pathLst>
                <a:path w="4916" h="2982" extrusionOk="0">
                  <a:moveTo>
                    <a:pt x="119" y="0"/>
                  </a:moveTo>
                  <a:lnTo>
                    <a:pt x="4916" y="2391"/>
                  </a:lnTo>
                  <a:lnTo>
                    <a:pt x="4916" y="2833"/>
                  </a:lnTo>
                  <a:lnTo>
                    <a:pt x="4076" y="2982"/>
                  </a:lnTo>
                  <a:lnTo>
                    <a:pt x="0" y="238"/>
                  </a:lnTo>
                  <a:close/>
                </a:path>
              </a:pathLst>
            </a:custGeom>
            <a:solidFill>
              <a:schemeClr val="lt1"/>
            </a:solidFill>
            <a:ln>
              <a:noFill/>
            </a:ln>
          </p:spPr>
          <p:txBody>
            <a:bodyPr/>
            <a:lstStyle/>
            <a:p>
              <a:endParaRPr lang="en-PK"/>
            </a:p>
          </p:txBody>
        </p:sp>
        <p:sp>
          <p:nvSpPr>
            <p:cNvPr id="1299" name="Google Shape;1299;p45">
              <a:extLst>
                <a:ext uri="{FF2B5EF4-FFF2-40B4-BE49-F238E27FC236}">
                  <a16:creationId xmlns:a16="http://schemas.microsoft.com/office/drawing/2014/main" id="{48AB9164-7E4F-BBAC-DFF7-0222A8380144}"/>
                </a:ext>
              </a:extLst>
            </p:cNvPr>
            <p:cNvSpPr/>
            <p:nvPr/>
          </p:nvSpPr>
          <p:spPr>
            <a:xfrm>
              <a:off x="9708860" y="-1666675"/>
              <a:ext cx="121106" cy="76743"/>
            </a:xfrm>
            <a:custGeom>
              <a:avLst/>
              <a:gdLst/>
              <a:ahLst/>
              <a:cxnLst/>
              <a:rect l="l" t="t" r="r" b="b"/>
              <a:pathLst>
                <a:path w="3025" h="1976" extrusionOk="0">
                  <a:moveTo>
                    <a:pt x="0" y="0"/>
                  </a:moveTo>
                  <a:lnTo>
                    <a:pt x="3025" y="1476"/>
                  </a:lnTo>
                  <a:lnTo>
                    <a:pt x="2953" y="1786"/>
                  </a:lnTo>
                  <a:lnTo>
                    <a:pt x="2215" y="1976"/>
                  </a:lnTo>
                  <a:lnTo>
                    <a:pt x="24" y="286"/>
                  </a:lnTo>
                  <a:close/>
                </a:path>
              </a:pathLst>
            </a:custGeom>
            <a:solidFill>
              <a:schemeClr val="lt1"/>
            </a:solidFill>
            <a:ln>
              <a:noFill/>
            </a:ln>
          </p:spPr>
          <p:txBody>
            <a:bodyPr/>
            <a:lstStyle/>
            <a:p>
              <a:endParaRPr lang="en-PK"/>
            </a:p>
          </p:txBody>
        </p:sp>
      </p:grpSp>
    </p:spTree>
    <p:extLst>
      <p:ext uri="{BB962C8B-B14F-4D97-AF65-F5344CB8AC3E}">
        <p14:creationId xmlns:p14="http://schemas.microsoft.com/office/powerpoint/2010/main" val="3246485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2">
          <a:extLst>
            <a:ext uri="{FF2B5EF4-FFF2-40B4-BE49-F238E27FC236}">
              <a16:creationId xmlns:a16="http://schemas.microsoft.com/office/drawing/2014/main" id="{8D9ECB41-8906-18B8-2791-89242F893B63}"/>
            </a:ext>
          </a:extLst>
        </p:cNvPr>
        <p:cNvGrpSpPr/>
        <p:nvPr/>
      </p:nvGrpSpPr>
      <p:grpSpPr>
        <a:xfrm>
          <a:off x="0" y="0"/>
          <a:ext cx="0" cy="0"/>
          <a:chOff x="0" y="0"/>
          <a:chExt cx="0" cy="0"/>
        </a:xfrm>
      </p:grpSpPr>
      <p:sp>
        <p:nvSpPr>
          <p:cNvPr id="11" name="Google Shape;511;p24">
            <a:extLst>
              <a:ext uri="{FF2B5EF4-FFF2-40B4-BE49-F238E27FC236}">
                <a16:creationId xmlns:a16="http://schemas.microsoft.com/office/drawing/2014/main" id="{A8B5CEA8-61FF-7388-54FC-05E8985CB9CC}"/>
              </a:ext>
            </a:extLst>
          </p:cNvPr>
          <p:cNvSpPr txBox="1">
            <a:spLocks/>
          </p:cNvSpPr>
          <p:nvPr/>
        </p:nvSpPr>
        <p:spPr>
          <a:xfrm>
            <a:off x="232618" y="160451"/>
            <a:ext cx="4108254" cy="48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1pPr>
            <a:lvl2pPr marR="0" lvl="1"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pPr algn="ctr">
              <a:buClr>
                <a:schemeClr val="dk1"/>
              </a:buClr>
              <a:buSzPts val="1100"/>
              <a:buFont typeface="Arial"/>
              <a:buNone/>
            </a:pPr>
            <a:r>
              <a:rPr lang="en-US" b="1" dirty="0">
                <a:solidFill>
                  <a:srgbClr val="00B050"/>
                </a:solidFill>
              </a:rPr>
              <a:t>Major Successes Of JWST:</a:t>
            </a:r>
          </a:p>
        </p:txBody>
      </p:sp>
      <p:sp>
        <p:nvSpPr>
          <p:cNvPr id="3" name="TextBox 2">
            <a:extLst>
              <a:ext uri="{FF2B5EF4-FFF2-40B4-BE49-F238E27FC236}">
                <a16:creationId xmlns:a16="http://schemas.microsoft.com/office/drawing/2014/main" id="{FDB80F16-E02D-80C6-B1CD-7300A687911D}"/>
              </a:ext>
            </a:extLst>
          </p:cNvPr>
          <p:cNvSpPr txBox="1"/>
          <p:nvPr/>
        </p:nvSpPr>
        <p:spPr>
          <a:xfrm>
            <a:off x="686137" y="641651"/>
            <a:ext cx="8021927" cy="738664"/>
          </a:xfrm>
          <a:prstGeom prst="rect">
            <a:avLst/>
          </a:prstGeom>
          <a:noFill/>
        </p:spPr>
        <p:txBody>
          <a:bodyPr wrap="square">
            <a:spAutoFit/>
          </a:bodyPr>
          <a:lstStyle/>
          <a:p>
            <a:pPr algn="just"/>
            <a:r>
              <a:rPr lang="en-PK" dirty="0"/>
              <a:t>JWST’s successes were largely due to effective project management practices, which ensured coordination, risk mitigation, and disciplined execution across a highly complex, long-duration, and multi-agency project.</a:t>
            </a:r>
          </a:p>
        </p:txBody>
      </p:sp>
      <p:sp>
        <p:nvSpPr>
          <p:cNvPr id="6" name="TextBox 5">
            <a:extLst>
              <a:ext uri="{FF2B5EF4-FFF2-40B4-BE49-F238E27FC236}">
                <a16:creationId xmlns:a16="http://schemas.microsoft.com/office/drawing/2014/main" id="{C031BE0E-F3E0-9DC7-F702-50B2268AA561}"/>
              </a:ext>
            </a:extLst>
          </p:cNvPr>
          <p:cNvSpPr txBox="1"/>
          <p:nvPr/>
        </p:nvSpPr>
        <p:spPr>
          <a:xfrm>
            <a:off x="782329" y="1341169"/>
            <a:ext cx="5437861" cy="3323987"/>
          </a:xfrm>
          <a:prstGeom prst="rect">
            <a:avLst/>
          </a:prstGeom>
          <a:noFill/>
        </p:spPr>
        <p:txBody>
          <a:bodyPr wrap="square">
            <a:spAutoFit/>
          </a:bodyPr>
          <a:lstStyle/>
          <a:p>
            <a:pPr marL="285750" indent="-285750" algn="just">
              <a:buFont typeface="Arial" panose="020B0604020202020204" pitchFamily="34" charset="0"/>
              <a:buChar char="•"/>
            </a:pPr>
            <a:r>
              <a:rPr lang="en-PK" b="1" dirty="0"/>
              <a:t>Structured milestone reviews and phase-gate approvals: </a:t>
            </a:r>
            <a:r>
              <a:rPr lang="en-PK" dirty="0"/>
              <a:t>Enabled timely, informed decisions at critical points</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b="1" dirty="0"/>
              <a:t>Effective multi-agency governance: </a:t>
            </a:r>
            <a:r>
              <a:rPr lang="en-PK" dirty="0"/>
              <a:t>Roles and responsibilities clearly defined between NASA, ESA, CSA, and contractors</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b="1" dirty="0"/>
              <a:t>Proactive risk management: </a:t>
            </a:r>
            <a:r>
              <a:rPr lang="en-PK" dirty="0"/>
              <a:t>High-risk components were tested iteratively to prevent failures</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b="1" dirty="0"/>
              <a:t>Stakeholder engagement: </a:t>
            </a:r>
            <a:r>
              <a:rPr lang="en-PK" dirty="0"/>
              <a:t>Transparent reporting maintained trust and alignment during long delays</a:t>
            </a:r>
          </a:p>
          <a:p>
            <a:pPr marL="285750" indent="-285750" algn="just">
              <a:buFont typeface="Arial" panose="020B0604020202020204" pitchFamily="34" charset="0"/>
              <a:buChar char="•"/>
            </a:pPr>
            <a:endParaRPr lang="en-PK" b="1" dirty="0"/>
          </a:p>
          <a:p>
            <a:pPr marL="285750" indent="-285750" algn="just">
              <a:buFont typeface="Arial" panose="020B0604020202020204" pitchFamily="34" charset="0"/>
              <a:buChar char="•"/>
            </a:pPr>
            <a:r>
              <a:rPr lang="en-PK" b="1" dirty="0"/>
              <a:t>Integration oversight: </a:t>
            </a:r>
            <a:r>
              <a:rPr lang="en-PK" dirty="0"/>
              <a:t>Coordinated testing of 100+ subsystems ensured alignment with overall objectives</a:t>
            </a:r>
          </a:p>
        </p:txBody>
      </p:sp>
      <p:pic>
        <p:nvPicPr>
          <p:cNvPr id="24" name="Picture 23">
            <a:extLst>
              <a:ext uri="{FF2B5EF4-FFF2-40B4-BE49-F238E27FC236}">
                <a16:creationId xmlns:a16="http://schemas.microsoft.com/office/drawing/2014/main" id="{EB9AC428-37A7-3DBB-DF99-15EF552E421C}"/>
              </a:ext>
            </a:extLst>
          </p:cNvPr>
          <p:cNvPicPr>
            <a:picLocks noChangeAspect="1"/>
          </p:cNvPicPr>
          <p:nvPr/>
        </p:nvPicPr>
        <p:blipFill>
          <a:blip r:embed="rId3"/>
          <a:stretch>
            <a:fillRect/>
          </a:stretch>
        </p:blipFill>
        <p:spPr>
          <a:xfrm>
            <a:off x="5662949" y="1497474"/>
            <a:ext cx="3771125" cy="2829978"/>
          </a:xfrm>
          <a:prstGeom prst="rect">
            <a:avLst/>
          </a:prstGeom>
        </p:spPr>
      </p:pic>
    </p:spTree>
    <p:extLst>
      <p:ext uri="{BB962C8B-B14F-4D97-AF65-F5344CB8AC3E}">
        <p14:creationId xmlns:p14="http://schemas.microsoft.com/office/powerpoint/2010/main" val="23705296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2">
          <a:extLst>
            <a:ext uri="{FF2B5EF4-FFF2-40B4-BE49-F238E27FC236}">
              <a16:creationId xmlns:a16="http://schemas.microsoft.com/office/drawing/2014/main" id="{28F6ABD8-BBB3-547E-0EE2-0B850A771B35}"/>
            </a:ext>
          </a:extLst>
        </p:cNvPr>
        <p:cNvGrpSpPr/>
        <p:nvPr/>
      </p:nvGrpSpPr>
      <p:grpSpPr>
        <a:xfrm>
          <a:off x="0" y="0"/>
          <a:ext cx="0" cy="0"/>
          <a:chOff x="0" y="0"/>
          <a:chExt cx="0" cy="0"/>
        </a:xfrm>
      </p:grpSpPr>
      <p:sp>
        <p:nvSpPr>
          <p:cNvPr id="11" name="Google Shape;511;p24">
            <a:extLst>
              <a:ext uri="{FF2B5EF4-FFF2-40B4-BE49-F238E27FC236}">
                <a16:creationId xmlns:a16="http://schemas.microsoft.com/office/drawing/2014/main" id="{23163BF9-DCB2-AA8A-E45F-9C8BA93873B8}"/>
              </a:ext>
            </a:extLst>
          </p:cNvPr>
          <p:cNvSpPr txBox="1">
            <a:spLocks/>
          </p:cNvSpPr>
          <p:nvPr/>
        </p:nvSpPr>
        <p:spPr>
          <a:xfrm>
            <a:off x="232617" y="160451"/>
            <a:ext cx="5317577" cy="48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1pPr>
            <a:lvl2pPr marR="0" lvl="1"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pPr algn="ctr">
              <a:buClr>
                <a:schemeClr val="dk1"/>
              </a:buClr>
              <a:buSzPts val="1100"/>
              <a:buFont typeface="Arial"/>
              <a:buNone/>
            </a:pPr>
            <a:r>
              <a:rPr lang="en-US" b="1" dirty="0">
                <a:solidFill>
                  <a:srgbClr val="00B050"/>
                </a:solidFill>
              </a:rPr>
              <a:t>Major Failures / Challenges Of JWST:</a:t>
            </a:r>
          </a:p>
        </p:txBody>
      </p:sp>
      <p:sp>
        <p:nvSpPr>
          <p:cNvPr id="7" name="TextBox 6">
            <a:extLst>
              <a:ext uri="{FF2B5EF4-FFF2-40B4-BE49-F238E27FC236}">
                <a16:creationId xmlns:a16="http://schemas.microsoft.com/office/drawing/2014/main" id="{3AA63AF5-93FC-9476-9F8A-AE6FCA0B89C1}"/>
              </a:ext>
            </a:extLst>
          </p:cNvPr>
          <p:cNvSpPr txBox="1"/>
          <p:nvPr/>
        </p:nvSpPr>
        <p:spPr>
          <a:xfrm>
            <a:off x="624662" y="543367"/>
            <a:ext cx="7838853" cy="738664"/>
          </a:xfrm>
          <a:prstGeom prst="rect">
            <a:avLst/>
          </a:prstGeom>
          <a:noFill/>
        </p:spPr>
        <p:txBody>
          <a:bodyPr wrap="square">
            <a:spAutoFit/>
          </a:bodyPr>
          <a:lstStyle/>
          <a:p>
            <a:pPr algn="just"/>
            <a:r>
              <a:rPr lang="en-PK" dirty="0"/>
              <a:t>Despite strong PM practices, JWST faced several project management challenges related to scheduling, scope, coordination, and risk. These setbacks offered valuable lessons for managing complex projects.</a:t>
            </a:r>
          </a:p>
        </p:txBody>
      </p:sp>
      <p:sp>
        <p:nvSpPr>
          <p:cNvPr id="9" name="TextBox 8">
            <a:extLst>
              <a:ext uri="{FF2B5EF4-FFF2-40B4-BE49-F238E27FC236}">
                <a16:creationId xmlns:a16="http://schemas.microsoft.com/office/drawing/2014/main" id="{972EABA2-94AA-679D-81B3-C763F45D3161}"/>
              </a:ext>
            </a:extLst>
          </p:cNvPr>
          <p:cNvSpPr txBox="1"/>
          <p:nvPr/>
        </p:nvSpPr>
        <p:spPr>
          <a:xfrm>
            <a:off x="947411" y="1282031"/>
            <a:ext cx="4715538" cy="3539430"/>
          </a:xfrm>
          <a:prstGeom prst="rect">
            <a:avLst/>
          </a:prstGeom>
          <a:noFill/>
        </p:spPr>
        <p:txBody>
          <a:bodyPr wrap="square">
            <a:spAutoFit/>
          </a:bodyPr>
          <a:lstStyle/>
          <a:p>
            <a:pPr marL="285750" indent="-285750">
              <a:buFont typeface="Arial" panose="020B0604020202020204" pitchFamily="34" charset="0"/>
              <a:buChar char="•"/>
            </a:pPr>
            <a:r>
              <a:rPr lang="en-PK" b="1" dirty="0"/>
              <a:t>Schedule management issues: </a:t>
            </a:r>
            <a:r>
              <a:rPr lang="en-PK" dirty="0"/>
              <a:t>Original 2007 launch postponed to 2021 due to underestimated integration complexity</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b="1" dirty="0"/>
              <a:t>Scope creep and redesigns: </a:t>
            </a:r>
            <a:r>
              <a:rPr lang="en-PK" dirty="0"/>
              <a:t>Sunshield and instrument modifications impacted schedule and costs</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b="1" dirty="0"/>
              <a:t>Communication gaps: </a:t>
            </a:r>
            <a:r>
              <a:rPr lang="en-PK" dirty="0"/>
              <a:t>Initial delays in integrating international contractor outputs caused rework</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b="1" dirty="0"/>
              <a:t>Risk contingency underestimation: </a:t>
            </a:r>
            <a:r>
              <a:rPr lang="en-PK" dirty="0"/>
              <a:t>Some technical risks (sunshield tears, vibration failures) required unplanned mitigation</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b="1" dirty="0"/>
              <a:t>Budget oversight challenges: </a:t>
            </a:r>
            <a:r>
              <a:rPr lang="en-PK" dirty="0"/>
              <a:t>Initial cost estimates proved unrealistic, requiring re-baselining</a:t>
            </a:r>
          </a:p>
        </p:txBody>
      </p:sp>
      <p:pic>
        <p:nvPicPr>
          <p:cNvPr id="1026" name="Picture 2" descr="Why Failure Is Good for Success—and Growth - GLOBIS Insights">
            <a:extLst>
              <a:ext uri="{FF2B5EF4-FFF2-40B4-BE49-F238E27FC236}">
                <a16:creationId xmlns:a16="http://schemas.microsoft.com/office/drawing/2014/main" id="{5B3026A8-3D35-832F-2D2B-B9D7806C60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2949" y="1750008"/>
            <a:ext cx="3374507" cy="1898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34240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2">
          <a:extLst>
            <a:ext uri="{FF2B5EF4-FFF2-40B4-BE49-F238E27FC236}">
              <a16:creationId xmlns:a16="http://schemas.microsoft.com/office/drawing/2014/main" id="{1DCD40D6-F704-6C36-B8A3-D2DD18E4684E}"/>
            </a:ext>
          </a:extLst>
        </p:cNvPr>
        <p:cNvGrpSpPr/>
        <p:nvPr/>
      </p:nvGrpSpPr>
      <p:grpSpPr>
        <a:xfrm>
          <a:off x="0" y="0"/>
          <a:ext cx="0" cy="0"/>
          <a:chOff x="0" y="0"/>
          <a:chExt cx="0" cy="0"/>
        </a:xfrm>
      </p:grpSpPr>
      <p:sp>
        <p:nvSpPr>
          <p:cNvPr id="11" name="Google Shape;511;p24">
            <a:extLst>
              <a:ext uri="{FF2B5EF4-FFF2-40B4-BE49-F238E27FC236}">
                <a16:creationId xmlns:a16="http://schemas.microsoft.com/office/drawing/2014/main" id="{A384910B-FD3D-65AE-9E89-24D80AEF16A2}"/>
              </a:ext>
            </a:extLst>
          </p:cNvPr>
          <p:cNvSpPr txBox="1">
            <a:spLocks/>
          </p:cNvSpPr>
          <p:nvPr/>
        </p:nvSpPr>
        <p:spPr>
          <a:xfrm>
            <a:off x="-437233" y="405023"/>
            <a:ext cx="5437860" cy="48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1pPr>
            <a:lvl2pPr marR="0" lvl="1"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pPr algn="ctr">
              <a:buClr>
                <a:schemeClr val="dk1"/>
              </a:buClr>
              <a:buSzPts val="1100"/>
              <a:buFont typeface="Arial"/>
              <a:buNone/>
            </a:pPr>
            <a:r>
              <a:rPr lang="en-US" b="1" dirty="0">
                <a:solidFill>
                  <a:srgbClr val="00B050"/>
                </a:solidFill>
              </a:rPr>
              <a:t>How JWST Mitigated Failures</a:t>
            </a:r>
          </a:p>
        </p:txBody>
      </p:sp>
      <p:sp>
        <p:nvSpPr>
          <p:cNvPr id="9" name="TextBox 8">
            <a:extLst>
              <a:ext uri="{FF2B5EF4-FFF2-40B4-BE49-F238E27FC236}">
                <a16:creationId xmlns:a16="http://schemas.microsoft.com/office/drawing/2014/main" id="{3FB8140C-B86F-B298-9B0F-BB3FB3ACAFB9}"/>
              </a:ext>
            </a:extLst>
          </p:cNvPr>
          <p:cNvSpPr txBox="1"/>
          <p:nvPr/>
        </p:nvSpPr>
        <p:spPr>
          <a:xfrm>
            <a:off x="452898" y="1034167"/>
            <a:ext cx="7946824" cy="523220"/>
          </a:xfrm>
          <a:prstGeom prst="rect">
            <a:avLst/>
          </a:prstGeom>
          <a:noFill/>
        </p:spPr>
        <p:txBody>
          <a:bodyPr wrap="square">
            <a:spAutoFit/>
          </a:bodyPr>
          <a:lstStyle/>
          <a:p>
            <a:pPr algn="just"/>
            <a:r>
              <a:rPr lang="en-PK" dirty="0"/>
              <a:t>Project managers applied targeted strategies to recover JWST from setbacks and maintain alignment with objectives.</a:t>
            </a:r>
          </a:p>
        </p:txBody>
      </p:sp>
      <p:sp>
        <p:nvSpPr>
          <p:cNvPr id="12" name="TextBox 11">
            <a:extLst>
              <a:ext uri="{FF2B5EF4-FFF2-40B4-BE49-F238E27FC236}">
                <a16:creationId xmlns:a16="http://schemas.microsoft.com/office/drawing/2014/main" id="{6D51D0D6-A922-06BA-2AF1-0643B1EB6761}"/>
              </a:ext>
            </a:extLst>
          </p:cNvPr>
          <p:cNvSpPr txBox="1"/>
          <p:nvPr/>
        </p:nvSpPr>
        <p:spPr>
          <a:xfrm>
            <a:off x="686814" y="1705331"/>
            <a:ext cx="4715538" cy="2893100"/>
          </a:xfrm>
          <a:prstGeom prst="rect">
            <a:avLst/>
          </a:prstGeom>
          <a:noFill/>
        </p:spPr>
        <p:txBody>
          <a:bodyPr wrap="square">
            <a:spAutoFit/>
          </a:bodyPr>
          <a:lstStyle/>
          <a:p>
            <a:pPr marL="285750" indent="-285750">
              <a:buFont typeface="Arial" panose="020B0604020202020204" pitchFamily="34" charset="0"/>
              <a:buChar char="•"/>
            </a:pPr>
            <a:r>
              <a:rPr lang="en-PK" b="1" dirty="0"/>
              <a:t>Re-baselined schedules and budgets: </a:t>
            </a:r>
            <a:r>
              <a:rPr lang="en-PK" dirty="0"/>
              <a:t>Adjusted milestones to reflect realistic execution plans</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b="1" dirty="0"/>
              <a:t>Enhanced cross-team coordination: </a:t>
            </a:r>
            <a:r>
              <a:rPr lang="en-PK" dirty="0"/>
              <a:t>Improved communication and reporting among NASA, ESA, CSA, and contractors</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b="1" dirty="0"/>
              <a:t>Strengthened risk management: </a:t>
            </a:r>
            <a:r>
              <a:rPr lang="en-PK" dirty="0"/>
              <a:t>Identified high-impact risks and implemented contingency plans</a:t>
            </a:r>
          </a:p>
          <a:p>
            <a:pPr marL="285750" indent="-285750">
              <a:buFont typeface="Arial" panose="020B0604020202020204" pitchFamily="34" charset="0"/>
              <a:buChar char="•"/>
            </a:pPr>
            <a:endParaRPr lang="en-PK" dirty="0"/>
          </a:p>
          <a:p>
            <a:pPr marL="285750" indent="-285750">
              <a:buFont typeface="Arial" panose="020B0604020202020204" pitchFamily="34" charset="0"/>
              <a:buChar char="•"/>
            </a:pPr>
            <a:r>
              <a:rPr lang="en-PK" b="1" dirty="0"/>
              <a:t>Applied iterative problem-solving and testing: </a:t>
            </a:r>
            <a:r>
              <a:rPr lang="en-PK" dirty="0"/>
              <a:t>Repeated subsystem testing and redesign cycles resolved integration issues</a:t>
            </a:r>
          </a:p>
        </p:txBody>
      </p:sp>
      <p:pic>
        <p:nvPicPr>
          <p:cNvPr id="26628" name="Picture 4" descr="Risk Mitigation Techniques You Should Know">
            <a:extLst>
              <a:ext uri="{FF2B5EF4-FFF2-40B4-BE49-F238E27FC236}">
                <a16:creationId xmlns:a16="http://schemas.microsoft.com/office/drawing/2014/main" id="{98FDCE85-25DE-4257-E069-F69BB81033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5552" y="2163443"/>
            <a:ext cx="2958717" cy="1664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07193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13">
          <a:extLst>
            <a:ext uri="{FF2B5EF4-FFF2-40B4-BE49-F238E27FC236}">
              <a16:creationId xmlns:a16="http://schemas.microsoft.com/office/drawing/2014/main" id="{18E2B7FD-EBF6-773B-0919-A1C1D08EF80C}"/>
            </a:ext>
          </a:extLst>
        </p:cNvPr>
        <p:cNvGrpSpPr/>
        <p:nvPr/>
      </p:nvGrpSpPr>
      <p:grpSpPr>
        <a:xfrm>
          <a:off x="0" y="0"/>
          <a:ext cx="0" cy="0"/>
          <a:chOff x="0" y="0"/>
          <a:chExt cx="0" cy="0"/>
        </a:xfrm>
      </p:grpSpPr>
      <p:sp>
        <p:nvSpPr>
          <p:cNvPr id="1214" name="Google Shape;1214;p45">
            <a:extLst>
              <a:ext uri="{FF2B5EF4-FFF2-40B4-BE49-F238E27FC236}">
                <a16:creationId xmlns:a16="http://schemas.microsoft.com/office/drawing/2014/main" id="{7697D3C7-C171-18F0-BC28-6CA805D99E47}"/>
              </a:ext>
            </a:extLst>
          </p:cNvPr>
          <p:cNvSpPr txBox="1">
            <a:spLocks noGrp="1"/>
          </p:cNvSpPr>
          <p:nvPr>
            <p:ph type="title"/>
          </p:nvPr>
        </p:nvSpPr>
        <p:spPr>
          <a:xfrm>
            <a:off x="0" y="1356045"/>
            <a:ext cx="4731300" cy="530700"/>
          </a:xfrm>
          <a:prstGeom prst="rect">
            <a:avLst/>
          </a:prstGeom>
        </p:spPr>
        <p:txBody>
          <a:bodyPr spcFirstLastPara="1" wrap="square" lIns="91425" tIns="91425" rIns="91425" bIns="91425" anchor="t" anchorCtr="0">
            <a:noAutofit/>
          </a:bodyPr>
          <a:lstStyle/>
          <a:p>
            <a:pPr lvl="0"/>
            <a:r>
              <a:rPr lang="en-US" dirty="0"/>
              <a:t>GLOBAL LESSONS FOR PM FROM JWST</a:t>
            </a:r>
            <a:endParaRPr dirty="0"/>
          </a:p>
        </p:txBody>
      </p:sp>
      <p:sp>
        <p:nvSpPr>
          <p:cNvPr id="1216" name="Google Shape;1216;p45">
            <a:extLst>
              <a:ext uri="{FF2B5EF4-FFF2-40B4-BE49-F238E27FC236}">
                <a16:creationId xmlns:a16="http://schemas.microsoft.com/office/drawing/2014/main" id="{ABCDEF62-97A2-857B-1D84-2E32102613E9}"/>
              </a:ext>
            </a:extLst>
          </p:cNvPr>
          <p:cNvSpPr txBox="1">
            <a:spLocks noGrp="1"/>
          </p:cNvSpPr>
          <p:nvPr>
            <p:ph type="title" idx="2"/>
          </p:nvPr>
        </p:nvSpPr>
        <p:spPr>
          <a:xfrm>
            <a:off x="1445850" y="533018"/>
            <a:ext cx="1839600" cy="115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06</a:t>
            </a:r>
            <a:endParaRPr dirty="0"/>
          </a:p>
        </p:txBody>
      </p:sp>
      <p:grpSp>
        <p:nvGrpSpPr>
          <p:cNvPr id="1217" name="Google Shape;1217;p45">
            <a:extLst>
              <a:ext uri="{FF2B5EF4-FFF2-40B4-BE49-F238E27FC236}">
                <a16:creationId xmlns:a16="http://schemas.microsoft.com/office/drawing/2014/main" id="{B2800682-B8BC-531D-D5C5-4F0D1A809672}"/>
              </a:ext>
            </a:extLst>
          </p:cNvPr>
          <p:cNvGrpSpPr/>
          <p:nvPr/>
        </p:nvGrpSpPr>
        <p:grpSpPr>
          <a:xfrm>
            <a:off x="2229327" y="0"/>
            <a:ext cx="7831882" cy="5214329"/>
            <a:chOff x="-2287178" y="355461"/>
            <a:chExt cx="7831882" cy="5214329"/>
          </a:xfrm>
        </p:grpSpPr>
        <p:grpSp>
          <p:nvGrpSpPr>
            <p:cNvPr id="1218" name="Google Shape;1218;p45">
              <a:extLst>
                <a:ext uri="{FF2B5EF4-FFF2-40B4-BE49-F238E27FC236}">
                  <a16:creationId xmlns:a16="http://schemas.microsoft.com/office/drawing/2014/main" id="{C145AE01-20DE-824A-5892-415050A438D9}"/>
                </a:ext>
              </a:extLst>
            </p:cNvPr>
            <p:cNvGrpSpPr/>
            <p:nvPr/>
          </p:nvGrpSpPr>
          <p:grpSpPr>
            <a:xfrm rot="-1389532">
              <a:off x="766951" y="2008871"/>
              <a:ext cx="1659012" cy="1653911"/>
              <a:chOff x="991825" y="1680713"/>
              <a:chExt cx="1787560" cy="1782064"/>
            </a:xfrm>
          </p:grpSpPr>
          <p:sp>
            <p:nvSpPr>
              <p:cNvPr id="1219" name="Google Shape;1219;p45">
                <a:extLst>
                  <a:ext uri="{FF2B5EF4-FFF2-40B4-BE49-F238E27FC236}">
                    <a16:creationId xmlns:a16="http://schemas.microsoft.com/office/drawing/2014/main" id="{6EE476C2-EA20-32DE-C6C2-2E5E4044099D}"/>
                  </a:ext>
                </a:extLst>
              </p:cNvPr>
              <p:cNvSpPr/>
              <p:nvPr/>
            </p:nvSpPr>
            <p:spPr>
              <a:xfrm>
                <a:off x="997314" y="1680713"/>
                <a:ext cx="1782071" cy="1778380"/>
              </a:xfrm>
              <a:custGeom>
                <a:avLst/>
                <a:gdLst/>
                <a:ahLst/>
                <a:cxnLst/>
                <a:rect l="l" t="t" r="r" b="b"/>
                <a:pathLst>
                  <a:path w="18830" h="18791" extrusionOk="0">
                    <a:moveTo>
                      <a:pt x="9438" y="0"/>
                    </a:moveTo>
                    <a:cubicBezTo>
                      <a:pt x="9414" y="0"/>
                      <a:pt x="9390" y="0"/>
                      <a:pt x="9366" y="0"/>
                    </a:cubicBezTo>
                    <a:cubicBezTo>
                      <a:pt x="4176" y="20"/>
                      <a:pt x="1" y="4254"/>
                      <a:pt x="1" y="9425"/>
                    </a:cubicBezTo>
                    <a:cubicBezTo>
                      <a:pt x="20" y="14610"/>
                      <a:pt x="4196" y="18790"/>
                      <a:pt x="9372" y="18790"/>
                    </a:cubicBezTo>
                    <a:cubicBezTo>
                      <a:pt x="9396" y="18790"/>
                      <a:pt x="9420" y="18790"/>
                      <a:pt x="9445" y="18790"/>
                    </a:cubicBezTo>
                    <a:cubicBezTo>
                      <a:pt x="14635" y="18771"/>
                      <a:pt x="18830" y="14556"/>
                      <a:pt x="18810" y="9366"/>
                    </a:cubicBezTo>
                    <a:cubicBezTo>
                      <a:pt x="18771" y="4180"/>
                      <a:pt x="14595" y="0"/>
                      <a:pt x="94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5">
                <a:extLst>
                  <a:ext uri="{FF2B5EF4-FFF2-40B4-BE49-F238E27FC236}">
                    <a16:creationId xmlns:a16="http://schemas.microsoft.com/office/drawing/2014/main" id="{FDAFB5AB-1248-74AA-A091-9C87DF7AA781}"/>
                  </a:ext>
                </a:extLst>
              </p:cNvPr>
              <p:cNvSpPr/>
              <p:nvPr/>
            </p:nvSpPr>
            <p:spPr>
              <a:xfrm>
                <a:off x="1036115" y="1682511"/>
                <a:ext cx="1743269" cy="927093"/>
              </a:xfrm>
              <a:custGeom>
                <a:avLst/>
                <a:gdLst/>
                <a:ahLst/>
                <a:cxnLst/>
                <a:rect l="l" t="t" r="r" b="b"/>
                <a:pathLst>
                  <a:path w="18420" h="9796" extrusionOk="0">
                    <a:moveTo>
                      <a:pt x="9012" y="1"/>
                    </a:moveTo>
                    <a:cubicBezTo>
                      <a:pt x="9000" y="1"/>
                      <a:pt x="8988" y="1"/>
                      <a:pt x="8976" y="1"/>
                    </a:cubicBezTo>
                    <a:cubicBezTo>
                      <a:pt x="4722" y="20"/>
                      <a:pt x="1152" y="2850"/>
                      <a:pt x="1" y="6732"/>
                    </a:cubicBezTo>
                    <a:lnTo>
                      <a:pt x="1" y="6732"/>
                    </a:lnTo>
                    <a:cubicBezTo>
                      <a:pt x="1425" y="3318"/>
                      <a:pt x="4839" y="898"/>
                      <a:pt x="8800" y="879"/>
                    </a:cubicBezTo>
                    <a:cubicBezTo>
                      <a:pt x="8813" y="879"/>
                      <a:pt x="8826" y="879"/>
                      <a:pt x="8838" y="879"/>
                    </a:cubicBezTo>
                    <a:cubicBezTo>
                      <a:pt x="13953" y="879"/>
                      <a:pt x="18128" y="4813"/>
                      <a:pt x="18420" y="9796"/>
                    </a:cubicBezTo>
                    <a:lnTo>
                      <a:pt x="18420" y="9367"/>
                    </a:lnTo>
                    <a:cubicBezTo>
                      <a:pt x="18400" y="4188"/>
                      <a:pt x="14186" y="1"/>
                      <a:pt x="9012" y="1"/>
                    </a:cubicBez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5">
                <a:extLst>
                  <a:ext uri="{FF2B5EF4-FFF2-40B4-BE49-F238E27FC236}">
                    <a16:creationId xmlns:a16="http://schemas.microsoft.com/office/drawing/2014/main" id="{29B38024-7D00-0D48-E2F6-C574EB508FF3}"/>
                  </a:ext>
                </a:extLst>
              </p:cNvPr>
              <p:cNvSpPr/>
              <p:nvPr/>
            </p:nvSpPr>
            <p:spPr>
              <a:xfrm>
                <a:off x="997314" y="1926296"/>
                <a:ext cx="1673141" cy="1536480"/>
              </a:xfrm>
              <a:custGeom>
                <a:avLst/>
                <a:gdLst/>
                <a:ahLst/>
                <a:cxnLst/>
                <a:rect l="l" t="t" r="r" b="b"/>
                <a:pathLst>
                  <a:path w="17679" h="16235" extrusionOk="0">
                    <a:moveTo>
                      <a:pt x="2928" y="0"/>
                    </a:moveTo>
                    <a:lnTo>
                      <a:pt x="2928" y="0"/>
                    </a:lnTo>
                    <a:cubicBezTo>
                      <a:pt x="1113" y="1737"/>
                      <a:pt x="1" y="4156"/>
                      <a:pt x="1" y="6869"/>
                    </a:cubicBezTo>
                    <a:cubicBezTo>
                      <a:pt x="20" y="12047"/>
                      <a:pt x="4215" y="16234"/>
                      <a:pt x="9408" y="16234"/>
                    </a:cubicBezTo>
                    <a:cubicBezTo>
                      <a:pt x="9420" y="16234"/>
                      <a:pt x="9432" y="16234"/>
                      <a:pt x="9445" y="16234"/>
                    </a:cubicBezTo>
                    <a:cubicBezTo>
                      <a:pt x="12996" y="16234"/>
                      <a:pt x="16098" y="14224"/>
                      <a:pt x="17678" y="11278"/>
                    </a:cubicBezTo>
                    <a:lnTo>
                      <a:pt x="17678" y="11278"/>
                    </a:lnTo>
                    <a:cubicBezTo>
                      <a:pt x="16020" y="12859"/>
                      <a:pt x="13757" y="13854"/>
                      <a:pt x="11240" y="13854"/>
                    </a:cubicBezTo>
                    <a:cubicBezTo>
                      <a:pt x="11216" y="13854"/>
                      <a:pt x="11192" y="13854"/>
                      <a:pt x="11168" y="13854"/>
                    </a:cubicBezTo>
                    <a:cubicBezTo>
                      <a:pt x="6011" y="13854"/>
                      <a:pt x="1835" y="9674"/>
                      <a:pt x="1796" y="4488"/>
                    </a:cubicBezTo>
                    <a:cubicBezTo>
                      <a:pt x="1796" y="2869"/>
                      <a:pt x="2225" y="1347"/>
                      <a:pt x="2928" y="0"/>
                    </a:cubicBezTo>
                    <a:close/>
                  </a:path>
                </a:pathLst>
              </a:custGeom>
              <a:solidFill>
                <a:srgbClr val="052E3A">
                  <a:alpha val="21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5">
                <a:extLst>
                  <a:ext uri="{FF2B5EF4-FFF2-40B4-BE49-F238E27FC236}">
                    <a16:creationId xmlns:a16="http://schemas.microsoft.com/office/drawing/2014/main" id="{72725A42-5CD3-347C-41A6-9A14BF4D4991}"/>
                  </a:ext>
                </a:extLst>
              </p:cNvPr>
              <p:cNvSpPr/>
              <p:nvPr/>
            </p:nvSpPr>
            <p:spPr>
              <a:xfrm>
                <a:off x="997314" y="1841312"/>
                <a:ext cx="871729" cy="1412786"/>
              </a:xfrm>
              <a:custGeom>
                <a:avLst/>
                <a:gdLst/>
                <a:ahLst/>
                <a:cxnLst/>
                <a:rect l="l" t="t" r="r" b="b"/>
                <a:pathLst>
                  <a:path w="9211" h="14928" extrusionOk="0">
                    <a:moveTo>
                      <a:pt x="4098" y="1"/>
                    </a:moveTo>
                    <a:lnTo>
                      <a:pt x="3884" y="137"/>
                    </a:lnTo>
                    <a:lnTo>
                      <a:pt x="3825" y="196"/>
                    </a:lnTo>
                    <a:cubicBezTo>
                      <a:pt x="3747" y="235"/>
                      <a:pt x="3708" y="274"/>
                      <a:pt x="3650" y="313"/>
                    </a:cubicBezTo>
                    <a:cubicBezTo>
                      <a:pt x="3650" y="333"/>
                      <a:pt x="3630" y="333"/>
                      <a:pt x="3610" y="372"/>
                    </a:cubicBezTo>
                    <a:cubicBezTo>
                      <a:pt x="3552" y="391"/>
                      <a:pt x="3493" y="430"/>
                      <a:pt x="3435" y="489"/>
                    </a:cubicBezTo>
                    <a:cubicBezTo>
                      <a:pt x="3415" y="489"/>
                      <a:pt x="3415" y="508"/>
                      <a:pt x="3396" y="508"/>
                    </a:cubicBezTo>
                    <a:cubicBezTo>
                      <a:pt x="3259" y="606"/>
                      <a:pt x="3123" y="723"/>
                      <a:pt x="3006" y="859"/>
                    </a:cubicBezTo>
                    <a:lnTo>
                      <a:pt x="2947" y="898"/>
                    </a:lnTo>
                    <a:lnTo>
                      <a:pt x="2811" y="1055"/>
                    </a:lnTo>
                    <a:lnTo>
                      <a:pt x="2752" y="1094"/>
                    </a:lnTo>
                    <a:lnTo>
                      <a:pt x="2615" y="1250"/>
                    </a:lnTo>
                    <a:cubicBezTo>
                      <a:pt x="2576" y="1269"/>
                      <a:pt x="2557" y="1269"/>
                      <a:pt x="2557" y="1289"/>
                    </a:cubicBezTo>
                    <a:cubicBezTo>
                      <a:pt x="2440" y="1406"/>
                      <a:pt x="2323" y="1562"/>
                      <a:pt x="2186" y="1679"/>
                    </a:cubicBezTo>
                    <a:lnTo>
                      <a:pt x="2147" y="1737"/>
                    </a:lnTo>
                    <a:cubicBezTo>
                      <a:pt x="2089" y="1776"/>
                      <a:pt x="2069" y="1835"/>
                      <a:pt x="2030" y="1874"/>
                    </a:cubicBezTo>
                    <a:cubicBezTo>
                      <a:pt x="1991" y="1874"/>
                      <a:pt x="1991" y="1894"/>
                      <a:pt x="1971" y="1933"/>
                    </a:cubicBezTo>
                    <a:cubicBezTo>
                      <a:pt x="1932" y="1991"/>
                      <a:pt x="1893" y="2050"/>
                      <a:pt x="1854" y="2089"/>
                    </a:cubicBezTo>
                    <a:cubicBezTo>
                      <a:pt x="1854" y="2128"/>
                      <a:pt x="1835" y="2128"/>
                      <a:pt x="1835" y="2147"/>
                    </a:cubicBezTo>
                    <a:lnTo>
                      <a:pt x="1542" y="2576"/>
                    </a:lnTo>
                    <a:cubicBezTo>
                      <a:pt x="1503" y="2576"/>
                      <a:pt x="1503" y="2615"/>
                      <a:pt x="1484" y="2635"/>
                    </a:cubicBezTo>
                    <a:cubicBezTo>
                      <a:pt x="1464" y="2713"/>
                      <a:pt x="1406" y="2752"/>
                      <a:pt x="1386" y="2811"/>
                    </a:cubicBezTo>
                    <a:cubicBezTo>
                      <a:pt x="1367" y="2830"/>
                      <a:pt x="1367" y="2850"/>
                      <a:pt x="1347" y="2869"/>
                    </a:cubicBezTo>
                    <a:cubicBezTo>
                      <a:pt x="1308" y="2928"/>
                      <a:pt x="1269" y="3006"/>
                      <a:pt x="1250" y="3045"/>
                    </a:cubicBezTo>
                    <a:cubicBezTo>
                      <a:pt x="1250" y="3045"/>
                      <a:pt x="1211" y="3064"/>
                      <a:pt x="1211" y="3103"/>
                    </a:cubicBezTo>
                    <a:cubicBezTo>
                      <a:pt x="1172" y="3162"/>
                      <a:pt x="1152" y="3240"/>
                      <a:pt x="1093" y="3318"/>
                    </a:cubicBezTo>
                    <a:cubicBezTo>
                      <a:pt x="1054" y="3396"/>
                      <a:pt x="1015" y="3454"/>
                      <a:pt x="976" y="3533"/>
                    </a:cubicBezTo>
                    <a:cubicBezTo>
                      <a:pt x="976" y="3552"/>
                      <a:pt x="957" y="3591"/>
                      <a:pt x="957" y="3611"/>
                    </a:cubicBezTo>
                    <a:cubicBezTo>
                      <a:pt x="918" y="3650"/>
                      <a:pt x="898" y="3728"/>
                      <a:pt x="879" y="3786"/>
                    </a:cubicBezTo>
                    <a:cubicBezTo>
                      <a:pt x="879" y="3806"/>
                      <a:pt x="859" y="3825"/>
                      <a:pt x="859" y="3845"/>
                    </a:cubicBezTo>
                    <a:cubicBezTo>
                      <a:pt x="820" y="3903"/>
                      <a:pt x="801" y="3981"/>
                      <a:pt x="781" y="4020"/>
                    </a:cubicBezTo>
                    <a:cubicBezTo>
                      <a:pt x="781" y="4040"/>
                      <a:pt x="762" y="4079"/>
                      <a:pt x="762" y="4098"/>
                    </a:cubicBezTo>
                    <a:cubicBezTo>
                      <a:pt x="723" y="4176"/>
                      <a:pt x="684" y="4274"/>
                      <a:pt x="664" y="4333"/>
                    </a:cubicBezTo>
                    <a:cubicBezTo>
                      <a:pt x="606" y="4411"/>
                      <a:pt x="586" y="4508"/>
                      <a:pt x="567" y="4586"/>
                    </a:cubicBezTo>
                    <a:cubicBezTo>
                      <a:pt x="567" y="4606"/>
                      <a:pt x="528" y="4625"/>
                      <a:pt x="528" y="4664"/>
                    </a:cubicBezTo>
                    <a:cubicBezTo>
                      <a:pt x="528" y="4703"/>
                      <a:pt x="508" y="4781"/>
                      <a:pt x="489" y="4820"/>
                    </a:cubicBezTo>
                    <a:cubicBezTo>
                      <a:pt x="489" y="4859"/>
                      <a:pt x="469" y="4879"/>
                      <a:pt x="469" y="4898"/>
                    </a:cubicBezTo>
                    <a:cubicBezTo>
                      <a:pt x="430" y="4957"/>
                      <a:pt x="430" y="5015"/>
                      <a:pt x="411" y="5074"/>
                    </a:cubicBezTo>
                    <a:cubicBezTo>
                      <a:pt x="411" y="5093"/>
                      <a:pt x="391" y="5113"/>
                      <a:pt x="391" y="5152"/>
                    </a:cubicBezTo>
                    <a:cubicBezTo>
                      <a:pt x="372" y="5250"/>
                      <a:pt x="333" y="5308"/>
                      <a:pt x="313" y="5406"/>
                    </a:cubicBezTo>
                    <a:cubicBezTo>
                      <a:pt x="313" y="5484"/>
                      <a:pt x="293" y="5581"/>
                      <a:pt x="274" y="5659"/>
                    </a:cubicBezTo>
                    <a:cubicBezTo>
                      <a:pt x="235" y="5679"/>
                      <a:pt x="235" y="5698"/>
                      <a:pt x="235" y="5737"/>
                    </a:cubicBezTo>
                    <a:cubicBezTo>
                      <a:pt x="215" y="5796"/>
                      <a:pt x="215" y="5854"/>
                      <a:pt x="196" y="5932"/>
                    </a:cubicBezTo>
                    <a:cubicBezTo>
                      <a:pt x="176" y="5952"/>
                      <a:pt x="176" y="5991"/>
                      <a:pt x="176" y="6030"/>
                    </a:cubicBezTo>
                    <a:cubicBezTo>
                      <a:pt x="176" y="6089"/>
                      <a:pt x="137" y="6147"/>
                      <a:pt x="137" y="6225"/>
                    </a:cubicBezTo>
                    <a:cubicBezTo>
                      <a:pt x="118" y="6245"/>
                      <a:pt x="118" y="6264"/>
                      <a:pt x="118" y="6284"/>
                    </a:cubicBezTo>
                    <a:cubicBezTo>
                      <a:pt x="98" y="6381"/>
                      <a:pt x="79" y="6459"/>
                      <a:pt x="79" y="6557"/>
                    </a:cubicBezTo>
                    <a:cubicBezTo>
                      <a:pt x="79" y="6654"/>
                      <a:pt x="40" y="6732"/>
                      <a:pt x="40" y="6830"/>
                    </a:cubicBezTo>
                    <a:lnTo>
                      <a:pt x="40" y="6908"/>
                    </a:lnTo>
                    <a:cubicBezTo>
                      <a:pt x="20" y="6986"/>
                      <a:pt x="20" y="7025"/>
                      <a:pt x="20" y="7103"/>
                    </a:cubicBezTo>
                    <a:lnTo>
                      <a:pt x="20" y="7201"/>
                    </a:lnTo>
                    <a:lnTo>
                      <a:pt x="20" y="7396"/>
                    </a:lnTo>
                    <a:cubicBezTo>
                      <a:pt x="20" y="7415"/>
                      <a:pt x="1" y="7435"/>
                      <a:pt x="40" y="7630"/>
                    </a:cubicBezTo>
                    <a:lnTo>
                      <a:pt x="40" y="7903"/>
                    </a:lnTo>
                    <a:lnTo>
                      <a:pt x="40" y="8137"/>
                    </a:lnTo>
                    <a:lnTo>
                      <a:pt x="40" y="8215"/>
                    </a:lnTo>
                    <a:lnTo>
                      <a:pt x="40" y="8391"/>
                    </a:lnTo>
                    <a:lnTo>
                      <a:pt x="40" y="8489"/>
                    </a:lnTo>
                    <a:lnTo>
                      <a:pt x="40" y="8625"/>
                    </a:lnTo>
                    <a:lnTo>
                      <a:pt x="40" y="8723"/>
                    </a:lnTo>
                    <a:cubicBezTo>
                      <a:pt x="59" y="8781"/>
                      <a:pt x="59" y="8820"/>
                      <a:pt x="59" y="8879"/>
                    </a:cubicBezTo>
                    <a:lnTo>
                      <a:pt x="59" y="8976"/>
                    </a:lnTo>
                    <a:cubicBezTo>
                      <a:pt x="59" y="9015"/>
                      <a:pt x="98" y="9074"/>
                      <a:pt x="98" y="9113"/>
                    </a:cubicBezTo>
                    <a:cubicBezTo>
                      <a:pt x="118" y="9152"/>
                      <a:pt x="118" y="9191"/>
                      <a:pt x="118" y="9210"/>
                    </a:cubicBezTo>
                    <a:cubicBezTo>
                      <a:pt x="118" y="9269"/>
                      <a:pt x="137" y="9308"/>
                      <a:pt x="137" y="9367"/>
                    </a:cubicBezTo>
                    <a:cubicBezTo>
                      <a:pt x="157" y="9386"/>
                      <a:pt x="157" y="9445"/>
                      <a:pt x="157" y="9464"/>
                    </a:cubicBezTo>
                    <a:cubicBezTo>
                      <a:pt x="157" y="9503"/>
                      <a:pt x="196" y="9562"/>
                      <a:pt x="196" y="9601"/>
                    </a:cubicBezTo>
                    <a:cubicBezTo>
                      <a:pt x="196" y="9640"/>
                      <a:pt x="215" y="9679"/>
                      <a:pt x="215" y="9698"/>
                    </a:cubicBezTo>
                    <a:cubicBezTo>
                      <a:pt x="215" y="9757"/>
                      <a:pt x="235" y="9796"/>
                      <a:pt x="235" y="9854"/>
                    </a:cubicBezTo>
                    <a:cubicBezTo>
                      <a:pt x="254" y="9874"/>
                      <a:pt x="254" y="9893"/>
                      <a:pt x="254" y="9932"/>
                    </a:cubicBezTo>
                    <a:cubicBezTo>
                      <a:pt x="293" y="9971"/>
                      <a:pt x="293" y="10049"/>
                      <a:pt x="313" y="10088"/>
                    </a:cubicBezTo>
                    <a:cubicBezTo>
                      <a:pt x="333" y="10088"/>
                      <a:pt x="333" y="10127"/>
                      <a:pt x="333" y="10147"/>
                    </a:cubicBezTo>
                    <a:cubicBezTo>
                      <a:pt x="391" y="10323"/>
                      <a:pt x="430" y="10479"/>
                      <a:pt x="489" y="10635"/>
                    </a:cubicBezTo>
                    <a:cubicBezTo>
                      <a:pt x="508" y="10654"/>
                      <a:pt x="508" y="10654"/>
                      <a:pt x="508" y="10674"/>
                    </a:cubicBezTo>
                    <a:cubicBezTo>
                      <a:pt x="528" y="10752"/>
                      <a:pt x="547" y="10810"/>
                      <a:pt x="586" y="10869"/>
                    </a:cubicBezTo>
                    <a:cubicBezTo>
                      <a:pt x="586" y="10908"/>
                      <a:pt x="606" y="10927"/>
                      <a:pt x="606" y="10947"/>
                    </a:cubicBezTo>
                    <a:cubicBezTo>
                      <a:pt x="606" y="11025"/>
                      <a:pt x="625" y="11064"/>
                      <a:pt x="645" y="11123"/>
                    </a:cubicBezTo>
                    <a:cubicBezTo>
                      <a:pt x="645" y="11142"/>
                      <a:pt x="684" y="11162"/>
                      <a:pt x="684" y="11201"/>
                    </a:cubicBezTo>
                    <a:cubicBezTo>
                      <a:pt x="684" y="11240"/>
                      <a:pt x="703" y="11298"/>
                      <a:pt x="723" y="11337"/>
                    </a:cubicBezTo>
                    <a:cubicBezTo>
                      <a:pt x="723" y="11357"/>
                      <a:pt x="742" y="11396"/>
                      <a:pt x="742" y="11415"/>
                    </a:cubicBezTo>
                    <a:lnTo>
                      <a:pt x="820" y="11552"/>
                    </a:lnTo>
                    <a:cubicBezTo>
                      <a:pt x="820" y="11591"/>
                      <a:pt x="840" y="11610"/>
                      <a:pt x="840" y="11630"/>
                    </a:cubicBezTo>
                    <a:lnTo>
                      <a:pt x="918" y="11786"/>
                    </a:lnTo>
                    <a:cubicBezTo>
                      <a:pt x="918" y="11805"/>
                      <a:pt x="937" y="11825"/>
                      <a:pt x="937" y="11845"/>
                    </a:cubicBezTo>
                    <a:cubicBezTo>
                      <a:pt x="976" y="11923"/>
                      <a:pt x="996" y="11981"/>
                      <a:pt x="1015" y="12020"/>
                    </a:cubicBezTo>
                    <a:cubicBezTo>
                      <a:pt x="1015" y="12020"/>
                      <a:pt x="1054" y="12040"/>
                      <a:pt x="1054" y="12079"/>
                    </a:cubicBezTo>
                    <a:cubicBezTo>
                      <a:pt x="1074" y="12118"/>
                      <a:pt x="1113" y="12196"/>
                      <a:pt x="1152" y="12235"/>
                    </a:cubicBezTo>
                    <a:cubicBezTo>
                      <a:pt x="1152" y="12274"/>
                      <a:pt x="1172" y="12274"/>
                      <a:pt x="1172" y="12293"/>
                    </a:cubicBezTo>
                    <a:cubicBezTo>
                      <a:pt x="1308" y="12566"/>
                      <a:pt x="1484" y="12859"/>
                      <a:pt x="1679" y="13113"/>
                    </a:cubicBezTo>
                    <a:lnTo>
                      <a:pt x="1698" y="13152"/>
                    </a:lnTo>
                    <a:cubicBezTo>
                      <a:pt x="1757" y="13191"/>
                      <a:pt x="1776" y="13269"/>
                      <a:pt x="1835" y="13308"/>
                    </a:cubicBezTo>
                    <a:lnTo>
                      <a:pt x="1854" y="13347"/>
                    </a:lnTo>
                    <a:cubicBezTo>
                      <a:pt x="1893" y="13405"/>
                      <a:pt x="1932" y="13464"/>
                      <a:pt x="1971" y="13503"/>
                    </a:cubicBezTo>
                    <a:lnTo>
                      <a:pt x="1991" y="13542"/>
                    </a:lnTo>
                    <a:cubicBezTo>
                      <a:pt x="2050" y="13581"/>
                      <a:pt x="2069" y="13640"/>
                      <a:pt x="2128" y="13679"/>
                    </a:cubicBezTo>
                    <a:lnTo>
                      <a:pt x="2147" y="13698"/>
                    </a:lnTo>
                    <a:cubicBezTo>
                      <a:pt x="2167" y="13757"/>
                      <a:pt x="2225" y="13796"/>
                      <a:pt x="2264" y="13854"/>
                    </a:cubicBezTo>
                    <a:lnTo>
                      <a:pt x="2284" y="13874"/>
                    </a:lnTo>
                    <a:cubicBezTo>
                      <a:pt x="2342" y="13952"/>
                      <a:pt x="2381" y="13991"/>
                      <a:pt x="2440" y="14049"/>
                    </a:cubicBezTo>
                    <a:lnTo>
                      <a:pt x="2459" y="14069"/>
                    </a:lnTo>
                    <a:cubicBezTo>
                      <a:pt x="2537" y="14127"/>
                      <a:pt x="2576" y="14186"/>
                      <a:pt x="2635" y="14244"/>
                    </a:cubicBezTo>
                    <a:cubicBezTo>
                      <a:pt x="2850" y="14479"/>
                      <a:pt x="3103" y="14713"/>
                      <a:pt x="3337" y="14927"/>
                    </a:cubicBezTo>
                    <a:cubicBezTo>
                      <a:pt x="3259" y="14420"/>
                      <a:pt x="3025" y="13854"/>
                      <a:pt x="2752" y="13171"/>
                    </a:cubicBezTo>
                    <a:cubicBezTo>
                      <a:pt x="2342" y="12118"/>
                      <a:pt x="2811" y="12079"/>
                      <a:pt x="3240" y="11240"/>
                    </a:cubicBezTo>
                    <a:cubicBezTo>
                      <a:pt x="3689" y="10420"/>
                      <a:pt x="4469" y="10908"/>
                      <a:pt x="5308" y="9893"/>
                    </a:cubicBezTo>
                    <a:cubicBezTo>
                      <a:pt x="6167" y="8879"/>
                      <a:pt x="5464" y="7942"/>
                      <a:pt x="5796" y="7513"/>
                    </a:cubicBezTo>
                    <a:cubicBezTo>
                      <a:pt x="5863" y="7424"/>
                      <a:pt x="5946" y="7393"/>
                      <a:pt x="6045" y="7393"/>
                    </a:cubicBezTo>
                    <a:cubicBezTo>
                      <a:pt x="6255" y="7393"/>
                      <a:pt x="6536" y="7530"/>
                      <a:pt x="6881" y="7530"/>
                    </a:cubicBezTo>
                    <a:cubicBezTo>
                      <a:pt x="7225" y="7530"/>
                      <a:pt x="7633" y="7394"/>
                      <a:pt x="8098" y="6850"/>
                    </a:cubicBezTo>
                    <a:cubicBezTo>
                      <a:pt x="9210" y="5503"/>
                      <a:pt x="8313" y="4801"/>
                      <a:pt x="7786" y="4176"/>
                    </a:cubicBezTo>
                    <a:cubicBezTo>
                      <a:pt x="7220" y="3533"/>
                      <a:pt x="6674" y="4020"/>
                      <a:pt x="6362" y="2947"/>
                    </a:cubicBezTo>
                    <a:cubicBezTo>
                      <a:pt x="6049" y="1874"/>
                      <a:pt x="4996" y="2089"/>
                      <a:pt x="4508" y="1991"/>
                    </a:cubicBezTo>
                    <a:cubicBezTo>
                      <a:pt x="4020" y="1894"/>
                      <a:pt x="4098" y="1"/>
                      <a:pt x="40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5">
                <a:extLst>
                  <a:ext uri="{FF2B5EF4-FFF2-40B4-BE49-F238E27FC236}">
                    <a16:creationId xmlns:a16="http://schemas.microsoft.com/office/drawing/2014/main" id="{BB13584C-7B0E-9D05-9611-E6C7D051C2C3}"/>
                  </a:ext>
                </a:extLst>
              </p:cNvPr>
              <p:cNvSpPr/>
              <p:nvPr/>
            </p:nvSpPr>
            <p:spPr>
              <a:xfrm>
                <a:off x="991825" y="1931785"/>
                <a:ext cx="330578" cy="1320417"/>
              </a:xfrm>
              <a:custGeom>
                <a:avLst/>
                <a:gdLst/>
                <a:ahLst/>
                <a:cxnLst/>
                <a:rect l="l" t="t" r="r" b="b"/>
                <a:pathLst>
                  <a:path w="3493" h="13952" extrusionOk="0">
                    <a:moveTo>
                      <a:pt x="2869" y="1"/>
                    </a:moveTo>
                    <a:cubicBezTo>
                      <a:pt x="2866" y="5"/>
                      <a:pt x="2864" y="9"/>
                      <a:pt x="2862" y="12"/>
                    </a:cubicBezTo>
                    <a:lnTo>
                      <a:pt x="2862" y="12"/>
                    </a:lnTo>
                    <a:cubicBezTo>
                      <a:pt x="2866" y="9"/>
                      <a:pt x="2869" y="6"/>
                      <a:pt x="2869" y="1"/>
                    </a:cubicBezTo>
                    <a:close/>
                    <a:moveTo>
                      <a:pt x="2862" y="12"/>
                    </a:moveTo>
                    <a:cubicBezTo>
                      <a:pt x="2851" y="22"/>
                      <a:pt x="2825" y="25"/>
                      <a:pt x="2810" y="40"/>
                    </a:cubicBezTo>
                    <a:lnTo>
                      <a:pt x="2712" y="138"/>
                    </a:lnTo>
                    <a:lnTo>
                      <a:pt x="2615" y="235"/>
                    </a:lnTo>
                    <a:lnTo>
                      <a:pt x="2537" y="313"/>
                    </a:lnTo>
                    <a:cubicBezTo>
                      <a:pt x="2498" y="372"/>
                      <a:pt x="2420" y="411"/>
                      <a:pt x="2381" y="489"/>
                    </a:cubicBezTo>
                    <a:cubicBezTo>
                      <a:pt x="2381" y="508"/>
                      <a:pt x="2342" y="508"/>
                      <a:pt x="2342" y="528"/>
                    </a:cubicBezTo>
                    <a:cubicBezTo>
                      <a:pt x="2322" y="586"/>
                      <a:pt x="2283" y="625"/>
                      <a:pt x="2225" y="684"/>
                    </a:cubicBezTo>
                    <a:cubicBezTo>
                      <a:pt x="2205" y="703"/>
                      <a:pt x="2186" y="762"/>
                      <a:pt x="2147" y="781"/>
                    </a:cubicBezTo>
                    <a:cubicBezTo>
                      <a:pt x="2108" y="801"/>
                      <a:pt x="2088" y="859"/>
                      <a:pt x="2049" y="879"/>
                    </a:cubicBezTo>
                    <a:cubicBezTo>
                      <a:pt x="2029" y="899"/>
                      <a:pt x="2010" y="957"/>
                      <a:pt x="1990" y="977"/>
                    </a:cubicBezTo>
                    <a:cubicBezTo>
                      <a:pt x="1951" y="996"/>
                      <a:pt x="1932" y="1055"/>
                      <a:pt x="1912" y="1074"/>
                    </a:cubicBezTo>
                    <a:cubicBezTo>
                      <a:pt x="1893" y="1094"/>
                      <a:pt x="1854" y="1152"/>
                      <a:pt x="1834" y="1172"/>
                    </a:cubicBezTo>
                    <a:cubicBezTo>
                      <a:pt x="1815" y="1211"/>
                      <a:pt x="1756" y="1269"/>
                      <a:pt x="1737" y="1308"/>
                    </a:cubicBezTo>
                    <a:cubicBezTo>
                      <a:pt x="1717" y="1347"/>
                      <a:pt x="1698" y="1347"/>
                      <a:pt x="1698" y="1367"/>
                    </a:cubicBezTo>
                    <a:lnTo>
                      <a:pt x="1542" y="1581"/>
                    </a:lnTo>
                    <a:cubicBezTo>
                      <a:pt x="1542" y="1601"/>
                      <a:pt x="1522" y="1640"/>
                      <a:pt x="1503" y="1659"/>
                    </a:cubicBezTo>
                    <a:cubicBezTo>
                      <a:pt x="1464" y="1698"/>
                      <a:pt x="1444" y="1738"/>
                      <a:pt x="1425" y="1777"/>
                    </a:cubicBezTo>
                    <a:cubicBezTo>
                      <a:pt x="1405" y="1796"/>
                      <a:pt x="1366" y="1855"/>
                      <a:pt x="1347" y="1874"/>
                    </a:cubicBezTo>
                    <a:cubicBezTo>
                      <a:pt x="1327" y="1933"/>
                      <a:pt x="1308" y="1952"/>
                      <a:pt x="1269" y="1991"/>
                    </a:cubicBezTo>
                    <a:cubicBezTo>
                      <a:pt x="1269" y="2030"/>
                      <a:pt x="1249" y="2069"/>
                      <a:pt x="1230" y="2089"/>
                    </a:cubicBezTo>
                    <a:cubicBezTo>
                      <a:pt x="1210" y="2147"/>
                      <a:pt x="1171" y="2167"/>
                      <a:pt x="1151" y="2225"/>
                    </a:cubicBezTo>
                    <a:cubicBezTo>
                      <a:pt x="1151" y="2245"/>
                      <a:pt x="1132" y="2284"/>
                      <a:pt x="1112" y="2323"/>
                    </a:cubicBezTo>
                    <a:lnTo>
                      <a:pt x="1034" y="2459"/>
                    </a:lnTo>
                    <a:cubicBezTo>
                      <a:pt x="1034" y="2479"/>
                      <a:pt x="1015" y="2518"/>
                      <a:pt x="1015" y="2537"/>
                    </a:cubicBezTo>
                    <a:cubicBezTo>
                      <a:pt x="1015" y="2557"/>
                      <a:pt x="976" y="2557"/>
                      <a:pt x="976" y="2577"/>
                    </a:cubicBezTo>
                    <a:cubicBezTo>
                      <a:pt x="956" y="2635"/>
                      <a:pt x="937" y="2713"/>
                      <a:pt x="917" y="2752"/>
                    </a:cubicBezTo>
                    <a:cubicBezTo>
                      <a:pt x="917" y="2752"/>
                      <a:pt x="878" y="2772"/>
                      <a:pt x="878" y="2811"/>
                    </a:cubicBezTo>
                    <a:cubicBezTo>
                      <a:pt x="878" y="2830"/>
                      <a:pt x="859" y="2830"/>
                      <a:pt x="859" y="2850"/>
                    </a:cubicBezTo>
                    <a:lnTo>
                      <a:pt x="781" y="3006"/>
                    </a:lnTo>
                    <a:lnTo>
                      <a:pt x="781" y="3025"/>
                    </a:lnTo>
                    <a:cubicBezTo>
                      <a:pt x="761" y="3045"/>
                      <a:pt x="761" y="3103"/>
                      <a:pt x="742" y="3123"/>
                    </a:cubicBezTo>
                    <a:cubicBezTo>
                      <a:pt x="742" y="3162"/>
                      <a:pt x="722" y="3220"/>
                      <a:pt x="683" y="3259"/>
                    </a:cubicBezTo>
                    <a:cubicBezTo>
                      <a:pt x="664" y="3298"/>
                      <a:pt x="664" y="3337"/>
                      <a:pt x="644" y="3357"/>
                    </a:cubicBezTo>
                    <a:cubicBezTo>
                      <a:pt x="644" y="3416"/>
                      <a:pt x="625" y="3455"/>
                      <a:pt x="586" y="3513"/>
                    </a:cubicBezTo>
                    <a:cubicBezTo>
                      <a:pt x="586" y="3533"/>
                      <a:pt x="566" y="3552"/>
                      <a:pt x="566" y="3591"/>
                    </a:cubicBezTo>
                    <a:cubicBezTo>
                      <a:pt x="547" y="3611"/>
                      <a:pt x="547" y="3611"/>
                      <a:pt x="547" y="3630"/>
                    </a:cubicBezTo>
                    <a:cubicBezTo>
                      <a:pt x="547" y="3689"/>
                      <a:pt x="527" y="3747"/>
                      <a:pt x="488" y="3806"/>
                    </a:cubicBezTo>
                    <a:lnTo>
                      <a:pt x="488" y="3825"/>
                    </a:lnTo>
                    <a:cubicBezTo>
                      <a:pt x="488" y="3845"/>
                      <a:pt x="469" y="3884"/>
                      <a:pt x="469" y="3903"/>
                    </a:cubicBezTo>
                    <a:cubicBezTo>
                      <a:pt x="449" y="3942"/>
                      <a:pt x="449" y="4020"/>
                      <a:pt x="430" y="4079"/>
                    </a:cubicBezTo>
                    <a:cubicBezTo>
                      <a:pt x="391" y="4098"/>
                      <a:pt x="391" y="4098"/>
                      <a:pt x="391" y="4118"/>
                    </a:cubicBezTo>
                    <a:cubicBezTo>
                      <a:pt x="391" y="4137"/>
                      <a:pt x="371" y="4176"/>
                      <a:pt x="371" y="4196"/>
                    </a:cubicBezTo>
                    <a:cubicBezTo>
                      <a:pt x="351" y="4235"/>
                      <a:pt x="351" y="4313"/>
                      <a:pt x="332" y="4372"/>
                    </a:cubicBezTo>
                    <a:cubicBezTo>
                      <a:pt x="332" y="4391"/>
                      <a:pt x="293" y="4430"/>
                      <a:pt x="293" y="4469"/>
                    </a:cubicBezTo>
                    <a:cubicBezTo>
                      <a:pt x="273" y="4508"/>
                      <a:pt x="273" y="4586"/>
                      <a:pt x="254" y="4625"/>
                    </a:cubicBezTo>
                    <a:cubicBezTo>
                      <a:pt x="254" y="4684"/>
                      <a:pt x="234" y="4703"/>
                      <a:pt x="234" y="4723"/>
                    </a:cubicBezTo>
                    <a:lnTo>
                      <a:pt x="234" y="4762"/>
                    </a:lnTo>
                    <a:cubicBezTo>
                      <a:pt x="234" y="4820"/>
                      <a:pt x="195" y="4879"/>
                      <a:pt x="195" y="4918"/>
                    </a:cubicBezTo>
                    <a:lnTo>
                      <a:pt x="195" y="4976"/>
                    </a:lnTo>
                    <a:lnTo>
                      <a:pt x="195" y="5055"/>
                    </a:lnTo>
                    <a:cubicBezTo>
                      <a:pt x="195" y="5113"/>
                      <a:pt x="176" y="5172"/>
                      <a:pt x="176" y="5250"/>
                    </a:cubicBezTo>
                    <a:cubicBezTo>
                      <a:pt x="156" y="5269"/>
                      <a:pt x="156" y="5289"/>
                      <a:pt x="156" y="5308"/>
                    </a:cubicBezTo>
                    <a:cubicBezTo>
                      <a:pt x="156" y="5386"/>
                      <a:pt x="137" y="5484"/>
                      <a:pt x="137" y="5562"/>
                    </a:cubicBezTo>
                    <a:lnTo>
                      <a:pt x="137" y="5659"/>
                    </a:lnTo>
                    <a:cubicBezTo>
                      <a:pt x="137" y="5737"/>
                      <a:pt x="98" y="5776"/>
                      <a:pt x="98" y="5854"/>
                    </a:cubicBezTo>
                    <a:lnTo>
                      <a:pt x="98" y="5952"/>
                    </a:lnTo>
                    <a:cubicBezTo>
                      <a:pt x="78" y="5991"/>
                      <a:pt x="78" y="6069"/>
                      <a:pt x="78" y="6108"/>
                    </a:cubicBezTo>
                    <a:lnTo>
                      <a:pt x="78" y="6186"/>
                    </a:lnTo>
                    <a:lnTo>
                      <a:pt x="78" y="6225"/>
                    </a:lnTo>
                    <a:lnTo>
                      <a:pt x="78" y="6420"/>
                    </a:lnTo>
                    <a:lnTo>
                      <a:pt x="78" y="6459"/>
                    </a:lnTo>
                    <a:cubicBezTo>
                      <a:pt x="78" y="6479"/>
                      <a:pt x="59" y="6479"/>
                      <a:pt x="0" y="6596"/>
                    </a:cubicBezTo>
                    <a:lnTo>
                      <a:pt x="0" y="6869"/>
                    </a:lnTo>
                    <a:lnTo>
                      <a:pt x="0" y="7123"/>
                    </a:lnTo>
                    <a:lnTo>
                      <a:pt x="0" y="7201"/>
                    </a:lnTo>
                    <a:lnTo>
                      <a:pt x="0" y="7357"/>
                    </a:lnTo>
                    <a:lnTo>
                      <a:pt x="0" y="7415"/>
                    </a:lnTo>
                    <a:lnTo>
                      <a:pt x="0" y="7454"/>
                    </a:lnTo>
                    <a:lnTo>
                      <a:pt x="0" y="7611"/>
                    </a:lnTo>
                    <a:lnTo>
                      <a:pt x="0" y="7708"/>
                    </a:lnTo>
                    <a:cubicBezTo>
                      <a:pt x="20" y="7747"/>
                      <a:pt x="20" y="7806"/>
                      <a:pt x="20" y="7845"/>
                    </a:cubicBezTo>
                    <a:lnTo>
                      <a:pt x="20" y="7942"/>
                    </a:lnTo>
                    <a:cubicBezTo>
                      <a:pt x="20" y="8001"/>
                      <a:pt x="59" y="8040"/>
                      <a:pt x="59" y="8098"/>
                    </a:cubicBezTo>
                    <a:cubicBezTo>
                      <a:pt x="78" y="8118"/>
                      <a:pt x="78" y="8157"/>
                      <a:pt x="78" y="8196"/>
                    </a:cubicBezTo>
                    <a:cubicBezTo>
                      <a:pt x="78" y="8235"/>
                      <a:pt x="98" y="8293"/>
                      <a:pt x="98" y="8332"/>
                    </a:cubicBezTo>
                    <a:cubicBezTo>
                      <a:pt x="117" y="8352"/>
                      <a:pt x="117" y="8411"/>
                      <a:pt x="117" y="8430"/>
                    </a:cubicBezTo>
                    <a:cubicBezTo>
                      <a:pt x="117" y="8489"/>
                      <a:pt x="156" y="8528"/>
                      <a:pt x="156" y="8586"/>
                    </a:cubicBezTo>
                    <a:cubicBezTo>
                      <a:pt x="156" y="8606"/>
                      <a:pt x="176" y="8645"/>
                      <a:pt x="176" y="8684"/>
                    </a:cubicBezTo>
                    <a:cubicBezTo>
                      <a:pt x="176" y="8723"/>
                      <a:pt x="195" y="8781"/>
                      <a:pt x="195" y="8820"/>
                    </a:cubicBezTo>
                    <a:lnTo>
                      <a:pt x="195" y="8879"/>
                    </a:lnTo>
                    <a:lnTo>
                      <a:pt x="195" y="8918"/>
                    </a:lnTo>
                    <a:cubicBezTo>
                      <a:pt x="215" y="8976"/>
                      <a:pt x="215" y="9035"/>
                      <a:pt x="254" y="9093"/>
                    </a:cubicBezTo>
                    <a:cubicBezTo>
                      <a:pt x="273" y="9093"/>
                      <a:pt x="273" y="9113"/>
                      <a:pt x="273" y="9132"/>
                    </a:cubicBezTo>
                    <a:cubicBezTo>
                      <a:pt x="312" y="9308"/>
                      <a:pt x="371" y="9484"/>
                      <a:pt x="410" y="9620"/>
                    </a:cubicBezTo>
                    <a:cubicBezTo>
                      <a:pt x="449" y="9659"/>
                      <a:pt x="449" y="9659"/>
                      <a:pt x="449" y="9679"/>
                    </a:cubicBezTo>
                    <a:cubicBezTo>
                      <a:pt x="469" y="9757"/>
                      <a:pt x="488" y="9796"/>
                      <a:pt x="508" y="9874"/>
                    </a:cubicBezTo>
                    <a:cubicBezTo>
                      <a:pt x="508" y="9893"/>
                      <a:pt x="547" y="9913"/>
                      <a:pt x="547" y="9952"/>
                    </a:cubicBezTo>
                    <a:cubicBezTo>
                      <a:pt x="547" y="10010"/>
                      <a:pt x="566" y="10069"/>
                      <a:pt x="586" y="10108"/>
                    </a:cubicBezTo>
                    <a:lnTo>
                      <a:pt x="586" y="10147"/>
                    </a:lnTo>
                    <a:cubicBezTo>
                      <a:pt x="586" y="10167"/>
                      <a:pt x="625" y="10167"/>
                      <a:pt x="625" y="10186"/>
                    </a:cubicBezTo>
                    <a:cubicBezTo>
                      <a:pt x="625" y="10245"/>
                      <a:pt x="644" y="10284"/>
                      <a:pt x="664" y="10342"/>
                    </a:cubicBezTo>
                    <a:cubicBezTo>
                      <a:pt x="664" y="10362"/>
                      <a:pt x="683" y="10381"/>
                      <a:pt x="683" y="10420"/>
                    </a:cubicBezTo>
                    <a:lnTo>
                      <a:pt x="761" y="10557"/>
                    </a:lnTo>
                    <a:cubicBezTo>
                      <a:pt x="761" y="10576"/>
                      <a:pt x="781" y="10615"/>
                      <a:pt x="781" y="10635"/>
                    </a:cubicBezTo>
                    <a:lnTo>
                      <a:pt x="859" y="10771"/>
                    </a:lnTo>
                    <a:cubicBezTo>
                      <a:pt x="859" y="10810"/>
                      <a:pt x="878" y="10810"/>
                      <a:pt x="878" y="10830"/>
                    </a:cubicBezTo>
                    <a:lnTo>
                      <a:pt x="878" y="10849"/>
                    </a:lnTo>
                    <a:cubicBezTo>
                      <a:pt x="917" y="10928"/>
                      <a:pt x="937" y="10967"/>
                      <a:pt x="956" y="11025"/>
                    </a:cubicBezTo>
                    <a:cubicBezTo>
                      <a:pt x="956" y="11025"/>
                      <a:pt x="976" y="11045"/>
                      <a:pt x="976" y="11064"/>
                    </a:cubicBezTo>
                    <a:cubicBezTo>
                      <a:pt x="1034" y="11123"/>
                      <a:pt x="1054" y="11201"/>
                      <a:pt x="1073" y="11240"/>
                    </a:cubicBezTo>
                    <a:lnTo>
                      <a:pt x="1073" y="11259"/>
                    </a:lnTo>
                    <a:lnTo>
                      <a:pt x="1073" y="11298"/>
                    </a:lnTo>
                    <a:cubicBezTo>
                      <a:pt x="1230" y="11552"/>
                      <a:pt x="1405" y="11845"/>
                      <a:pt x="1600" y="12118"/>
                    </a:cubicBezTo>
                    <a:lnTo>
                      <a:pt x="1620" y="12137"/>
                    </a:lnTo>
                    <a:cubicBezTo>
                      <a:pt x="1659" y="12196"/>
                      <a:pt x="1698" y="12274"/>
                      <a:pt x="1737" y="12313"/>
                    </a:cubicBezTo>
                    <a:lnTo>
                      <a:pt x="1756" y="12332"/>
                    </a:lnTo>
                    <a:cubicBezTo>
                      <a:pt x="1815" y="12410"/>
                      <a:pt x="1834" y="12469"/>
                      <a:pt x="1893" y="12508"/>
                    </a:cubicBezTo>
                    <a:cubicBezTo>
                      <a:pt x="1912" y="12508"/>
                      <a:pt x="1912" y="12528"/>
                      <a:pt x="1912" y="12528"/>
                    </a:cubicBezTo>
                    <a:lnTo>
                      <a:pt x="1912" y="12567"/>
                    </a:lnTo>
                    <a:cubicBezTo>
                      <a:pt x="1951" y="12606"/>
                      <a:pt x="1990" y="12664"/>
                      <a:pt x="2029" y="12703"/>
                    </a:cubicBezTo>
                    <a:lnTo>
                      <a:pt x="2049" y="12723"/>
                    </a:lnTo>
                    <a:cubicBezTo>
                      <a:pt x="2088" y="12781"/>
                      <a:pt x="2127" y="12820"/>
                      <a:pt x="2186" y="12879"/>
                    </a:cubicBezTo>
                    <a:lnTo>
                      <a:pt x="2205" y="12898"/>
                    </a:lnTo>
                    <a:cubicBezTo>
                      <a:pt x="2244" y="12976"/>
                      <a:pt x="2303" y="13015"/>
                      <a:pt x="2342" y="13074"/>
                    </a:cubicBezTo>
                    <a:lnTo>
                      <a:pt x="2381" y="13093"/>
                    </a:lnTo>
                    <a:cubicBezTo>
                      <a:pt x="2439" y="13152"/>
                      <a:pt x="2498" y="13210"/>
                      <a:pt x="2537" y="13269"/>
                    </a:cubicBezTo>
                    <a:cubicBezTo>
                      <a:pt x="2790" y="13503"/>
                      <a:pt x="3025" y="13737"/>
                      <a:pt x="3278" y="13952"/>
                    </a:cubicBezTo>
                    <a:cubicBezTo>
                      <a:pt x="3200" y="13445"/>
                      <a:pt x="2966" y="12879"/>
                      <a:pt x="2693" y="12196"/>
                    </a:cubicBezTo>
                    <a:cubicBezTo>
                      <a:pt x="2283" y="11142"/>
                      <a:pt x="2732" y="11103"/>
                      <a:pt x="3181" y="10264"/>
                    </a:cubicBezTo>
                    <a:cubicBezTo>
                      <a:pt x="3278" y="10089"/>
                      <a:pt x="3376" y="9971"/>
                      <a:pt x="3493" y="9893"/>
                    </a:cubicBezTo>
                    <a:cubicBezTo>
                      <a:pt x="2400" y="8372"/>
                      <a:pt x="1737" y="6479"/>
                      <a:pt x="1737" y="4469"/>
                    </a:cubicBezTo>
                    <a:cubicBezTo>
                      <a:pt x="1737" y="2854"/>
                      <a:pt x="2144" y="1356"/>
                      <a:pt x="2862" y="12"/>
                    </a:cubicBezTo>
                    <a:close/>
                  </a:path>
                </a:pathLst>
              </a:custGeom>
              <a:solidFill>
                <a:srgbClr val="052E3A">
                  <a:alpha val="21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5">
                <a:extLst>
                  <a:ext uri="{FF2B5EF4-FFF2-40B4-BE49-F238E27FC236}">
                    <a16:creationId xmlns:a16="http://schemas.microsoft.com/office/drawing/2014/main" id="{F49FC500-763A-580F-824D-ABF173632E08}"/>
                  </a:ext>
                </a:extLst>
              </p:cNvPr>
              <p:cNvSpPr/>
              <p:nvPr/>
            </p:nvSpPr>
            <p:spPr>
              <a:xfrm>
                <a:off x="2044289" y="1917021"/>
                <a:ext cx="733271" cy="1108045"/>
              </a:xfrm>
              <a:custGeom>
                <a:avLst/>
                <a:gdLst/>
                <a:ahLst/>
                <a:cxnLst/>
                <a:rect l="l" t="t" r="r" b="b"/>
                <a:pathLst>
                  <a:path w="7748" h="11708" extrusionOk="0">
                    <a:moveTo>
                      <a:pt x="4781" y="1"/>
                    </a:moveTo>
                    <a:cubicBezTo>
                      <a:pt x="4567" y="625"/>
                      <a:pt x="4157" y="1328"/>
                      <a:pt x="3338" y="1542"/>
                    </a:cubicBezTo>
                    <a:cubicBezTo>
                      <a:pt x="1855" y="1933"/>
                      <a:pt x="1" y="2889"/>
                      <a:pt x="703" y="4040"/>
                    </a:cubicBezTo>
                    <a:cubicBezTo>
                      <a:pt x="946" y="4431"/>
                      <a:pt x="1189" y="4521"/>
                      <a:pt x="1459" y="4521"/>
                    </a:cubicBezTo>
                    <a:cubicBezTo>
                      <a:pt x="1690" y="4521"/>
                      <a:pt x="1941" y="4455"/>
                      <a:pt x="2229" y="4455"/>
                    </a:cubicBezTo>
                    <a:cubicBezTo>
                      <a:pt x="2575" y="4455"/>
                      <a:pt x="2974" y="4551"/>
                      <a:pt x="3455" y="4976"/>
                    </a:cubicBezTo>
                    <a:cubicBezTo>
                      <a:pt x="4781" y="6167"/>
                      <a:pt x="2967" y="6713"/>
                      <a:pt x="4059" y="7767"/>
                    </a:cubicBezTo>
                    <a:cubicBezTo>
                      <a:pt x="4294" y="7989"/>
                      <a:pt x="4501" y="8072"/>
                      <a:pt x="4687" y="8072"/>
                    </a:cubicBezTo>
                    <a:cubicBezTo>
                      <a:pt x="5253" y="8072"/>
                      <a:pt x="5634" y="7304"/>
                      <a:pt x="6044" y="7304"/>
                    </a:cubicBezTo>
                    <a:cubicBezTo>
                      <a:pt x="6129" y="7304"/>
                      <a:pt x="6214" y="7337"/>
                      <a:pt x="6303" y="7415"/>
                    </a:cubicBezTo>
                    <a:cubicBezTo>
                      <a:pt x="6928" y="8020"/>
                      <a:pt x="7084" y="9464"/>
                      <a:pt x="6420" y="11708"/>
                    </a:cubicBezTo>
                    <a:cubicBezTo>
                      <a:pt x="7279" y="10303"/>
                      <a:pt x="7747" y="8645"/>
                      <a:pt x="7747" y="6889"/>
                    </a:cubicBezTo>
                    <a:cubicBezTo>
                      <a:pt x="7747" y="4176"/>
                      <a:pt x="6596" y="1757"/>
                      <a:pt x="47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5">
                <a:extLst>
                  <a:ext uri="{FF2B5EF4-FFF2-40B4-BE49-F238E27FC236}">
                    <a16:creationId xmlns:a16="http://schemas.microsoft.com/office/drawing/2014/main" id="{54FD0490-9980-B6DE-72ED-51B1E41DDF21}"/>
                  </a:ext>
                </a:extLst>
              </p:cNvPr>
              <p:cNvSpPr/>
              <p:nvPr/>
            </p:nvSpPr>
            <p:spPr>
              <a:xfrm>
                <a:off x="1663941" y="2486358"/>
                <a:ext cx="688885" cy="731094"/>
              </a:xfrm>
              <a:custGeom>
                <a:avLst/>
                <a:gdLst/>
                <a:ahLst/>
                <a:cxnLst/>
                <a:rect l="l" t="t" r="r" b="b"/>
                <a:pathLst>
                  <a:path w="7279" h="7725" extrusionOk="0">
                    <a:moveTo>
                      <a:pt x="4341" y="1"/>
                    </a:moveTo>
                    <a:cubicBezTo>
                      <a:pt x="4027" y="1"/>
                      <a:pt x="3675" y="188"/>
                      <a:pt x="3298" y="580"/>
                    </a:cubicBezTo>
                    <a:cubicBezTo>
                      <a:pt x="2303" y="1594"/>
                      <a:pt x="1913" y="599"/>
                      <a:pt x="1054" y="1887"/>
                    </a:cubicBezTo>
                    <a:cubicBezTo>
                      <a:pt x="215" y="3175"/>
                      <a:pt x="1" y="3546"/>
                      <a:pt x="1054" y="4033"/>
                    </a:cubicBezTo>
                    <a:cubicBezTo>
                      <a:pt x="2108" y="4521"/>
                      <a:pt x="3493" y="4424"/>
                      <a:pt x="3142" y="5711"/>
                    </a:cubicBezTo>
                    <a:cubicBezTo>
                      <a:pt x="2899" y="6671"/>
                      <a:pt x="2781" y="7724"/>
                      <a:pt x="3306" y="7724"/>
                    </a:cubicBezTo>
                    <a:cubicBezTo>
                      <a:pt x="3497" y="7724"/>
                      <a:pt x="3772" y="7585"/>
                      <a:pt x="4157" y="7253"/>
                    </a:cubicBezTo>
                    <a:cubicBezTo>
                      <a:pt x="5581" y="6004"/>
                      <a:pt x="7278" y="5672"/>
                      <a:pt x="6635" y="3838"/>
                    </a:cubicBezTo>
                    <a:cubicBezTo>
                      <a:pt x="5971" y="2024"/>
                      <a:pt x="5542" y="1438"/>
                      <a:pt x="5542" y="1438"/>
                    </a:cubicBezTo>
                    <a:cubicBezTo>
                      <a:pt x="5275" y="505"/>
                      <a:pt x="4858" y="1"/>
                      <a:pt x="43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5">
                <a:extLst>
                  <a:ext uri="{FF2B5EF4-FFF2-40B4-BE49-F238E27FC236}">
                    <a16:creationId xmlns:a16="http://schemas.microsoft.com/office/drawing/2014/main" id="{8DB8A962-1798-FFDE-6BD6-77C0C2A393E9}"/>
                  </a:ext>
                </a:extLst>
              </p:cNvPr>
              <p:cNvSpPr/>
              <p:nvPr/>
            </p:nvSpPr>
            <p:spPr>
              <a:xfrm>
                <a:off x="2209810" y="3011310"/>
                <a:ext cx="259219" cy="258556"/>
              </a:xfrm>
              <a:custGeom>
                <a:avLst/>
                <a:gdLst/>
                <a:ahLst/>
                <a:cxnLst/>
                <a:rect l="l" t="t" r="r" b="b"/>
                <a:pathLst>
                  <a:path w="2739" h="2732" extrusionOk="0">
                    <a:moveTo>
                      <a:pt x="2476" y="0"/>
                    </a:moveTo>
                    <a:cubicBezTo>
                      <a:pt x="2278" y="0"/>
                      <a:pt x="1972" y="237"/>
                      <a:pt x="1784" y="613"/>
                    </a:cubicBezTo>
                    <a:cubicBezTo>
                      <a:pt x="1452" y="1316"/>
                      <a:pt x="964" y="1706"/>
                      <a:pt x="964" y="1706"/>
                    </a:cubicBezTo>
                    <a:cubicBezTo>
                      <a:pt x="332" y="2193"/>
                      <a:pt x="1" y="2731"/>
                      <a:pt x="512" y="2731"/>
                    </a:cubicBezTo>
                    <a:cubicBezTo>
                      <a:pt x="553" y="2731"/>
                      <a:pt x="600" y="2728"/>
                      <a:pt x="652" y="2720"/>
                    </a:cubicBezTo>
                    <a:cubicBezTo>
                      <a:pt x="1374" y="2584"/>
                      <a:pt x="2310" y="1491"/>
                      <a:pt x="2603" y="594"/>
                    </a:cubicBezTo>
                    <a:cubicBezTo>
                      <a:pt x="2739" y="177"/>
                      <a:pt x="2648" y="0"/>
                      <a:pt x="2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5">
                <a:extLst>
                  <a:ext uri="{FF2B5EF4-FFF2-40B4-BE49-F238E27FC236}">
                    <a16:creationId xmlns:a16="http://schemas.microsoft.com/office/drawing/2014/main" id="{826B7F2B-41D0-FEEB-3B9A-1D89E957880A}"/>
                  </a:ext>
                </a:extLst>
              </p:cNvPr>
              <p:cNvSpPr/>
              <p:nvPr/>
            </p:nvSpPr>
            <p:spPr>
              <a:xfrm>
                <a:off x="1628830" y="1682511"/>
                <a:ext cx="543044" cy="191362"/>
              </a:xfrm>
              <a:custGeom>
                <a:avLst/>
                <a:gdLst/>
                <a:ahLst/>
                <a:cxnLst/>
                <a:rect l="l" t="t" r="r" b="b"/>
                <a:pathLst>
                  <a:path w="5738" h="2022" extrusionOk="0">
                    <a:moveTo>
                      <a:pt x="2693" y="1"/>
                    </a:moveTo>
                    <a:cubicBezTo>
                      <a:pt x="1757" y="1"/>
                      <a:pt x="859" y="137"/>
                      <a:pt x="1" y="391"/>
                    </a:cubicBezTo>
                    <a:cubicBezTo>
                      <a:pt x="196" y="567"/>
                      <a:pt x="450" y="703"/>
                      <a:pt x="664" y="820"/>
                    </a:cubicBezTo>
                    <a:cubicBezTo>
                      <a:pt x="1351" y="1190"/>
                      <a:pt x="1020" y="2022"/>
                      <a:pt x="1682" y="2022"/>
                    </a:cubicBezTo>
                    <a:cubicBezTo>
                      <a:pt x="1753" y="2022"/>
                      <a:pt x="1836" y="2012"/>
                      <a:pt x="1933" y="1991"/>
                    </a:cubicBezTo>
                    <a:cubicBezTo>
                      <a:pt x="2624" y="1842"/>
                      <a:pt x="2816" y="1711"/>
                      <a:pt x="3204" y="1711"/>
                    </a:cubicBezTo>
                    <a:cubicBezTo>
                      <a:pt x="3373" y="1711"/>
                      <a:pt x="3580" y="1737"/>
                      <a:pt x="3884" y="1796"/>
                    </a:cubicBezTo>
                    <a:cubicBezTo>
                      <a:pt x="3993" y="1817"/>
                      <a:pt x="4094" y="1826"/>
                      <a:pt x="4188" y="1826"/>
                    </a:cubicBezTo>
                    <a:cubicBezTo>
                      <a:pt x="4979" y="1826"/>
                      <a:pt x="5249" y="1134"/>
                      <a:pt x="5737" y="489"/>
                    </a:cubicBezTo>
                    <a:cubicBezTo>
                      <a:pt x="4781" y="176"/>
                      <a:pt x="3767" y="1"/>
                      <a:pt x="26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5">
                <a:extLst>
                  <a:ext uri="{FF2B5EF4-FFF2-40B4-BE49-F238E27FC236}">
                    <a16:creationId xmlns:a16="http://schemas.microsoft.com/office/drawing/2014/main" id="{9AB88CE1-7693-1597-1224-440BB6E4C10A}"/>
                  </a:ext>
                </a:extLst>
              </p:cNvPr>
              <p:cNvSpPr/>
              <p:nvPr/>
            </p:nvSpPr>
            <p:spPr>
              <a:xfrm>
                <a:off x="1571575" y="3269859"/>
                <a:ext cx="358402" cy="189185"/>
              </a:xfrm>
              <a:custGeom>
                <a:avLst/>
                <a:gdLst/>
                <a:ahLst/>
                <a:cxnLst/>
                <a:rect l="l" t="t" r="r" b="b"/>
                <a:pathLst>
                  <a:path w="3787" h="1999" extrusionOk="0">
                    <a:moveTo>
                      <a:pt x="2394" y="0"/>
                    </a:moveTo>
                    <a:cubicBezTo>
                      <a:pt x="2150" y="0"/>
                      <a:pt x="1928" y="202"/>
                      <a:pt x="1757" y="535"/>
                    </a:cubicBezTo>
                    <a:cubicBezTo>
                      <a:pt x="1573" y="884"/>
                      <a:pt x="1415" y="982"/>
                      <a:pt x="1249" y="982"/>
                    </a:cubicBezTo>
                    <a:cubicBezTo>
                      <a:pt x="1062" y="982"/>
                      <a:pt x="864" y="858"/>
                      <a:pt x="606" y="827"/>
                    </a:cubicBezTo>
                    <a:cubicBezTo>
                      <a:pt x="598" y="827"/>
                      <a:pt x="590" y="827"/>
                      <a:pt x="582" y="827"/>
                    </a:cubicBezTo>
                    <a:cubicBezTo>
                      <a:pt x="341" y="827"/>
                      <a:pt x="171" y="1110"/>
                      <a:pt x="1" y="1393"/>
                    </a:cubicBezTo>
                    <a:cubicBezTo>
                      <a:pt x="1055" y="1784"/>
                      <a:pt x="2167" y="1998"/>
                      <a:pt x="3377" y="1998"/>
                    </a:cubicBezTo>
                    <a:lnTo>
                      <a:pt x="3786" y="1998"/>
                    </a:lnTo>
                    <a:cubicBezTo>
                      <a:pt x="3669" y="1842"/>
                      <a:pt x="3533" y="1569"/>
                      <a:pt x="3377" y="1159"/>
                    </a:cubicBezTo>
                    <a:cubicBezTo>
                      <a:pt x="3058" y="335"/>
                      <a:pt x="2709" y="0"/>
                      <a:pt x="23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9" name="Google Shape;1229;p45">
              <a:extLst>
                <a:ext uri="{FF2B5EF4-FFF2-40B4-BE49-F238E27FC236}">
                  <a16:creationId xmlns:a16="http://schemas.microsoft.com/office/drawing/2014/main" id="{A8440997-9E51-DC8A-CAE1-C6A3BC8455ED}"/>
                </a:ext>
              </a:extLst>
            </p:cNvPr>
            <p:cNvSpPr/>
            <p:nvPr/>
          </p:nvSpPr>
          <p:spPr>
            <a:xfrm rot="-1389276">
              <a:off x="-1299612" y="1933746"/>
              <a:ext cx="5856910" cy="1804153"/>
            </a:xfrm>
            <a:custGeom>
              <a:avLst/>
              <a:gdLst/>
              <a:ahLst/>
              <a:cxnLst/>
              <a:rect l="l" t="t" r="r" b="b"/>
              <a:pathLst>
                <a:path w="57561" h="17731" extrusionOk="0">
                  <a:moveTo>
                    <a:pt x="31512" y="92"/>
                  </a:moveTo>
                  <a:cubicBezTo>
                    <a:pt x="38049" y="92"/>
                    <a:pt x="44097" y="775"/>
                    <a:pt x="48839" y="2062"/>
                  </a:cubicBezTo>
                  <a:cubicBezTo>
                    <a:pt x="54263" y="3565"/>
                    <a:pt x="57326" y="5653"/>
                    <a:pt x="57385" y="7975"/>
                  </a:cubicBezTo>
                  <a:cubicBezTo>
                    <a:pt x="57560" y="12774"/>
                    <a:pt x="44839" y="17087"/>
                    <a:pt x="29054" y="17613"/>
                  </a:cubicBezTo>
                  <a:cubicBezTo>
                    <a:pt x="28067" y="17643"/>
                    <a:pt x="27087" y="17658"/>
                    <a:pt x="26118" y="17658"/>
                  </a:cubicBezTo>
                  <a:cubicBezTo>
                    <a:pt x="19556" y="17658"/>
                    <a:pt x="13463" y="16974"/>
                    <a:pt x="8703" y="15682"/>
                  </a:cubicBezTo>
                  <a:cubicBezTo>
                    <a:pt x="3279" y="14199"/>
                    <a:pt x="215" y="12092"/>
                    <a:pt x="157" y="9770"/>
                  </a:cubicBezTo>
                  <a:cubicBezTo>
                    <a:pt x="1" y="4950"/>
                    <a:pt x="12703" y="638"/>
                    <a:pt x="28488" y="150"/>
                  </a:cubicBezTo>
                  <a:cubicBezTo>
                    <a:pt x="29522" y="111"/>
                    <a:pt x="30517" y="92"/>
                    <a:pt x="31512" y="92"/>
                  </a:cubicBezTo>
                  <a:close/>
                  <a:moveTo>
                    <a:pt x="31601" y="1"/>
                  </a:moveTo>
                  <a:cubicBezTo>
                    <a:pt x="30573" y="1"/>
                    <a:pt x="29534" y="18"/>
                    <a:pt x="28488" y="53"/>
                  </a:cubicBezTo>
                  <a:cubicBezTo>
                    <a:pt x="20839" y="287"/>
                    <a:pt x="13659" y="1438"/>
                    <a:pt x="8293" y="3272"/>
                  </a:cubicBezTo>
                  <a:cubicBezTo>
                    <a:pt x="2908" y="5087"/>
                    <a:pt x="1" y="7409"/>
                    <a:pt x="59" y="9770"/>
                  </a:cubicBezTo>
                  <a:cubicBezTo>
                    <a:pt x="118" y="12150"/>
                    <a:pt x="3201" y="14257"/>
                    <a:pt x="8683" y="15760"/>
                  </a:cubicBezTo>
                  <a:cubicBezTo>
                    <a:pt x="13425" y="17047"/>
                    <a:pt x="19493" y="17730"/>
                    <a:pt x="26029" y="17730"/>
                  </a:cubicBezTo>
                  <a:cubicBezTo>
                    <a:pt x="27024" y="17730"/>
                    <a:pt x="28059" y="17691"/>
                    <a:pt x="29073" y="17672"/>
                  </a:cubicBezTo>
                  <a:cubicBezTo>
                    <a:pt x="36722" y="17438"/>
                    <a:pt x="43902" y="16287"/>
                    <a:pt x="49268" y="14452"/>
                  </a:cubicBezTo>
                  <a:cubicBezTo>
                    <a:pt x="54634" y="12638"/>
                    <a:pt x="57560" y="10316"/>
                    <a:pt x="57482" y="7955"/>
                  </a:cubicBezTo>
                  <a:cubicBezTo>
                    <a:pt x="57424" y="5575"/>
                    <a:pt x="54341" y="3467"/>
                    <a:pt x="48858" y="1965"/>
                  </a:cubicBezTo>
                  <a:cubicBezTo>
                    <a:pt x="44142" y="685"/>
                    <a:pt x="38088" y="1"/>
                    <a:pt x="3160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5">
              <a:extLst>
                <a:ext uri="{FF2B5EF4-FFF2-40B4-BE49-F238E27FC236}">
                  <a16:creationId xmlns:a16="http://schemas.microsoft.com/office/drawing/2014/main" id="{1834955D-460E-0E88-FB15-1C8C14E28599}"/>
                </a:ext>
              </a:extLst>
            </p:cNvPr>
            <p:cNvSpPr/>
            <p:nvPr/>
          </p:nvSpPr>
          <p:spPr>
            <a:xfrm rot="-1366029">
              <a:off x="-2085668" y="1694056"/>
              <a:ext cx="7428861" cy="2537137"/>
            </a:xfrm>
            <a:custGeom>
              <a:avLst/>
              <a:gdLst/>
              <a:ahLst/>
              <a:cxnLst/>
              <a:rect l="l" t="t" r="r" b="b"/>
              <a:pathLst>
                <a:path w="75570" h="25809" extrusionOk="0">
                  <a:moveTo>
                    <a:pt x="53443" y="92"/>
                  </a:moveTo>
                  <a:cubicBezTo>
                    <a:pt x="65619" y="92"/>
                    <a:pt x="74321" y="2570"/>
                    <a:pt x="75004" y="6940"/>
                  </a:cubicBezTo>
                  <a:cubicBezTo>
                    <a:pt x="75492" y="9965"/>
                    <a:pt x="72097" y="13418"/>
                    <a:pt x="65424" y="16696"/>
                  </a:cubicBezTo>
                  <a:cubicBezTo>
                    <a:pt x="58712" y="19994"/>
                    <a:pt x="49580" y="22667"/>
                    <a:pt x="39629" y="24247"/>
                  </a:cubicBezTo>
                  <a:cubicBezTo>
                    <a:pt x="33405" y="25262"/>
                    <a:pt x="27454" y="25711"/>
                    <a:pt x="22147" y="25711"/>
                  </a:cubicBezTo>
                  <a:cubicBezTo>
                    <a:pt x="10010" y="25711"/>
                    <a:pt x="1308" y="23233"/>
                    <a:pt x="606" y="18862"/>
                  </a:cubicBezTo>
                  <a:cubicBezTo>
                    <a:pt x="118" y="15838"/>
                    <a:pt x="3493" y="12384"/>
                    <a:pt x="10186" y="9106"/>
                  </a:cubicBezTo>
                  <a:cubicBezTo>
                    <a:pt x="16898" y="5809"/>
                    <a:pt x="26029" y="3136"/>
                    <a:pt x="35980" y="1555"/>
                  </a:cubicBezTo>
                  <a:cubicBezTo>
                    <a:pt x="42205" y="541"/>
                    <a:pt x="48156" y="92"/>
                    <a:pt x="53443" y="92"/>
                  </a:cubicBezTo>
                  <a:close/>
                  <a:moveTo>
                    <a:pt x="53399" y="0"/>
                  </a:moveTo>
                  <a:cubicBezTo>
                    <a:pt x="48008" y="0"/>
                    <a:pt x="42058" y="497"/>
                    <a:pt x="35961" y="1477"/>
                  </a:cubicBezTo>
                  <a:cubicBezTo>
                    <a:pt x="25990" y="3058"/>
                    <a:pt x="16820" y="5731"/>
                    <a:pt x="10127" y="9028"/>
                  </a:cubicBezTo>
                  <a:cubicBezTo>
                    <a:pt x="3415" y="12326"/>
                    <a:pt x="1" y="15818"/>
                    <a:pt x="488" y="18882"/>
                  </a:cubicBezTo>
                  <a:cubicBezTo>
                    <a:pt x="976" y="21965"/>
                    <a:pt x="5347" y="24208"/>
                    <a:pt x="12742" y="25223"/>
                  </a:cubicBezTo>
                  <a:cubicBezTo>
                    <a:pt x="15591" y="25613"/>
                    <a:pt x="18771" y="25808"/>
                    <a:pt x="22147" y="25808"/>
                  </a:cubicBezTo>
                  <a:cubicBezTo>
                    <a:pt x="27571" y="25808"/>
                    <a:pt x="33522" y="25301"/>
                    <a:pt x="39629" y="24345"/>
                  </a:cubicBezTo>
                  <a:cubicBezTo>
                    <a:pt x="49600" y="22765"/>
                    <a:pt x="58770" y="20091"/>
                    <a:pt x="65443" y="16794"/>
                  </a:cubicBezTo>
                  <a:cubicBezTo>
                    <a:pt x="72155" y="13496"/>
                    <a:pt x="75570" y="10004"/>
                    <a:pt x="75082" y="6940"/>
                  </a:cubicBezTo>
                  <a:cubicBezTo>
                    <a:pt x="74594" y="3858"/>
                    <a:pt x="70224" y="1614"/>
                    <a:pt x="62848" y="599"/>
                  </a:cubicBezTo>
                  <a:cubicBezTo>
                    <a:pt x="59991" y="199"/>
                    <a:pt x="56807" y="0"/>
                    <a:pt x="5339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5">
              <a:extLst>
                <a:ext uri="{FF2B5EF4-FFF2-40B4-BE49-F238E27FC236}">
                  <a16:creationId xmlns:a16="http://schemas.microsoft.com/office/drawing/2014/main" id="{312EC7CF-FD77-9394-5F4A-CDAB6EFAE1AA}"/>
                </a:ext>
              </a:extLst>
            </p:cNvPr>
            <p:cNvSpPr/>
            <p:nvPr/>
          </p:nvSpPr>
          <p:spPr>
            <a:xfrm rot="-1389221">
              <a:off x="339877" y="2551855"/>
              <a:ext cx="2685617" cy="849810"/>
            </a:xfrm>
            <a:custGeom>
              <a:avLst/>
              <a:gdLst/>
              <a:ahLst/>
              <a:cxnLst/>
              <a:rect l="l" t="t" r="r" b="b"/>
              <a:pathLst>
                <a:path w="22264" h="7045" extrusionOk="0">
                  <a:moveTo>
                    <a:pt x="4390" y="1"/>
                  </a:moveTo>
                  <a:cubicBezTo>
                    <a:pt x="4137" y="20"/>
                    <a:pt x="3883" y="79"/>
                    <a:pt x="3649" y="118"/>
                  </a:cubicBezTo>
                  <a:cubicBezTo>
                    <a:pt x="1483" y="547"/>
                    <a:pt x="234" y="1249"/>
                    <a:pt x="137" y="2166"/>
                  </a:cubicBezTo>
                  <a:cubicBezTo>
                    <a:pt x="39" y="3103"/>
                    <a:pt x="1093" y="4078"/>
                    <a:pt x="3122" y="4957"/>
                  </a:cubicBezTo>
                  <a:cubicBezTo>
                    <a:pt x="5112" y="5835"/>
                    <a:pt x="7844" y="6498"/>
                    <a:pt x="10771" y="6830"/>
                  </a:cubicBezTo>
                  <a:cubicBezTo>
                    <a:pt x="12098" y="6986"/>
                    <a:pt x="13405" y="7044"/>
                    <a:pt x="14634" y="7044"/>
                  </a:cubicBezTo>
                  <a:cubicBezTo>
                    <a:pt x="16117" y="7044"/>
                    <a:pt x="17483" y="6927"/>
                    <a:pt x="18673" y="6713"/>
                  </a:cubicBezTo>
                  <a:cubicBezTo>
                    <a:pt x="20858" y="6303"/>
                    <a:pt x="22088" y="5581"/>
                    <a:pt x="22185" y="4664"/>
                  </a:cubicBezTo>
                  <a:cubicBezTo>
                    <a:pt x="22263" y="3727"/>
                    <a:pt x="21210" y="2732"/>
                    <a:pt x="19200" y="1854"/>
                  </a:cubicBezTo>
                  <a:cubicBezTo>
                    <a:pt x="18751" y="1659"/>
                    <a:pt x="18263" y="1483"/>
                    <a:pt x="17756" y="1327"/>
                  </a:cubicBezTo>
                  <a:lnTo>
                    <a:pt x="17756" y="1327"/>
                  </a:lnTo>
                  <a:cubicBezTo>
                    <a:pt x="17756" y="1347"/>
                    <a:pt x="17756" y="1386"/>
                    <a:pt x="17776" y="1425"/>
                  </a:cubicBezTo>
                  <a:cubicBezTo>
                    <a:pt x="18263" y="1581"/>
                    <a:pt x="18732" y="1757"/>
                    <a:pt x="19161" y="1952"/>
                  </a:cubicBezTo>
                  <a:cubicBezTo>
                    <a:pt x="21151" y="2810"/>
                    <a:pt x="22185" y="3786"/>
                    <a:pt x="22088" y="4664"/>
                  </a:cubicBezTo>
                  <a:cubicBezTo>
                    <a:pt x="21990" y="5542"/>
                    <a:pt x="20780" y="6244"/>
                    <a:pt x="18634" y="6635"/>
                  </a:cubicBezTo>
                  <a:cubicBezTo>
                    <a:pt x="17459" y="6848"/>
                    <a:pt x="16092" y="6956"/>
                    <a:pt x="14615" y="6956"/>
                  </a:cubicBezTo>
                  <a:cubicBezTo>
                    <a:pt x="13393" y="6956"/>
                    <a:pt x="12096" y="6882"/>
                    <a:pt x="10771" y="6732"/>
                  </a:cubicBezTo>
                  <a:cubicBezTo>
                    <a:pt x="4742" y="6049"/>
                    <a:pt x="0" y="4000"/>
                    <a:pt x="215" y="2166"/>
                  </a:cubicBezTo>
                  <a:cubicBezTo>
                    <a:pt x="332" y="1152"/>
                    <a:pt x="1951" y="410"/>
                    <a:pt x="4410" y="79"/>
                  </a:cubicBezTo>
                  <a:cubicBezTo>
                    <a:pt x="4410" y="59"/>
                    <a:pt x="4390" y="20"/>
                    <a:pt x="439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2" name="Google Shape;1232;p45">
            <a:extLst>
              <a:ext uri="{FF2B5EF4-FFF2-40B4-BE49-F238E27FC236}">
                <a16:creationId xmlns:a16="http://schemas.microsoft.com/office/drawing/2014/main" id="{982FB8BE-C44B-D21C-BBDD-A62E67B32AED}"/>
              </a:ext>
            </a:extLst>
          </p:cNvPr>
          <p:cNvGrpSpPr/>
          <p:nvPr/>
        </p:nvGrpSpPr>
        <p:grpSpPr>
          <a:xfrm>
            <a:off x="5426692" y="1933292"/>
            <a:ext cx="3825381" cy="2920203"/>
            <a:chOff x="1880577" y="-4241474"/>
            <a:chExt cx="13181878" cy="10062727"/>
          </a:xfrm>
        </p:grpSpPr>
        <p:sp>
          <p:nvSpPr>
            <p:cNvPr id="1233" name="Google Shape;1233;p45">
              <a:extLst>
                <a:ext uri="{FF2B5EF4-FFF2-40B4-BE49-F238E27FC236}">
                  <a16:creationId xmlns:a16="http://schemas.microsoft.com/office/drawing/2014/main" id="{593573BF-A86B-FEF7-DDDC-6A14FC563E57}"/>
                </a:ext>
              </a:extLst>
            </p:cNvPr>
            <p:cNvSpPr/>
            <p:nvPr/>
          </p:nvSpPr>
          <p:spPr>
            <a:xfrm>
              <a:off x="9866545" y="3988184"/>
              <a:ext cx="3442573" cy="1796562"/>
            </a:xfrm>
            <a:custGeom>
              <a:avLst/>
              <a:gdLst/>
              <a:ahLst/>
              <a:cxnLst/>
              <a:rect l="l" t="t" r="r" b="b"/>
              <a:pathLst>
                <a:path w="63071" h="33931" extrusionOk="0">
                  <a:moveTo>
                    <a:pt x="2222" y="26391"/>
                  </a:moveTo>
                  <a:lnTo>
                    <a:pt x="9425" y="30127"/>
                  </a:lnTo>
                  <a:lnTo>
                    <a:pt x="20163" y="31507"/>
                  </a:lnTo>
                  <a:lnTo>
                    <a:pt x="28377" y="29622"/>
                  </a:lnTo>
                  <a:lnTo>
                    <a:pt x="33931" y="26088"/>
                  </a:lnTo>
                  <a:lnTo>
                    <a:pt x="42750" y="21431"/>
                  </a:lnTo>
                  <a:lnTo>
                    <a:pt x="48877" y="16113"/>
                  </a:lnTo>
                  <a:lnTo>
                    <a:pt x="52781" y="12073"/>
                  </a:lnTo>
                  <a:lnTo>
                    <a:pt x="55676" y="9178"/>
                  </a:lnTo>
                  <a:lnTo>
                    <a:pt x="59065" y="4275"/>
                  </a:lnTo>
                  <a:lnTo>
                    <a:pt x="61455" y="1178"/>
                  </a:lnTo>
                  <a:lnTo>
                    <a:pt x="62498" y="0"/>
                  </a:lnTo>
                  <a:lnTo>
                    <a:pt x="63071" y="471"/>
                  </a:lnTo>
                  <a:lnTo>
                    <a:pt x="57314" y="8819"/>
                  </a:lnTo>
                  <a:lnTo>
                    <a:pt x="52030" y="15047"/>
                  </a:lnTo>
                  <a:lnTo>
                    <a:pt x="47351" y="19456"/>
                  </a:lnTo>
                  <a:lnTo>
                    <a:pt x="38397" y="26413"/>
                  </a:lnTo>
                  <a:lnTo>
                    <a:pt x="31799" y="30385"/>
                  </a:lnTo>
                  <a:lnTo>
                    <a:pt x="23754" y="32943"/>
                  </a:lnTo>
                  <a:lnTo>
                    <a:pt x="18918" y="33931"/>
                  </a:lnTo>
                  <a:lnTo>
                    <a:pt x="11445" y="33325"/>
                  </a:lnTo>
                  <a:lnTo>
                    <a:pt x="6934" y="31911"/>
                  </a:lnTo>
                  <a:lnTo>
                    <a:pt x="2895" y="29723"/>
                  </a:lnTo>
                  <a:lnTo>
                    <a:pt x="404" y="26626"/>
                  </a:lnTo>
                  <a:lnTo>
                    <a:pt x="0" y="25583"/>
                  </a:lnTo>
                  <a:close/>
                </a:path>
              </a:pathLst>
            </a:custGeom>
            <a:solidFill>
              <a:schemeClr val="dk1"/>
            </a:solidFill>
            <a:ln>
              <a:noFill/>
            </a:ln>
          </p:spPr>
          <p:txBody>
            <a:bodyPr/>
            <a:lstStyle/>
            <a:p>
              <a:endParaRPr lang="en-PK"/>
            </a:p>
          </p:txBody>
        </p:sp>
        <p:sp>
          <p:nvSpPr>
            <p:cNvPr id="1234" name="Google Shape;1234;p45">
              <a:extLst>
                <a:ext uri="{FF2B5EF4-FFF2-40B4-BE49-F238E27FC236}">
                  <a16:creationId xmlns:a16="http://schemas.microsoft.com/office/drawing/2014/main" id="{257F252A-0968-8D8D-E503-48379E101408}"/>
                </a:ext>
              </a:extLst>
            </p:cNvPr>
            <p:cNvSpPr/>
            <p:nvPr/>
          </p:nvSpPr>
          <p:spPr>
            <a:xfrm>
              <a:off x="5644068" y="-1391976"/>
              <a:ext cx="3720990" cy="3550419"/>
            </a:xfrm>
            <a:custGeom>
              <a:avLst/>
              <a:gdLst/>
              <a:ahLst/>
              <a:cxnLst/>
              <a:rect l="l" t="t" r="r" b="b"/>
              <a:pathLst>
                <a:path w="17149" h="16868" extrusionOk="0">
                  <a:moveTo>
                    <a:pt x="14002" y="4300"/>
                  </a:moveTo>
                  <a:cubicBezTo>
                    <a:pt x="13993" y="4302"/>
                    <a:pt x="13984" y="4304"/>
                    <a:pt x="13976" y="4305"/>
                  </a:cubicBezTo>
                  <a:lnTo>
                    <a:pt x="13976" y="4305"/>
                  </a:lnTo>
                  <a:cubicBezTo>
                    <a:pt x="13983" y="4302"/>
                    <a:pt x="13992" y="4300"/>
                    <a:pt x="14002" y="4300"/>
                  </a:cubicBezTo>
                  <a:close/>
                  <a:moveTo>
                    <a:pt x="14798" y="4294"/>
                  </a:moveTo>
                  <a:cubicBezTo>
                    <a:pt x="14809" y="4294"/>
                    <a:pt x="14815" y="4294"/>
                    <a:pt x="14827" y="4306"/>
                  </a:cubicBezTo>
                  <a:cubicBezTo>
                    <a:pt x="14815" y="4306"/>
                    <a:pt x="14809" y="4294"/>
                    <a:pt x="14798" y="4294"/>
                  </a:cubicBezTo>
                  <a:close/>
                  <a:moveTo>
                    <a:pt x="14899" y="4312"/>
                  </a:moveTo>
                  <a:cubicBezTo>
                    <a:pt x="14915" y="4312"/>
                    <a:pt x="14921" y="4317"/>
                    <a:pt x="14932" y="4318"/>
                  </a:cubicBezTo>
                  <a:lnTo>
                    <a:pt x="14932" y="4318"/>
                  </a:lnTo>
                  <a:cubicBezTo>
                    <a:pt x="14923" y="4317"/>
                    <a:pt x="14912" y="4316"/>
                    <a:pt x="14899" y="4312"/>
                  </a:cubicBezTo>
                  <a:close/>
                  <a:moveTo>
                    <a:pt x="13889" y="4318"/>
                  </a:moveTo>
                  <a:cubicBezTo>
                    <a:pt x="13878" y="4320"/>
                    <a:pt x="13867" y="4322"/>
                    <a:pt x="13857" y="4323"/>
                  </a:cubicBezTo>
                  <a:lnTo>
                    <a:pt x="13857" y="4323"/>
                  </a:lnTo>
                  <a:cubicBezTo>
                    <a:pt x="13868" y="4321"/>
                    <a:pt x="13880" y="4318"/>
                    <a:pt x="13889" y="4318"/>
                  </a:cubicBezTo>
                  <a:close/>
                  <a:moveTo>
                    <a:pt x="13764" y="4341"/>
                  </a:moveTo>
                  <a:cubicBezTo>
                    <a:pt x="13747" y="4341"/>
                    <a:pt x="13735" y="4347"/>
                    <a:pt x="13711" y="4347"/>
                  </a:cubicBezTo>
                  <a:cubicBezTo>
                    <a:pt x="13735" y="4341"/>
                    <a:pt x="13747" y="4341"/>
                    <a:pt x="13764" y="4341"/>
                  </a:cubicBezTo>
                  <a:close/>
                  <a:moveTo>
                    <a:pt x="15112" y="4353"/>
                  </a:moveTo>
                  <a:cubicBezTo>
                    <a:pt x="15130" y="4365"/>
                    <a:pt x="15136" y="4365"/>
                    <a:pt x="15142" y="4365"/>
                  </a:cubicBezTo>
                  <a:cubicBezTo>
                    <a:pt x="15130" y="4365"/>
                    <a:pt x="15124" y="4365"/>
                    <a:pt x="15112" y="4353"/>
                  </a:cubicBezTo>
                  <a:close/>
                  <a:moveTo>
                    <a:pt x="15213" y="4383"/>
                  </a:moveTo>
                  <a:cubicBezTo>
                    <a:pt x="15225" y="4383"/>
                    <a:pt x="15225" y="4395"/>
                    <a:pt x="15231" y="4395"/>
                  </a:cubicBezTo>
                  <a:cubicBezTo>
                    <a:pt x="15225" y="4395"/>
                    <a:pt x="15219" y="4395"/>
                    <a:pt x="15213" y="4383"/>
                  </a:cubicBezTo>
                  <a:close/>
                  <a:moveTo>
                    <a:pt x="13414" y="4425"/>
                  </a:moveTo>
                  <a:cubicBezTo>
                    <a:pt x="13398" y="4430"/>
                    <a:pt x="13383" y="4435"/>
                    <a:pt x="13367" y="4436"/>
                  </a:cubicBezTo>
                  <a:lnTo>
                    <a:pt x="13367" y="4436"/>
                  </a:lnTo>
                  <a:cubicBezTo>
                    <a:pt x="13385" y="4431"/>
                    <a:pt x="13397" y="4430"/>
                    <a:pt x="13414" y="4425"/>
                  </a:cubicBezTo>
                  <a:close/>
                  <a:moveTo>
                    <a:pt x="13276" y="4466"/>
                  </a:moveTo>
                  <a:cubicBezTo>
                    <a:pt x="13263" y="4469"/>
                    <a:pt x="13254" y="4472"/>
                    <a:pt x="13242" y="4472"/>
                  </a:cubicBezTo>
                  <a:cubicBezTo>
                    <a:pt x="13255" y="4469"/>
                    <a:pt x="13266" y="4467"/>
                    <a:pt x="13276" y="4466"/>
                  </a:cubicBezTo>
                  <a:close/>
                  <a:moveTo>
                    <a:pt x="13046" y="4549"/>
                  </a:moveTo>
                  <a:cubicBezTo>
                    <a:pt x="13034" y="4555"/>
                    <a:pt x="13022" y="4555"/>
                    <a:pt x="12998" y="4561"/>
                  </a:cubicBezTo>
                  <a:cubicBezTo>
                    <a:pt x="13016" y="4555"/>
                    <a:pt x="13028" y="4549"/>
                    <a:pt x="13046" y="4549"/>
                  </a:cubicBezTo>
                  <a:close/>
                  <a:moveTo>
                    <a:pt x="15724" y="4609"/>
                  </a:moveTo>
                  <a:lnTo>
                    <a:pt x="15724" y="4609"/>
                  </a:lnTo>
                  <a:cubicBezTo>
                    <a:pt x="15726" y="4610"/>
                    <a:pt x="15727" y="4611"/>
                    <a:pt x="15729" y="4612"/>
                  </a:cubicBezTo>
                  <a:lnTo>
                    <a:pt x="15729" y="4612"/>
                  </a:lnTo>
                  <a:cubicBezTo>
                    <a:pt x="15728" y="4609"/>
                    <a:pt x="15724" y="4609"/>
                    <a:pt x="15724" y="4609"/>
                  </a:cubicBezTo>
                  <a:close/>
                  <a:moveTo>
                    <a:pt x="7351" y="14228"/>
                  </a:moveTo>
                  <a:cubicBezTo>
                    <a:pt x="7357" y="14252"/>
                    <a:pt x="7357" y="14264"/>
                    <a:pt x="7357" y="14270"/>
                  </a:cubicBezTo>
                  <a:cubicBezTo>
                    <a:pt x="7357" y="14258"/>
                    <a:pt x="7351" y="14240"/>
                    <a:pt x="7351" y="14228"/>
                  </a:cubicBezTo>
                  <a:close/>
                  <a:moveTo>
                    <a:pt x="7393" y="14478"/>
                  </a:moveTo>
                  <a:lnTo>
                    <a:pt x="7393" y="14478"/>
                  </a:lnTo>
                  <a:cubicBezTo>
                    <a:pt x="7405" y="14501"/>
                    <a:pt x="7411" y="14525"/>
                    <a:pt x="7411" y="14537"/>
                  </a:cubicBezTo>
                  <a:cubicBezTo>
                    <a:pt x="7405" y="14519"/>
                    <a:pt x="7405" y="14501"/>
                    <a:pt x="7393" y="14478"/>
                  </a:cubicBezTo>
                  <a:close/>
                  <a:moveTo>
                    <a:pt x="7452" y="14715"/>
                  </a:moveTo>
                  <a:cubicBezTo>
                    <a:pt x="7458" y="14739"/>
                    <a:pt x="7458" y="14745"/>
                    <a:pt x="7458" y="14757"/>
                  </a:cubicBezTo>
                  <a:cubicBezTo>
                    <a:pt x="7458" y="14739"/>
                    <a:pt x="7452" y="14733"/>
                    <a:pt x="7452" y="14715"/>
                  </a:cubicBezTo>
                  <a:close/>
                  <a:moveTo>
                    <a:pt x="7494" y="14834"/>
                  </a:moveTo>
                  <a:lnTo>
                    <a:pt x="7494" y="14834"/>
                  </a:lnTo>
                  <a:cubicBezTo>
                    <a:pt x="7500" y="14852"/>
                    <a:pt x="7500" y="14864"/>
                    <a:pt x="7506" y="14881"/>
                  </a:cubicBezTo>
                  <a:cubicBezTo>
                    <a:pt x="7500" y="14881"/>
                    <a:pt x="7500" y="14875"/>
                    <a:pt x="7500" y="14864"/>
                  </a:cubicBezTo>
                  <a:cubicBezTo>
                    <a:pt x="7500" y="14858"/>
                    <a:pt x="7494" y="14846"/>
                    <a:pt x="7494" y="14834"/>
                  </a:cubicBezTo>
                  <a:close/>
                  <a:moveTo>
                    <a:pt x="7518" y="14947"/>
                  </a:moveTo>
                  <a:lnTo>
                    <a:pt x="7518" y="14947"/>
                  </a:lnTo>
                  <a:cubicBezTo>
                    <a:pt x="7530" y="14970"/>
                    <a:pt x="7536" y="14982"/>
                    <a:pt x="7536" y="15000"/>
                  </a:cubicBezTo>
                  <a:cubicBezTo>
                    <a:pt x="7530" y="14982"/>
                    <a:pt x="7530" y="14970"/>
                    <a:pt x="7518" y="14947"/>
                  </a:cubicBezTo>
                  <a:close/>
                  <a:moveTo>
                    <a:pt x="7559" y="15060"/>
                  </a:moveTo>
                  <a:lnTo>
                    <a:pt x="7559" y="15060"/>
                  </a:lnTo>
                  <a:cubicBezTo>
                    <a:pt x="7565" y="15071"/>
                    <a:pt x="7571" y="15089"/>
                    <a:pt x="7571" y="15095"/>
                  </a:cubicBezTo>
                  <a:cubicBezTo>
                    <a:pt x="7565" y="15083"/>
                    <a:pt x="7565" y="15071"/>
                    <a:pt x="7559" y="15060"/>
                  </a:cubicBezTo>
                  <a:close/>
                  <a:moveTo>
                    <a:pt x="7660" y="15301"/>
                  </a:moveTo>
                  <a:cubicBezTo>
                    <a:pt x="7664" y="15308"/>
                    <a:pt x="7667" y="15314"/>
                    <a:pt x="7672" y="15321"/>
                  </a:cubicBezTo>
                  <a:cubicBezTo>
                    <a:pt x="7663" y="15312"/>
                    <a:pt x="7661" y="15306"/>
                    <a:pt x="7660" y="15301"/>
                  </a:cubicBezTo>
                  <a:close/>
                  <a:moveTo>
                    <a:pt x="7684" y="15362"/>
                  </a:moveTo>
                  <a:cubicBezTo>
                    <a:pt x="7702" y="15386"/>
                    <a:pt x="7708" y="15398"/>
                    <a:pt x="7708" y="15410"/>
                  </a:cubicBezTo>
                  <a:lnTo>
                    <a:pt x="7684" y="15362"/>
                  </a:lnTo>
                  <a:close/>
                  <a:moveTo>
                    <a:pt x="7744" y="15484"/>
                  </a:moveTo>
                  <a:lnTo>
                    <a:pt x="7744" y="15484"/>
                  </a:lnTo>
                  <a:cubicBezTo>
                    <a:pt x="7746" y="15489"/>
                    <a:pt x="7749" y="15495"/>
                    <a:pt x="7751" y="15499"/>
                  </a:cubicBezTo>
                  <a:lnTo>
                    <a:pt x="7751" y="15499"/>
                  </a:lnTo>
                  <a:cubicBezTo>
                    <a:pt x="7751" y="15499"/>
                    <a:pt x="7750" y="15499"/>
                    <a:pt x="7749" y="15499"/>
                  </a:cubicBezTo>
                  <a:cubicBezTo>
                    <a:pt x="7747" y="15494"/>
                    <a:pt x="7745" y="15488"/>
                    <a:pt x="7744" y="15484"/>
                  </a:cubicBezTo>
                  <a:close/>
                  <a:moveTo>
                    <a:pt x="7803" y="15588"/>
                  </a:moveTo>
                  <a:cubicBezTo>
                    <a:pt x="7805" y="15592"/>
                    <a:pt x="7807" y="15596"/>
                    <a:pt x="7809" y="15600"/>
                  </a:cubicBezTo>
                  <a:cubicBezTo>
                    <a:pt x="7803" y="15594"/>
                    <a:pt x="7803" y="15588"/>
                    <a:pt x="7803" y="15588"/>
                  </a:cubicBezTo>
                  <a:close/>
                  <a:moveTo>
                    <a:pt x="7863" y="15682"/>
                  </a:moveTo>
                  <a:cubicBezTo>
                    <a:pt x="7865" y="15685"/>
                    <a:pt x="7866" y="15687"/>
                    <a:pt x="7868" y="15689"/>
                  </a:cubicBezTo>
                  <a:cubicBezTo>
                    <a:pt x="7865" y="15686"/>
                    <a:pt x="7864" y="15684"/>
                    <a:pt x="7863" y="15682"/>
                  </a:cubicBezTo>
                  <a:close/>
                  <a:moveTo>
                    <a:pt x="7957" y="15825"/>
                  </a:moveTo>
                  <a:cubicBezTo>
                    <a:pt x="7958" y="15828"/>
                    <a:pt x="7960" y="15831"/>
                    <a:pt x="7962" y="15833"/>
                  </a:cubicBezTo>
                  <a:lnTo>
                    <a:pt x="7962" y="15833"/>
                  </a:lnTo>
                  <a:cubicBezTo>
                    <a:pt x="7959" y="15830"/>
                    <a:pt x="7957" y="15828"/>
                    <a:pt x="7957" y="15825"/>
                  </a:cubicBezTo>
                  <a:close/>
                  <a:moveTo>
                    <a:pt x="8034" y="15922"/>
                  </a:moveTo>
                  <a:lnTo>
                    <a:pt x="8034" y="15922"/>
                  </a:lnTo>
                  <a:cubicBezTo>
                    <a:pt x="8038" y="15925"/>
                    <a:pt x="8042" y="15928"/>
                    <a:pt x="8046" y="15932"/>
                  </a:cubicBezTo>
                  <a:cubicBezTo>
                    <a:pt x="8041" y="15927"/>
                    <a:pt x="8035" y="15926"/>
                    <a:pt x="8034" y="15922"/>
                  </a:cubicBezTo>
                  <a:close/>
                  <a:moveTo>
                    <a:pt x="8076" y="15980"/>
                  </a:moveTo>
                  <a:cubicBezTo>
                    <a:pt x="8084" y="15985"/>
                    <a:pt x="8089" y="15992"/>
                    <a:pt x="8094" y="15998"/>
                  </a:cubicBezTo>
                  <a:lnTo>
                    <a:pt x="8094" y="15998"/>
                  </a:lnTo>
                  <a:lnTo>
                    <a:pt x="8076" y="15980"/>
                  </a:lnTo>
                  <a:close/>
                  <a:moveTo>
                    <a:pt x="8102" y="16010"/>
                  </a:moveTo>
                  <a:cubicBezTo>
                    <a:pt x="8103" y="16012"/>
                    <a:pt x="8104" y="16013"/>
                    <a:pt x="8105" y="16014"/>
                  </a:cubicBezTo>
                  <a:lnTo>
                    <a:pt x="8105" y="16014"/>
                  </a:lnTo>
                  <a:cubicBezTo>
                    <a:pt x="8104" y="16014"/>
                    <a:pt x="8103" y="16012"/>
                    <a:pt x="8102" y="16010"/>
                  </a:cubicBezTo>
                  <a:close/>
                  <a:moveTo>
                    <a:pt x="8147" y="16051"/>
                  </a:moveTo>
                  <a:cubicBezTo>
                    <a:pt x="8159" y="16069"/>
                    <a:pt x="8165" y="16075"/>
                    <a:pt x="8165" y="16081"/>
                  </a:cubicBezTo>
                  <a:cubicBezTo>
                    <a:pt x="8159" y="16075"/>
                    <a:pt x="8153" y="16069"/>
                    <a:pt x="8147" y="16051"/>
                  </a:cubicBezTo>
                  <a:close/>
                  <a:moveTo>
                    <a:pt x="8284" y="16194"/>
                  </a:moveTo>
                  <a:lnTo>
                    <a:pt x="8325" y="16229"/>
                  </a:lnTo>
                  <a:lnTo>
                    <a:pt x="8302" y="16211"/>
                  </a:lnTo>
                  <a:cubicBezTo>
                    <a:pt x="8296" y="16200"/>
                    <a:pt x="8284" y="16200"/>
                    <a:pt x="8284" y="16194"/>
                  </a:cubicBezTo>
                  <a:close/>
                  <a:moveTo>
                    <a:pt x="8503" y="16378"/>
                  </a:moveTo>
                  <a:cubicBezTo>
                    <a:pt x="8512" y="16386"/>
                    <a:pt x="8517" y="16391"/>
                    <a:pt x="8525" y="16396"/>
                  </a:cubicBezTo>
                  <a:lnTo>
                    <a:pt x="8525" y="16396"/>
                  </a:lnTo>
                  <a:cubicBezTo>
                    <a:pt x="8524" y="16396"/>
                    <a:pt x="8523" y="16396"/>
                    <a:pt x="8521" y="16396"/>
                  </a:cubicBezTo>
                  <a:cubicBezTo>
                    <a:pt x="8515" y="16390"/>
                    <a:pt x="8509" y="16390"/>
                    <a:pt x="8503" y="16378"/>
                  </a:cubicBezTo>
                  <a:close/>
                  <a:moveTo>
                    <a:pt x="8592" y="16431"/>
                  </a:moveTo>
                  <a:cubicBezTo>
                    <a:pt x="8593" y="16433"/>
                    <a:pt x="8594" y="16434"/>
                    <a:pt x="8594" y="16436"/>
                  </a:cubicBezTo>
                  <a:lnTo>
                    <a:pt x="8594" y="16436"/>
                  </a:lnTo>
                  <a:cubicBezTo>
                    <a:pt x="8593" y="16434"/>
                    <a:pt x="8592" y="16433"/>
                    <a:pt x="8592" y="16431"/>
                  </a:cubicBezTo>
                  <a:close/>
                  <a:moveTo>
                    <a:pt x="6930" y="1"/>
                  </a:moveTo>
                  <a:cubicBezTo>
                    <a:pt x="6906" y="1"/>
                    <a:pt x="6882" y="7"/>
                    <a:pt x="6853" y="7"/>
                  </a:cubicBezTo>
                  <a:cubicBezTo>
                    <a:pt x="6841" y="7"/>
                    <a:pt x="6823" y="7"/>
                    <a:pt x="6811" y="13"/>
                  </a:cubicBezTo>
                  <a:cubicBezTo>
                    <a:pt x="6787" y="13"/>
                    <a:pt x="6758" y="19"/>
                    <a:pt x="6728" y="19"/>
                  </a:cubicBezTo>
                  <a:cubicBezTo>
                    <a:pt x="6710" y="19"/>
                    <a:pt x="6704" y="19"/>
                    <a:pt x="6692" y="31"/>
                  </a:cubicBezTo>
                  <a:lnTo>
                    <a:pt x="6669" y="31"/>
                  </a:lnTo>
                  <a:cubicBezTo>
                    <a:pt x="6639" y="36"/>
                    <a:pt x="6609" y="36"/>
                    <a:pt x="6580" y="42"/>
                  </a:cubicBezTo>
                  <a:lnTo>
                    <a:pt x="6556" y="42"/>
                  </a:lnTo>
                  <a:cubicBezTo>
                    <a:pt x="6520" y="48"/>
                    <a:pt x="6490" y="60"/>
                    <a:pt x="6455" y="66"/>
                  </a:cubicBezTo>
                  <a:lnTo>
                    <a:pt x="6437" y="66"/>
                  </a:lnTo>
                  <a:cubicBezTo>
                    <a:pt x="6407" y="72"/>
                    <a:pt x="6372" y="78"/>
                    <a:pt x="6342" y="90"/>
                  </a:cubicBezTo>
                  <a:cubicBezTo>
                    <a:pt x="6336" y="90"/>
                    <a:pt x="6336" y="90"/>
                    <a:pt x="6324" y="96"/>
                  </a:cubicBezTo>
                  <a:cubicBezTo>
                    <a:pt x="6289" y="102"/>
                    <a:pt x="6253" y="108"/>
                    <a:pt x="6223" y="126"/>
                  </a:cubicBezTo>
                  <a:cubicBezTo>
                    <a:pt x="6217" y="126"/>
                    <a:pt x="6205" y="126"/>
                    <a:pt x="6205" y="131"/>
                  </a:cubicBezTo>
                  <a:cubicBezTo>
                    <a:pt x="6176" y="137"/>
                    <a:pt x="6140" y="149"/>
                    <a:pt x="6110" y="161"/>
                  </a:cubicBezTo>
                  <a:cubicBezTo>
                    <a:pt x="6104" y="161"/>
                    <a:pt x="6104" y="161"/>
                    <a:pt x="6099" y="167"/>
                  </a:cubicBezTo>
                  <a:cubicBezTo>
                    <a:pt x="6057" y="179"/>
                    <a:pt x="6021" y="191"/>
                    <a:pt x="5986" y="209"/>
                  </a:cubicBezTo>
                  <a:cubicBezTo>
                    <a:pt x="5980" y="209"/>
                    <a:pt x="5968" y="215"/>
                    <a:pt x="5962" y="215"/>
                  </a:cubicBezTo>
                  <a:cubicBezTo>
                    <a:pt x="5932" y="221"/>
                    <a:pt x="5897" y="238"/>
                    <a:pt x="5867" y="250"/>
                  </a:cubicBezTo>
                  <a:cubicBezTo>
                    <a:pt x="5861" y="250"/>
                    <a:pt x="5861" y="250"/>
                    <a:pt x="5849" y="256"/>
                  </a:cubicBezTo>
                  <a:lnTo>
                    <a:pt x="5742" y="304"/>
                  </a:lnTo>
                  <a:cubicBezTo>
                    <a:pt x="5730" y="304"/>
                    <a:pt x="5724" y="310"/>
                    <a:pt x="5719" y="310"/>
                  </a:cubicBezTo>
                  <a:cubicBezTo>
                    <a:pt x="5683" y="327"/>
                    <a:pt x="5653" y="339"/>
                    <a:pt x="5612" y="357"/>
                  </a:cubicBezTo>
                  <a:cubicBezTo>
                    <a:pt x="5606" y="357"/>
                    <a:pt x="5606" y="357"/>
                    <a:pt x="5600" y="363"/>
                  </a:cubicBezTo>
                  <a:lnTo>
                    <a:pt x="5487" y="405"/>
                  </a:lnTo>
                  <a:cubicBezTo>
                    <a:pt x="5481" y="417"/>
                    <a:pt x="5475" y="417"/>
                    <a:pt x="5463" y="422"/>
                  </a:cubicBezTo>
                  <a:cubicBezTo>
                    <a:pt x="5451" y="428"/>
                    <a:pt x="5445" y="428"/>
                    <a:pt x="5428" y="434"/>
                  </a:cubicBezTo>
                  <a:lnTo>
                    <a:pt x="5386" y="458"/>
                  </a:lnTo>
                  <a:lnTo>
                    <a:pt x="5338" y="482"/>
                  </a:lnTo>
                  <a:cubicBezTo>
                    <a:pt x="5309" y="494"/>
                    <a:pt x="5285" y="512"/>
                    <a:pt x="5255" y="517"/>
                  </a:cubicBezTo>
                  <a:lnTo>
                    <a:pt x="5214" y="541"/>
                  </a:lnTo>
                  <a:lnTo>
                    <a:pt x="5125" y="583"/>
                  </a:lnTo>
                  <a:cubicBezTo>
                    <a:pt x="5107" y="595"/>
                    <a:pt x="5101" y="601"/>
                    <a:pt x="5089" y="601"/>
                  </a:cubicBezTo>
                  <a:cubicBezTo>
                    <a:pt x="5048" y="624"/>
                    <a:pt x="5006" y="642"/>
                    <a:pt x="4958" y="666"/>
                  </a:cubicBezTo>
                  <a:cubicBezTo>
                    <a:pt x="4923" y="690"/>
                    <a:pt x="4881" y="713"/>
                    <a:pt x="4840" y="731"/>
                  </a:cubicBezTo>
                  <a:cubicBezTo>
                    <a:pt x="4834" y="743"/>
                    <a:pt x="4822" y="749"/>
                    <a:pt x="4810" y="755"/>
                  </a:cubicBezTo>
                  <a:cubicBezTo>
                    <a:pt x="4780" y="773"/>
                    <a:pt x="4751" y="791"/>
                    <a:pt x="4721" y="808"/>
                  </a:cubicBezTo>
                  <a:cubicBezTo>
                    <a:pt x="4709" y="814"/>
                    <a:pt x="4703" y="820"/>
                    <a:pt x="4685" y="832"/>
                  </a:cubicBezTo>
                  <a:cubicBezTo>
                    <a:pt x="4656" y="844"/>
                    <a:pt x="4632" y="868"/>
                    <a:pt x="4602" y="880"/>
                  </a:cubicBezTo>
                  <a:cubicBezTo>
                    <a:pt x="4590" y="892"/>
                    <a:pt x="4572" y="897"/>
                    <a:pt x="4567" y="903"/>
                  </a:cubicBezTo>
                  <a:cubicBezTo>
                    <a:pt x="4537" y="921"/>
                    <a:pt x="4513" y="939"/>
                    <a:pt x="4483" y="957"/>
                  </a:cubicBezTo>
                  <a:cubicBezTo>
                    <a:pt x="4472" y="963"/>
                    <a:pt x="4466" y="969"/>
                    <a:pt x="4448" y="981"/>
                  </a:cubicBezTo>
                  <a:lnTo>
                    <a:pt x="4359" y="1046"/>
                  </a:lnTo>
                  <a:cubicBezTo>
                    <a:pt x="4353" y="1052"/>
                    <a:pt x="4347" y="1058"/>
                    <a:pt x="4335" y="1058"/>
                  </a:cubicBezTo>
                  <a:cubicBezTo>
                    <a:pt x="4264" y="1111"/>
                    <a:pt x="4187" y="1165"/>
                    <a:pt x="4115" y="1224"/>
                  </a:cubicBezTo>
                  <a:lnTo>
                    <a:pt x="4109" y="1230"/>
                  </a:lnTo>
                  <a:cubicBezTo>
                    <a:pt x="4062" y="1266"/>
                    <a:pt x="4008" y="1307"/>
                    <a:pt x="3967" y="1343"/>
                  </a:cubicBezTo>
                  <a:cubicBezTo>
                    <a:pt x="3949" y="1349"/>
                    <a:pt x="3937" y="1367"/>
                    <a:pt x="3919" y="1378"/>
                  </a:cubicBezTo>
                  <a:cubicBezTo>
                    <a:pt x="3884" y="1408"/>
                    <a:pt x="3854" y="1438"/>
                    <a:pt x="3818" y="1468"/>
                  </a:cubicBezTo>
                  <a:cubicBezTo>
                    <a:pt x="3801" y="1485"/>
                    <a:pt x="3789" y="1497"/>
                    <a:pt x="3765" y="1515"/>
                  </a:cubicBezTo>
                  <a:cubicBezTo>
                    <a:pt x="3729" y="1545"/>
                    <a:pt x="3700" y="1574"/>
                    <a:pt x="3664" y="1604"/>
                  </a:cubicBezTo>
                  <a:lnTo>
                    <a:pt x="3622" y="1640"/>
                  </a:lnTo>
                  <a:cubicBezTo>
                    <a:pt x="3581" y="1675"/>
                    <a:pt x="3533" y="1723"/>
                    <a:pt x="3492" y="1764"/>
                  </a:cubicBezTo>
                  <a:lnTo>
                    <a:pt x="3456" y="1800"/>
                  </a:lnTo>
                  <a:cubicBezTo>
                    <a:pt x="3415" y="1830"/>
                    <a:pt x="3385" y="1871"/>
                    <a:pt x="3349" y="1901"/>
                  </a:cubicBezTo>
                  <a:lnTo>
                    <a:pt x="3308" y="1943"/>
                  </a:lnTo>
                  <a:cubicBezTo>
                    <a:pt x="3266" y="1972"/>
                    <a:pt x="3236" y="2008"/>
                    <a:pt x="3201" y="2038"/>
                  </a:cubicBezTo>
                  <a:lnTo>
                    <a:pt x="3165" y="2079"/>
                  </a:lnTo>
                  <a:lnTo>
                    <a:pt x="3029" y="2210"/>
                  </a:lnTo>
                  <a:lnTo>
                    <a:pt x="2993" y="2245"/>
                  </a:lnTo>
                  <a:cubicBezTo>
                    <a:pt x="2963" y="2287"/>
                    <a:pt x="2928" y="2317"/>
                    <a:pt x="2898" y="2352"/>
                  </a:cubicBezTo>
                  <a:lnTo>
                    <a:pt x="2850" y="2394"/>
                  </a:lnTo>
                  <a:cubicBezTo>
                    <a:pt x="2821" y="2435"/>
                    <a:pt x="2785" y="2471"/>
                    <a:pt x="2755" y="2507"/>
                  </a:cubicBezTo>
                  <a:lnTo>
                    <a:pt x="2720" y="2542"/>
                  </a:lnTo>
                  <a:cubicBezTo>
                    <a:pt x="2672" y="2590"/>
                    <a:pt x="2637" y="2643"/>
                    <a:pt x="2595" y="2691"/>
                  </a:cubicBezTo>
                  <a:cubicBezTo>
                    <a:pt x="2583" y="2709"/>
                    <a:pt x="2571" y="2714"/>
                    <a:pt x="2565" y="2732"/>
                  </a:cubicBezTo>
                  <a:cubicBezTo>
                    <a:pt x="2536" y="2768"/>
                    <a:pt x="2506" y="2804"/>
                    <a:pt x="2465" y="2839"/>
                  </a:cubicBezTo>
                  <a:cubicBezTo>
                    <a:pt x="2453" y="2857"/>
                    <a:pt x="2435" y="2869"/>
                    <a:pt x="2429" y="2893"/>
                  </a:cubicBezTo>
                  <a:cubicBezTo>
                    <a:pt x="2399" y="2928"/>
                    <a:pt x="2370" y="2970"/>
                    <a:pt x="2340" y="3011"/>
                  </a:cubicBezTo>
                  <a:cubicBezTo>
                    <a:pt x="2334" y="3029"/>
                    <a:pt x="2316" y="3035"/>
                    <a:pt x="2310" y="3047"/>
                  </a:cubicBezTo>
                  <a:cubicBezTo>
                    <a:pt x="2275" y="3100"/>
                    <a:pt x="2227" y="3154"/>
                    <a:pt x="2191" y="3207"/>
                  </a:cubicBezTo>
                  <a:cubicBezTo>
                    <a:pt x="2185" y="3219"/>
                    <a:pt x="2168" y="3225"/>
                    <a:pt x="2162" y="3243"/>
                  </a:cubicBezTo>
                  <a:cubicBezTo>
                    <a:pt x="2132" y="3285"/>
                    <a:pt x="2102" y="3326"/>
                    <a:pt x="2073" y="3368"/>
                  </a:cubicBezTo>
                  <a:cubicBezTo>
                    <a:pt x="2061" y="3385"/>
                    <a:pt x="2049" y="3403"/>
                    <a:pt x="2037" y="3421"/>
                  </a:cubicBezTo>
                  <a:cubicBezTo>
                    <a:pt x="2007" y="3463"/>
                    <a:pt x="1978" y="3504"/>
                    <a:pt x="1948" y="3546"/>
                  </a:cubicBezTo>
                  <a:cubicBezTo>
                    <a:pt x="1942" y="3564"/>
                    <a:pt x="1930" y="3576"/>
                    <a:pt x="1918" y="3581"/>
                  </a:cubicBezTo>
                  <a:cubicBezTo>
                    <a:pt x="1883" y="3635"/>
                    <a:pt x="1841" y="3694"/>
                    <a:pt x="1805" y="3748"/>
                  </a:cubicBezTo>
                  <a:cubicBezTo>
                    <a:pt x="1799" y="3760"/>
                    <a:pt x="1794" y="3771"/>
                    <a:pt x="1782" y="3783"/>
                  </a:cubicBezTo>
                  <a:cubicBezTo>
                    <a:pt x="1752" y="3831"/>
                    <a:pt x="1722" y="3872"/>
                    <a:pt x="1704" y="3920"/>
                  </a:cubicBezTo>
                  <a:cubicBezTo>
                    <a:pt x="1693" y="3932"/>
                    <a:pt x="1681" y="3956"/>
                    <a:pt x="1675" y="3967"/>
                  </a:cubicBezTo>
                  <a:cubicBezTo>
                    <a:pt x="1645" y="4015"/>
                    <a:pt x="1621" y="4056"/>
                    <a:pt x="1592" y="4104"/>
                  </a:cubicBezTo>
                  <a:cubicBezTo>
                    <a:pt x="1586" y="4116"/>
                    <a:pt x="1574" y="4134"/>
                    <a:pt x="1568" y="4140"/>
                  </a:cubicBezTo>
                  <a:cubicBezTo>
                    <a:pt x="1532" y="4199"/>
                    <a:pt x="1503" y="4252"/>
                    <a:pt x="1467" y="4312"/>
                  </a:cubicBezTo>
                  <a:cubicBezTo>
                    <a:pt x="1455" y="4324"/>
                    <a:pt x="1449" y="4336"/>
                    <a:pt x="1443" y="4347"/>
                  </a:cubicBezTo>
                  <a:cubicBezTo>
                    <a:pt x="1414" y="4395"/>
                    <a:pt x="1390" y="4437"/>
                    <a:pt x="1360" y="4490"/>
                  </a:cubicBezTo>
                  <a:cubicBezTo>
                    <a:pt x="1354" y="4502"/>
                    <a:pt x="1336" y="4526"/>
                    <a:pt x="1330" y="4543"/>
                  </a:cubicBezTo>
                  <a:cubicBezTo>
                    <a:pt x="1307" y="4585"/>
                    <a:pt x="1277" y="4632"/>
                    <a:pt x="1259" y="4674"/>
                  </a:cubicBezTo>
                  <a:cubicBezTo>
                    <a:pt x="1247" y="4692"/>
                    <a:pt x="1241" y="4704"/>
                    <a:pt x="1235" y="4710"/>
                  </a:cubicBezTo>
                  <a:lnTo>
                    <a:pt x="1146" y="4888"/>
                  </a:lnTo>
                  <a:cubicBezTo>
                    <a:pt x="1140" y="4906"/>
                    <a:pt x="1128" y="4912"/>
                    <a:pt x="1128" y="4929"/>
                  </a:cubicBezTo>
                  <a:cubicBezTo>
                    <a:pt x="1111" y="4971"/>
                    <a:pt x="1081" y="5024"/>
                    <a:pt x="1057" y="5066"/>
                  </a:cubicBezTo>
                  <a:cubicBezTo>
                    <a:pt x="1051" y="5084"/>
                    <a:pt x="1039" y="5107"/>
                    <a:pt x="1028" y="5119"/>
                  </a:cubicBezTo>
                  <a:cubicBezTo>
                    <a:pt x="1004" y="5167"/>
                    <a:pt x="980" y="5214"/>
                    <a:pt x="962" y="5262"/>
                  </a:cubicBezTo>
                  <a:lnTo>
                    <a:pt x="938" y="5303"/>
                  </a:lnTo>
                  <a:cubicBezTo>
                    <a:pt x="909" y="5363"/>
                    <a:pt x="885" y="5422"/>
                    <a:pt x="855" y="5482"/>
                  </a:cubicBezTo>
                  <a:cubicBezTo>
                    <a:pt x="849" y="5499"/>
                    <a:pt x="849" y="5505"/>
                    <a:pt x="843" y="5523"/>
                  </a:cubicBezTo>
                  <a:cubicBezTo>
                    <a:pt x="820" y="5571"/>
                    <a:pt x="796" y="5618"/>
                    <a:pt x="772" y="5672"/>
                  </a:cubicBezTo>
                  <a:cubicBezTo>
                    <a:pt x="766" y="5683"/>
                    <a:pt x="760" y="5707"/>
                    <a:pt x="754" y="5719"/>
                  </a:cubicBezTo>
                  <a:cubicBezTo>
                    <a:pt x="731" y="5767"/>
                    <a:pt x="713" y="5820"/>
                    <a:pt x="695" y="5862"/>
                  </a:cubicBezTo>
                  <a:cubicBezTo>
                    <a:pt x="683" y="5879"/>
                    <a:pt x="677" y="5891"/>
                    <a:pt x="677" y="5909"/>
                  </a:cubicBezTo>
                  <a:cubicBezTo>
                    <a:pt x="653" y="5968"/>
                    <a:pt x="636" y="6028"/>
                    <a:pt x="606" y="6093"/>
                  </a:cubicBezTo>
                  <a:cubicBezTo>
                    <a:pt x="594" y="6099"/>
                    <a:pt x="594" y="6117"/>
                    <a:pt x="588" y="6123"/>
                  </a:cubicBezTo>
                  <a:cubicBezTo>
                    <a:pt x="564" y="6176"/>
                    <a:pt x="553" y="6224"/>
                    <a:pt x="535" y="6271"/>
                  </a:cubicBezTo>
                  <a:cubicBezTo>
                    <a:pt x="529" y="6283"/>
                    <a:pt x="523" y="6307"/>
                    <a:pt x="517" y="6325"/>
                  </a:cubicBezTo>
                  <a:cubicBezTo>
                    <a:pt x="499" y="6366"/>
                    <a:pt x="481" y="6420"/>
                    <a:pt x="463" y="6461"/>
                  </a:cubicBezTo>
                  <a:cubicBezTo>
                    <a:pt x="458" y="6479"/>
                    <a:pt x="458" y="6491"/>
                    <a:pt x="446" y="6509"/>
                  </a:cubicBezTo>
                  <a:cubicBezTo>
                    <a:pt x="428" y="6568"/>
                    <a:pt x="410" y="6634"/>
                    <a:pt x="386" y="6693"/>
                  </a:cubicBezTo>
                  <a:cubicBezTo>
                    <a:pt x="386" y="6699"/>
                    <a:pt x="380" y="6717"/>
                    <a:pt x="380" y="6723"/>
                  </a:cubicBezTo>
                  <a:lnTo>
                    <a:pt x="339" y="6877"/>
                  </a:lnTo>
                  <a:cubicBezTo>
                    <a:pt x="339" y="6889"/>
                    <a:pt x="327" y="6895"/>
                    <a:pt x="327" y="6901"/>
                  </a:cubicBezTo>
                  <a:cubicBezTo>
                    <a:pt x="327" y="6907"/>
                    <a:pt x="321" y="6925"/>
                    <a:pt x="321" y="6930"/>
                  </a:cubicBezTo>
                  <a:cubicBezTo>
                    <a:pt x="309" y="6978"/>
                    <a:pt x="291" y="7025"/>
                    <a:pt x="285" y="7073"/>
                  </a:cubicBezTo>
                  <a:cubicBezTo>
                    <a:pt x="279" y="7085"/>
                    <a:pt x="279" y="7103"/>
                    <a:pt x="267" y="7115"/>
                  </a:cubicBezTo>
                  <a:cubicBezTo>
                    <a:pt x="256" y="7174"/>
                    <a:pt x="238" y="7233"/>
                    <a:pt x="226" y="7305"/>
                  </a:cubicBezTo>
                  <a:cubicBezTo>
                    <a:pt x="226" y="7310"/>
                    <a:pt x="220" y="7322"/>
                    <a:pt x="220" y="7334"/>
                  </a:cubicBezTo>
                  <a:cubicBezTo>
                    <a:pt x="202" y="7382"/>
                    <a:pt x="196" y="7435"/>
                    <a:pt x="178" y="7483"/>
                  </a:cubicBezTo>
                  <a:cubicBezTo>
                    <a:pt x="172" y="7500"/>
                    <a:pt x="172" y="7518"/>
                    <a:pt x="167" y="7542"/>
                  </a:cubicBezTo>
                  <a:cubicBezTo>
                    <a:pt x="161" y="7584"/>
                    <a:pt x="143" y="7631"/>
                    <a:pt x="137" y="7679"/>
                  </a:cubicBezTo>
                  <a:cubicBezTo>
                    <a:pt x="137" y="7696"/>
                    <a:pt x="131" y="7708"/>
                    <a:pt x="131" y="7726"/>
                  </a:cubicBezTo>
                  <a:cubicBezTo>
                    <a:pt x="113" y="7786"/>
                    <a:pt x="107" y="7845"/>
                    <a:pt x="101" y="7904"/>
                  </a:cubicBezTo>
                  <a:cubicBezTo>
                    <a:pt x="101" y="7910"/>
                    <a:pt x="101" y="7928"/>
                    <a:pt x="89" y="7934"/>
                  </a:cubicBezTo>
                  <a:cubicBezTo>
                    <a:pt x="83" y="7987"/>
                    <a:pt x="77" y="8029"/>
                    <a:pt x="72" y="8082"/>
                  </a:cubicBezTo>
                  <a:cubicBezTo>
                    <a:pt x="72" y="8106"/>
                    <a:pt x="60" y="8118"/>
                    <a:pt x="60" y="8136"/>
                  </a:cubicBezTo>
                  <a:cubicBezTo>
                    <a:pt x="54" y="8177"/>
                    <a:pt x="48" y="8225"/>
                    <a:pt x="48" y="8266"/>
                  </a:cubicBezTo>
                  <a:cubicBezTo>
                    <a:pt x="48" y="8284"/>
                    <a:pt x="42" y="8296"/>
                    <a:pt x="42" y="8314"/>
                  </a:cubicBezTo>
                  <a:cubicBezTo>
                    <a:pt x="30" y="8373"/>
                    <a:pt x="24" y="8433"/>
                    <a:pt x="24" y="8492"/>
                  </a:cubicBezTo>
                  <a:lnTo>
                    <a:pt x="24" y="8498"/>
                  </a:lnTo>
                  <a:cubicBezTo>
                    <a:pt x="24" y="8522"/>
                    <a:pt x="18" y="8551"/>
                    <a:pt x="18" y="8569"/>
                  </a:cubicBezTo>
                  <a:cubicBezTo>
                    <a:pt x="18" y="8593"/>
                    <a:pt x="18" y="8617"/>
                    <a:pt x="12" y="8641"/>
                  </a:cubicBezTo>
                  <a:cubicBezTo>
                    <a:pt x="12" y="8670"/>
                    <a:pt x="12" y="8700"/>
                    <a:pt x="0" y="8730"/>
                  </a:cubicBezTo>
                  <a:lnTo>
                    <a:pt x="0" y="8789"/>
                  </a:lnTo>
                  <a:lnTo>
                    <a:pt x="0" y="8884"/>
                  </a:lnTo>
                  <a:lnTo>
                    <a:pt x="0" y="8926"/>
                  </a:lnTo>
                  <a:lnTo>
                    <a:pt x="0" y="9068"/>
                  </a:lnTo>
                  <a:lnTo>
                    <a:pt x="0" y="9205"/>
                  </a:lnTo>
                  <a:lnTo>
                    <a:pt x="0" y="9246"/>
                  </a:lnTo>
                  <a:lnTo>
                    <a:pt x="0" y="9335"/>
                  </a:lnTo>
                  <a:lnTo>
                    <a:pt x="0" y="9383"/>
                  </a:lnTo>
                  <a:cubicBezTo>
                    <a:pt x="0" y="9412"/>
                    <a:pt x="0" y="9442"/>
                    <a:pt x="12" y="9460"/>
                  </a:cubicBezTo>
                  <a:lnTo>
                    <a:pt x="12" y="9508"/>
                  </a:lnTo>
                  <a:cubicBezTo>
                    <a:pt x="12" y="9537"/>
                    <a:pt x="18" y="9567"/>
                    <a:pt x="18" y="9603"/>
                  </a:cubicBezTo>
                  <a:lnTo>
                    <a:pt x="18" y="9632"/>
                  </a:lnTo>
                  <a:cubicBezTo>
                    <a:pt x="18" y="9680"/>
                    <a:pt x="24" y="9715"/>
                    <a:pt x="30" y="9757"/>
                  </a:cubicBezTo>
                  <a:lnTo>
                    <a:pt x="30" y="9781"/>
                  </a:lnTo>
                  <a:cubicBezTo>
                    <a:pt x="42" y="9810"/>
                    <a:pt x="42" y="9846"/>
                    <a:pt x="48" y="9876"/>
                  </a:cubicBezTo>
                  <a:cubicBezTo>
                    <a:pt x="48" y="9893"/>
                    <a:pt x="48" y="9899"/>
                    <a:pt x="54" y="9917"/>
                  </a:cubicBezTo>
                  <a:cubicBezTo>
                    <a:pt x="54" y="9929"/>
                    <a:pt x="60" y="9947"/>
                    <a:pt x="60" y="9959"/>
                  </a:cubicBezTo>
                  <a:cubicBezTo>
                    <a:pt x="60" y="9977"/>
                    <a:pt x="72" y="9983"/>
                    <a:pt x="72" y="9994"/>
                  </a:cubicBezTo>
                  <a:cubicBezTo>
                    <a:pt x="72" y="10012"/>
                    <a:pt x="77" y="10018"/>
                    <a:pt x="77" y="10036"/>
                  </a:cubicBezTo>
                  <a:cubicBezTo>
                    <a:pt x="83" y="10066"/>
                    <a:pt x="83" y="10095"/>
                    <a:pt x="89" y="10125"/>
                  </a:cubicBezTo>
                  <a:cubicBezTo>
                    <a:pt x="89" y="10131"/>
                    <a:pt x="89" y="10137"/>
                    <a:pt x="101" y="10155"/>
                  </a:cubicBezTo>
                  <a:lnTo>
                    <a:pt x="119" y="10262"/>
                  </a:lnTo>
                  <a:lnTo>
                    <a:pt x="119" y="10279"/>
                  </a:lnTo>
                  <a:cubicBezTo>
                    <a:pt x="131" y="10309"/>
                    <a:pt x="137" y="10345"/>
                    <a:pt x="143" y="10374"/>
                  </a:cubicBezTo>
                  <a:cubicBezTo>
                    <a:pt x="143" y="10380"/>
                    <a:pt x="149" y="10398"/>
                    <a:pt x="149" y="10404"/>
                  </a:cubicBezTo>
                  <a:cubicBezTo>
                    <a:pt x="161" y="10428"/>
                    <a:pt x="167" y="10458"/>
                    <a:pt x="172" y="10481"/>
                  </a:cubicBezTo>
                  <a:cubicBezTo>
                    <a:pt x="172" y="10493"/>
                    <a:pt x="178" y="10499"/>
                    <a:pt x="178" y="10517"/>
                  </a:cubicBezTo>
                  <a:cubicBezTo>
                    <a:pt x="184" y="10547"/>
                    <a:pt x="196" y="10570"/>
                    <a:pt x="202" y="10600"/>
                  </a:cubicBezTo>
                  <a:cubicBezTo>
                    <a:pt x="202" y="10606"/>
                    <a:pt x="208" y="10612"/>
                    <a:pt x="208" y="10618"/>
                  </a:cubicBezTo>
                  <a:cubicBezTo>
                    <a:pt x="214" y="10659"/>
                    <a:pt x="232" y="10689"/>
                    <a:pt x="238" y="10725"/>
                  </a:cubicBezTo>
                  <a:cubicBezTo>
                    <a:pt x="238" y="10731"/>
                    <a:pt x="244" y="10737"/>
                    <a:pt x="244" y="10737"/>
                  </a:cubicBezTo>
                  <a:cubicBezTo>
                    <a:pt x="256" y="10766"/>
                    <a:pt x="267" y="10790"/>
                    <a:pt x="279" y="10820"/>
                  </a:cubicBezTo>
                  <a:cubicBezTo>
                    <a:pt x="285" y="10826"/>
                    <a:pt x="285" y="10844"/>
                    <a:pt x="291" y="10849"/>
                  </a:cubicBezTo>
                  <a:cubicBezTo>
                    <a:pt x="297" y="10873"/>
                    <a:pt x="309" y="10897"/>
                    <a:pt x="321" y="10915"/>
                  </a:cubicBezTo>
                  <a:cubicBezTo>
                    <a:pt x="327" y="10927"/>
                    <a:pt x="327" y="10939"/>
                    <a:pt x="339" y="10944"/>
                  </a:cubicBezTo>
                  <a:cubicBezTo>
                    <a:pt x="345" y="10968"/>
                    <a:pt x="357" y="10998"/>
                    <a:pt x="368" y="11022"/>
                  </a:cubicBezTo>
                  <a:cubicBezTo>
                    <a:pt x="368" y="11028"/>
                    <a:pt x="374" y="11034"/>
                    <a:pt x="374" y="11045"/>
                  </a:cubicBezTo>
                  <a:lnTo>
                    <a:pt x="416" y="11135"/>
                  </a:lnTo>
                  <a:cubicBezTo>
                    <a:pt x="416" y="11140"/>
                    <a:pt x="428" y="11146"/>
                    <a:pt x="428" y="11152"/>
                  </a:cubicBezTo>
                  <a:cubicBezTo>
                    <a:pt x="440" y="11176"/>
                    <a:pt x="446" y="11200"/>
                    <a:pt x="463" y="11224"/>
                  </a:cubicBezTo>
                  <a:cubicBezTo>
                    <a:pt x="469" y="11230"/>
                    <a:pt x="469" y="11235"/>
                    <a:pt x="475" y="11253"/>
                  </a:cubicBezTo>
                  <a:cubicBezTo>
                    <a:pt x="481" y="11271"/>
                    <a:pt x="499" y="11289"/>
                    <a:pt x="517" y="11313"/>
                  </a:cubicBezTo>
                  <a:cubicBezTo>
                    <a:pt x="523" y="11319"/>
                    <a:pt x="523" y="11325"/>
                    <a:pt x="529" y="11342"/>
                  </a:cubicBezTo>
                  <a:lnTo>
                    <a:pt x="576" y="11408"/>
                  </a:lnTo>
                  <a:cubicBezTo>
                    <a:pt x="576" y="11414"/>
                    <a:pt x="582" y="11414"/>
                    <a:pt x="582" y="11420"/>
                  </a:cubicBezTo>
                  <a:cubicBezTo>
                    <a:pt x="594" y="11449"/>
                    <a:pt x="618" y="11473"/>
                    <a:pt x="630" y="11503"/>
                  </a:cubicBezTo>
                  <a:cubicBezTo>
                    <a:pt x="642" y="11509"/>
                    <a:pt x="642" y="11520"/>
                    <a:pt x="648" y="11526"/>
                  </a:cubicBezTo>
                  <a:cubicBezTo>
                    <a:pt x="665" y="11550"/>
                    <a:pt x="677" y="11562"/>
                    <a:pt x="689" y="11586"/>
                  </a:cubicBezTo>
                  <a:cubicBezTo>
                    <a:pt x="701" y="11592"/>
                    <a:pt x="707" y="11598"/>
                    <a:pt x="707" y="11610"/>
                  </a:cubicBezTo>
                  <a:cubicBezTo>
                    <a:pt x="725" y="11621"/>
                    <a:pt x="737" y="11645"/>
                    <a:pt x="743" y="11657"/>
                  </a:cubicBezTo>
                  <a:cubicBezTo>
                    <a:pt x="748" y="11669"/>
                    <a:pt x="760" y="11675"/>
                    <a:pt x="760" y="11681"/>
                  </a:cubicBezTo>
                  <a:cubicBezTo>
                    <a:pt x="772" y="11705"/>
                    <a:pt x="796" y="11716"/>
                    <a:pt x="814" y="11740"/>
                  </a:cubicBezTo>
                  <a:lnTo>
                    <a:pt x="820" y="11746"/>
                  </a:lnTo>
                  <a:cubicBezTo>
                    <a:pt x="838" y="11770"/>
                    <a:pt x="855" y="11794"/>
                    <a:pt x="879" y="11817"/>
                  </a:cubicBezTo>
                  <a:lnTo>
                    <a:pt x="891" y="11829"/>
                  </a:lnTo>
                  <a:lnTo>
                    <a:pt x="938" y="11877"/>
                  </a:lnTo>
                  <a:lnTo>
                    <a:pt x="956" y="11895"/>
                  </a:lnTo>
                  <a:lnTo>
                    <a:pt x="1004" y="11942"/>
                  </a:lnTo>
                  <a:lnTo>
                    <a:pt x="1028" y="11966"/>
                  </a:lnTo>
                  <a:cubicBezTo>
                    <a:pt x="1045" y="11978"/>
                    <a:pt x="1063" y="12001"/>
                    <a:pt x="1087" y="12013"/>
                  </a:cubicBezTo>
                  <a:lnTo>
                    <a:pt x="1093" y="12025"/>
                  </a:lnTo>
                  <a:cubicBezTo>
                    <a:pt x="1117" y="12043"/>
                    <a:pt x="1134" y="12061"/>
                    <a:pt x="1158" y="12073"/>
                  </a:cubicBezTo>
                  <a:cubicBezTo>
                    <a:pt x="1164" y="12085"/>
                    <a:pt x="1176" y="12085"/>
                    <a:pt x="1182" y="12091"/>
                  </a:cubicBezTo>
                  <a:cubicBezTo>
                    <a:pt x="1194" y="12102"/>
                    <a:pt x="1218" y="12114"/>
                    <a:pt x="1235" y="12126"/>
                  </a:cubicBezTo>
                  <a:cubicBezTo>
                    <a:pt x="1241" y="12132"/>
                    <a:pt x="1247" y="12144"/>
                    <a:pt x="1253" y="12144"/>
                  </a:cubicBezTo>
                  <a:cubicBezTo>
                    <a:pt x="1271" y="12156"/>
                    <a:pt x="1295" y="12162"/>
                    <a:pt x="1307" y="12180"/>
                  </a:cubicBezTo>
                  <a:cubicBezTo>
                    <a:pt x="1313" y="12186"/>
                    <a:pt x="1324" y="12186"/>
                    <a:pt x="1330" y="12191"/>
                  </a:cubicBezTo>
                  <a:cubicBezTo>
                    <a:pt x="1354" y="12209"/>
                    <a:pt x="1384" y="12221"/>
                    <a:pt x="1402" y="12239"/>
                  </a:cubicBezTo>
                  <a:lnTo>
                    <a:pt x="8676" y="16526"/>
                  </a:lnTo>
                  <a:cubicBezTo>
                    <a:pt x="8664" y="16520"/>
                    <a:pt x="8658" y="16514"/>
                    <a:pt x="8640" y="16508"/>
                  </a:cubicBezTo>
                  <a:lnTo>
                    <a:pt x="8640" y="16508"/>
                  </a:lnTo>
                  <a:cubicBezTo>
                    <a:pt x="9025" y="16745"/>
                    <a:pt x="9477" y="16868"/>
                    <a:pt x="9979" y="16868"/>
                  </a:cubicBezTo>
                  <a:cubicBezTo>
                    <a:pt x="10636" y="16868"/>
                    <a:pt x="11379" y="16656"/>
                    <a:pt x="12167" y="16211"/>
                  </a:cubicBezTo>
                  <a:cubicBezTo>
                    <a:pt x="14881" y="14668"/>
                    <a:pt x="17102" y="10897"/>
                    <a:pt x="17119" y="7786"/>
                  </a:cubicBezTo>
                  <a:cubicBezTo>
                    <a:pt x="17149" y="6221"/>
                    <a:pt x="16611" y="5130"/>
                    <a:pt x="15729" y="4612"/>
                  </a:cubicBezTo>
                  <a:lnTo>
                    <a:pt x="15729" y="4612"/>
                  </a:lnTo>
                  <a:cubicBezTo>
                    <a:pt x="15730" y="4613"/>
                    <a:pt x="15730" y="4614"/>
                    <a:pt x="15730" y="4615"/>
                  </a:cubicBezTo>
                  <a:lnTo>
                    <a:pt x="15659" y="4573"/>
                  </a:lnTo>
                  <a:lnTo>
                    <a:pt x="15659" y="4573"/>
                  </a:lnTo>
                  <a:cubicBezTo>
                    <a:pt x="15661" y="4573"/>
                    <a:pt x="15663" y="4573"/>
                    <a:pt x="15665" y="4573"/>
                  </a:cubicBezTo>
                  <a:cubicBezTo>
                    <a:pt x="15662" y="4573"/>
                    <a:pt x="15660" y="4573"/>
                    <a:pt x="15658" y="4573"/>
                  </a:cubicBezTo>
                  <a:lnTo>
                    <a:pt x="15658" y="4573"/>
                  </a:lnTo>
                  <a:lnTo>
                    <a:pt x="15647" y="4566"/>
                  </a:lnTo>
                  <a:lnTo>
                    <a:pt x="15647" y="4566"/>
                  </a:lnTo>
                  <a:cubicBezTo>
                    <a:pt x="15645" y="4563"/>
                    <a:pt x="15643" y="4561"/>
                    <a:pt x="15641" y="4561"/>
                  </a:cubicBezTo>
                  <a:lnTo>
                    <a:pt x="15641" y="4561"/>
                  </a:lnTo>
                  <a:cubicBezTo>
                    <a:pt x="15641" y="4562"/>
                    <a:pt x="15641" y="4562"/>
                    <a:pt x="15642" y="4563"/>
                  </a:cubicBezTo>
                  <a:lnTo>
                    <a:pt x="15642" y="4563"/>
                  </a:lnTo>
                  <a:lnTo>
                    <a:pt x="8456" y="327"/>
                  </a:lnTo>
                  <a:cubicBezTo>
                    <a:pt x="8426" y="310"/>
                    <a:pt x="8397" y="286"/>
                    <a:pt x="8367" y="274"/>
                  </a:cubicBezTo>
                  <a:cubicBezTo>
                    <a:pt x="8361" y="262"/>
                    <a:pt x="8343" y="262"/>
                    <a:pt x="8337" y="256"/>
                  </a:cubicBezTo>
                  <a:cubicBezTo>
                    <a:pt x="8313" y="250"/>
                    <a:pt x="8296" y="238"/>
                    <a:pt x="8278" y="227"/>
                  </a:cubicBezTo>
                  <a:cubicBezTo>
                    <a:pt x="8260" y="221"/>
                    <a:pt x="8254" y="221"/>
                    <a:pt x="8242" y="215"/>
                  </a:cubicBezTo>
                  <a:cubicBezTo>
                    <a:pt x="8218" y="209"/>
                    <a:pt x="8201" y="197"/>
                    <a:pt x="8183" y="185"/>
                  </a:cubicBezTo>
                  <a:cubicBezTo>
                    <a:pt x="8165" y="179"/>
                    <a:pt x="8159" y="179"/>
                    <a:pt x="8147" y="167"/>
                  </a:cubicBezTo>
                  <a:cubicBezTo>
                    <a:pt x="8123" y="161"/>
                    <a:pt x="8106" y="155"/>
                    <a:pt x="8088" y="149"/>
                  </a:cubicBezTo>
                  <a:cubicBezTo>
                    <a:pt x="8070" y="137"/>
                    <a:pt x="8052" y="137"/>
                    <a:pt x="8046" y="131"/>
                  </a:cubicBezTo>
                  <a:cubicBezTo>
                    <a:pt x="8028" y="126"/>
                    <a:pt x="8011" y="120"/>
                    <a:pt x="7987" y="108"/>
                  </a:cubicBezTo>
                  <a:cubicBezTo>
                    <a:pt x="7975" y="102"/>
                    <a:pt x="7957" y="102"/>
                    <a:pt x="7945" y="96"/>
                  </a:cubicBezTo>
                  <a:cubicBezTo>
                    <a:pt x="7921" y="90"/>
                    <a:pt x="7910" y="78"/>
                    <a:pt x="7886" y="78"/>
                  </a:cubicBezTo>
                  <a:cubicBezTo>
                    <a:pt x="7868" y="72"/>
                    <a:pt x="7856" y="72"/>
                    <a:pt x="7850" y="72"/>
                  </a:cubicBezTo>
                  <a:cubicBezTo>
                    <a:pt x="7826" y="66"/>
                    <a:pt x="7803" y="66"/>
                    <a:pt x="7779" y="60"/>
                  </a:cubicBezTo>
                  <a:cubicBezTo>
                    <a:pt x="7767" y="60"/>
                    <a:pt x="7761" y="48"/>
                    <a:pt x="7743" y="48"/>
                  </a:cubicBezTo>
                  <a:cubicBezTo>
                    <a:pt x="7714" y="42"/>
                    <a:pt x="7690" y="42"/>
                    <a:pt x="7660" y="36"/>
                  </a:cubicBezTo>
                  <a:cubicBezTo>
                    <a:pt x="7654" y="36"/>
                    <a:pt x="7648" y="36"/>
                    <a:pt x="7642" y="31"/>
                  </a:cubicBezTo>
                  <a:cubicBezTo>
                    <a:pt x="7601" y="19"/>
                    <a:pt x="7565" y="13"/>
                    <a:pt x="7536" y="13"/>
                  </a:cubicBezTo>
                  <a:lnTo>
                    <a:pt x="7512" y="13"/>
                  </a:lnTo>
                  <a:cubicBezTo>
                    <a:pt x="7482" y="13"/>
                    <a:pt x="7464" y="7"/>
                    <a:pt x="7435" y="7"/>
                  </a:cubicBezTo>
                  <a:lnTo>
                    <a:pt x="7393" y="7"/>
                  </a:lnTo>
                  <a:cubicBezTo>
                    <a:pt x="7375" y="7"/>
                    <a:pt x="7351" y="7"/>
                    <a:pt x="7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5">
              <a:extLst>
                <a:ext uri="{FF2B5EF4-FFF2-40B4-BE49-F238E27FC236}">
                  <a16:creationId xmlns:a16="http://schemas.microsoft.com/office/drawing/2014/main" id="{F830030C-11A5-11F9-6A92-53D2E5FC0FF4}"/>
                </a:ext>
              </a:extLst>
            </p:cNvPr>
            <p:cNvSpPr/>
            <p:nvPr/>
          </p:nvSpPr>
          <p:spPr>
            <a:xfrm>
              <a:off x="5644057" y="-1244429"/>
              <a:ext cx="2654533" cy="3338463"/>
            </a:xfrm>
            <a:custGeom>
              <a:avLst/>
              <a:gdLst/>
              <a:ahLst/>
              <a:cxnLst/>
              <a:rect l="l" t="t" r="r" b="b"/>
              <a:pathLst>
                <a:path w="12234" h="15861" extrusionOk="0">
                  <a:moveTo>
                    <a:pt x="4959" y="1"/>
                  </a:moveTo>
                  <a:cubicBezTo>
                    <a:pt x="4924" y="24"/>
                    <a:pt x="4876" y="48"/>
                    <a:pt x="4840" y="66"/>
                  </a:cubicBezTo>
                  <a:cubicBezTo>
                    <a:pt x="4834" y="78"/>
                    <a:pt x="4817" y="84"/>
                    <a:pt x="4811" y="90"/>
                  </a:cubicBezTo>
                  <a:cubicBezTo>
                    <a:pt x="4781" y="107"/>
                    <a:pt x="4751" y="125"/>
                    <a:pt x="4722" y="143"/>
                  </a:cubicBezTo>
                  <a:cubicBezTo>
                    <a:pt x="4710" y="149"/>
                    <a:pt x="4698" y="155"/>
                    <a:pt x="4686" y="167"/>
                  </a:cubicBezTo>
                  <a:cubicBezTo>
                    <a:pt x="4656" y="179"/>
                    <a:pt x="4633" y="202"/>
                    <a:pt x="4603" y="214"/>
                  </a:cubicBezTo>
                  <a:cubicBezTo>
                    <a:pt x="4591" y="226"/>
                    <a:pt x="4573" y="232"/>
                    <a:pt x="4567" y="238"/>
                  </a:cubicBezTo>
                  <a:cubicBezTo>
                    <a:pt x="4538" y="256"/>
                    <a:pt x="4514" y="274"/>
                    <a:pt x="4484" y="291"/>
                  </a:cubicBezTo>
                  <a:cubicBezTo>
                    <a:pt x="4472" y="297"/>
                    <a:pt x="4460" y="303"/>
                    <a:pt x="4448" y="315"/>
                  </a:cubicBezTo>
                  <a:lnTo>
                    <a:pt x="4359" y="381"/>
                  </a:lnTo>
                  <a:cubicBezTo>
                    <a:pt x="4353" y="387"/>
                    <a:pt x="4342" y="392"/>
                    <a:pt x="4336" y="392"/>
                  </a:cubicBezTo>
                  <a:cubicBezTo>
                    <a:pt x="4264" y="446"/>
                    <a:pt x="4187" y="499"/>
                    <a:pt x="4116" y="559"/>
                  </a:cubicBezTo>
                  <a:lnTo>
                    <a:pt x="4104" y="565"/>
                  </a:lnTo>
                  <a:cubicBezTo>
                    <a:pt x="4063" y="600"/>
                    <a:pt x="4009" y="642"/>
                    <a:pt x="3968" y="677"/>
                  </a:cubicBezTo>
                  <a:cubicBezTo>
                    <a:pt x="3950" y="683"/>
                    <a:pt x="3938" y="701"/>
                    <a:pt x="3920" y="713"/>
                  </a:cubicBezTo>
                  <a:cubicBezTo>
                    <a:pt x="3884" y="743"/>
                    <a:pt x="3855" y="772"/>
                    <a:pt x="3819" y="802"/>
                  </a:cubicBezTo>
                  <a:cubicBezTo>
                    <a:pt x="3801" y="820"/>
                    <a:pt x="3789" y="832"/>
                    <a:pt x="3766" y="850"/>
                  </a:cubicBezTo>
                  <a:cubicBezTo>
                    <a:pt x="3730" y="879"/>
                    <a:pt x="3700" y="909"/>
                    <a:pt x="3659" y="939"/>
                  </a:cubicBezTo>
                  <a:lnTo>
                    <a:pt x="3623" y="974"/>
                  </a:lnTo>
                  <a:cubicBezTo>
                    <a:pt x="3582" y="1010"/>
                    <a:pt x="3534" y="1057"/>
                    <a:pt x="3492" y="1099"/>
                  </a:cubicBezTo>
                  <a:lnTo>
                    <a:pt x="3451" y="1135"/>
                  </a:lnTo>
                  <a:cubicBezTo>
                    <a:pt x="3415" y="1164"/>
                    <a:pt x="3386" y="1206"/>
                    <a:pt x="3350" y="1236"/>
                  </a:cubicBezTo>
                  <a:lnTo>
                    <a:pt x="3302" y="1277"/>
                  </a:lnTo>
                  <a:cubicBezTo>
                    <a:pt x="3267" y="1307"/>
                    <a:pt x="3237" y="1343"/>
                    <a:pt x="3202" y="1372"/>
                  </a:cubicBezTo>
                  <a:lnTo>
                    <a:pt x="3166" y="1414"/>
                  </a:lnTo>
                  <a:lnTo>
                    <a:pt x="3029" y="1544"/>
                  </a:lnTo>
                  <a:lnTo>
                    <a:pt x="2994" y="1580"/>
                  </a:lnTo>
                  <a:cubicBezTo>
                    <a:pt x="2964" y="1622"/>
                    <a:pt x="2928" y="1651"/>
                    <a:pt x="2899" y="1687"/>
                  </a:cubicBezTo>
                  <a:lnTo>
                    <a:pt x="2851" y="1728"/>
                  </a:lnTo>
                  <a:cubicBezTo>
                    <a:pt x="2821" y="1770"/>
                    <a:pt x="2786" y="1806"/>
                    <a:pt x="2756" y="1841"/>
                  </a:cubicBezTo>
                  <a:lnTo>
                    <a:pt x="2721" y="1877"/>
                  </a:lnTo>
                  <a:cubicBezTo>
                    <a:pt x="2673" y="1924"/>
                    <a:pt x="2637" y="1978"/>
                    <a:pt x="2590" y="2025"/>
                  </a:cubicBezTo>
                  <a:cubicBezTo>
                    <a:pt x="2584" y="2043"/>
                    <a:pt x="2572" y="2049"/>
                    <a:pt x="2560" y="2067"/>
                  </a:cubicBezTo>
                  <a:cubicBezTo>
                    <a:pt x="2531" y="2103"/>
                    <a:pt x="2501" y="2138"/>
                    <a:pt x="2465" y="2174"/>
                  </a:cubicBezTo>
                  <a:cubicBezTo>
                    <a:pt x="2453" y="2192"/>
                    <a:pt x="2436" y="2204"/>
                    <a:pt x="2430" y="2227"/>
                  </a:cubicBezTo>
                  <a:cubicBezTo>
                    <a:pt x="2400" y="2263"/>
                    <a:pt x="2370" y="2304"/>
                    <a:pt x="2341" y="2346"/>
                  </a:cubicBezTo>
                  <a:cubicBezTo>
                    <a:pt x="2335" y="2364"/>
                    <a:pt x="2317" y="2370"/>
                    <a:pt x="2311" y="2382"/>
                  </a:cubicBezTo>
                  <a:cubicBezTo>
                    <a:pt x="2275" y="2435"/>
                    <a:pt x="2228" y="2489"/>
                    <a:pt x="2192" y="2542"/>
                  </a:cubicBezTo>
                  <a:cubicBezTo>
                    <a:pt x="2186" y="2554"/>
                    <a:pt x="2168" y="2560"/>
                    <a:pt x="2162" y="2578"/>
                  </a:cubicBezTo>
                  <a:cubicBezTo>
                    <a:pt x="2133" y="2625"/>
                    <a:pt x="2103" y="2661"/>
                    <a:pt x="2073" y="2702"/>
                  </a:cubicBezTo>
                  <a:cubicBezTo>
                    <a:pt x="2055" y="2720"/>
                    <a:pt x="2050" y="2738"/>
                    <a:pt x="2038" y="2756"/>
                  </a:cubicBezTo>
                  <a:cubicBezTo>
                    <a:pt x="2008" y="2797"/>
                    <a:pt x="1978" y="2839"/>
                    <a:pt x="1949" y="2880"/>
                  </a:cubicBezTo>
                  <a:cubicBezTo>
                    <a:pt x="1937" y="2898"/>
                    <a:pt x="1931" y="2910"/>
                    <a:pt x="1919" y="2916"/>
                  </a:cubicBezTo>
                  <a:cubicBezTo>
                    <a:pt x="1877" y="2970"/>
                    <a:pt x="1842" y="3029"/>
                    <a:pt x="1806" y="3082"/>
                  </a:cubicBezTo>
                  <a:cubicBezTo>
                    <a:pt x="1800" y="3094"/>
                    <a:pt x="1788" y="3106"/>
                    <a:pt x="1782" y="3118"/>
                  </a:cubicBezTo>
                  <a:cubicBezTo>
                    <a:pt x="1753" y="3165"/>
                    <a:pt x="1723" y="3207"/>
                    <a:pt x="1699" y="3255"/>
                  </a:cubicBezTo>
                  <a:cubicBezTo>
                    <a:pt x="1693" y="3266"/>
                    <a:pt x="1681" y="3290"/>
                    <a:pt x="1670" y="3302"/>
                  </a:cubicBezTo>
                  <a:cubicBezTo>
                    <a:pt x="1640" y="3350"/>
                    <a:pt x="1622" y="3391"/>
                    <a:pt x="1592" y="3439"/>
                  </a:cubicBezTo>
                  <a:cubicBezTo>
                    <a:pt x="1580" y="3450"/>
                    <a:pt x="1575" y="3468"/>
                    <a:pt x="1569" y="3474"/>
                  </a:cubicBezTo>
                  <a:cubicBezTo>
                    <a:pt x="1533" y="3534"/>
                    <a:pt x="1503" y="3587"/>
                    <a:pt x="1462" y="3646"/>
                  </a:cubicBezTo>
                  <a:cubicBezTo>
                    <a:pt x="1456" y="3658"/>
                    <a:pt x="1450" y="3670"/>
                    <a:pt x="1444" y="3682"/>
                  </a:cubicBezTo>
                  <a:cubicBezTo>
                    <a:pt x="1414" y="3730"/>
                    <a:pt x="1390" y="3771"/>
                    <a:pt x="1361" y="3825"/>
                  </a:cubicBezTo>
                  <a:cubicBezTo>
                    <a:pt x="1355" y="3836"/>
                    <a:pt x="1337" y="3860"/>
                    <a:pt x="1331" y="3878"/>
                  </a:cubicBezTo>
                  <a:cubicBezTo>
                    <a:pt x="1307" y="3920"/>
                    <a:pt x="1278" y="3967"/>
                    <a:pt x="1254" y="4009"/>
                  </a:cubicBezTo>
                  <a:cubicBezTo>
                    <a:pt x="1248" y="4026"/>
                    <a:pt x="1242" y="4038"/>
                    <a:pt x="1236" y="4044"/>
                  </a:cubicBezTo>
                  <a:lnTo>
                    <a:pt x="1147" y="4222"/>
                  </a:lnTo>
                  <a:cubicBezTo>
                    <a:pt x="1135" y="4240"/>
                    <a:pt x="1129" y="4246"/>
                    <a:pt x="1129" y="4264"/>
                  </a:cubicBezTo>
                  <a:cubicBezTo>
                    <a:pt x="1105" y="4306"/>
                    <a:pt x="1076" y="4359"/>
                    <a:pt x="1058" y="4401"/>
                  </a:cubicBezTo>
                  <a:cubicBezTo>
                    <a:pt x="1046" y="4418"/>
                    <a:pt x="1040" y="4442"/>
                    <a:pt x="1028" y="4454"/>
                  </a:cubicBezTo>
                  <a:cubicBezTo>
                    <a:pt x="1004" y="4501"/>
                    <a:pt x="981" y="4549"/>
                    <a:pt x="957" y="4597"/>
                  </a:cubicBezTo>
                  <a:lnTo>
                    <a:pt x="939" y="4638"/>
                  </a:lnTo>
                  <a:cubicBezTo>
                    <a:pt x="909" y="4697"/>
                    <a:pt x="886" y="4757"/>
                    <a:pt x="856" y="4816"/>
                  </a:cubicBezTo>
                  <a:cubicBezTo>
                    <a:pt x="850" y="4834"/>
                    <a:pt x="850" y="4840"/>
                    <a:pt x="838" y="4858"/>
                  </a:cubicBezTo>
                  <a:cubicBezTo>
                    <a:pt x="820" y="4905"/>
                    <a:pt x="797" y="4953"/>
                    <a:pt x="773" y="5006"/>
                  </a:cubicBezTo>
                  <a:cubicBezTo>
                    <a:pt x="767" y="5018"/>
                    <a:pt x="761" y="5042"/>
                    <a:pt x="749" y="5054"/>
                  </a:cubicBezTo>
                  <a:cubicBezTo>
                    <a:pt x="731" y="5101"/>
                    <a:pt x="714" y="5155"/>
                    <a:pt x="690" y="5196"/>
                  </a:cubicBezTo>
                  <a:cubicBezTo>
                    <a:pt x="684" y="5214"/>
                    <a:pt x="678" y="5226"/>
                    <a:pt x="678" y="5244"/>
                  </a:cubicBezTo>
                  <a:cubicBezTo>
                    <a:pt x="654" y="5303"/>
                    <a:pt x="630" y="5362"/>
                    <a:pt x="601" y="5428"/>
                  </a:cubicBezTo>
                  <a:cubicBezTo>
                    <a:pt x="595" y="5434"/>
                    <a:pt x="595" y="5452"/>
                    <a:pt x="589" y="5458"/>
                  </a:cubicBezTo>
                  <a:cubicBezTo>
                    <a:pt x="565" y="5511"/>
                    <a:pt x="553" y="5558"/>
                    <a:pt x="535" y="5606"/>
                  </a:cubicBezTo>
                  <a:cubicBezTo>
                    <a:pt x="529" y="5618"/>
                    <a:pt x="524" y="5642"/>
                    <a:pt x="512" y="5659"/>
                  </a:cubicBezTo>
                  <a:cubicBezTo>
                    <a:pt x="500" y="5701"/>
                    <a:pt x="482" y="5754"/>
                    <a:pt x="464" y="5796"/>
                  </a:cubicBezTo>
                  <a:cubicBezTo>
                    <a:pt x="452" y="5814"/>
                    <a:pt x="452" y="5826"/>
                    <a:pt x="446" y="5843"/>
                  </a:cubicBezTo>
                  <a:cubicBezTo>
                    <a:pt x="423" y="5903"/>
                    <a:pt x="411" y="5968"/>
                    <a:pt x="387" y="6028"/>
                  </a:cubicBezTo>
                  <a:cubicBezTo>
                    <a:pt x="387" y="6033"/>
                    <a:pt x="381" y="6051"/>
                    <a:pt x="381" y="6057"/>
                  </a:cubicBezTo>
                  <a:lnTo>
                    <a:pt x="333" y="6212"/>
                  </a:lnTo>
                  <a:cubicBezTo>
                    <a:pt x="333" y="6224"/>
                    <a:pt x="328" y="6229"/>
                    <a:pt x="328" y="6235"/>
                  </a:cubicBezTo>
                  <a:cubicBezTo>
                    <a:pt x="328" y="6241"/>
                    <a:pt x="322" y="6259"/>
                    <a:pt x="322" y="6265"/>
                  </a:cubicBezTo>
                  <a:cubicBezTo>
                    <a:pt x="304" y="6313"/>
                    <a:pt x="292" y="6360"/>
                    <a:pt x="286" y="6408"/>
                  </a:cubicBezTo>
                  <a:cubicBezTo>
                    <a:pt x="274" y="6419"/>
                    <a:pt x="274" y="6437"/>
                    <a:pt x="268" y="6449"/>
                  </a:cubicBezTo>
                  <a:cubicBezTo>
                    <a:pt x="256" y="6509"/>
                    <a:pt x="238" y="6568"/>
                    <a:pt x="227" y="6639"/>
                  </a:cubicBezTo>
                  <a:cubicBezTo>
                    <a:pt x="227" y="6645"/>
                    <a:pt x="215" y="6657"/>
                    <a:pt x="215" y="6669"/>
                  </a:cubicBezTo>
                  <a:cubicBezTo>
                    <a:pt x="203" y="6716"/>
                    <a:pt x="197" y="6770"/>
                    <a:pt x="179" y="6817"/>
                  </a:cubicBezTo>
                  <a:cubicBezTo>
                    <a:pt x="173" y="6835"/>
                    <a:pt x="173" y="6853"/>
                    <a:pt x="167" y="6877"/>
                  </a:cubicBezTo>
                  <a:cubicBezTo>
                    <a:pt x="155" y="6918"/>
                    <a:pt x="143" y="6966"/>
                    <a:pt x="138" y="7013"/>
                  </a:cubicBezTo>
                  <a:cubicBezTo>
                    <a:pt x="138" y="7031"/>
                    <a:pt x="126" y="7043"/>
                    <a:pt x="126" y="7061"/>
                  </a:cubicBezTo>
                  <a:cubicBezTo>
                    <a:pt x="114" y="7120"/>
                    <a:pt x="108" y="7180"/>
                    <a:pt x="96" y="7239"/>
                  </a:cubicBezTo>
                  <a:cubicBezTo>
                    <a:pt x="96" y="7245"/>
                    <a:pt x="96" y="7263"/>
                    <a:pt x="90" y="7269"/>
                  </a:cubicBezTo>
                  <a:cubicBezTo>
                    <a:pt x="84" y="7322"/>
                    <a:pt x="78" y="7364"/>
                    <a:pt x="66" y="7417"/>
                  </a:cubicBezTo>
                  <a:cubicBezTo>
                    <a:pt x="66" y="7441"/>
                    <a:pt x="60" y="7453"/>
                    <a:pt x="60" y="7470"/>
                  </a:cubicBezTo>
                  <a:cubicBezTo>
                    <a:pt x="54" y="7512"/>
                    <a:pt x="48" y="7560"/>
                    <a:pt x="48" y="7601"/>
                  </a:cubicBezTo>
                  <a:cubicBezTo>
                    <a:pt x="48" y="7619"/>
                    <a:pt x="37" y="7631"/>
                    <a:pt x="37" y="7649"/>
                  </a:cubicBezTo>
                  <a:cubicBezTo>
                    <a:pt x="31" y="7708"/>
                    <a:pt x="25" y="7767"/>
                    <a:pt x="25" y="7827"/>
                  </a:cubicBezTo>
                  <a:lnTo>
                    <a:pt x="25" y="7833"/>
                  </a:lnTo>
                  <a:cubicBezTo>
                    <a:pt x="25" y="7856"/>
                    <a:pt x="19" y="7886"/>
                    <a:pt x="19" y="7904"/>
                  </a:cubicBezTo>
                  <a:cubicBezTo>
                    <a:pt x="19" y="7928"/>
                    <a:pt x="19" y="7951"/>
                    <a:pt x="7" y="7975"/>
                  </a:cubicBezTo>
                  <a:cubicBezTo>
                    <a:pt x="7" y="8005"/>
                    <a:pt x="7" y="8035"/>
                    <a:pt x="1" y="8064"/>
                  </a:cubicBezTo>
                  <a:lnTo>
                    <a:pt x="1" y="8124"/>
                  </a:lnTo>
                  <a:lnTo>
                    <a:pt x="1" y="8219"/>
                  </a:lnTo>
                  <a:lnTo>
                    <a:pt x="1" y="8260"/>
                  </a:lnTo>
                  <a:lnTo>
                    <a:pt x="1" y="8403"/>
                  </a:lnTo>
                  <a:lnTo>
                    <a:pt x="1" y="8539"/>
                  </a:lnTo>
                  <a:lnTo>
                    <a:pt x="1" y="8581"/>
                  </a:lnTo>
                  <a:lnTo>
                    <a:pt x="1" y="8670"/>
                  </a:lnTo>
                  <a:lnTo>
                    <a:pt x="1" y="8717"/>
                  </a:lnTo>
                  <a:cubicBezTo>
                    <a:pt x="1" y="8747"/>
                    <a:pt x="1" y="8777"/>
                    <a:pt x="7" y="8795"/>
                  </a:cubicBezTo>
                  <a:lnTo>
                    <a:pt x="7" y="8842"/>
                  </a:lnTo>
                  <a:cubicBezTo>
                    <a:pt x="7" y="8872"/>
                    <a:pt x="19" y="8902"/>
                    <a:pt x="19" y="8937"/>
                  </a:cubicBezTo>
                  <a:lnTo>
                    <a:pt x="19" y="8967"/>
                  </a:lnTo>
                  <a:cubicBezTo>
                    <a:pt x="19" y="9014"/>
                    <a:pt x="25" y="9050"/>
                    <a:pt x="31" y="9092"/>
                  </a:cubicBezTo>
                  <a:lnTo>
                    <a:pt x="31" y="9115"/>
                  </a:lnTo>
                  <a:cubicBezTo>
                    <a:pt x="37" y="9145"/>
                    <a:pt x="37" y="9181"/>
                    <a:pt x="48" y="9210"/>
                  </a:cubicBezTo>
                  <a:cubicBezTo>
                    <a:pt x="48" y="9228"/>
                    <a:pt x="48" y="9234"/>
                    <a:pt x="54" y="9252"/>
                  </a:cubicBezTo>
                  <a:cubicBezTo>
                    <a:pt x="54" y="9264"/>
                    <a:pt x="60" y="9282"/>
                    <a:pt x="60" y="9293"/>
                  </a:cubicBezTo>
                  <a:cubicBezTo>
                    <a:pt x="60" y="9311"/>
                    <a:pt x="66" y="9317"/>
                    <a:pt x="66" y="9329"/>
                  </a:cubicBezTo>
                  <a:cubicBezTo>
                    <a:pt x="66" y="9347"/>
                    <a:pt x="78" y="9353"/>
                    <a:pt x="78" y="9371"/>
                  </a:cubicBezTo>
                  <a:cubicBezTo>
                    <a:pt x="84" y="9400"/>
                    <a:pt x="84" y="9430"/>
                    <a:pt x="90" y="9460"/>
                  </a:cubicBezTo>
                  <a:cubicBezTo>
                    <a:pt x="90" y="9466"/>
                    <a:pt x="90" y="9472"/>
                    <a:pt x="96" y="9489"/>
                  </a:cubicBezTo>
                  <a:lnTo>
                    <a:pt x="120" y="9596"/>
                  </a:lnTo>
                  <a:lnTo>
                    <a:pt x="120" y="9614"/>
                  </a:lnTo>
                  <a:cubicBezTo>
                    <a:pt x="126" y="9644"/>
                    <a:pt x="138" y="9679"/>
                    <a:pt x="143" y="9709"/>
                  </a:cubicBezTo>
                  <a:cubicBezTo>
                    <a:pt x="143" y="9715"/>
                    <a:pt x="149" y="9733"/>
                    <a:pt x="149" y="9739"/>
                  </a:cubicBezTo>
                  <a:cubicBezTo>
                    <a:pt x="155" y="9763"/>
                    <a:pt x="167" y="9792"/>
                    <a:pt x="173" y="9816"/>
                  </a:cubicBezTo>
                  <a:cubicBezTo>
                    <a:pt x="173" y="9828"/>
                    <a:pt x="179" y="9834"/>
                    <a:pt x="179" y="9852"/>
                  </a:cubicBezTo>
                  <a:cubicBezTo>
                    <a:pt x="185" y="9881"/>
                    <a:pt x="197" y="9905"/>
                    <a:pt x="203" y="9935"/>
                  </a:cubicBezTo>
                  <a:cubicBezTo>
                    <a:pt x="203" y="9941"/>
                    <a:pt x="209" y="9947"/>
                    <a:pt x="209" y="9953"/>
                  </a:cubicBezTo>
                  <a:cubicBezTo>
                    <a:pt x="215" y="9994"/>
                    <a:pt x="233" y="10024"/>
                    <a:pt x="238" y="10059"/>
                  </a:cubicBezTo>
                  <a:cubicBezTo>
                    <a:pt x="238" y="10065"/>
                    <a:pt x="244" y="10071"/>
                    <a:pt x="244" y="10071"/>
                  </a:cubicBezTo>
                  <a:cubicBezTo>
                    <a:pt x="256" y="10101"/>
                    <a:pt x="268" y="10125"/>
                    <a:pt x="274" y="10154"/>
                  </a:cubicBezTo>
                  <a:cubicBezTo>
                    <a:pt x="286" y="10160"/>
                    <a:pt x="286" y="10178"/>
                    <a:pt x="292" y="10184"/>
                  </a:cubicBezTo>
                  <a:cubicBezTo>
                    <a:pt x="298" y="10208"/>
                    <a:pt x="304" y="10232"/>
                    <a:pt x="322" y="10249"/>
                  </a:cubicBezTo>
                  <a:cubicBezTo>
                    <a:pt x="328" y="10261"/>
                    <a:pt x="328" y="10273"/>
                    <a:pt x="333" y="10279"/>
                  </a:cubicBezTo>
                  <a:cubicBezTo>
                    <a:pt x="345" y="10303"/>
                    <a:pt x="357" y="10333"/>
                    <a:pt x="363" y="10356"/>
                  </a:cubicBezTo>
                  <a:cubicBezTo>
                    <a:pt x="363" y="10362"/>
                    <a:pt x="375" y="10368"/>
                    <a:pt x="375" y="10380"/>
                  </a:cubicBezTo>
                  <a:lnTo>
                    <a:pt x="417" y="10469"/>
                  </a:lnTo>
                  <a:cubicBezTo>
                    <a:pt x="417" y="10475"/>
                    <a:pt x="423" y="10481"/>
                    <a:pt x="423" y="10487"/>
                  </a:cubicBezTo>
                  <a:cubicBezTo>
                    <a:pt x="440" y="10511"/>
                    <a:pt x="446" y="10534"/>
                    <a:pt x="464" y="10558"/>
                  </a:cubicBezTo>
                  <a:cubicBezTo>
                    <a:pt x="470" y="10564"/>
                    <a:pt x="470" y="10570"/>
                    <a:pt x="476" y="10588"/>
                  </a:cubicBezTo>
                  <a:cubicBezTo>
                    <a:pt x="482" y="10606"/>
                    <a:pt x="500" y="10624"/>
                    <a:pt x="512" y="10647"/>
                  </a:cubicBezTo>
                  <a:cubicBezTo>
                    <a:pt x="524" y="10653"/>
                    <a:pt x="524" y="10659"/>
                    <a:pt x="529" y="10677"/>
                  </a:cubicBezTo>
                  <a:lnTo>
                    <a:pt x="571" y="10742"/>
                  </a:lnTo>
                  <a:cubicBezTo>
                    <a:pt x="571" y="10748"/>
                    <a:pt x="583" y="10748"/>
                    <a:pt x="583" y="10754"/>
                  </a:cubicBezTo>
                  <a:cubicBezTo>
                    <a:pt x="595" y="10784"/>
                    <a:pt x="619" y="10808"/>
                    <a:pt x="630" y="10837"/>
                  </a:cubicBezTo>
                  <a:cubicBezTo>
                    <a:pt x="642" y="10843"/>
                    <a:pt x="642" y="10855"/>
                    <a:pt x="648" y="10861"/>
                  </a:cubicBezTo>
                  <a:cubicBezTo>
                    <a:pt x="660" y="10885"/>
                    <a:pt x="678" y="10897"/>
                    <a:pt x="690" y="10920"/>
                  </a:cubicBezTo>
                  <a:cubicBezTo>
                    <a:pt x="702" y="10926"/>
                    <a:pt x="708" y="10932"/>
                    <a:pt x="708" y="10944"/>
                  </a:cubicBezTo>
                  <a:cubicBezTo>
                    <a:pt x="719" y="10956"/>
                    <a:pt x="737" y="10980"/>
                    <a:pt x="743" y="10992"/>
                  </a:cubicBezTo>
                  <a:cubicBezTo>
                    <a:pt x="749" y="11004"/>
                    <a:pt x="761" y="11009"/>
                    <a:pt x="761" y="11015"/>
                  </a:cubicBezTo>
                  <a:cubicBezTo>
                    <a:pt x="773" y="11039"/>
                    <a:pt x="797" y="11051"/>
                    <a:pt x="809" y="11075"/>
                  </a:cubicBezTo>
                  <a:lnTo>
                    <a:pt x="820" y="11081"/>
                  </a:lnTo>
                  <a:cubicBezTo>
                    <a:pt x="838" y="11104"/>
                    <a:pt x="856" y="11128"/>
                    <a:pt x="880" y="11152"/>
                  </a:cubicBezTo>
                  <a:lnTo>
                    <a:pt x="892" y="11164"/>
                  </a:lnTo>
                  <a:lnTo>
                    <a:pt x="939" y="11211"/>
                  </a:lnTo>
                  <a:lnTo>
                    <a:pt x="957" y="11229"/>
                  </a:lnTo>
                  <a:lnTo>
                    <a:pt x="1004" y="11277"/>
                  </a:lnTo>
                  <a:lnTo>
                    <a:pt x="1028" y="11300"/>
                  </a:lnTo>
                  <a:cubicBezTo>
                    <a:pt x="1046" y="11312"/>
                    <a:pt x="1064" y="11336"/>
                    <a:pt x="1088" y="11348"/>
                  </a:cubicBezTo>
                  <a:lnTo>
                    <a:pt x="1094" y="11360"/>
                  </a:lnTo>
                  <a:cubicBezTo>
                    <a:pt x="1117" y="11378"/>
                    <a:pt x="1135" y="11395"/>
                    <a:pt x="1159" y="11407"/>
                  </a:cubicBezTo>
                  <a:cubicBezTo>
                    <a:pt x="1165" y="11419"/>
                    <a:pt x="1177" y="11419"/>
                    <a:pt x="1183" y="11425"/>
                  </a:cubicBezTo>
                  <a:cubicBezTo>
                    <a:pt x="1194" y="11437"/>
                    <a:pt x="1218" y="11449"/>
                    <a:pt x="1236" y="11461"/>
                  </a:cubicBezTo>
                  <a:cubicBezTo>
                    <a:pt x="1242" y="11467"/>
                    <a:pt x="1248" y="11479"/>
                    <a:pt x="1254" y="11479"/>
                  </a:cubicBezTo>
                  <a:cubicBezTo>
                    <a:pt x="1272" y="11490"/>
                    <a:pt x="1295" y="11496"/>
                    <a:pt x="1307" y="11514"/>
                  </a:cubicBezTo>
                  <a:cubicBezTo>
                    <a:pt x="1313" y="11520"/>
                    <a:pt x="1325" y="11520"/>
                    <a:pt x="1331" y="11526"/>
                  </a:cubicBezTo>
                  <a:cubicBezTo>
                    <a:pt x="1355" y="11544"/>
                    <a:pt x="1385" y="11556"/>
                    <a:pt x="1402" y="11574"/>
                  </a:cubicBezTo>
                  <a:lnTo>
                    <a:pt x="8605" y="15819"/>
                  </a:lnTo>
                  <a:lnTo>
                    <a:pt x="8605" y="15819"/>
                  </a:lnTo>
                  <a:cubicBezTo>
                    <a:pt x="8605" y="15807"/>
                    <a:pt x="8599" y="15807"/>
                    <a:pt x="8587" y="15795"/>
                  </a:cubicBezTo>
                  <a:cubicBezTo>
                    <a:pt x="8575" y="15784"/>
                    <a:pt x="8552" y="15778"/>
                    <a:pt x="8540" y="15760"/>
                  </a:cubicBezTo>
                  <a:cubicBezTo>
                    <a:pt x="8528" y="15754"/>
                    <a:pt x="8522" y="15748"/>
                    <a:pt x="8516" y="15748"/>
                  </a:cubicBezTo>
                  <a:cubicBezTo>
                    <a:pt x="8498" y="15730"/>
                    <a:pt x="8480" y="15724"/>
                    <a:pt x="8463" y="15706"/>
                  </a:cubicBezTo>
                  <a:cubicBezTo>
                    <a:pt x="8457" y="15700"/>
                    <a:pt x="8451" y="15700"/>
                    <a:pt x="8439" y="15695"/>
                  </a:cubicBezTo>
                  <a:cubicBezTo>
                    <a:pt x="8421" y="15677"/>
                    <a:pt x="8397" y="15653"/>
                    <a:pt x="8373" y="15641"/>
                  </a:cubicBezTo>
                  <a:cubicBezTo>
                    <a:pt x="8373" y="15641"/>
                    <a:pt x="8368" y="15641"/>
                    <a:pt x="8368" y="15635"/>
                  </a:cubicBezTo>
                  <a:cubicBezTo>
                    <a:pt x="8344" y="15617"/>
                    <a:pt x="8332" y="15594"/>
                    <a:pt x="8308" y="15582"/>
                  </a:cubicBezTo>
                  <a:lnTo>
                    <a:pt x="8284" y="15558"/>
                  </a:lnTo>
                  <a:lnTo>
                    <a:pt x="8243" y="15516"/>
                  </a:lnTo>
                  <a:lnTo>
                    <a:pt x="8219" y="15493"/>
                  </a:lnTo>
                  <a:lnTo>
                    <a:pt x="8172" y="15445"/>
                  </a:lnTo>
                  <a:lnTo>
                    <a:pt x="8160" y="15433"/>
                  </a:lnTo>
                  <a:cubicBezTo>
                    <a:pt x="8136" y="15409"/>
                    <a:pt x="8124" y="15386"/>
                    <a:pt x="8100" y="15368"/>
                  </a:cubicBezTo>
                  <a:cubicBezTo>
                    <a:pt x="8100" y="15368"/>
                    <a:pt x="8094" y="15356"/>
                    <a:pt x="8094" y="15350"/>
                  </a:cubicBezTo>
                  <a:cubicBezTo>
                    <a:pt x="8077" y="15326"/>
                    <a:pt x="8065" y="15314"/>
                    <a:pt x="8041" y="15291"/>
                  </a:cubicBezTo>
                  <a:lnTo>
                    <a:pt x="8017" y="15267"/>
                  </a:lnTo>
                  <a:cubicBezTo>
                    <a:pt x="8005" y="15255"/>
                    <a:pt x="7993" y="15237"/>
                    <a:pt x="7982" y="15219"/>
                  </a:cubicBezTo>
                  <a:lnTo>
                    <a:pt x="7958" y="15196"/>
                  </a:lnTo>
                  <a:cubicBezTo>
                    <a:pt x="7946" y="15178"/>
                    <a:pt x="7928" y="15160"/>
                    <a:pt x="7922" y="15142"/>
                  </a:cubicBezTo>
                  <a:cubicBezTo>
                    <a:pt x="7916" y="15136"/>
                    <a:pt x="7916" y="15130"/>
                    <a:pt x="7904" y="15119"/>
                  </a:cubicBezTo>
                  <a:cubicBezTo>
                    <a:pt x="7892" y="15101"/>
                    <a:pt x="7869" y="15071"/>
                    <a:pt x="7857" y="15047"/>
                  </a:cubicBezTo>
                  <a:cubicBezTo>
                    <a:pt x="7845" y="15041"/>
                    <a:pt x="7845" y="15029"/>
                    <a:pt x="7845" y="15029"/>
                  </a:cubicBezTo>
                  <a:cubicBezTo>
                    <a:pt x="7833" y="15012"/>
                    <a:pt x="7815" y="14988"/>
                    <a:pt x="7809" y="14964"/>
                  </a:cubicBezTo>
                  <a:cubicBezTo>
                    <a:pt x="7803" y="14958"/>
                    <a:pt x="7797" y="14940"/>
                    <a:pt x="7797" y="14934"/>
                  </a:cubicBezTo>
                  <a:cubicBezTo>
                    <a:pt x="7786" y="14923"/>
                    <a:pt x="7774" y="14899"/>
                    <a:pt x="7768" y="14875"/>
                  </a:cubicBezTo>
                  <a:cubicBezTo>
                    <a:pt x="7756" y="14869"/>
                    <a:pt x="7750" y="14851"/>
                    <a:pt x="7750" y="14845"/>
                  </a:cubicBezTo>
                  <a:cubicBezTo>
                    <a:pt x="7738" y="14822"/>
                    <a:pt x="7726" y="14804"/>
                    <a:pt x="7720" y="14780"/>
                  </a:cubicBezTo>
                  <a:cubicBezTo>
                    <a:pt x="7714" y="14774"/>
                    <a:pt x="7714" y="14762"/>
                    <a:pt x="7708" y="14756"/>
                  </a:cubicBezTo>
                  <a:lnTo>
                    <a:pt x="7661" y="14667"/>
                  </a:lnTo>
                  <a:cubicBezTo>
                    <a:pt x="7655" y="14661"/>
                    <a:pt x="7655" y="14655"/>
                    <a:pt x="7655" y="14644"/>
                  </a:cubicBezTo>
                  <a:cubicBezTo>
                    <a:pt x="7649" y="14626"/>
                    <a:pt x="7631" y="14602"/>
                    <a:pt x="7625" y="14578"/>
                  </a:cubicBezTo>
                  <a:cubicBezTo>
                    <a:pt x="7619" y="14566"/>
                    <a:pt x="7619" y="14554"/>
                    <a:pt x="7607" y="14543"/>
                  </a:cubicBezTo>
                  <a:cubicBezTo>
                    <a:pt x="7602" y="14519"/>
                    <a:pt x="7596" y="14495"/>
                    <a:pt x="7590" y="14483"/>
                  </a:cubicBezTo>
                  <a:cubicBezTo>
                    <a:pt x="7578" y="14465"/>
                    <a:pt x="7578" y="14459"/>
                    <a:pt x="7572" y="14448"/>
                  </a:cubicBezTo>
                  <a:cubicBezTo>
                    <a:pt x="7566" y="14424"/>
                    <a:pt x="7560" y="14400"/>
                    <a:pt x="7542" y="14370"/>
                  </a:cubicBezTo>
                  <a:cubicBezTo>
                    <a:pt x="7542" y="14364"/>
                    <a:pt x="7536" y="14358"/>
                    <a:pt x="7536" y="14341"/>
                  </a:cubicBezTo>
                  <a:cubicBezTo>
                    <a:pt x="7518" y="14311"/>
                    <a:pt x="7512" y="14275"/>
                    <a:pt x="7507" y="14246"/>
                  </a:cubicBezTo>
                  <a:cubicBezTo>
                    <a:pt x="7507" y="14240"/>
                    <a:pt x="7501" y="14222"/>
                    <a:pt x="7501" y="14216"/>
                  </a:cubicBezTo>
                  <a:cubicBezTo>
                    <a:pt x="7489" y="14192"/>
                    <a:pt x="7483" y="14168"/>
                    <a:pt x="7477" y="14139"/>
                  </a:cubicBezTo>
                  <a:cubicBezTo>
                    <a:pt x="7471" y="14127"/>
                    <a:pt x="7471" y="14115"/>
                    <a:pt x="7459" y="14103"/>
                  </a:cubicBezTo>
                  <a:cubicBezTo>
                    <a:pt x="7453" y="14079"/>
                    <a:pt x="7447" y="14062"/>
                    <a:pt x="7447" y="14038"/>
                  </a:cubicBezTo>
                  <a:cubicBezTo>
                    <a:pt x="7447" y="14026"/>
                    <a:pt x="7441" y="14008"/>
                    <a:pt x="7441" y="14002"/>
                  </a:cubicBezTo>
                  <a:cubicBezTo>
                    <a:pt x="7429" y="13973"/>
                    <a:pt x="7423" y="13949"/>
                    <a:pt x="7417" y="13919"/>
                  </a:cubicBezTo>
                  <a:cubicBezTo>
                    <a:pt x="7417" y="13913"/>
                    <a:pt x="7411" y="13895"/>
                    <a:pt x="7411" y="13889"/>
                  </a:cubicBezTo>
                  <a:cubicBezTo>
                    <a:pt x="7400" y="13854"/>
                    <a:pt x="7394" y="13818"/>
                    <a:pt x="7388" y="13788"/>
                  </a:cubicBezTo>
                  <a:cubicBezTo>
                    <a:pt x="7388" y="13771"/>
                    <a:pt x="7382" y="13759"/>
                    <a:pt x="7382" y="13747"/>
                  </a:cubicBezTo>
                  <a:cubicBezTo>
                    <a:pt x="7370" y="13729"/>
                    <a:pt x="7370" y="13699"/>
                    <a:pt x="7364" y="13676"/>
                  </a:cubicBezTo>
                  <a:cubicBezTo>
                    <a:pt x="7364" y="13658"/>
                    <a:pt x="7358" y="13646"/>
                    <a:pt x="7358" y="13628"/>
                  </a:cubicBezTo>
                  <a:cubicBezTo>
                    <a:pt x="7352" y="13610"/>
                    <a:pt x="7352" y="13587"/>
                    <a:pt x="7352" y="13563"/>
                  </a:cubicBezTo>
                  <a:cubicBezTo>
                    <a:pt x="7352" y="13551"/>
                    <a:pt x="7340" y="13533"/>
                    <a:pt x="7340" y="13521"/>
                  </a:cubicBezTo>
                  <a:cubicBezTo>
                    <a:pt x="7340" y="13492"/>
                    <a:pt x="7334" y="13468"/>
                    <a:pt x="7334" y="13438"/>
                  </a:cubicBezTo>
                  <a:cubicBezTo>
                    <a:pt x="7334" y="13420"/>
                    <a:pt x="7334" y="13414"/>
                    <a:pt x="7328" y="13397"/>
                  </a:cubicBezTo>
                  <a:cubicBezTo>
                    <a:pt x="7322" y="13361"/>
                    <a:pt x="7322" y="13319"/>
                    <a:pt x="7311" y="13278"/>
                  </a:cubicBezTo>
                  <a:lnTo>
                    <a:pt x="7311" y="13242"/>
                  </a:lnTo>
                  <a:cubicBezTo>
                    <a:pt x="7311" y="13212"/>
                    <a:pt x="7305" y="13183"/>
                    <a:pt x="7305" y="13153"/>
                  </a:cubicBezTo>
                  <a:lnTo>
                    <a:pt x="7305" y="13112"/>
                  </a:lnTo>
                  <a:cubicBezTo>
                    <a:pt x="7305" y="13082"/>
                    <a:pt x="7305" y="13058"/>
                    <a:pt x="7299" y="13028"/>
                  </a:cubicBezTo>
                  <a:lnTo>
                    <a:pt x="7299" y="12981"/>
                  </a:lnTo>
                  <a:lnTo>
                    <a:pt x="7299" y="12892"/>
                  </a:lnTo>
                  <a:lnTo>
                    <a:pt x="7299" y="12850"/>
                  </a:lnTo>
                  <a:lnTo>
                    <a:pt x="7299" y="12714"/>
                  </a:lnTo>
                  <a:lnTo>
                    <a:pt x="7299" y="12565"/>
                  </a:lnTo>
                  <a:lnTo>
                    <a:pt x="7299" y="12524"/>
                  </a:lnTo>
                  <a:cubicBezTo>
                    <a:pt x="7299" y="12488"/>
                    <a:pt x="7299" y="12458"/>
                    <a:pt x="7305" y="12417"/>
                  </a:cubicBezTo>
                  <a:lnTo>
                    <a:pt x="7305" y="12369"/>
                  </a:lnTo>
                  <a:cubicBezTo>
                    <a:pt x="7305" y="12340"/>
                    <a:pt x="7305" y="12298"/>
                    <a:pt x="7311" y="12268"/>
                  </a:cubicBezTo>
                  <a:cubicBezTo>
                    <a:pt x="7311" y="12256"/>
                    <a:pt x="7311" y="12233"/>
                    <a:pt x="7322" y="12221"/>
                  </a:cubicBezTo>
                  <a:cubicBezTo>
                    <a:pt x="7322" y="12191"/>
                    <a:pt x="7328" y="12161"/>
                    <a:pt x="7328" y="12132"/>
                  </a:cubicBezTo>
                  <a:cubicBezTo>
                    <a:pt x="7334" y="12072"/>
                    <a:pt x="7340" y="12013"/>
                    <a:pt x="7340" y="11954"/>
                  </a:cubicBezTo>
                  <a:cubicBezTo>
                    <a:pt x="7340" y="11936"/>
                    <a:pt x="7352" y="11912"/>
                    <a:pt x="7352" y="11900"/>
                  </a:cubicBezTo>
                  <a:cubicBezTo>
                    <a:pt x="7358" y="11853"/>
                    <a:pt x="7358" y="11811"/>
                    <a:pt x="7364" y="11764"/>
                  </a:cubicBezTo>
                  <a:cubicBezTo>
                    <a:pt x="7364" y="11746"/>
                    <a:pt x="7370" y="11728"/>
                    <a:pt x="7370" y="11704"/>
                  </a:cubicBezTo>
                  <a:cubicBezTo>
                    <a:pt x="7382" y="11663"/>
                    <a:pt x="7388" y="11609"/>
                    <a:pt x="7394" y="11568"/>
                  </a:cubicBezTo>
                  <a:cubicBezTo>
                    <a:pt x="7394" y="11550"/>
                    <a:pt x="7400" y="11538"/>
                    <a:pt x="7400" y="11526"/>
                  </a:cubicBezTo>
                  <a:cubicBezTo>
                    <a:pt x="7411" y="11467"/>
                    <a:pt x="7423" y="11407"/>
                    <a:pt x="7429" y="11348"/>
                  </a:cubicBezTo>
                  <a:cubicBezTo>
                    <a:pt x="7429" y="11336"/>
                    <a:pt x="7441" y="11312"/>
                    <a:pt x="7441" y="11300"/>
                  </a:cubicBezTo>
                  <a:cubicBezTo>
                    <a:pt x="7447" y="11253"/>
                    <a:pt x="7453" y="11211"/>
                    <a:pt x="7471" y="11164"/>
                  </a:cubicBezTo>
                  <a:cubicBezTo>
                    <a:pt x="7477" y="11140"/>
                    <a:pt x="7477" y="11128"/>
                    <a:pt x="7483" y="11104"/>
                  </a:cubicBezTo>
                  <a:cubicBezTo>
                    <a:pt x="7489" y="11063"/>
                    <a:pt x="7507" y="11009"/>
                    <a:pt x="7512" y="10962"/>
                  </a:cubicBezTo>
                  <a:cubicBezTo>
                    <a:pt x="7512" y="10950"/>
                    <a:pt x="7518" y="10938"/>
                    <a:pt x="7518" y="10920"/>
                  </a:cubicBezTo>
                  <a:lnTo>
                    <a:pt x="7566" y="10742"/>
                  </a:lnTo>
                  <a:cubicBezTo>
                    <a:pt x="7572" y="10724"/>
                    <a:pt x="7572" y="10707"/>
                    <a:pt x="7578" y="10689"/>
                  </a:cubicBezTo>
                  <a:cubicBezTo>
                    <a:pt x="7596" y="10647"/>
                    <a:pt x="7602" y="10600"/>
                    <a:pt x="7619" y="10558"/>
                  </a:cubicBezTo>
                  <a:cubicBezTo>
                    <a:pt x="7625" y="10534"/>
                    <a:pt x="7631" y="10517"/>
                    <a:pt x="7631" y="10499"/>
                  </a:cubicBezTo>
                  <a:cubicBezTo>
                    <a:pt x="7649" y="10451"/>
                    <a:pt x="7661" y="10398"/>
                    <a:pt x="7679" y="10356"/>
                  </a:cubicBezTo>
                  <a:cubicBezTo>
                    <a:pt x="7685" y="10344"/>
                    <a:pt x="7685" y="10327"/>
                    <a:pt x="7691" y="10309"/>
                  </a:cubicBezTo>
                  <a:cubicBezTo>
                    <a:pt x="7714" y="10249"/>
                    <a:pt x="7726" y="10190"/>
                    <a:pt x="7750" y="10131"/>
                  </a:cubicBezTo>
                  <a:cubicBezTo>
                    <a:pt x="7756" y="10119"/>
                    <a:pt x="7768" y="10095"/>
                    <a:pt x="7768" y="10083"/>
                  </a:cubicBezTo>
                  <a:lnTo>
                    <a:pt x="7809" y="9947"/>
                  </a:lnTo>
                  <a:cubicBezTo>
                    <a:pt x="7815" y="9923"/>
                    <a:pt x="7827" y="9911"/>
                    <a:pt x="7833" y="9887"/>
                  </a:cubicBezTo>
                  <a:cubicBezTo>
                    <a:pt x="7845" y="9846"/>
                    <a:pt x="7869" y="9792"/>
                    <a:pt x="7887" y="9751"/>
                  </a:cubicBezTo>
                  <a:cubicBezTo>
                    <a:pt x="7892" y="9733"/>
                    <a:pt x="7892" y="9721"/>
                    <a:pt x="7898" y="9703"/>
                  </a:cubicBezTo>
                  <a:lnTo>
                    <a:pt x="7964" y="9525"/>
                  </a:lnTo>
                  <a:cubicBezTo>
                    <a:pt x="7976" y="9513"/>
                    <a:pt x="7982" y="9489"/>
                    <a:pt x="7987" y="9472"/>
                  </a:cubicBezTo>
                  <a:cubicBezTo>
                    <a:pt x="8005" y="9430"/>
                    <a:pt x="8023" y="9382"/>
                    <a:pt x="8041" y="9341"/>
                  </a:cubicBezTo>
                  <a:cubicBezTo>
                    <a:pt x="8047" y="9317"/>
                    <a:pt x="8053" y="9305"/>
                    <a:pt x="8065" y="9282"/>
                  </a:cubicBezTo>
                  <a:cubicBezTo>
                    <a:pt x="8082" y="9234"/>
                    <a:pt x="8100" y="9192"/>
                    <a:pt x="8124" y="9145"/>
                  </a:cubicBezTo>
                  <a:lnTo>
                    <a:pt x="8142" y="9103"/>
                  </a:lnTo>
                  <a:cubicBezTo>
                    <a:pt x="8172" y="9044"/>
                    <a:pt x="8195" y="8985"/>
                    <a:pt x="8225" y="8925"/>
                  </a:cubicBezTo>
                  <a:cubicBezTo>
                    <a:pt x="8231" y="8907"/>
                    <a:pt x="8243" y="8884"/>
                    <a:pt x="8249" y="8872"/>
                  </a:cubicBezTo>
                  <a:cubicBezTo>
                    <a:pt x="8272" y="8824"/>
                    <a:pt x="8290" y="8783"/>
                    <a:pt x="8308" y="8747"/>
                  </a:cubicBezTo>
                  <a:cubicBezTo>
                    <a:pt x="8314" y="8723"/>
                    <a:pt x="8332" y="8711"/>
                    <a:pt x="8338" y="8688"/>
                  </a:cubicBezTo>
                  <a:lnTo>
                    <a:pt x="8403" y="8551"/>
                  </a:lnTo>
                  <a:lnTo>
                    <a:pt x="8427" y="8510"/>
                  </a:lnTo>
                  <a:cubicBezTo>
                    <a:pt x="8457" y="8450"/>
                    <a:pt x="8486" y="8397"/>
                    <a:pt x="8516" y="8337"/>
                  </a:cubicBezTo>
                  <a:cubicBezTo>
                    <a:pt x="8522" y="8320"/>
                    <a:pt x="8528" y="8308"/>
                    <a:pt x="8546" y="8284"/>
                  </a:cubicBezTo>
                  <a:cubicBezTo>
                    <a:pt x="8569" y="8242"/>
                    <a:pt x="8587" y="8201"/>
                    <a:pt x="8611" y="8159"/>
                  </a:cubicBezTo>
                  <a:cubicBezTo>
                    <a:pt x="8617" y="8136"/>
                    <a:pt x="8635" y="8124"/>
                    <a:pt x="8641" y="8100"/>
                  </a:cubicBezTo>
                  <a:cubicBezTo>
                    <a:pt x="8664" y="8052"/>
                    <a:pt x="8694" y="8011"/>
                    <a:pt x="8718" y="7975"/>
                  </a:cubicBezTo>
                  <a:lnTo>
                    <a:pt x="8736" y="7928"/>
                  </a:lnTo>
                  <a:cubicBezTo>
                    <a:pt x="8765" y="7868"/>
                    <a:pt x="8807" y="7815"/>
                    <a:pt x="8837" y="7767"/>
                  </a:cubicBezTo>
                  <a:cubicBezTo>
                    <a:pt x="8843" y="7750"/>
                    <a:pt x="8854" y="7738"/>
                    <a:pt x="8866" y="7720"/>
                  </a:cubicBezTo>
                  <a:cubicBezTo>
                    <a:pt x="8884" y="7678"/>
                    <a:pt x="8914" y="7637"/>
                    <a:pt x="8938" y="7595"/>
                  </a:cubicBezTo>
                  <a:cubicBezTo>
                    <a:pt x="8955" y="7571"/>
                    <a:pt x="8961" y="7560"/>
                    <a:pt x="8973" y="7536"/>
                  </a:cubicBezTo>
                  <a:cubicBezTo>
                    <a:pt x="9003" y="7488"/>
                    <a:pt x="9027" y="7453"/>
                    <a:pt x="9056" y="7411"/>
                  </a:cubicBezTo>
                  <a:cubicBezTo>
                    <a:pt x="9062" y="7393"/>
                    <a:pt x="9080" y="7381"/>
                    <a:pt x="9086" y="7364"/>
                  </a:cubicBezTo>
                  <a:cubicBezTo>
                    <a:pt x="9122" y="7310"/>
                    <a:pt x="9163" y="7263"/>
                    <a:pt x="9199" y="7203"/>
                  </a:cubicBezTo>
                  <a:cubicBezTo>
                    <a:pt x="9205" y="7185"/>
                    <a:pt x="9223" y="7174"/>
                    <a:pt x="9229" y="7156"/>
                  </a:cubicBezTo>
                  <a:cubicBezTo>
                    <a:pt x="9258" y="7120"/>
                    <a:pt x="9288" y="7073"/>
                    <a:pt x="9312" y="7037"/>
                  </a:cubicBezTo>
                  <a:cubicBezTo>
                    <a:pt x="9324" y="7025"/>
                    <a:pt x="9329" y="7001"/>
                    <a:pt x="9347" y="6984"/>
                  </a:cubicBezTo>
                  <a:cubicBezTo>
                    <a:pt x="9377" y="6948"/>
                    <a:pt x="9407" y="6906"/>
                    <a:pt x="9436" y="6865"/>
                  </a:cubicBezTo>
                  <a:cubicBezTo>
                    <a:pt x="9442" y="6853"/>
                    <a:pt x="9460" y="6835"/>
                    <a:pt x="9466" y="6829"/>
                  </a:cubicBezTo>
                  <a:cubicBezTo>
                    <a:pt x="9502" y="6776"/>
                    <a:pt x="9549" y="6728"/>
                    <a:pt x="9585" y="6675"/>
                  </a:cubicBezTo>
                  <a:cubicBezTo>
                    <a:pt x="9591" y="6657"/>
                    <a:pt x="9609" y="6651"/>
                    <a:pt x="9614" y="6639"/>
                  </a:cubicBezTo>
                  <a:cubicBezTo>
                    <a:pt x="9644" y="6598"/>
                    <a:pt x="9674" y="6556"/>
                    <a:pt x="9704" y="6520"/>
                  </a:cubicBezTo>
                  <a:cubicBezTo>
                    <a:pt x="9715" y="6503"/>
                    <a:pt x="9733" y="6491"/>
                    <a:pt x="9739" y="6467"/>
                  </a:cubicBezTo>
                  <a:cubicBezTo>
                    <a:pt x="9769" y="6431"/>
                    <a:pt x="9804" y="6384"/>
                    <a:pt x="9834" y="6348"/>
                  </a:cubicBezTo>
                  <a:cubicBezTo>
                    <a:pt x="9846" y="6330"/>
                    <a:pt x="9858" y="6324"/>
                    <a:pt x="9864" y="6313"/>
                  </a:cubicBezTo>
                  <a:cubicBezTo>
                    <a:pt x="9911" y="6259"/>
                    <a:pt x="9947" y="6212"/>
                    <a:pt x="9994" y="6164"/>
                  </a:cubicBezTo>
                  <a:cubicBezTo>
                    <a:pt x="10000" y="6146"/>
                    <a:pt x="10012" y="6140"/>
                    <a:pt x="10024" y="6123"/>
                  </a:cubicBezTo>
                  <a:cubicBezTo>
                    <a:pt x="10054" y="6087"/>
                    <a:pt x="10090" y="6051"/>
                    <a:pt x="10125" y="6016"/>
                  </a:cubicBezTo>
                  <a:cubicBezTo>
                    <a:pt x="10143" y="5998"/>
                    <a:pt x="10155" y="5986"/>
                    <a:pt x="10161" y="5968"/>
                  </a:cubicBezTo>
                  <a:cubicBezTo>
                    <a:pt x="10202" y="5933"/>
                    <a:pt x="10232" y="5897"/>
                    <a:pt x="10268" y="5855"/>
                  </a:cubicBezTo>
                  <a:lnTo>
                    <a:pt x="10297" y="5826"/>
                  </a:lnTo>
                  <a:cubicBezTo>
                    <a:pt x="10339" y="5784"/>
                    <a:pt x="10386" y="5737"/>
                    <a:pt x="10428" y="5689"/>
                  </a:cubicBezTo>
                  <a:lnTo>
                    <a:pt x="10458" y="5659"/>
                  </a:lnTo>
                  <a:lnTo>
                    <a:pt x="10570" y="5547"/>
                  </a:lnTo>
                  <a:lnTo>
                    <a:pt x="10606" y="5511"/>
                  </a:lnTo>
                  <a:cubicBezTo>
                    <a:pt x="10648" y="5469"/>
                    <a:pt x="10683" y="5434"/>
                    <a:pt x="10719" y="5404"/>
                  </a:cubicBezTo>
                  <a:cubicBezTo>
                    <a:pt x="10725" y="5398"/>
                    <a:pt x="10743" y="5392"/>
                    <a:pt x="10749" y="5374"/>
                  </a:cubicBezTo>
                  <a:cubicBezTo>
                    <a:pt x="10796" y="5333"/>
                    <a:pt x="10844" y="5285"/>
                    <a:pt x="10891" y="5250"/>
                  </a:cubicBezTo>
                  <a:cubicBezTo>
                    <a:pt x="10897" y="5244"/>
                    <a:pt x="10903" y="5232"/>
                    <a:pt x="10921" y="5226"/>
                  </a:cubicBezTo>
                  <a:cubicBezTo>
                    <a:pt x="10956" y="5190"/>
                    <a:pt x="10992" y="5161"/>
                    <a:pt x="11040" y="5125"/>
                  </a:cubicBezTo>
                  <a:cubicBezTo>
                    <a:pt x="11051" y="5107"/>
                    <a:pt x="11069" y="5101"/>
                    <a:pt x="11075" y="5083"/>
                  </a:cubicBezTo>
                  <a:cubicBezTo>
                    <a:pt x="11111" y="5054"/>
                    <a:pt x="11158" y="5018"/>
                    <a:pt x="11194" y="4988"/>
                  </a:cubicBezTo>
                  <a:cubicBezTo>
                    <a:pt x="11200" y="4982"/>
                    <a:pt x="11212" y="4977"/>
                    <a:pt x="11224" y="4965"/>
                  </a:cubicBezTo>
                  <a:cubicBezTo>
                    <a:pt x="11277" y="4929"/>
                    <a:pt x="11319" y="4887"/>
                    <a:pt x="11372" y="4846"/>
                  </a:cubicBezTo>
                  <a:lnTo>
                    <a:pt x="11461" y="4781"/>
                  </a:lnTo>
                  <a:cubicBezTo>
                    <a:pt x="11479" y="4775"/>
                    <a:pt x="11485" y="4769"/>
                    <a:pt x="11497" y="4757"/>
                  </a:cubicBezTo>
                  <a:cubicBezTo>
                    <a:pt x="11538" y="4739"/>
                    <a:pt x="11568" y="4709"/>
                    <a:pt x="11604" y="4686"/>
                  </a:cubicBezTo>
                  <a:cubicBezTo>
                    <a:pt x="11616" y="4680"/>
                    <a:pt x="11633" y="4662"/>
                    <a:pt x="11645" y="4656"/>
                  </a:cubicBezTo>
                  <a:cubicBezTo>
                    <a:pt x="11669" y="4638"/>
                    <a:pt x="11699" y="4620"/>
                    <a:pt x="11722" y="4602"/>
                  </a:cubicBezTo>
                  <a:cubicBezTo>
                    <a:pt x="11734" y="4597"/>
                    <a:pt x="11752" y="4579"/>
                    <a:pt x="11764" y="4573"/>
                  </a:cubicBezTo>
                  <a:lnTo>
                    <a:pt x="11835" y="4531"/>
                  </a:lnTo>
                  <a:cubicBezTo>
                    <a:pt x="11847" y="4519"/>
                    <a:pt x="11865" y="4507"/>
                    <a:pt x="11883" y="4501"/>
                  </a:cubicBezTo>
                  <a:lnTo>
                    <a:pt x="11954" y="4454"/>
                  </a:lnTo>
                  <a:cubicBezTo>
                    <a:pt x="11966" y="4448"/>
                    <a:pt x="11984" y="4430"/>
                    <a:pt x="11996" y="4424"/>
                  </a:cubicBezTo>
                  <a:cubicBezTo>
                    <a:pt x="12019" y="4412"/>
                    <a:pt x="12049" y="4395"/>
                    <a:pt x="12073" y="4383"/>
                  </a:cubicBezTo>
                  <a:lnTo>
                    <a:pt x="12114" y="4359"/>
                  </a:lnTo>
                  <a:cubicBezTo>
                    <a:pt x="12150" y="4335"/>
                    <a:pt x="12197" y="4311"/>
                    <a:pt x="12233" y="4294"/>
                  </a:cubicBezTo>
                  <a:lnTo>
                    <a:pt x="4959" y="1"/>
                  </a:lnTo>
                  <a:close/>
                  <a:moveTo>
                    <a:pt x="8605" y="15819"/>
                  </a:moveTo>
                  <a:cubicBezTo>
                    <a:pt x="8605" y="15819"/>
                    <a:pt x="8605" y="15819"/>
                    <a:pt x="8605" y="15819"/>
                  </a:cubicBezTo>
                  <a:cubicBezTo>
                    <a:pt x="8607" y="15820"/>
                    <a:pt x="8609" y="15821"/>
                    <a:pt x="8610" y="15822"/>
                  </a:cubicBezTo>
                  <a:lnTo>
                    <a:pt x="8610" y="15822"/>
                  </a:lnTo>
                  <a:lnTo>
                    <a:pt x="8605" y="15819"/>
                  </a:lnTo>
                  <a:close/>
                  <a:moveTo>
                    <a:pt x="8610" y="15822"/>
                  </a:moveTo>
                  <a:lnTo>
                    <a:pt x="8676" y="15861"/>
                  </a:lnTo>
                  <a:cubicBezTo>
                    <a:pt x="8660" y="15850"/>
                    <a:pt x="8633" y="15834"/>
                    <a:pt x="8610" y="15822"/>
                  </a:cubicBezTo>
                  <a:close/>
                </a:path>
              </a:pathLst>
            </a:custGeom>
            <a:solidFill>
              <a:srgbClr val="979797">
                <a:alpha val="4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5">
              <a:extLst>
                <a:ext uri="{FF2B5EF4-FFF2-40B4-BE49-F238E27FC236}">
                  <a16:creationId xmlns:a16="http://schemas.microsoft.com/office/drawing/2014/main" id="{A74CC4E0-7EC9-996E-13C1-533B9B112872}"/>
                </a:ext>
              </a:extLst>
            </p:cNvPr>
            <p:cNvSpPr/>
            <p:nvPr/>
          </p:nvSpPr>
          <p:spPr>
            <a:xfrm>
              <a:off x="9706338" y="-1666865"/>
              <a:ext cx="130405" cy="2622401"/>
            </a:xfrm>
            <a:custGeom>
              <a:avLst/>
              <a:gdLst/>
              <a:ahLst/>
              <a:cxnLst/>
              <a:rect l="l" t="t" r="r" b="b"/>
              <a:pathLst>
                <a:path w="601" h="12459" extrusionOk="0">
                  <a:moveTo>
                    <a:pt x="1" y="1"/>
                  </a:moveTo>
                  <a:lnTo>
                    <a:pt x="30" y="12132"/>
                  </a:lnTo>
                  <a:lnTo>
                    <a:pt x="600" y="12458"/>
                  </a:lnTo>
                  <a:lnTo>
                    <a:pt x="565"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5">
              <a:extLst>
                <a:ext uri="{FF2B5EF4-FFF2-40B4-BE49-F238E27FC236}">
                  <a16:creationId xmlns:a16="http://schemas.microsoft.com/office/drawing/2014/main" id="{605B91DF-C020-D9E8-0721-67FF8E34C3A9}"/>
                </a:ext>
              </a:extLst>
            </p:cNvPr>
            <p:cNvSpPr/>
            <p:nvPr/>
          </p:nvSpPr>
          <p:spPr>
            <a:xfrm>
              <a:off x="9706338" y="-4241474"/>
              <a:ext cx="4718447" cy="2643660"/>
            </a:xfrm>
            <a:custGeom>
              <a:avLst/>
              <a:gdLst/>
              <a:ahLst/>
              <a:cxnLst/>
              <a:rect l="l" t="t" r="r" b="b"/>
              <a:pathLst>
                <a:path w="21746" h="12560" extrusionOk="0">
                  <a:moveTo>
                    <a:pt x="21175" y="0"/>
                  </a:moveTo>
                  <a:lnTo>
                    <a:pt x="1" y="12233"/>
                  </a:lnTo>
                  <a:lnTo>
                    <a:pt x="565" y="12559"/>
                  </a:lnTo>
                  <a:lnTo>
                    <a:pt x="21745" y="333"/>
                  </a:lnTo>
                  <a:lnTo>
                    <a:pt x="211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5">
              <a:extLst>
                <a:ext uri="{FF2B5EF4-FFF2-40B4-BE49-F238E27FC236}">
                  <a16:creationId xmlns:a16="http://schemas.microsoft.com/office/drawing/2014/main" id="{D8DB87FF-9DC3-0FB2-18E2-DF4B12B81461}"/>
                </a:ext>
              </a:extLst>
            </p:cNvPr>
            <p:cNvSpPr/>
            <p:nvPr/>
          </p:nvSpPr>
          <p:spPr>
            <a:xfrm>
              <a:off x="9828714" y="-4171594"/>
              <a:ext cx="4602363" cy="5127143"/>
            </a:xfrm>
            <a:custGeom>
              <a:avLst/>
              <a:gdLst/>
              <a:ahLst/>
              <a:cxnLst/>
              <a:rect l="l" t="t" r="r" b="b"/>
              <a:pathLst>
                <a:path w="21211" h="24359" extrusionOk="0">
                  <a:moveTo>
                    <a:pt x="21181" y="1"/>
                  </a:moveTo>
                  <a:lnTo>
                    <a:pt x="1" y="12227"/>
                  </a:lnTo>
                  <a:lnTo>
                    <a:pt x="36" y="24358"/>
                  </a:lnTo>
                  <a:lnTo>
                    <a:pt x="21211" y="12132"/>
                  </a:lnTo>
                  <a:lnTo>
                    <a:pt x="211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5">
              <a:extLst>
                <a:ext uri="{FF2B5EF4-FFF2-40B4-BE49-F238E27FC236}">
                  <a16:creationId xmlns:a16="http://schemas.microsoft.com/office/drawing/2014/main" id="{B27C9709-B62B-F210-FC21-EC163E921F09}"/>
                </a:ext>
              </a:extLst>
            </p:cNvPr>
            <p:cNvSpPr/>
            <p:nvPr/>
          </p:nvSpPr>
          <p:spPr>
            <a:xfrm>
              <a:off x="9931779" y="-4022784"/>
              <a:ext cx="4396232" cy="4830784"/>
            </a:xfrm>
            <a:custGeom>
              <a:avLst/>
              <a:gdLst/>
              <a:ahLst/>
              <a:cxnLst/>
              <a:rect l="l" t="t" r="r" b="b"/>
              <a:pathLst>
                <a:path w="20261" h="22951" extrusionOk="0">
                  <a:moveTo>
                    <a:pt x="20261" y="0"/>
                  </a:moveTo>
                  <a:lnTo>
                    <a:pt x="1" y="11698"/>
                  </a:lnTo>
                  <a:lnTo>
                    <a:pt x="1" y="22951"/>
                  </a:lnTo>
                  <a:lnTo>
                    <a:pt x="20261" y="11253"/>
                  </a:lnTo>
                  <a:lnTo>
                    <a:pt x="202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5">
              <a:extLst>
                <a:ext uri="{FF2B5EF4-FFF2-40B4-BE49-F238E27FC236}">
                  <a16:creationId xmlns:a16="http://schemas.microsoft.com/office/drawing/2014/main" id="{ACE22802-AEC3-512F-788B-5ACC1046F085}"/>
                </a:ext>
              </a:extLst>
            </p:cNvPr>
            <p:cNvSpPr/>
            <p:nvPr/>
          </p:nvSpPr>
          <p:spPr>
            <a:xfrm>
              <a:off x="9875147" y="-3484162"/>
              <a:ext cx="4508410" cy="2543681"/>
            </a:xfrm>
            <a:custGeom>
              <a:avLst/>
              <a:gdLst/>
              <a:ahLst/>
              <a:cxnLst/>
              <a:rect l="l" t="t" r="r" b="b"/>
              <a:pathLst>
                <a:path w="20778" h="12085" extrusionOk="0">
                  <a:moveTo>
                    <a:pt x="20700" y="1"/>
                  </a:moveTo>
                  <a:lnTo>
                    <a:pt x="0" y="11948"/>
                  </a:lnTo>
                  <a:lnTo>
                    <a:pt x="78" y="12084"/>
                  </a:lnTo>
                  <a:lnTo>
                    <a:pt x="20777"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5">
              <a:extLst>
                <a:ext uri="{FF2B5EF4-FFF2-40B4-BE49-F238E27FC236}">
                  <a16:creationId xmlns:a16="http://schemas.microsoft.com/office/drawing/2014/main" id="{7C97DE59-802E-A215-40B2-5549438FC30E}"/>
                </a:ext>
              </a:extLst>
            </p:cNvPr>
            <p:cNvSpPr/>
            <p:nvPr/>
          </p:nvSpPr>
          <p:spPr>
            <a:xfrm>
              <a:off x="9875147" y="-2879238"/>
              <a:ext cx="4508410" cy="2543681"/>
            </a:xfrm>
            <a:custGeom>
              <a:avLst/>
              <a:gdLst/>
              <a:ahLst/>
              <a:cxnLst/>
              <a:rect l="l" t="t" r="r" b="b"/>
              <a:pathLst>
                <a:path w="20778" h="12085" extrusionOk="0">
                  <a:moveTo>
                    <a:pt x="20700" y="1"/>
                  </a:moveTo>
                  <a:lnTo>
                    <a:pt x="0" y="11942"/>
                  </a:lnTo>
                  <a:lnTo>
                    <a:pt x="78" y="12084"/>
                  </a:lnTo>
                  <a:lnTo>
                    <a:pt x="20777"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5">
              <a:extLst>
                <a:ext uri="{FF2B5EF4-FFF2-40B4-BE49-F238E27FC236}">
                  <a16:creationId xmlns:a16="http://schemas.microsoft.com/office/drawing/2014/main" id="{4A679C7A-24B1-9BEC-D0AF-9A28878E02C0}"/>
                </a:ext>
              </a:extLst>
            </p:cNvPr>
            <p:cNvSpPr/>
            <p:nvPr/>
          </p:nvSpPr>
          <p:spPr>
            <a:xfrm>
              <a:off x="9873845" y="-2275577"/>
              <a:ext cx="4509712" cy="2544944"/>
            </a:xfrm>
            <a:custGeom>
              <a:avLst/>
              <a:gdLst/>
              <a:ahLst/>
              <a:cxnLst/>
              <a:rect l="l" t="t" r="r" b="b"/>
              <a:pathLst>
                <a:path w="20784" h="12091" extrusionOk="0">
                  <a:moveTo>
                    <a:pt x="20700" y="1"/>
                  </a:moveTo>
                  <a:lnTo>
                    <a:pt x="1" y="11948"/>
                  </a:lnTo>
                  <a:lnTo>
                    <a:pt x="84" y="12090"/>
                  </a:lnTo>
                  <a:lnTo>
                    <a:pt x="20783"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5">
              <a:extLst>
                <a:ext uri="{FF2B5EF4-FFF2-40B4-BE49-F238E27FC236}">
                  <a16:creationId xmlns:a16="http://schemas.microsoft.com/office/drawing/2014/main" id="{8FA5450F-8087-1059-0131-67E45CBD27DB}"/>
                </a:ext>
              </a:extLst>
            </p:cNvPr>
            <p:cNvSpPr/>
            <p:nvPr/>
          </p:nvSpPr>
          <p:spPr>
            <a:xfrm>
              <a:off x="13607610" y="-3656546"/>
              <a:ext cx="36236" cy="2419917"/>
            </a:xfrm>
            <a:custGeom>
              <a:avLst/>
              <a:gdLst/>
              <a:ahLst/>
              <a:cxnLst/>
              <a:rect l="l" t="t" r="r" b="b"/>
              <a:pathLst>
                <a:path w="167" h="11497" extrusionOk="0">
                  <a:moveTo>
                    <a:pt x="1" y="0"/>
                  </a:moveTo>
                  <a:lnTo>
                    <a:pt x="1" y="11496"/>
                  </a:lnTo>
                  <a:lnTo>
                    <a:pt x="167" y="11496"/>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5">
              <a:extLst>
                <a:ext uri="{FF2B5EF4-FFF2-40B4-BE49-F238E27FC236}">
                  <a16:creationId xmlns:a16="http://schemas.microsoft.com/office/drawing/2014/main" id="{EA7F24E4-A9D5-1925-B5C5-8C86A9B1A973}"/>
                </a:ext>
              </a:extLst>
            </p:cNvPr>
            <p:cNvSpPr/>
            <p:nvPr/>
          </p:nvSpPr>
          <p:spPr>
            <a:xfrm>
              <a:off x="12860336" y="-3237899"/>
              <a:ext cx="36236" cy="2419917"/>
            </a:xfrm>
            <a:custGeom>
              <a:avLst/>
              <a:gdLst/>
              <a:ahLst/>
              <a:cxnLst/>
              <a:rect l="l" t="t" r="r" b="b"/>
              <a:pathLst>
                <a:path w="167" h="11497" extrusionOk="0">
                  <a:moveTo>
                    <a:pt x="1" y="1"/>
                  </a:moveTo>
                  <a:lnTo>
                    <a:pt x="1" y="11496"/>
                  </a:lnTo>
                  <a:lnTo>
                    <a:pt x="167" y="11496"/>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5">
              <a:extLst>
                <a:ext uri="{FF2B5EF4-FFF2-40B4-BE49-F238E27FC236}">
                  <a16:creationId xmlns:a16="http://schemas.microsoft.com/office/drawing/2014/main" id="{F2CD0FF2-11DA-5FED-9D49-559875D717B2}"/>
                </a:ext>
              </a:extLst>
            </p:cNvPr>
            <p:cNvSpPr/>
            <p:nvPr/>
          </p:nvSpPr>
          <p:spPr>
            <a:xfrm>
              <a:off x="12111761" y="-2816725"/>
              <a:ext cx="36236" cy="2419917"/>
            </a:xfrm>
            <a:custGeom>
              <a:avLst/>
              <a:gdLst/>
              <a:ahLst/>
              <a:cxnLst/>
              <a:rect l="l" t="t" r="r" b="b"/>
              <a:pathLst>
                <a:path w="167" h="11497" extrusionOk="0">
                  <a:moveTo>
                    <a:pt x="1" y="1"/>
                  </a:moveTo>
                  <a:lnTo>
                    <a:pt x="1" y="11496"/>
                  </a:lnTo>
                  <a:lnTo>
                    <a:pt x="167" y="11496"/>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5">
              <a:extLst>
                <a:ext uri="{FF2B5EF4-FFF2-40B4-BE49-F238E27FC236}">
                  <a16:creationId xmlns:a16="http://schemas.microsoft.com/office/drawing/2014/main" id="{483B6A4A-54D4-109C-016B-B5EB7E4D8DFA}"/>
                </a:ext>
              </a:extLst>
            </p:cNvPr>
            <p:cNvSpPr/>
            <p:nvPr/>
          </p:nvSpPr>
          <p:spPr>
            <a:xfrm>
              <a:off x="11363185" y="-2399340"/>
              <a:ext cx="35151" cy="2421180"/>
            </a:xfrm>
            <a:custGeom>
              <a:avLst/>
              <a:gdLst/>
              <a:ahLst/>
              <a:cxnLst/>
              <a:rect l="l" t="t" r="r" b="b"/>
              <a:pathLst>
                <a:path w="162" h="11503" extrusionOk="0">
                  <a:moveTo>
                    <a:pt x="1" y="1"/>
                  </a:moveTo>
                  <a:lnTo>
                    <a:pt x="1" y="11503"/>
                  </a:lnTo>
                  <a:lnTo>
                    <a:pt x="161" y="11503"/>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5">
              <a:extLst>
                <a:ext uri="{FF2B5EF4-FFF2-40B4-BE49-F238E27FC236}">
                  <a16:creationId xmlns:a16="http://schemas.microsoft.com/office/drawing/2014/main" id="{BD9F23AA-A5F2-D915-DA41-CA810771B5C9}"/>
                </a:ext>
              </a:extLst>
            </p:cNvPr>
            <p:cNvSpPr/>
            <p:nvPr/>
          </p:nvSpPr>
          <p:spPr>
            <a:xfrm>
              <a:off x="10614610" y="-1979219"/>
              <a:ext cx="35151" cy="2419707"/>
            </a:xfrm>
            <a:custGeom>
              <a:avLst/>
              <a:gdLst/>
              <a:ahLst/>
              <a:cxnLst/>
              <a:rect l="l" t="t" r="r" b="b"/>
              <a:pathLst>
                <a:path w="162" h="11496" extrusionOk="0">
                  <a:moveTo>
                    <a:pt x="1" y="0"/>
                  </a:moveTo>
                  <a:lnTo>
                    <a:pt x="1" y="11496"/>
                  </a:lnTo>
                  <a:lnTo>
                    <a:pt x="161" y="11496"/>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5">
              <a:extLst>
                <a:ext uri="{FF2B5EF4-FFF2-40B4-BE49-F238E27FC236}">
                  <a16:creationId xmlns:a16="http://schemas.microsoft.com/office/drawing/2014/main" id="{A097A04C-684D-8DE2-D3AC-CBE2F0B037FC}"/>
                </a:ext>
              </a:extLst>
            </p:cNvPr>
            <p:cNvSpPr/>
            <p:nvPr/>
          </p:nvSpPr>
          <p:spPr>
            <a:xfrm>
              <a:off x="9042818" y="-851881"/>
              <a:ext cx="768109" cy="505368"/>
            </a:xfrm>
            <a:custGeom>
              <a:avLst/>
              <a:gdLst/>
              <a:ahLst/>
              <a:cxnLst/>
              <a:rect l="l" t="t" r="r" b="b"/>
              <a:pathLst>
                <a:path w="3540" h="2401" extrusionOk="0">
                  <a:moveTo>
                    <a:pt x="476" y="2292"/>
                  </a:moveTo>
                  <a:cubicBezTo>
                    <a:pt x="482" y="2292"/>
                    <a:pt x="482" y="2292"/>
                    <a:pt x="476" y="2304"/>
                  </a:cubicBezTo>
                  <a:lnTo>
                    <a:pt x="476" y="2292"/>
                  </a:lnTo>
                  <a:close/>
                  <a:moveTo>
                    <a:pt x="470" y="2316"/>
                  </a:moveTo>
                  <a:cubicBezTo>
                    <a:pt x="476" y="2316"/>
                    <a:pt x="470" y="2316"/>
                    <a:pt x="470" y="2322"/>
                  </a:cubicBezTo>
                  <a:lnTo>
                    <a:pt x="470" y="2316"/>
                  </a:lnTo>
                  <a:close/>
                  <a:moveTo>
                    <a:pt x="3154" y="0"/>
                  </a:moveTo>
                  <a:cubicBezTo>
                    <a:pt x="3148" y="0"/>
                    <a:pt x="3142" y="6"/>
                    <a:pt x="3142" y="6"/>
                  </a:cubicBezTo>
                  <a:lnTo>
                    <a:pt x="72" y="1787"/>
                  </a:lnTo>
                  <a:cubicBezTo>
                    <a:pt x="30" y="1811"/>
                    <a:pt x="1" y="1871"/>
                    <a:pt x="1" y="1942"/>
                  </a:cubicBezTo>
                  <a:cubicBezTo>
                    <a:pt x="6" y="2102"/>
                    <a:pt x="107" y="2286"/>
                    <a:pt x="244" y="2369"/>
                  </a:cubicBezTo>
                  <a:cubicBezTo>
                    <a:pt x="281" y="2390"/>
                    <a:pt x="320" y="2400"/>
                    <a:pt x="354" y="2400"/>
                  </a:cubicBezTo>
                  <a:cubicBezTo>
                    <a:pt x="381" y="2400"/>
                    <a:pt x="404" y="2394"/>
                    <a:pt x="422" y="2381"/>
                  </a:cubicBezTo>
                  <a:lnTo>
                    <a:pt x="416" y="2381"/>
                  </a:lnTo>
                  <a:lnTo>
                    <a:pt x="3480" y="600"/>
                  </a:lnTo>
                  <a:cubicBezTo>
                    <a:pt x="3486" y="600"/>
                    <a:pt x="3486" y="594"/>
                    <a:pt x="3498" y="594"/>
                  </a:cubicBezTo>
                  <a:lnTo>
                    <a:pt x="3504" y="588"/>
                  </a:lnTo>
                  <a:lnTo>
                    <a:pt x="3510" y="576"/>
                  </a:lnTo>
                  <a:lnTo>
                    <a:pt x="3516" y="570"/>
                  </a:lnTo>
                  <a:lnTo>
                    <a:pt x="3528" y="564"/>
                  </a:lnTo>
                  <a:lnTo>
                    <a:pt x="3528" y="558"/>
                  </a:lnTo>
                  <a:cubicBezTo>
                    <a:pt x="3528" y="546"/>
                    <a:pt x="3534" y="546"/>
                    <a:pt x="3534" y="540"/>
                  </a:cubicBezTo>
                  <a:lnTo>
                    <a:pt x="3534" y="534"/>
                  </a:lnTo>
                  <a:cubicBezTo>
                    <a:pt x="3534" y="529"/>
                    <a:pt x="3540" y="529"/>
                    <a:pt x="3540" y="517"/>
                  </a:cubicBezTo>
                  <a:lnTo>
                    <a:pt x="3540" y="511"/>
                  </a:lnTo>
                  <a:lnTo>
                    <a:pt x="3540" y="499"/>
                  </a:lnTo>
                  <a:lnTo>
                    <a:pt x="3540" y="487"/>
                  </a:lnTo>
                  <a:lnTo>
                    <a:pt x="3540" y="481"/>
                  </a:lnTo>
                  <a:lnTo>
                    <a:pt x="3540" y="475"/>
                  </a:lnTo>
                  <a:lnTo>
                    <a:pt x="3540" y="469"/>
                  </a:lnTo>
                  <a:lnTo>
                    <a:pt x="3540" y="445"/>
                  </a:lnTo>
                  <a:lnTo>
                    <a:pt x="3540" y="416"/>
                  </a:lnTo>
                  <a:cubicBezTo>
                    <a:pt x="3540" y="410"/>
                    <a:pt x="3540" y="392"/>
                    <a:pt x="3534" y="386"/>
                  </a:cubicBezTo>
                  <a:lnTo>
                    <a:pt x="3534" y="368"/>
                  </a:lnTo>
                  <a:cubicBezTo>
                    <a:pt x="3534" y="362"/>
                    <a:pt x="3534" y="356"/>
                    <a:pt x="3528" y="350"/>
                  </a:cubicBezTo>
                  <a:lnTo>
                    <a:pt x="3528" y="339"/>
                  </a:lnTo>
                  <a:lnTo>
                    <a:pt x="3528" y="333"/>
                  </a:lnTo>
                  <a:cubicBezTo>
                    <a:pt x="3528" y="327"/>
                    <a:pt x="3516" y="309"/>
                    <a:pt x="3516" y="303"/>
                  </a:cubicBezTo>
                  <a:lnTo>
                    <a:pt x="3516" y="297"/>
                  </a:lnTo>
                  <a:cubicBezTo>
                    <a:pt x="3510" y="279"/>
                    <a:pt x="3510" y="273"/>
                    <a:pt x="3504" y="261"/>
                  </a:cubicBezTo>
                  <a:cubicBezTo>
                    <a:pt x="3504" y="249"/>
                    <a:pt x="3504" y="249"/>
                    <a:pt x="3498" y="244"/>
                  </a:cubicBezTo>
                  <a:cubicBezTo>
                    <a:pt x="3486" y="238"/>
                    <a:pt x="3486" y="232"/>
                    <a:pt x="3480" y="220"/>
                  </a:cubicBezTo>
                  <a:cubicBezTo>
                    <a:pt x="3480" y="214"/>
                    <a:pt x="3474" y="214"/>
                    <a:pt x="3474" y="208"/>
                  </a:cubicBezTo>
                  <a:cubicBezTo>
                    <a:pt x="3468" y="202"/>
                    <a:pt x="3456" y="184"/>
                    <a:pt x="3456" y="178"/>
                  </a:cubicBezTo>
                  <a:lnTo>
                    <a:pt x="3456" y="172"/>
                  </a:lnTo>
                  <a:cubicBezTo>
                    <a:pt x="3450" y="160"/>
                    <a:pt x="3445" y="148"/>
                    <a:pt x="3439" y="143"/>
                  </a:cubicBezTo>
                  <a:lnTo>
                    <a:pt x="3427" y="131"/>
                  </a:lnTo>
                  <a:cubicBezTo>
                    <a:pt x="3421" y="125"/>
                    <a:pt x="3415" y="119"/>
                    <a:pt x="3415" y="113"/>
                  </a:cubicBezTo>
                  <a:lnTo>
                    <a:pt x="3409" y="101"/>
                  </a:lnTo>
                  <a:lnTo>
                    <a:pt x="3385" y="83"/>
                  </a:lnTo>
                  <a:cubicBezTo>
                    <a:pt x="3379" y="71"/>
                    <a:pt x="3361" y="65"/>
                    <a:pt x="3355" y="59"/>
                  </a:cubicBezTo>
                  <a:lnTo>
                    <a:pt x="3350" y="53"/>
                  </a:lnTo>
                  <a:lnTo>
                    <a:pt x="3338" y="42"/>
                  </a:lnTo>
                  <a:cubicBezTo>
                    <a:pt x="3332" y="36"/>
                    <a:pt x="3326" y="36"/>
                    <a:pt x="3320" y="30"/>
                  </a:cubicBezTo>
                  <a:cubicBezTo>
                    <a:pt x="3308" y="24"/>
                    <a:pt x="3302" y="24"/>
                    <a:pt x="3296" y="12"/>
                  </a:cubicBezTo>
                  <a:cubicBezTo>
                    <a:pt x="3290" y="6"/>
                    <a:pt x="3272" y="6"/>
                    <a:pt x="3266" y="6"/>
                  </a:cubicBezTo>
                  <a:lnTo>
                    <a:pt x="3260" y="6"/>
                  </a:lnTo>
                  <a:cubicBezTo>
                    <a:pt x="3249" y="6"/>
                    <a:pt x="3243" y="6"/>
                    <a:pt x="32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5">
              <a:extLst>
                <a:ext uri="{FF2B5EF4-FFF2-40B4-BE49-F238E27FC236}">
                  <a16:creationId xmlns:a16="http://schemas.microsoft.com/office/drawing/2014/main" id="{161AE745-94E0-D038-2E2F-813533395472}"/>
                </a:ext>
              </a:extLst>
            </p:cNvPr>
            <p:cNvSpPr/>
            <p:nvPr/>
          </p:nvSpPr>
          <p:spPr>
            <a:xfrm>
              <a:off x="6390040" y="-975644"/>
              <a:ext cx="4133469" cy="3953703"/>
            </a:xfrm>
            <a:custGeom>
              <a:avLst/>
              <a:gdLst/>
              <a:ahLst/>
              <a:cxnLst/>
              <a:rect l="l" t="t" r="r" b="b"/>
              <a:pathLst>
                <a:path w="19050" h="18784" extrusionOk="0">
                  <a:moveTo>
                    <a:pt x="16442" y="4780"/>
                  </a:moveTo>
                  <a:cubicBezTo>
                    <a:pt x="16448" y="4780"/>
                    <a:pt x="16454" y="4780"/>
                    <a:pt x="16472" y="4792"/>
                  </a:cubicBezTo>
                  <a:cubicBezTo>
                    <a:pt x="16454" y="4792"/>
                    <a:pt x="16448" y="4792"/>
                    <a:pt x="16442" y="4780"/>
                  </a:cubicBezTo>
                  <a:close/>
                  <a:moveTo>
                    <a:pt x="15534" y="4792"/>
                  </a:moveTo>
                  <a:cubicBezTo>
                    <a:pt x="15522" y="4798"/>
                    <a:pt x="15504" y="4798"/>
                    <a:pt x="15492" y="4798"/>
                  </a:cubicBezTo>
                  <a:cubicBezTo>
                    <a:pt x="15504" y="4798"/>
                    <a:pt x="15522" y="4792"/>
                    <a:pt x="15534" y="4792"/>
                  </a:cubicBezTo>
                  <a:close/>
                  <a:moveTo>
                    <a:pt x="16561" y="4804"/>
                  </a:moveTo>
                  <a:cubicBezTo>
                    <a:pt x="16566" y="4804"/>
                    <a:pt x="16571" y="4804"/>
                    <a:pt x="16580" y="4808"/>
                  </a:cubicBezTo>
                  <a:lnTo>
                    <a:pt x="16580" y="4808"/>
                  </a:lnTo>
                  <a:cubicBezTo>
                    <a:pt x="16572" y="4806"/>
                    <a:pt x="16562" y="4804"/>
                    <a:pt x="16555" y="4804"/>
                  </a:cubicBezTo>
                  <a:close/>
                  <a:moveTo>
                    <a:pt x="16680" y="4828"/>
                  </a:moveTo>
                  <a:cubicBezTo>
                    <a:pt x="16692" y="4828"/>
                    <a:pt x="16704" y="4834"/>
                    <a:pt x="16716" y="4834"/>
                  </a:cubicBezTo>
                  <a:cubicBezTo>
                    <a:pt x="16704" y="4834"/>
                    <a:pt x="16686" y="4828"/>
                    <a:pt x="16674" y="4828"/>
                  </a:cubicBezTo>
                  <a:close/>
                  <a:moveTo>
                    <a:pt x="16799" y="4857"/>
                  </a:moveTo>
                  <a:cubicBezTo>
                    <a:pt x="16805" y="4857"/>
                    <a:pt x="16822" y="4863"/>
                    <a:pt x="16828" y="4863"/>
                  </a:cubicBezTo>
                  <a:cubicBezTo>
                    <a:pt x="16811" y="4863"/>
                    <a:pt x="16805" y="4857"/>
                    <a:pt x="16793" y="4857"/>
                  </a:cubicBezTo>
                  <a:close/>
                  <a:moveTo>
                    <a:pt x="16912" y="4887"/>
                  </a:moveTo>
                  <a:cubicBezTo>
                    <a:pt x="16918" y="4887"/>
                    <a:pt x="16923" y="4893"/>
                    <a:pt x="16929" y="4893"/>
                  </a:cubicBezTo>
                  <a:cubicBezTo>
                    <a:pt x="16923" y="4893"/>
                    <a:pt x="16912" y="4887"/>
                    <a:pt x="16900" y="4887"/>
                  </a:cubicBezTo>
                  <a:close/>
                  <a:moveTo>
                    <a:pt x="15023" y="4893"/>
                  </a:moveTo>
                  <a:cubicBezTo>
                    <a:pt x="15011" y="4893"/>
                    <a:pt x="14994" y="4899"/>
                    <a:pt x="14982" y="4899"/>
                  </a:cubicBezTo>
                  <a:cubicBezTo>
                    <a:pt x="14994" y="4893"/>
                    <a:pt x="15011" y="4893"/>
                    <a:pt x="15023" y="4893"/>
                  </a:cubicBezTo>
                  <a:close/>
                  <a:moveTo>
                    <a:pt x="17018" y="4923"/>
                  </a:moveTo>
                  <a:cubicBezTo>
                    <a:pt x="17030" y="4923"/>
                    <a:pt x="17030" y="4923"/>
                    <a:pt x="17036" y="4929"/>
                  </a:cubicBezTo>
                  <a:cubicBezTo>
                    <a:pt x="17030" y="4923"/>
                    <a:pt x="17018" y="4923"/>
                    <a:pt x="17018" y="4923"/>
                  </a:cubicBezTo>
                  <a:close/>
                  <a:moveTo>
                    <a:pt x="14893" y="4929"/>
                  </a:moveTo>
                  <a:cubicBezTo>
                    <a:pt x="14875" y="4941"/>
                    <a:pt x="14863" y="4941"/>
                    <a:pt x="14845" y="4947"/>
                  </a:cubicBezTo>
                  <a:cubicBezTo>
                    <a:pt x="14845" y="4941"/>
                    <a:pt x="14851" y="4941"/>
                    <a:pt x="14851" y="4941"/>
                  </a:cubicBezTo>
                  <a:cubicBezTo>
                    <a:pt x="14869" y="4941"/>
                    <a:pt x="14875" y="4929"/>
                    <a:pt x="14893" y="4929"/>
                  </a:cubicBezTo>
                  <a:close/>
                  <a:moveTo>
                    <a:pt x="14750" y="4970"/>
                  </a:moveTo>
                  <a:cubicBezTo>
                    <a:pt x="14744" y="4976"/>
                    <a:pt x="14726" y="4982"/>
                    <a:pt x="14715" y="4982"/>
                  </a:cubicBezTo>
                  <a:cubicBezTo>
                    <a:pt x="14726" y="4976"/>
                    <a:pt x="14732" y="4976"/>
                    <a:pt x="14750" y="4970"/>
                  </a:cubicBezTo>
                  <a:close/>
                  <a:moveTo>
                    <a:pt x="14607" y="5016"/>
                  </a:moveTo>
                  <a:lnTo>
                    <a:pt x="14607" y="5016"/>
                  </a:lnTo>
                  <a:cubicBezTo>
                    <a:pt x="14599" y="5022"/>
                    <a:pt x="14593" y="5030"/>
                    <a:pt x="14584" y="5030"/>
                  </a:cubicBezTo>
                  <a:cubicBezTo>
                    <a:pt x="14592" y="5021"/>
                    <a:pt x="14601" y="5019"/>
                    <a:pt x="14607" y="5016"/>
                  </a:cubicBezTo>
                  <a:close/>
                  <a:moveTo>
                    <a:pt x="14483" y="5065"/>
                  </a:moveTo>
                  <a:cubicBezTo>
                    <a:pt x="14465" y="5071"/>
                    <a:pt x="14459" y="5077"/>
                    <a:pt x="14447" y="5077"/>
                  </a:cubicBezTo>
                  <a:cubicBezTo>
                    <a:pt x="14459" y="5071"/>
                    <a:pt x="14465" y="5071"/>
                    <a:pt x="14483" y="5065"/>
                  </a:cubicBezTo>
                  <a:close/>
                  <a:moveTo>
                    <a:pt x="17466" y="5131"/>
                  </a:moveTo>
                  <a:lnTo>
                    <a:pt x="17476" y="5137"/>
                  </a:lnTo>
                  <a:cubicBezTo>
                    <a:pt x="17476" y="5132"/>
                    <a:pt x="17469" y="5131"/>
                    <a:pt x="17466" y="5131"/>
                  </a:cubicBezTo>
                  <a:close/>
                  <a:moveTo>
                    <a:pt x="14177" y="5192"/>
                  </a:moveTo>
                  <a:lnTo>
                    <a:pt x="14177" y="5192"/>
                  </a:lnTo>
                  <a:cubicBezTo>
                    <a:pt x="14174" y="5193"/>
                    <a:pt x="14171" y="5194"/>
                    <a:pt x="14168" y="5196"/>
                  </a:cubicBezTo>
                  <a:cubicBezTo>
                    <a:pt x="14170" y="5194"/>
                    <a:pt x="14173" y="5193"/>
                    <a:pt x="14177" y="5192"/>
                  </a:cubicBezTo>
                  <a:close/>
                  <a:moveTo>
                    <a:pt x="8123" y="15552"/>
                  </a:moveTo>
                  <a:cubicBezTo>
                    <a:pt x="8129" y="15575"/>
                    <a:pt x="8129" y="15599"/>
                    <a:pt x="8129" y="15617"/>
                  </a:cubicBezTo>
                  <a:cubicBezTo>
                    <a:pt x="8129" y="15599"/>
                    <a:pt x="8123" y="15575"/>
                    <a:pt x="8123" y="15552"/>
                  </a:cubicBezTo>
                  <a:close/>
                  <a:moveTo>
                    <a:pt x="8135" y="15700"/>
                  </a:moveTo>
                  <a:cubicBezTo>
                    <a:pt x="8141" y="15724"/>
                    <a:pt x="8141" y="15736"/>
                    <a:pt x="8141" y="15754"/>
                  </a:cubicBezTo>
                  <a:cubicBezTo>
                    <a:pt x="8141" y="15736"/>
                    <a:pt x="8135" y="15718"/>
                    <a:pt x="8135" y="15700"/>
                  </a:cubicBezTo>
                  <a:close/>
                  <a:moveTo>
                    <a:pt x="8159" y="15849"/>
                  </a:moveTo>
                  <a:cubicBezTo>
                    <a:pt x="8165" y="15855"/>
                    <a:pt x="8165" y="15872"/>
                    <a:pt x="8165" y="15884"/>
                  </a:cubicBezTo>
                  <a:cubicBezTo>
                    <a:pt x="8165" y="15872"/>
                    <a:pt x="8159" y="15855"/>
                    <a:pt x="8159" y="15849"/>
                  </a:cubicBezTo>
                  <a:close/>
                  <a:moveTo>
                    <a:pt x="8242" y="16258"/>
                  </a:moveTo>
                  <a:lnTo>
                    <a:pt x="8242" y="16258"/>
                  </a:lnTo>
                  <a:cubicBezTo>
                    <a:pt x="8242" y="16270"/>
                    <a:pt x="8248" y="16288"/>
                    <a:pt x="8248" y="16300"/>
                  </a:cubicBezTo>
                  <a:cubicBezTo>
                    <a:pt x="8242" y="16288"/>
                    <a:pt x="8242" y="16270"/>
                    <a:pt x="8242" y="16258"/>
                  </a:cubicBezTo>
                  <a:close/>
                  <a:moveTo>
                    <a:pt x="8308" y="16508"/>
                  </a:moveTo>
                  <a:cubicBezTo>
                    <a:pt x="8312" y="16522"/>
                    <a:pt x="8313" y="16539"/>
                    <a:pt x="8316" y="16552"/>
                  </a:cubicBezTo>
                  <a:lnTo>
                    <a:pt x="8316" y="16552"/>
                  </a:lnTo>
                  <a:cubicBezTo>
                    <a:pt x="8316" y="16551"/>
                    <a:pt x="8315" y="16550"/>
                    <a:pt x="8313" y="16549"/>
                  </a:cubicBezTo>
                  <a:cubicBezTo>
                    <a:pt x="8313" y="16531"/>
                    <a:pt x="8308" y="16525"/>
                    <a:pt x="8308" y="16508"/>
                  </a:cubicBezTo>
                  <a:close/>
                  <a:moveTo>
                    <a:pt x="8391" y="16761"/>
                  </a:moveTo>
                  <a:cubicBezTo>
                    <a:pt x="8399" y="16777"/>
                    <a:pt x="8403" y="16794"/>
                    <a:pt x="8403" y="16799"/>
                  </a:cubicBezTo>
                  <a:cubicBezTo>
                    <a:pt x="8398" y="16784"/>
                    <a:pt x="8397" y="16774"/>
                    <a:pt x="8391" y="16761"/>
                  </a:cubicBezTo>
                  <a:close/>
                  <a:moveTo>
                    <a:pt x="8438" y="16887"/>
                  </a:moveTo>
                  <a:lnTo>
                    <a:pt x="8438" y="16887"/>
                  </a:lnTo>
                  <a:cubicBezTo>
                    <a:pt x="8440" y="16891"/>
                    <a:pt x="8443" y="16895"/>
                    <a:pt x="8444" y="16899"/>
                  </a:cubicBezTo>
                  <a:lnTo>
                    <a:pt x="8444" y="16899"/>
                  </a:lnTo>
                  <a:cubicBezTo>
                    <a:pt x="8442" y="16895"/>
                    <a:pt x="8440" y="16891"/>
                    <a:pt x="8438" y="16887"/>
                  </a:cubicBezTo>
                  <a:close/>
                  <a:moveTo>
                    <a:pt x="8485" y="17000"/>
                  </a:moveTo>
                  <a:cubicBezTo>
                    <a:pt x="8487" y="17004"/>
                    <a:pt x="8490" y="17008"/>
                    <a:pt x="8492" y="17012"/>
                  </a:cubicBezTo>
                  <a:lnTo>
                    <a:pt x="8492" y="17012"/>
                  </a:lnTo>
                  <a:cubicBezTo>
                    <a:pt x="8489" y="17009"/>
                    <a:pt x="8487" y="17005"/>
                    <a:pt x="8485" y="17000"/>
                  </a:cubicBezTo>
                  <a:close/>
                  <a:moveTo>
                    <a:pt x="8492" y="17012"/>
                  </a:moveTo>
                  <a:cubicBezTo>
                    <a:pt x="8498" y="17025"/>
                    <a:pt x="8503" y="17035"/>
                    <a:pt x="8509" y="17042"/>
                  </a:cubicBezTo>
                  <a:cubicBezTo>
                    <a:pt x="8498" y="17036"/>
                    <a:pt x="8498" y="17030"/>
                    <a:pt x="8492" y="17012"/>
                  </a:cubicBezTo>
                  <a:close/>
                  <a:moveTo>
                    <a:pt x="8527" y="17096"/>
                  </a:moveTo>
                  <a:cubicBezTo>
                    <a:pt x="8539" y="17119"/>
                    <a:pt x="8551" y="17131"/>
                    <a:pt x="8551" y="17143"/>
                  </a:cubicBezTo>
                  <a:lnTo>
                    <a:pt x="8527" y="17096"/>
                  </a:lnTo>
                  <a:close/>
                  <a:moveTo>
                    <a:pt x="8551" y="17143"/>
                  </a:moveTo>
                  <a:cubicBezTo>
                    <a:pt x="8554" y="17146"/>
                    <a:pt x="8554" y="17147"/>
                    <a:pt x="8553" y="17147"/>
                  </a:cubicBezTo>
                  <a:cubicBezTo>
                    <a:pt x="8552" y="17147"/>
                    <a:pt x="8551" y="17146"/>
                    <a:pt x="8551" y="17143"/>
                  </a:cubicBezTo>
                  <a:close/>
                  <a:moveTo>
                    <a:pt x="8587" y="17202"/>
                  </a:moveTo>
                  <a:lnTo>
                    <a:pt x="8610" y="17244"/>
                  </a:lnTo>
                  <a:cubicBezTo>
                    <a:pt x="8604" y="17244"/>
                    <a:pt x="8604" y="17244"/>
                    <a:pt x="8604" y="17238"/>
                  </a:cubicBezTo>
                  <a:cubicBezTo>
                    <a:pt x="8598" y="17220"/>
                    <a:pt x="8587" y="17214"/>
                    <a:pt x="8587" y="17202"/>
                  </a:cubicBezTo>
                  <a:close/>
                  <a:moveTo>
                    <a:pt x="8644" y="17312"/>
                  </a:moveTo>
                  <a:cubicBezTo>
                    <a:pt x="8650" y="17325"/>
                    <a:pt x="8659" y="17334"/>
                    <a:pt x="8664" y="17339"/>
                  </a:cubicBezTo>
                  <a:cubicBezTo>
                    <a:pt x="8664" y="17343"/>
                    <a:pt x="8664" y="17344"/>
                    <a:pt x="8664" y="17344"/>
                  </a:cubicBezTo>
                  <a:cubicBezTo>
                    <a:pt x="8663" y="17344"/>
                    <a:pt x="8662" y="17337"/>
                    <a:pt x="8658" y="17333"/>
                  </a:cubicBezTo>
                  <a:cubicBezTo>
                    <a:pt x="8649" y="17329"/>
                    <a:pt x="8647" y="17321"/>
                    <a:pt x="8644" y="17312"/>
                  </a:cubicBezTo>
                  <a:close/>
                  <a:moveTo>
                    <a:pt x="8699" y="17410"/>
                  </a:moveTo>
                  <a:lnTo>
                    <a:pt x="8699" y="17410"/>
                  </a:lnTo>
                  <a:cubicBezTo>
                    <a:pt x="8717" y="17428"/>
                    <a:pt x="8723" y="17446"/>
                    <a:pt x="8729" y="17458"/>
                  </a:cubicBezTo>
                  <a:cubicBezTo>
                    <a:pt x="8723" y="17452"/>
                    <a:pt x="8723" y="17446"/>
                    <a:pt x="8717" y="17440"/>
                  </a:cubicBezTo>
                  <a:cubicBezTo>
                    <a:pt x="8705" y="17428"/>
                    <a:pt x="8699" y="17416"/>
                    <a:pt x="8699" y="17410"/>
                  </a:cubicBezTo>
                  <a:close/>
                  <a:moveTo>
                    <a:pt x="8765" y="17511"/>
                  </a:moveTo>
                  <a:cubicBezTo>
                    <a:pt x="8767" y="17519"/>
                    <a:pt x="8772" y="17525"/>
                    <a:pt x="8777" y="17531"/>
                  </a:cubicBezTo>
                  <a:lnTo>
                    <a:pt x="8777" y="17531"/>
                  </a:lnTo>
                  <a:cubicBezTo>
                    <a:pt x="8772" y="17526"/>
                    <a:pt x="8768" y="17520"/>
                    <a:pt x="8765" y="17511"/>
                  </a:cubicBezTo>
                  <a:close/>
                  <a:moveTo>
                    <a:pt x="8788" y="17547"/>
                  </a:moveTo>
                  <a:cubicBezTo>
                    <a:pt x="8791" y="17551"/>
                    <a:pt x="8793" y="17554"/>
                    <a:pt x="8794" y="17559"/>
                  </a:cubicBezTo>
                  <a:lnTo>
                    <a:pt x="8788" y="17547"/>
                  </a:lnTo>
                  <a:close/>
                  <a:moveTo>
                    <a:pt x="8901" y="17689"/>
                  </a:moveTo>
                  <a:lnTo>
                    <a:pt x="8901" y="17689"/>
                  </a:lnTo>
                  <a:cubicBezTo>
                    <a:pt x="8907" y="17707"/>
                    <a:pt x="8919" y="17719"/>
                    <a:pt x="8931" y="17725"/>
                  </a:cubicBezTo>
                  <a:cubicBezTo>
                    <a:pt x="8919" y="17725"/>
                    <a:pt x="8913" y="17719"/>
                    <a:pt x="8913" y="17713"/>
                  </a:cubicBezTo>
                  <a:cubicBezTo>
                    <a:pt x="8907" y="17707"/>
                    <a:pt x="8901" y="17695"/>
                    <a:pt x="8901" y="17689"/>
                  </a:cubicBezTo>
                  <a:close/>
                  <a:moveTo>
                    <a:pt x="8964" y="17779"/>
                  </a:moveTo>
                  <a:cubicBezTo>
                    <a:pt x="8976" y="17798"/>
                    <a:pt x="8991" y="17809"/>
                    <a:pt x="8996" y="17814"/>
                  </a:cubicBezTo>
                  <a:lnTo>
                    <a:pt x="8978" y="17802"/>
                  </a:lnTo>
                  <a:cubicBezTo>
                    <a:pt x="8974" y="17793"/>
                    <a:pt x="8969" y="17787"/>
                    <a:pt x="8964" y="17779"/>
                  </a:cubicBezTo>
                  <a:close/>
                  <a:moveTo>
                    <a:pt x="9032" y="17862"/>
                  </a:moveTo>
                  <a:cubicBezTo>
                    <a:pt x="9041" y="17867"/>
                    <a:pt x="9047" y="17875"/>
                    <a:pt x="9052" y="17882"/>
                  </a:cubicBezTo>
                  <a:lnTo>
                    <a:pt x="9052" y="17882"/>
                  </a:lnTo>
                  <a:lnTo>
                    <a:pt x="9032" y="17862"/>
                  </a:lnTo>
                  <a:close/>
                  <a:moveTo>
                    <a:pt x="9353" y="18158"/>
                  </a:moveTo>
                  <a:lnTo>
                    <a:pt x="9353" y="18158"/>
                  </a:lnTo>
                  <a:cubicBezTo>
                    <a:pt x="9356" y="18160"/>
                    <a:pt x="9360" y="18163"/>
                    <a:pt x="9364" y="18166"/>
                  </a:cubicBezTo>
                  <a:lnTo>
                    <a:pt x="9364" y="18166"/>
                  </a:lnTo>
                  <a:cubicBezTo>
                    <a:pt x="9359" y="18163"/>
                    <a:pt x="9355" y="18161"/>
                    <a:pt x="9353" y="18158"/>
                  </a:cubicBezTo>
                  <a:close/>
                  <a:moveTo>
                    <a:pt x="9463" y="18238"/>
                  </a:moveTo>
                  <a:lnTo>
                    <a:pt x="9463" y="18238"/>
                  </a:lnTo>
                  <a:cubicBezTo>
                    <a:pt x="9468" y="18243"/>
                    <a:pt x="9472" y="18248"/>
                    <a:pt x="9477" y="18253"/>
                  </a:cubicBezTo>
                  <a:cubicBezTo>
                    <a:pt x="9471" y="18247"/>
                    <a:pt x="9465" y="18247"/>
                    <a:pt x="9465" y="18242"/>
                  </a:cubicBezTo>
                  <a:cubicBezTo>
                    <a:pt x="9465" y="18240"/>
                    <a:pt x="9464" y="18239"/>
                    <a:pt x="9463" y="18238"/>
                  </a:cubicBezTo>
                  <a:close/>
                  <a:moveTo>
                    <a:pt x="9596" y="18378"/>
                  </a:moveTo>
                  <a:cubicBezTo>
                    <a:pt x="9612" y="18389"/>
                    <a:pt x="9618" y="18394"/>
                    <a:pt x="9632" y="18400"/>
                  </a:cubicBezTo>
                  <a:lnTo>
                    <a:pt x="9632" y="18400"/>
                  </a:lnTo>
                  <a:cubicBezTo>
                    <a:pt x="9620" y="18393"/>
                    <a:pt x="9608" y="18385"/>
                    <a:pt x="9596" y="18378"/>
                  </a:cubicBezTo>
                  <a:close/>
                  <a:moveTo>
                    <a:pt x="7785" y="0"/>
                  </a:moveTo>
                  <a:cubicBezTo>
                    <a:pt x="7755" y="0"/>
                    <a:pt x="7732" y="0"/>
                    <a:pt x="7708" y="12"/>
                  </a:cubicBezTo>
                  <a:lnTo>
                    <a:pt x="7654" y="12"/>
                  </a:lnTo>
                  <a:cubicBezTo>
                    <a:pt x="7625" y="12"/>
                    <a:pt x="7601" y="18"/>
                    <a:pt x="7571" y="18"/>
                  </a:cubicBezTo>
                  <a:cubicBezTo>
                    <a:pt x="7559" y="18"/>
                    <a:pt x="7542" y="18"/>
                    <a:pt x="7518" y="24"/>
                  </a:cubicBezTo>
                  <a:cubicBezTo>
                    <a:pt x="7488" y="24"/>
                    <a:pt x="7458" y="30"/>
                    <a:pt x="7423" y="42"/>
                  </a:cubicBezTo>
                  <a:cubicBezTo>
                    <a:pt x="7417" y="42"/>
                    <a:pt x="7399" y="42"/>
                    <a:pt x="7393" y="48"/>
                  </a:cubicBezTo>
                  <a:lnTo>
                    <a:pt x="7363" y="48"/>
                  </a:lnTo>
                  <a:cubicBezTo>
                    <a:pt x="7334" y="54"/>
                    <a:pt x="7304" y="54"/>
                    <a:pt x="7268" y="60"/>
                  </a:cubicBezTo>
                  <a:cubicBezTo>
                    <a:pt x="7262" y="60"/>
                    <a:pt x="7251" y="60"/>
                    <a:pt x="7239" y="71"/>
                  </a:cubicBezTo>
                  <a:lnTo>
                    <a:pt x="7126" y="89"/>
                  </a:lnTo>
                  <a:cubicBezTo>
                    <a:pt x="7120" y="89"/>
                    <a:pt x="7114" y="89"/>
                    <a:pt x="7102" y="101"/>
                  </a:cubicBezTo>
                  <a:cubicBezTo>
                    <a:pt x="7072" y="107"/>
                    <a:pt x="7037" y="113"/>
                    <a:pt x="7007" y="119"/>
                  </a:cubicBezTo>
                  <a:cubicBezTo>
                    <a:pt x="7001" y="119"/>
                    <a:pt x="6995" y="131"/>
                    <a:pt x="6983" y="131"/>
                  </a:cubicBezTo>
                  <a:cubicBezTo>
                    <a:pt x="6948" y="137"/>
                    <a:pt x="6912" y="149"/>
                    <a:pt x="6876" y="161"/>
                  </a:cubicBezTo>
                  <a:cubicBezTo>
                    <a:pt x="6865" y="161"/>
                    <a:pt x="6859" y="166"/>
                    <a:pt x="6853" y="166"/>
                  </a:cubicBezTo>
                  <a:cubicBezTo>
                    <a:pt x="6817" y="172"/>
                    <a:pt x="6787" y="190"/>
                    <a:pt x="6746" y="196"/>
                  </a:cubicBezTo>
                  <a:cubicBezTo>
                    <a:pt x="6740" y="196"/>
                    <a:pt x="6734" y="202"/>
                    <a:pt x="6728" y="202"/>
                  </a:cubicBezTo>
                  <a:cubicBezTo>
                    <a:pt x="6686" y="220"/>
                    <a:pt x="6645" y="226"/>
                    <a:pt x="6609" y="238"/>
                  </a:cubicBezTo>
                  <a:cubicBezTo>
                    <a:pt x="6597" y="238"/>
                    <a:pt x="6591" y="250"/>
                    <a:pt x="6580" y="250"/>
                  </a:cubicBezTo>
                  <a:cubicBezTo>
                    <a:pt x="6538" y="261"/>
                    <a:pt x="6508" y="267"/>
                    <a:pt x="6473" y="285"/>
                  </a:cubicBezTo>
                  <a:cubicBezTo>
                    <a:pt x="6467" y="285"/>
                    <a:pt x="6461" y="291"/>
                    <a:pt x="6449" y="291"/>
                  </a:cubicBezTo>
                  <a:cubicBezTo>
                    <a:pt x="6413" y="309"/>
                    <a:pt x="6372" y="321"/>
                    <a:pt x="6330" y="339"/>
                  </a:cubicBezTo>
                  <a:cubicBezTo>
                    <a:pt x="6324" y="339"/>
                    <a:pt x="6312" y="345"/>
                    <a:pt x="6300" y="351"/>
                  </a:cubicBezTo>
                  <a:cubicBezTo>
                    <a:pt x="6265" y="368"/>
                    <a:pt x="6229" y="380"/>
                    <a:pt x="6200" y="398"/>
                  </a:cubicBezTo>
                  <a:cubicBezTo>
                    <a:pt x="6194" y="398"/>
                    <a:pt x="6182" y="404"/>
                    <a:pt x="6182" y="404"/>
                  </a:cubicBezTo>
                  <a:cubicBezTo>
                    <a:pt x="6146" y="416"/>
                    <a:pt x="6105" y="440"/>
                    <a:pt x="6063" y="457"/>
                  </a:cubicBezTo>
                  <a:cubicBezTo>
                    <a:pt x="6057" y="463"/>
                    <a:pt x="6045" y="463"/>
                    <a:pt x="6033" y="469"/>
                  </a:cubicBezTo>
                  <a:cubicBezTo>
                    <a:pt x="6021" y="475"/>
                    <a:pt x="6015" y="475"/>
                    <a:pt x="5998" y="487"/>
                  </a:cubicBezTo>
                  <a:lnTo>
                    <a:pt x="5956" y="505"/>
                  </a:lnTo>
                  <a:cubicBezTo>
                    <a:pt x="5932" y="517"/>
                    <a:pt x="5915" y="523"/>
                    <a:pt x="5897" y="535"/>
                  </a:cubicBezTo>
                  <a:cubicBezTo>
                    <a:pt x="5867" y="552"/>
                    <a:pt x="5843" y="564"/>
                    <a:pt x="5814" y="576"/>
                  </a:cubicBezTo>
                  <a:cubicBezTo>
                    <a:pt x="5796" y="582"/>
                    <a:pt x="5778" y="588"/>
                    <a:pt x="5760" y="606"/>
                  </a:cubicBezTo>
                  <a:lnTo>
                    <a:pt x="5671" y="647"/>
                  </a:lnTo>
                  <a:lnTo>
                    <a:pt x="5629" y="671"/>
                  </a:lnTo>
                  <a:cubicBezTo>
                    <a:pt x="5582" y="695"/>
                    <a:pt x="5540" y="725"/>
                    <a:pt x="5493" y="742"/>
                  </a:cubicBezTo>
                  <a:cubicBezTo>
                    <a:pt x="5451" y="766"/>
                    <a:pt x="5404" y="796"/>
                    <a:pt x="5362" y="820"/>
                  </a:cubicBezTo>
                  <a:lnTo>
                    <a:pt x="5315" y="843"/>
                  </a:lnTo>
                  <a:cubicBezTo>
                    <a:pt x="5285" y="855"/>
                    <a:pt x="5255" y="879"/>
                    <a:pt x="5226" y="891"/>
                  </a:cubicBezTo>
                  <a:cubicBezTo>
                    <a:pt x="5214" y="903"/>
                    <a:pt x="5196" y="915"/>
                    <a:pt x="5172" y="921"/>
                  </a:cubicBezTo>
                  <a:cubicBezTo>
                    <a:pt x="5143" y="938"/>
                    <a:pt x="5113" y="962"/>
                    <a:pt x="5095" y="974"/>
                  </a:cubicBezTo>
                  <a:cubicBezTo>
                    <a:pt x="5077" y="980"/>
                    <a:pt x="5065" y="998"/>
                    <a:pt x="5042" y="1004"/>
                  </a:cubicBezTo>
                  <a:cubicBezTo>
                    <a:pt x="5012" y="1027"/>
                    <a:pt x="4982" y="1039"/>
                    <a:pt x="4959" y="1063"/>
                  </a:cubicBezTo>
                  <a:cubicBezTo>
                    <a:pt x="4947" y="1069"/>
                    <a:pt x="4929" y="1087"/>
                    <a:pt x="4917" y="1093"/>
                  </a:cubicBezTo>
                  <a:cubicBezTo>
                    <a:pt x="4887" y="1117"/>
                    <a:pt x="4858" y="1140"/>
                    <a:pt x="4816" y="1158"/>
                  </a:cubicBezTo>
                  <a:cubicBezTo>
                    <a:pt x="4804" y="1170"/>
                    <a:pt x="4798" y="1176"/>
                    <a:pt x="4780" y="1182"/>
                  </a:cubicBezTo>
                  <a:lnTo>
                    <a:pt x="4537" y="1360"/>
                  </a:lnTo>
                  <a:lnTo>
                    <a:pt x="4531" y="1366"/>
                  </a:lnTo>
                  <a:cubicBezTo>
                    <a:pt x="4478" y="1413"/>
                    <a:pt x="4424" y="1449"/>
                    <a:pt x="4371" y="1497"/>
                  </a:cubicBezTo>
                  <a:cubicBezTo>
                    <a:pt x="4359" y="1502"/>
                    <a:pt x="4341" y="1514"/>
                    <a:pt x="4335" y="1526"/>
                  </a:cubicBezTo>
                  <a:cubicBezTo>
                    <a:pt x="4299" y="1556"/>
                    <a:pt x="4252" y="1592"/>
                    <a:pt x="4216" y="1621"/>
                  </a:cubicBezTo>
                  <a:cubicBezTo>
                    <a:pt x="4204" y="1633"/>
                    <a:pt x="4181" y="1651"/>
                    <a:pt x="4163" y="1663"/>
                  </a:cubicBezTo>
                  <a:cubicBezTo>
                    <a:pt x="4127" y="1704"/>
                    <a:pt x="4086" y="1734"/>
                    <a:pt x="4044" y="1770"/>
                  </a:cubicBezTo>
                  <a:cubicBezTo>
                    <a:pt x="4032" y="1776"/>
                    <a:pt x="4026" y="1793"/>
                    <a:pt x="4008" y="1799"/>
                  </a:cubicBezTo>
                  <a:cubicBezTo>
                    <a:pt x="3955" y="1841"/>
                    <a:pt x="3907" y="1888"/>
                    <a:pt x="3854" y="1942"/>
                  </a:cubicBezTo>
                  <a:lnTo>
                    <a:pt x="3818" y="1978"/>
                  </a:lnTo>
                  <a:cubicBezTo>
                    <a:pt x="3777" y="2013"/>
                    <a:pt x="3735" y="2049"/>
                    <a:pt x="3700" y="2090"/>
                  </a:cubicBezTo>
                  <a:cubicBezTo>
                    <a:pt x="3682" y="2102"/>
                    <a:pt x="3670" y="2120"/>
                    <a:pt x="3646" y="2132"/>
                  </a:cubicBezTo>
                  <a:lnTo>
                    <a:pt x="3527" y="2251"/>
                  </a:lnTo>
                  <a:lnTo>
                    <a:pt x="3492" y="2286"/>
                  </a:lnTo>
                  <a:cubicBezTo>
                    <a:pt x="3438" y="2340"/>
                    <a:pt x="3391" y="2393"/>
                    <a:pt x="3343" y="2435"/>
                  </a:cubicBezTo>
                  <a:lnTo>
                    <a:pt x="3302" y="2476"/>
                  </a:lnTo>
                  <a:cubicBezTo>
                    <a:pt x="3266" y="2512"/>
                    <a:pt x="3231" y="2554"/>
                    <a:pt x="3195" y="2595"/>
                  </a:cubicBezTo>
                  <a:cubicBezTo>
                    <a:pt x="3177" y="2607"/>
                    <a:pt x="3165" y="2631"/>
                    <a:pt x="3147" y="2643"/>
                  </a:cubicBezTo>
                  <a:cubicBezTo>
                    <a:pt x="3112" y="2690"/>
                    <a:pt x="3076" y="2726"/>
                    <a:pt x="3035" y="2773"/>
                  </a:cubicBezTo>
                  <a:lnTo>
                    <a:pt x="2999" y="2809"/>
                  </a:lnTo>
                  <a:cubicBezTo>
                    <a:pt x="2957" y="2862"/>
                    <a:pt x="2904" y="2922"/>
                    <a:pt x="2856" y="2969"/>
                  </a:cubicBezTo>
                  <a:cubicBezTo>
                    <a:pt x="2851" y="2987"/>
                    <a:pt x="2839" y="2993"/>
                    <a:pt x="2827" y="3011"/>
                  </a:cubicBezTo>
                  <a:lnTo>
                    <a:pt x="2720" y="3141"/>
                  </a:lnTo>
                  <a:cubicBezTo>
                    <a:pt x="2702" y="3159"/>
                    <a:pt x="2690" y="3177"/>
                    <a:pt x="2672" y="3195"/>
                  </a:cubicBezTo>
                  <a:cubicBezTo>
                    <a:pt x="2637" y="3236"/>
                    <a:pt x="2601" y="3284"/>
                    <a:pt x="2571" y="3325"/>
                  </a:cubicBezTo>
                  <a:cubicBezTo>
                    <a:pt x="2560" y="3343"/>
                    <a:pt x="2548" y="3355"/>
                    <a:pt x="2542" y="3367"/>
                  </a:cubicBezTo>
                  <a:cubicBezTo>
                    <a:pt x="2494" y="3426"/>
                    <a:pt x="2453" y="3486"/>
                    <a:pt x="2405" y="3533"/>
                  </a:cubicBezTo>
                  <a:cubicBezTo>
                    <a:pt x="2399" y="3551"/>
                    <a:pt x="2381" y="3557"/>
                    <a:pt x="2376" y="3575"/>
                  </a:cubicBezTo>
                  <a:cubicBezTo>
                    <a:pt x="2340" y="3616"/>
                    <a:pt x="2310" y="3670"/>
                    <a:pt x="2275" y="3711"/>
                  </a:cubicBezTo>
                  <a:cubicBezTo>
                    <a:pt x="2257" y="3729"/>
                    <a:pt x="2251" y="3753"/>
                    <a:pt x="2233" y="3765"/>
                  </a:cubicBezTo>
                  <a:cubicBezTo>
                    <a:pt x="2197" y="3812"/>
                    <a:pt x="2168" y="3860"/>
                    <a:pt x="2138" y="3907"/>
                  </a:cubicBezTo>
                  <a:cubicBezTo>
                    <a:pt x="2132" y="3919"/>
                    <a:pt x="2114" y="3937"/>
                    <a:pt x="2108" y="3943"/>
                  </a:cubicBezTo>
                  <a:cubicBezTo>
                    <a:pt x="2067" y="4002"/>
                    <a:pt x="2025" y="4062"/>
                    <a:pt x="1984" y="4127"/>
                  </a:cubicBezTo>
                  <a:cubicBezTo>
                    <a:pt x="1978" y="4145"/>
                    <a:pt x="1966" y="4151"/>
                    <a:pt x="1960" y="4169"/>
                  </a:cubicBezTo>
                  <a:cubicBezTo>
                    <a:pt x="1930" y="4216"/>
                    <a:pt x="1895" y="4264"/>
                    <a:pt x="1865" y="4317"/>
                  </a:cubicBezTo>
                  <a:cubicBezTo>
                    <a:pt x="1847" y="4329"/>
                    <a:pt x="1841" y="4353"/>
                    <a:pt x="1829" y="4365"/>
                  </a:cubicBezTo>
                  <a:cubicBezTo>
                    <a:pt x="1800" y="4418"/>
                    <a:pt x="1770" y="4466"/>
                    <a:pt x="1728" y="4513"/>
                  </a:cubicBezTo>
                  <a:lnTo>
                    <a:pt x="1710" y="4561"/>
                  </a:lnTo>
                  <a:cubicBezTo>
                    <a:pt x="1669" y="4626"/>
                    <a:pt x="1633" y="4685"/>
                    <a:pt x="1598" y="4751"/>
                  </a:cubicBezTo>
                  <a:cubicBezTo>
                    <a:pt x="1592" y="4768"/>
                    <a:pt x="1580" y="4774"/>
                    <a:pt x="1574" y="4792"/>
                  </a:cubicBezTo>
                  <a:lnTo>
                    <a:pt x="1485" y="4947"/>
                  </a:lnTo>
                  <a:cubicBezTo>
                    <a:pt x="1479" y="4970"/>
                    <a:pt x="1461" y="4982"/>
                    <a:pt x="1455" y="5006"/>
                  </a:cubicBezTo>
                  <a:cubicBezTo>
                    <a:pt x="1425" y="5059"/>
                    <a:pt x="1396" y="5107"/>
                    <a:pt x="1372" y="5160"/>
                  </a:cubicBezTo>
                  <a:lnTo>
                    <a:pt x="1354" y="5208"/>
                  </a:lnTo>
                  <a:cubicBezTo>
                    <a:pt x="1313" y="5273"/>
                    <a:pt x="1283" y="5338"/>
                    <a:pt x="1247" y="5404"/>
                  </a:cubicBezTo>
                  <a:cubicBezTo>
                    <a:pt x="1241" y="5422"/>
                    <a:pt x="1235" y="5427"/>
                    <a:pt x="1235" y="5445"/>
                  </a:cubicBezTo>
                  <a:cubicBezTo>
                    <a:pt x="1206" y="5493"/>
                    <a:pt x="1182" y="5552"/>
                    <a:pt x="1152" y="5606"/>
                  </a:cubicBezTo>
                  <a:cubicBezTo>
                    <a:pt x="1146" y="5629"/>
                    <a:pt x="1129" y="5641"/>
                    <a:pt x="1123" y="5665"/>
                  </a:cubicBezTo>
                  <a:cubicBezTo>
                    <a:pt x="1099" y="5718"/>
                    <a:pt x="1069" y="5772"/>
                    <a:pt x="1045" y="5819"/>
                  </a:cubicBezTo>
                  <a:lnTo>
                    <a:pt x="1028" y="5867"/>
                  </a:lnTo>
                  <a:lnTo>
                    <a:pt x="939" y="6069"/>
                  </a:lnTo>
                  <a:cubicBezTo>
                    <a:pt x="927" y="6081"/>
                    <a:pt x="927" y="6087"/>
                    <a:pt x="921" y="6104"/>
                  </a:cubicBezTo>
                  <a:cubicBezTo>
                    <a:pt x="897" y="6164"/>
                    <a:pt x="867" y="6217"/>
                    <a:pt x="849" y="6277"/>
                  </a:cubicBezTo>
                  <a:cubicBezTo>
                    <a:pt x="838" y="6294"/>
                    <a:pt x="832" y="6312"/>
                    <a:pt x="826" y="6336"/>
                  </a:cubicBezTo>
                  <a:cubicBezTo>
                    <a:pt x="802" y="6383"/>
                    <a:pt x="778" y="6437"/>
                    <a:pt x="760" y="6496"/>
                  </a:cubicBezTo>
                  <a:cubicBezTo>
                    <a:pt x="749" y="6514"/>
                    <a:pt x="743" y="6526"/>
                    <a:pt x="743" y="6544"/>
                  </a:cubicBezTo>
                  <a:cubicBezTo>
                    <a:pt x="713" y="6609"/>
                    <a:pt x="689" y="6674"/>
                    <a:pt x="659" y="6752"/>
                  </a:cubicBezTo>
                  <a:cubicBezTo>
                    <a:pt x="654" y="6764"/>
                    <a:pt x="654" y="6769"/>
                    <a:pt x="648" y="6787"/>
                  </a:cubicBezTo>
                  <a:cubicBezTo>
                    <a:pt x="624" y="6847"/>
                    <a:pt x="600" y="6900"/>
                    <a:pt x="588" y="6959"/>
                  </a:cubicBezTo>
                  <a:cubicBezTo>
                    <a:pt x="582" y="6977"/>
                    <a:pt x="570" y="6995"/>
                    <a:pt x="564" y="7019"/>
                  </a:cubicBezTo>
                  <a:cubicBezTo>
                    <a:pt x="541" y="7066"/>
                    <a:pt x="529" y="7126"/>
                    <a:pt x="511" y="7179"/>
                  </a:cubicBezTo>
                  <a:cubicBezTo>
                    <a:pt x="505" y="7197"/>
                    <a:pt x="505" y="7209"/>
                    <a:pt x="499" y="7227"/>
                  </a:cubicBezTo>
                  <a:cubicBezTo>
                    <a:pt x="475" y="7292"/>
                    <a:pt x="452" y="7357"/>
                    <a:pt x="434" y="7434"/>
                  </a:cubicBezTo>
                  <a:cubicBezTo>
                    <a:pt x="434" y="7446"/>
                    <a:pt x="422" y="7452"/>
                    <a:pt x="422" y="7470"/>
                  </a:cubicBezTo>
                  <a:cubicBezTo>
                    <a:pt x="410" y="7530"/>
                    <a:pt x="386" y="7583"/>
                    <a:pt x="374" y="7642"/>
                  </a:cubicBezTo>
                  <a:cubicBezTo>
                    <a:pt x="374" y="7648"/>
                    <a:pt x="363" y="7660"/>
                    <a:pt x="363" y="7672"/>
                  </a:cubicBezTo>
                  <a:lnTo>
                    <a:pt x="345" y="7737"/>
                  </a:lnTo>
                  <a:cubicBezTo>
                    <a:pt x="345" y="7749"/>
                    <a:pt x="333" y="7761"/>
                    <a:pt x="333" y="7773"/>
                  </a:cubicBezTo>
                  <a:cubicBezTo>
                    <a:pt x="321" y="7826"/>
                    <a:pt x="303" y="7868"/>
                    <a:pt x="297" y="7921"/>
                  </a:cubicBezTo>
                  <a:cubicBezTo>
                    <a:pt x="297" y="7939"/>
                    <a:pt x="291" y="7951"/>
                    <a:pt x="291" y="7957"/>
                  </a:cubicBezTo>
                  <a:cubicBezTo>
                    <a:pt x="285" y="8005"/>
                    <a:pt x="268" y="8040"/>
                    <a:pt x="262" y="8088"/>
                  </a:cubicBezTo>
                  <a:cubicBezTo>
                    <a:pt x="262" y="8094"/>
                    <a:pt x="256" y="8105"/>
                    <a:pt x="256" y="8117"/>
                  </a:cubicBezTo>
                  <a:cubicBezTo>
                    <a:pt x="238" y="8165"/>
                    <a:pt x="232" y="8212"/>
                    <a:pt x="214" y="8266"/>
                  </a:cubicBezTo>
                  <a:cubicBezTo>
                    <a:pt x="214" y="8278"/>
                    <a:pt x="208" y="8284"/>
                    <a:pt x="208" y="8301"/>
                  </a:cubicBezTo>
                  <a:cubicBezTo>
                    <a:pt x="202" y="8343"/>
                    <a:pt x="196" y="8385"/>
                    <a:pt x="178" y="8426"/>
                  </a:cubicBezTo>
                  <a:cubicBezTo>
                    <a:pt x="178" y="8432"/>
                    <a:pt x="173" y="8450"/>
                    <a:pt x="173" y="8456"/>
                  </a:cubicBezTo>
                  <a:cubicBezTo>
                    <a:pt x="167" y="8509"/>
                    <a:pt x="149" y="8551"/>
                    <a:pt x="143" y="8604"/>
                  </a:cubicBezTo>
                  <a:cubicBezTo>
                    <a:pt x="143" y="8622"/>
                    <a:pt x="137" y="8628"/>
                    <a:pt x="137" y="8640"/>
                  </a:cubicBezTo>
                  <a:cubicBezTo>
                    <a:pt x="125" y="8687"/>
                    <a:pt x="119" y="8723"/>
                    <a:pt x="113" y="8771"/>
                  </a:cubicBezTo>
                  <a:cubicBezTo>
                    <a:pt x="113" y="8776"/>
                    <a:pt x="113" y="8782"/>
                    <a:pt x="107" y="8788"/>
                  </a:cubicBezTo>
                  <a:cubicBezTo>
                    <a:pt x="95" y="8842"/>
                    <a:pt x="89" y="8889"/>
                    <a:pt x="83" y="8937"/>
                  </a:cubicBezTo>
                  <a:cubicBezTo>
                    <a:pt x="83" y="8955"/>
                    <a:pt x="83" y="8961"/>
                    <a:pt x="78" y="8978"/>
                  </a:cubicBezTo>
                  <a:cubicBezTo>
                    <a:pt x="66" y="9020"/>
                    <a:pt x="60" y="9067"/>
                    <a:pt x="60" y="9109"/>
                  </a:cubicBezTo>
                  <a:lnTo>
                    <a:pt x="60" y="9133"/>
                  </a:lnTo>
                  <a:cubicBezTo>
                    <a:pt x="54" y="9186"/>
                    <a:pt x="48" y="9228"/>
                    <a:pt x="48" y="9281"/>
                  </a:cubicBezTo>
                  <a:lnTo>
                    <a:pt x="48" y="9311"/>
                  </a:lnTo>
                  <a:cubicBezTo>
                    <a:pt x="36" y="9352"/>
                    <a:pt x="36" y="9400"/>
                    <a:pt x="30" y="9442"/>
                  </a:cubicBezTo>
                  <a:lnTo>
                    <a:pt x="30" y="9459"/>
                  </a:lnTo>
                  <a:lnTo>
                    <a:pt x="30" y="9465"/>
                  </a:lnTo>
                  <a:cubicBezTo>
                    <a:pt x="30" y="9495"/>
                    <a:pt x="24" y="9525"/>
                    <a:pt x="24" y="9560"/>
                  </a:cubicBezTo>
                  <a:cubicBezTo>
                    <a:pt x="24" y="9584"/>
                    <a:pt x="24" y="9608"/>
                    <a:pt x="18" y="9620"/>
                  </a:cubicBezTo>
                  <a:cubicBezTo>
                    <a:pt x="18" y="9661"/>
                    <a:pt x="6" y="9691"/>
                    <a:pt x="6" y="9727"/>
                  </a:cubicBezTo>
                  <a:lnTo>
                    <a:pt x="6" y="9786"/>
                  </a:lnTo>
                  <a:cubicBezTo>
                    <a:pt x="6" y="9822"/>
                    <a:pt x="6" y="9869"/>
                    <a:pt x="0" y="9905"/>
                  </a:cubicBezTo>
                  <a:lnTo>
                    <a:pt x="0" y="9940"/>
                  </a:lnTo>
                  <a:lnTo>
                    <a:pt x="0" y="10107"/>
                  </a:lnTo>
                  <a:lnTo>
                    <a:pt x="0" y="10255"/>
                  </a:lnTo>
                  <a:lnTo>
                    <a:pt x="0" y="10297"/>
                  </a:lnTo>
                  <a:lnTo>
                    <a:pt x="0" y="10403"/>
                  </a:lnTo>
                  <a:lnTo>
                    <a:pt x="0" y="10445"/>
                  </a:lnTo>
                  <a:cubicBezTo>
                    <a:pt x="0" y="10481"/>
                    <a:pt x="0" y="10510"/>
                    <a:pt x="6" y="10540"/>
                  </a:cubicBezTo>
                  <a:lnTo>
                    <a:pt x="6" y="10588"/>
                  </a:lnTo>
                  <a:cubicBezTo>
                    <a:pt x="6" y="10623"/>
                    <a:pt x="18" y="10659"/>
                    <a:pt x="18" y="10700"/>
                  </a:cubicBezTo>
                  <a:lnTo>
                    <a:pt x="18" y="10730"/>
                  </a:lnTo>
                  <a:cubicBezTo>
                    <a:pt x="24" y="10772"/>
                    <a:pt x="24" y="10819"/>
                    <a:pt x="30" y="10867"/>
                  </a:cubicBezTo>
                  <a:lnTo>
                    <a:pt x="30" y="10896"/>
                  </a:lnTo>
                  <a:cubicBezTo>
                    <a:pt x="36" y="10938"/>
                    <a:pt x="36" y="10974"/>
                    <a:pt x="48" y="11003"/>
                  </a:cubicBezTo>
                  <a:cubicBezTo>
                    <a:pt x="48" y="11015"/>
                    <a:pt x="54" y="11033"/>
                    <a:pt x="54" y="11045"/>
                  </a:cubicBezTo>
                  <a:cubicBezTo>
                    <a:pt x="54" y="11063"/>
                    <a:pt x="60" y="11086"/>
                    <a:pt x="60" y="11098"/>
                  </a:cubicBezTo>
                  <a:cubicBezTo>
                    <a:pt x="60" y="11116"/>
                    <a:pt x="66" y="11122"/>
                    <a:pt x="66" y="11134"/>
                  </a:cubicBezTo>
                  <a:cubicBezTo>
                    <a:pt x="66" y="11152"/>
                    <a:pt x="78" y="11164"/>
                    <a:pt x="78" y="11181"/>
                  </a:cubicBezTo>
                  <a:cubicBezTo>
                    <a:pt x="83" y="11211"/>
                    <a:pt x="83" y="11241"/>
                    <a:pt x="89" y="11276"/>
                  </a:cubicBezTo>
                  <a:cubicBezTo>
                    <a:pt x="89" y="11294"/>
                    <a:pt x="95" y="11300"/>
                    <a:pt x="95" y="11312"/>
                  </a:cubicBezTo>
                  <a:cubicBezTo>
                    <a:pt x="107" y="11359"/>
                    <a:pt x="113" y="11395"/>
                    <a:pt x="119" y="11443"/>
                  </a:cubicBezTo>
                  <a:cubicBezTo>
                    <a:pt x="119" y="11449"/>
                    <a:pt x="119" y="11454"/>
                    <a:pt x="125" y="11460"/>
                  </a:cubicBezTo>
                  <a:cubicBezTo>
                    <a:pt x="137" y="11502"/>
                    <a:pt x="143" y="11532"/>
                    <a:pt x="149" y="11561"/>
                  </a:cubicBezTo>
                  <a:cubicBezTo>
                    <a:pt x="149" y="11573"/>
                    <a:pt x="155" y="11591"/>
                    <a:pt x="155" y="11597"/>
                  </a:cubicBezTo>
                  <a:cubicBezTo>
                    <a:pt x="167" y="11627"/>
                    <a:pt x="173" y="11650"/>
                    <a:pt x="178" y="11680"/>
                  </a:cubicBezTo>
                  <a:cubicBezTo>
                    <a:pt x="178" y="11692"/>
                    <a:pt x="184" y="11710"/>
                    <a:pt x="184" y="11716"/>
                  </a:cubicBezTo>
                  <a:lnTo>
                    <a:pt x="208" y="11805"/>
                  </a:lnTo>
                  <a:cubicBezTo>
                    <a:pt x="208" y="11811"/>
                    <a:pt x="214" y="11829"/>
                    <a:pt x="214" y="11835"/>
                  </a:cubicBezTo>
                  <a:cubicBezTo>
                    <a:pt x="232" y="11870"/>
                    <a:pt x="238" y="11906"/>
                    <a:pt x="256" y="11947"/>
                  </a:cubicBezTo>
                  <a:cubicBezTo>
                    <a:pt x="256" y="11953"/>
                    <a:pt x="262" y="11959"/>
                    <a:pt x="262" y="11965"/>
                  </a:cubicBezTo>
                  <a:cubicBezTo>
                    <a:pt x="268" y="11995"/>
                    <a:pt x="285" y="12025"/>
                    <a:pt x="291" y="12054"/>
                  </a:cubicBezTo>
                  <a:cubicBezTo>
                    <a:pt x="297" y="12072"/>
                    <a:pt x="297" y="12078"/>
                    <a:pt x="303" y="12096"/>
                  </a:cubicBezTo>
                  <a:cubicBezTo>
                    <a:pt x="315" y="12114"/>
                    <a:pt x="327" y="12143"/>
                    <a:pt x="333" y="12167"/>
                  </a:cubicBezTo>
                  <a:cubicBezTo>
                    <a:pt x="345" y="12185"/>
                    <a:pt x="345" y="12191"/>
                    <a:pt x="351" y="12203"/>
                  </a:cubicBezTo>
                  <a:cubicBezTo>
                    <a:pt x="363" y="12232"/>
                    <a:pt x="374" y="12256"/>
                    <a:pt x="386" y="12286"/>
                  </a:cubicBezTo>
                  <a:cubicBezTo>
                    <a:pt x="386" y="12292"/>
                    <a:pt x="392" y="12304"/>
                    <a:pt x="392" y="12310"/>
                  </a:cubicBezTo>
                  <a:cubicBezTo>
                    <a:pt x="410" y="12345"/>
                    <a:pt x="422" y="12375"/>
                    <a:pt x="440" y="12405"/>
                  </a:cubicBezTo>
                  <a:cubicBezTo>
                    <a:pt x="446" y="12410"/>
                    <a:pt x="446" y="12422"/>
                    <a:pt x="452" y="12428"/>
                  </a:cubicBezTo>
                  <a:cubicBezTo>
                    <a:pt x="469" y="12452"/>
                    <a:pt x="475" y="12482"/>
                    <a:pt x="493" y="12500"/>
                  </a:cubicBezTo>
                  <a:cubicBezTo>
                    <a:pt x="499" y="12511"/>
                    <a:pt x="505" y="12523"/>
                    <a:pt x="505" y="12529"/>
                  </a:cubicBezTo>
                  <a:cubicBezTo>
                    <a:pt x="523" y="12553"/>
                    <a:pt x="529" y="12577"/>
                    <a:pt x="541" y="12601"/>
                  </a:cubicBezTo>
                  <a:cubicBezTo>
                    <a:pt x="553" y="12606"/>
                    <a:pt x="559" y="12618"/>
                    <a:pt x="559" y="12630"/>
                  </a:cubicBezTo>
                  <a:cubicBezTo>
                    <a:pt x="570" y="12648"/>
                    <a:pt x="588" y="12678"/>
                    <a:pt x="600" y="12701"/>
                  </a:cubicBezTo>
                  <a:cubicBezTo>
                    <a:pt x="600" y="12707"/>
                    <a:pt x="612" y="12707"/>
                    <a:pt x="612" y="12719"/>
                  </a:cubicBezTo>
                  <a:cubicBezTo>
                    <a:pt x="630" y="12749"/>
                    <a:pt x="648" y="12779"/>
                    <a:pt x="671" y="12808"/>
                  </a:cubicBezTo>
                  <a:cubicBezTo>
                    <a:pt x="677" y="12814"/>
                    <a:pt x="677" y="12820"/>
                    <a:pt x="683" y="12826"/>
                  </a:cubicBezTo>
                  <a:lnTo>
                    <a:pt x="731" y="12897"/>
                  </a:lnTo>
                  <a:cubicBezTo>
                    <a:pt x="737" y="12903"/>
                    <a:pt x="743" y="12909"/>
                    <a:pt x="749" y="12927"/>
                  </a:cubicBezTo>
                  <a:cubicBezTo>
                    <a:pt x="766" y="12945"/>
                    <a:pt x="778" y="12963"/>
                    <a:pt x="796" y="12986"/>
                  </a:cubicBezTo>
                  <a:lnTo>
                    <a:pt x="820" y="13004"/>
                  </a:lnTo>
                  <a:cubicBezTo>
                    <a:pt x="832" y="13028"/>
                    <a:pt x="855" y="13052"/>
                    <a:pt x="879" y="13076"/>
                  </a:cubicBezTo>
                  <a:lnTo>
                    <a:pt x="885" y="13081"/>
                  </a:lnTo>
                  <a:cubicBezTo>
                    <a:pt x="909" y="13105"/>
                    <a:pt x="927" y="13135"/>
                    <a:pt x="950" y="13153"/>
                  </a:cubicBezTo>
                  <a:lnTo>
                    <a:pt x="974" y="13176"/>
                  </a:lnTo>
                  <a:lnTo>
                    <a:pt x="1028" y="13230"/>
                  </a:lnTo>
                  <a:lnTo>
                    <a:pt x="1045" y="13254"/>
                  </a:lnTo>
                  <a:cubicBezTo>
                    <a:pt x="1063" y="13266"/>
                    <a:pt x="1087" y="13283"/>
                    <a:pt x="1099" y="13295"/>
                  </a:cubicBezTo>
                  <a:lnTo>
                    <a:pt x="1123" y="13319"/>
                  </a:lnTo>
                  <a:cubicBezTo>
                    <a:pt x="1146" y="13343"/>
                    <a:pt x="1164" y="13355"/>
                    <a:pt x="1188" y="13378"/>
                  </a:cubicBezTo>
                  <a:cubicBezTo>
                    <a:pt x="1188" y="13378"/>
                    <a:pt x="1194" y="13378"/>
                    <a:pt x="1194" y="13384"/>
                  </a:cubicBezTo>
                  <a:cubicBezTo>
                    <a:pt x="1218" y="13408"/>
                    <a:pt x="1247" y="13432"/>
                    <a:pt x="1271" y="13444"/>
                  </a:cubicBezTo>
                  <a:cubicBezTo>
                    <a:pt x="1277" y="13450"/>
                    <a:pt x="1283" y="13462"/>
                    <a:pt x="1295" y="13462"/>
                  </a:cubicBezTo>
                  <a:cubicBezTo>
                    <a:pt x="1313" y="13473"/>
                    <a:pt x="1330" y="13491"/>
                    <a:pt x="1354" y="13503"/>
                  </a:cubicBezTo>
                  <a:cubicBezTo>
                    <a:pt x="1360" y="13509"/>
                    <a:pt x="1366" y="13521"/>
                    <a:pt x="1384" y="13527"/>
                  </a:cubicBezTo>
                  <a:cubicBezTo>
                    <a:pt x="1402" y="13539"/>
                    <a:pt x="1420" y="13551"/>
                    <a:pt x="1443" y="13562"/>
                  </a:cubicBezTo>
                  <a:cubicBezTo>
                    <a:pt x="1449" y="13568"/>
                    <a:pt x="1455" y="13568"/>
                    <a:pt x="1461" y="13580"/>
                  </a:cubicBezTo>
                  <a:cubicBezTo>
                    <a:pt x="1491" y="13592"/>
                    <a:pt x="1515" y="13616"/>
                    <a:pt x="1544" y="13628"/>
                  </a:cubicBezTo>
                  <a:lnTo>
                    <a:pt x="9638" y="18402"/>
                  </a:lnTo>
                  <a:cubicBezTo>
                    <a:pt x="9636" y="18401"/>
                    <a:pt x="9634" y="18400"/>
                    <a:pt x="9632" y="18400"/>
                  </a:cubicBezTo>
                  <a:lnTo>
                    <a:pt x="9632" y="18400"/>
                  </a:lnTo>
                  <a:cubicBezTo>
                    <a:pt x="10055" y="18652"/>
                    <a:pt x="10548" y="18783"/>
                    <a:pt x="11093" y="18783"/>
                  </a:cubicBezTo>
                  <a:cubicBezTo>
                    <a:pt x="11821" y="18783"/>
                    <a:pt x="12643" y="18548"/>
                    <a:pt x="13515" y="18052"/>
                  </a:cubicBezTo>
                  <a:cubicBezTo>
                    <a:pt x="16537" y="16341"/>
                    <a:pt x="19002" y="12143"/>
                    <a:pt x="19025" y="8687"/>
                  </a:cubicBezTo>
                  <a:cubicBezTo>
                    <a:pt x="19049" y="6918"/>
                    <a:pt x="18444" y="5701"/>
                    <a:pt x="17464" y="5131"/>
                  </a:cubicBezTo>
                  <a:lnTo>
                    <a:pt x="17464" y="5131"/>
                  </a:lnTo>
                  <a:cubicBezTo>
                    <a:pt x="17464" y="5131"/>
                    <a:pt x="17465" y="5131"/>
                    <a:pt x="17466" y="5131"/>
                  </a:cubicBezTo>
                  <a:lnTo>
                    <a:pt x="17466" y="5131"/>
                  </a:lnTo>
                  <a:lnTo>
                    <a:pt x="9382" y="368"/>
                  </a:lnTo>
                  <a:cubicBezTo>
                    <a:pt x="9353" y="345"/>
                    <a:pt x="9317" y="327"/>
                    <a:pt x="9287" y="309"/>
                  </a:cubicBezTo>
                  <a:cubicBezTo>
                    <a:pt x="9281" y="297"/>
                    <a:pt x="9264" y="291"/>
                    <a:pt x="9252" y="291"/>
                  </a:cubicBezTo>
                  <a:cubicBezTo>
                    <a:pt x="9228" y="279"/>
                    <a:pt x="9204" y="267"/>
                    <a:pt x="9180" y="256"/>
                  </a:cubicBezTo>
                  <a:lnTo>
                    <a:pt x="9139" y="232"/>
                  </a:lnTo>
                  <a:cubicBezTo>
                    <a:pt x="9115" y="226"/>
                    <a:pt x="9091" y="208"/>
                    <a:pt x="9068" y="202"/>
                  </a:cubicBezTo>
                  <a:cubicBezTo>
                    <a:pt x="9056" y="196"/>
                    <a:pt x="9038" y="190"/>
                    <a:pt x="9026" y="190"/>
                  </a:cubicBezTo>
                  <a:lnTo>
                    <a:pt x="8961" y="166"/>
                  </a:lnTo>
                  <a:cubicBezTo>
                    <a:pt x="8943" y="161"/>
                    <a:pt x="8931" y="149"/>
                    <a:pt x="8913" y="149"/>
                  </a:cubicBezTo>
                  <a:lnTo>
                    <a:pt x="8848" y="131"/>
                  </a:lnTo>
                  <a:cubicBezTo>
                    <a:pt x="8830" y="119"/>
                    <a:pt x="8818" y="119"/>
                    <a:pt x="8806" y="113"/>
                  </a:cubicBezTo>
                  <a:lnTo>
                    <a:pt x="8735" y="89"/>
                  </a:lnTo>
                  <a:cubicBezTo>
                    <a:pt x="8723" y="83"/>
                    <a:pt x="8705" y="83"/>
                    <a:pt x="8693" y="77"/>
                  </a:cubicBezTo>
                  <a:cubicBezTo>
                    <a:pt x="8670" y="71"/>
                    <a:pt x="8646" y="60"/>
                    <a:pt x="8616" y="60"/>
                  </a:cubicBezTo>
                  <a:cubicBezTo>
                    <a:pt x="8604" y="60"/>
                    <a:pt x="8587" y="54"/>
                    <a:pt x="8575" y="54"/>
                  </a:cubicBezTo>
                  <a:cubicBezTo>
                    <a:pt x="8545" y="48"/>
                    <a:pt x="8515" y="42"/>
                    <a:pt x="8486" y="42"/>
                  </a:cubicBezTo>
                  <a:cubicBezTo>
                    <a:pt x="8480" y="42"/>
                    <a:pt x="8462" y="30"/>
                    <a:pt x="8456" y="30"/>
                  </a:cubicBezTo>
                  <a:cubicBezTo>
                    <a:pt x="8420" y="24"/>
                    <a:pt x="8373" y="18"/>
                    <a:pt x="8337" y="18"/>
                  </a:cubicBezTo>
                  <a:lnTo>
                    <a:pt x="8308" y="18"/>
                  </a:lnTo>
                  <a:cubicBezTo>
                    <a:pt x="8278" y="12"/>
                    <a:pt x="8248" y="12"/>
                    <a:pt x="8218" y="12"/>
                  </a:cubicBezTo>
                  <a:lnTo>
                    <a:pt x="8171" y="12"/>
                  </a:lnTo>
                  <a:cubicBezTo>
                    <a:pt x="8141" y="12"/>
                    <a:pt x="8123" y="0"/>
                    <a:pt x="80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5">
              <a:extLst>
                <a:ext uri="{FF2B5EF4-FFF2-40B4-BE49-F238E27FC236}">
                  <a16:creationId xmlns:a16="http://schemas.microsoft.com/office/drawing/2014/main" id="{252FB4E3-8DC1-8EEC-C950-41F0D4525CBF}"/>
                </a:ext>
              </a:extLst>
            </p:cNvPr>
            <p:cNvSpPr/>
            <p:nvPr/>
          </p:nvSpPr>
          <p:spPr>
            <a:xfrm>
              <a:off x="8246507" y="74659"/>
              <a:ext cx="3213691" cy="3186284"/>
            </a:xfrm>
            <a:custGeom>
              <a:avLst/>
              <a:gdLst/>
              <a:ahLst/>
              <a:cxnLst/>
              <a:rect l="l" t="t" r="r" b="b"/>
              <a:pathLst>
                <a:path w="14811" h="15138" extrusionOk="0">
                  <a:moveTo>
                    <a:pt x="7911" y="1"/>
                  </a:moveTo>
                  <a:cubicBezTo>
                    <a:pt x="7322" y="1"/>
                    <a:pt x="6672" y="154"/>
                    <a:pt x="5986" y="473"/>
                  </a:cubicBezTo>
                  <a:cubicBezTo>
                    <a:pt x="5980" y="473"/>
                    <a:pt x="5969" y="485"/>
                    <a:pt x="5963" y="485"/>
                  </a:cubicBezTo>
                  <a:lnTo>
                    <a:pt x="5743" y="592"/>
                  </a:lnTo>
                  <a:cubicBezTo>
                    <a:pt x="5731" y="604"/>
                    <a:pt x="5725" y="604"/>
                    <a:pt x="5707" y="610"/>
                  </a:cubicBezTo>
                  <a:cubicBezTo>
                    <a:pt x="5630" y="651"/>
                    <a:pt x="5553" y="693"/>
                    <a:pt x="5470" y="734"/>
                  </a:cubicBezTo>
                  <a:cubicBezTo>
                    <a:pt x="2453" y="2462"/>
                    <a:pt x="13" y="6666"/>
                    <a:pt x="1" y="10122"/>
                  </a:cubicBezTo>
                  <a:cubicBezTo>
                    <a:pt x="1" y="11844"/>
                    <a:pt x="601" y="13056"/>
                    <a:pt x="1574" y="13626"/>
                  </a:cubicBezTo>
                  <a:lnTo>
                    <a:pt x="8255" y="14879"/>
                  </a:lnTo>
                  <a:cubicBezTo>
                    <a:pt x="8249" y="14873"/>
                    <a:pt x="8243" y="14873"/>
                    <a:pt x="8237" y="14867"/>
                  </a:cubicBezTo>
                  <a:lnTo>
                    <a:pt x="8237" y="14867"/>
                  </a:lnTo>
                  <a:cubicBezTo>
                    <a:pt x="8532" y="15045"/>
                    <a:pt x="8880" y="15138"/>
                    <a:pt x="9265" y="15138"/>
                  </a:cubicBezTo>
                  <a:cubicBezTo>
                    <a:pt x="9779" y="15138"/>
                    <a:pt x="10360" y="14973"/>
                    <a:pt x="10974" y="14623"/>
                  </a:cubicBezTo>
                  <a:cubicBezTo>
                    <a:pt x="13088" y="13412"/>
                    <a:pt x="14804" y="10473"/>
                    <a:pt x="14804" y="8044"/>
                  </a:cubicBezTo>
                  <a:cubicBezTo>
                    <a:pt x="14810" y="6850"/>
                    <a:pt x="14388" y="5995"/>
                    <a:pt x="13700" y="5603"/>
                  </a:cubicBezTo>
                  <a:lnTo>
                    <a:pt x="9353" y="372"/>
                  </a:lnTo>
                  <a:cubicBezTo>
                    <a:pt x="8936" y="128"/>
                    <a:pt x="8449" y="1"/>
                    <a:pt x="79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5">
              <a:extLst>
                <a:ext uri="{FF2B5EF4-FFF2-40B4-BE49-F238E27FC236}">
                  <a16:creationId xmlns:a16="http://schemas.microsoft.com/office/drawing/2014/main" id="{08542AB9-8A04-929A-4649-23E4E7D44DC2}"/>
                </a:ext>
              </a:extLst>
            </p:cNvPr>
            <p:cNvSpPr/>
            <p:nvPr/>
          </p:nvSpPr>
          <p:spPr>
            <a:xfrm>
              <a:off x="9476992" y="111704"/>
              <a:ext cx="4583052" cy="5620725"/>
            </a:xfrm>
            <a:custGeom>
              <a:avLst/>
              <a:gdLst/>
              <a:ahLst/>
              <a:cxnLst/>
              <a:rect l="l" t="t" r="r" b="b"/>
              <a:pathLst>
                <a:path w="21122" h="26704" extrusionOk="0">
                  <a:moveTo>
                    <a:pt x="15077" y="0"/>
                  </a:moveTo>
                  <a:cubicBezTo>
                    <a:pt x="14798" y="0"/>
                    <a:pt x="14430" y="24"/>
                    <a:pt x="14157" y="54"/>
                  </a:cubicBezTo>
                  <a:cubicBezTo>
                    <a:pt x="13658" y="107"/>
                    <a:pt x="12999" y="238"/>
                    <a:pt x="12518" y="386"/>
                  </a:cubicBezTo>
                  <a:cubicBezTo>
                    <a:pt x="12215" y="481"/>
                    <a:pt x="11805" y="624"/>
                    <a:pt x="11502" y="742"/>
                  </a:cubicBezTo>
                  <a:cubicBezTo>
                    <a:pt x="11241" y="849"/>
                    <a:pt x="10897" y="998"/>
                    <a:pt x="10647" y="1122"/>
                  </a:cubicBezTo>
                  <a:cubicBezTo>
                    <a:pt x="10154" y="1366"/>
                    <a:pt x="9513" y="1716"/>
                    <a:pt x="9050" y="2019"/>
                  </a:cubicBezTo>
                  <a:cubicBezTo>
                    <a:pt x="8807" y="2185"/>
                    <a:pt x="8480" y="2399"/>
                    <a:pt x="8242" y="2577"/>
                  </a:cubicBezTo>
                  <a:cubicBezTo>
                    <a:pt x="7957" y="2791"/>
                    <a:pt x="7583" y="3076"/>
                    <a:pt x="7316" y="3308"/>
                  </a:cubicBezTo>
                  <a:cubicBezTo>
                    <a:pt x="7091" y="3498"/>
                    <a:pt x="6794" y="3753"/>
                    <a:pt x="6580" y="3949"/>
                  </a:cubicBezTo>
                  <a:cubicBezTo>
                    <a:pt x="6336" y="4181"/>
                    <a:pt x="6016" y="4483"/>
                    <a:pt x="5784" y="4727"/>
                  </a:cubicBezTo>
                  <a:cubicBezTo>
                    <a:pt x="5570" y="4958"/>
                    <a:pt x="5279" y="5261"/>
                    <a:pt x="5078" y="5499"/>
                  </a:cubicBezTo>
                  <a:cubicBezTo>
                    <a:pt x="4893" y="5724"/>
                    <a:pt x="4644" y="6021"/>
                    <a:pt x="4466" y="6241"/>
                  </a:cubicBezTo>
                  <a:cubicBezTo>
                    <a:pt x="4276" y="6473"/>
                    <a:pt x="4038" y="6787"/>
                    <a:pt x="3872" y="7031"/>
                  </a:cubicBezTo>
                  <a:cubicBezTo>
                    <a:pt x="3546" y="7500"/>
                    <a:pt x="3136" y="8135"/>
                    <a:pt x="2833" y="8616"/>
                  </a:cubicBezTo>
                  <a:cubicBezTo>
                    <a:pt x="2673" y="8866"/>
                    <a:pt x="2506" y="9204"/>
                    <a:pt x="2364" y="9453"/>
                  </a:cubicBezTo>
                  <a:cubicBezTo>
                    <a:pt x="2239" y="9673"/>
                    <a:pt x="1824" y="10504"/>
                    <a:pt x="1544" y="11164"/>
                  </a:cubicBezTo>
                  <a:cubicBezTo>
                    <a:pt x="1426" y="11431"/>
                    <a:pt x="1289" y="11805"/>
                    <a:pt x="1182" y="12078"/>
                  </a:cubicBezTo>
                  <a:cubicBezTo>
                    <a:pt x="1081" y="12351"/>
                    <a:pt x="969" y="12713"/>
                    <a:pt x="873" y="12992"/>
                  </a:cubicBezTo>
                  <a:cubicBezTo>
                    <a:pt x="784" y="13266"/>
                    <a:pt x="683" y="13646"/>
                    <a:pt x="606" y="13925"/>
                  </a:cubicBezTo>
                  <a:cubicBezTo>
                    <a:pt x="523" y="14228"/>
                    <a:pt x="434" y="14637"/>
                    <a:pt x="369" y="14952"/>
                  </a:cubicBezTo>
                  <a:cubicBezTo>
                    <a:pt x="309" y="15237"/>
                    <a:pt x="238" y="15635"/>
                    <a:pt x="197" y="15920"/>
                  </a:cubicBezTo>
                  <a:cubicBezTo>
                    <a:pt x="137" y="16258"/>
                    <a:pt x="90" y="16704"/>
                    <a:pt x="60" y="17036"/>
                  </a:cubicBezTo>
                  <a:cubicBezTo>
                    <a:pt x="42" y="17327"/>
                    <a:pt x="18" y="17719"/>
                    <a:pt x="12" y="18016"/>
                  </a:cubicBezTo>
                  <a:cubicBezTo>
                    <a:pt x="1" y="18366"/>
                    <a:pt x="12" y="18823"/>
                    <a:pt x="24" y="19174"/>
                  </a:cubicBezTo>
                  <a:cubicBezTo>
                    <a:pt x="36" y="19459"/>
                    <a:pt x="72" y="19833"/>
                    <a:pt x="108" y="20112"/>
                  </a:cubicBezTo>
                  <a:cubicBezTo>
                    <a:pt x="149" y="20456"/>
                    <a:pt x="238" y="21169"/>
                    <a:pt x="505" y="22030"/>
                  </a:cubicBezTo>
                  <a:cubicBezTo>
                    <a:pt x="755" y="22832"/>
                    <a:pt x="1010" y="23324"/>
                    <a:pt x="1200" y="23681"/>
                  </a:cubicBezTo>
                  <a:cubicBezTo>
                    <a:pt x="1325" y="23918"/>
                    <a:pt x="1509" y="24227"/>
                    <a:pt x="1681" y="24435"/>
                  </a:cubicBezTo>
                  <a:cubicBezTo>
                    <a:pt x="1717" y="24482"/>
                    <a:pt x="1752" y="24536"/>
                    <a:pt x="1800" y="24583"/>
                  </a:cubicBezTo>
                  <a:cubicBezTo>
                    <a:pt x="1919" y="24726"/>
                    <a:pt x="2037" y="24880"/>
                    <a:pt x="2150" y="24999"/>
                  </a:cubicBezTo>
                  <a:cubicBezTo>
                    <a:pt x="2310" y="25171"/>
                    <a:pt x="2542" y="25385"/>
                    <a:pt x="2726" y="25545"/>
                  </a:cubicBezTo>
                  <a:cubicBezTo>
                    <a:pt x="3647" y="26302"/>
                    <a:pt x="4799" y="26703"/>
                    <a:pt x="6110" y="26703"/>
                  </a:cubicBezTo>
                  <a:cubicBezTo>
                    <a:pt x="7455" y="26703"/>
                    <a:pt x="8968" y="26281"/>
                    <a:pt x="10570" y="25385"/>
                  </a:cubicBezTo>
                  <a:cubicBezTo>
                    <a:pt x="16294" y="22202"/>
                    <a:pt x="20991" y="14245"/>
                    <a:pt x="21074" y="7619"/>
                  </a:cubicBezTo>
                  <a:cubicBezTo>
                    <a:pt x="21122" y="3842"/>
                    <a:pt x="19655" y="1307"/>
                    <a:pt x="17322" y="404"/>
                  </a:cubicBezTo>
                  <a:cubicBezTo>
                    <a:pt x="17215" y="362"/>
                    <a:pt x="17090" y="321"/>
                    <a:pt x="16965" y="285"/>
                  </a:cubicBezTo>
                  <a:cubicBezTo>
                    <a:pt x="16852" y="244"/>
                    <a:pt x="16740" y="208"/>
                    <a:pt x="16645" y="184"/>
                  </a:cubicBezTo>
                  <a:cubicBezTo>
                    <a:pt x="16407" y="137"/>
                    <a:pt x="16081" y="77"/>
                    <a:pt x="15837" y="48"/>
                  </a:cubicBezTo>
                  <a:cubicBezTo>
                    <a:pt x="15605" y="24"/>
                    <a:pt x="15303" y="0"/>
                    <a:pt x="150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5">
              <a:extLst>
                <a:ext uri="{FF2B5EF4-FFF2-40B4-BE49-F238E27FC236}">
                  <a16:creationId xmlns:a16="http://schemas.microsoft.com/office/drawing/2014/main" id="{439C7D53-2186-4B03-D3CC-29D641064153}"/>
                </a:ext>
              </a:extLst>
            </p:cNvPr>
            <p:cNvSpPr/>
            <p:nvPr/>
          </p:nvSpPr>
          <p:spPr>
            <a:xfrm>
              <a:off x="9480897" y="111704"/>
              <a:ext cx="4000677" cy="5224386"/>
            </a:xfrm>
            <a:custGeom>
              <a:avLst/>
              <a:gdLst/>
              <a:ahLst/>
              <a:cxnLst/>
              <a:rect l="l" t="t" r="r" b="b"/>
              <a:pathLst>
                <a:path w="18438" h="24821" extrusionOk="0">
                  <a:moveTo>
                    <a:pt x="15077" y="0"/>
                  </a:moveTo>
                  <a:cubicBezTo>
                    <a:pt x="14792" y="0"/>
                    <a:pt x="14430" y="24"/>
                    <a:pt x="14156" y="54"/>
                  </a:cubicBezTo>
                  <a:cubicBezTo>
                    <a:pt x="13658" y="107"/>
                    <a:pt x="12999" y="238"/>
                    <a:pt x="12512" y="386"/>
                  </a:cubicBezTo>
                  <a:cubicBezTo>
                    <a:pt x="12209" y="481"/>
                    <a:pt x="11799" y="624"/>
                    <a:pt x="11496" y="742"/>
                  </a:cubicBezTo>
                  <a:cubicBezTo>
                    <a:pt x="11235" y="849"/>
                    <a:pt x="10897" y="998"/>
                    <a:pt x="10641" y="1122"/>
                  </a:cubicBezTo>
                  <a:cubicBezTo>
                    <a:pt x="10154" y="1366"/>
                    <a:pt x="9507" y="1716"/>
                    <a:pt x="9050" y="2019"/>
                  </a:cubicBezTo>
                  <a:cubicBezTo>
                    <a:pt x="8800" y="2185"/>
                    <a:pt x="8474" y="2399"/>
                    <a:pt x="8236" y="2577"/>
                  </a:cubicBezTo>
                  <a:cubicBezTo>
                    <a:pt x="7957" y="2791"/>
                    <a:pt x="7577" y="3076"/>
                    <a:pt x="7310" y="3308"/>
                  </a:cubicBezTo>
                  <a:cubicBezTo>
                    <a:pt x="7090" y="3498"/>
                    <a:pt x="6793" y="3753"/>
                    <a:pt x="6574" y="3949"/>
                  </a:cubicBezTo>
                  <a:cubicBezTo>
                    <a:pt x="6330" y="4181"/>
                    <a:pt x="6010" y="4483"/>
                    <a:pt x="5778" y="4727"/>
                  </a:cubicBezTo>
                  <a:cubicBezTo>
                    <a:pt x="5564" y="4958"/>
                    <a:pt x="5279" y="5261"/>
                    <a:pt x="5077" y="5499"/>
                  </a:cubicBezTo>
                  <a:cubicBezTo>
                    <a:pt x="4887" y="5724"/>
                    <a:pt x="4638" y="6021"/>
                    <a:pt x="4460" y="6241"/>
                  </a:cubicBezTo>
                  <a:cubicBezTo>
                    <a:pt x="4276" y="6473"/>
                    <a:pt x="4038" y="6787"/>
                    <a:pt x="3866" y="7031"/>
                  </a:cubicBezTo>
                  <a:cubicBezTo>
                    <a:pt x="3539" y="7500"/>
                    <a:pt x="3130" y="8135"/>
                    <a:pt x="2827" y="8616"/>
                  </a:cubicBezTo>
                  <a:cubicBezTo>
                    <a:pt x="2673" y="8866"/>
                    <a:pt x="2500" y="9204"/>
                    <a:pt x="2358" y="9453"/>
                  </a:cubicBezTo>
                  <a:cubicBezTo>
                    <a:pt x="2233" y="9673"/>
                    <a:pt x="1817" y="10504"/>
                    <a:pt x="1544" y="11164"/>
                  </a:cubicBezTo>
                  <a:cubicBezTo>
                    <a:pt x="1426" y="11431"/>
                    <a:pt x="1283" y="11805"/>
                    <a:pt x="1176" y="12078"/>
                  </a:cubicBezTo>
                  <a:cubicBezTo>
                    <a:pt x="1075" y="12351"/>
                    <a:pt x="962" y="12713"/>
                    <a:pt x="867" y="12992"/>
                  </a:cubicBezTo>
                  <a:cubicBezTo>
                    <a:pt x="778" y="13266"/>
                    <a:pt x="683" y="13646"/>
                    <a:pt x="600" y="13925"/>
                  </a:cubicBezTo>
                  <a:cubicBezTo>
                    <a:pt x="517" y="14228"/>
                    <a:pt x="428" y="14637"/>
                    <a:pt x="363" y="14952"/>
                  </a:cubicBezTo>
                  <a:cubicBezTo>
                    <a:pt x="303" y="15237"/>
                    <a:pt x="238" y="15635"/>
                    <a:pt x="190" y="15920"/>
                  </a:cubicBezTo>
                  <a:cubicBezTo>
                    <a:pt x="131" y="16258"/>
                    <a:pt x="90" y="16704"/>
                    <a:pt x="60" y="17036"/>
                  </a:cubicBezTo>
                  <a:cubicBezTo>
                    <a:pt x="36" y="17327"/>
                    <a:pt x="12" y="17719"/>
                    <a:pt x="6" y="18016"/>
                  </a:cubicBezTo>
                  <a:cubicBezTo>
                    <a:pt x="0" y="18366"/>
                    <a:pt x="6" y="18823"/>
                    <a:pt x="18" y="19174"/>
                  </a:cubicBezTo>
                  <a:cubicBezTo>
                    <a:pt x="36" y="19459"/>
                    <a:pt x="66" y="19833"/>
                    <a:pt x="101" y="20112"/>
                  </a:cubicBezTo>
                  <a:cubicBezTo>
                    <a:pt x="149" y="20456"/>
                    <a:pt x="238" y="21169"/>
                    <a:pt x="505" y="22030"/>
                  </a:cubicBezTo>
                  <a:cubicBezTo>
                    <a:pt x="749" y="22832"/>
                    <a:pt x="1010" y="23324"/>
                    <a:pt x="1194" y="23681"/>
                  </a:cubicBezTo>
                  <a:cubicBezTo>
                    <a:pt x="1319" y="23918"/>
                    <a:pt x="1509" y="24227"/>
                    <a:pt x="1675" y="24435"/>
                  </a:cubicBezTo>
                  <a:cubicBezTo>
                    <a:pt x="1716" y="24482"/>
                    <a:pt x="1752" y="24536"/>
                    <a:pt x="1794" y="24583"/>
                  </a:cubicBezTo>
                  <a:cubicBezTo>
                    <a:pt x="2310" y="24740"/>
                    <a:pt x="2865" y="24820"/>
                    <a:pt x="3450" y="24820"/>
                  </a:cubicBezTo>
                  <a:cubicBezTo>
                    <a:pt x="4797" y="24820"/>
                    <a:pt x="6308" y="24396"/>
                    <a:pt x="7910" y="23503"/>
                  </a:cubicBezTo>
                  <a:cubicBezTo>
                    <a:pt x="13628" y="20308"/>
                    <a:pt x="18325" y="12363"/>
                    <a:pt x="18408" y="5730"/>
                  </a:cubicBezTo>
                  <a:cubicBezTo>
                    <a:pt x="18438" y="3432"/>
                    <a:pt x="17903" y="1592"/>
                    <a:pt x="16959" y="285"/>
                  </a:cubicBezTo>
                  <a:cubicBezTo>
                    <a:pt x="16846" y="244"/>
                    <a:pt x="16739" y="208"/>
                    <a:pt x="16639" y="184"/>
                  </a:cubicBezTo>
                  <a:cubicBezTo>
                    <a:pt x="16401" y="137"/>
                    <a:pt x="16074" y="77"/>
                    <a:pt x="15831" y="48"/>
                  </a:cubicBezTo>
                  <a:cubicBezTo>
                    <a:pt x="15599" y="24"/>
                    <a:pt x="15297" y="0"/>
                    <a:pt x="15077" y="0"/>
                  </a:cubicBez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5">
              <a:extLst>
                <a:ext uri="{FF2B5EF4-FFF2-40B4-BE49-F238E27FC236}">
                  <a16:creationId xmlns:a16="http://schemas.microsoft.com/office/drawing/2014/main" id="{9333F4D8-6E1A-E251-AD13-6284A1117073}"/>
                </a:ext>
              </a:extLst>
            </p:cNvPr>
            <p:cNvSpPr/>
            <p:nvPr/>
          </p:nvSpPr>
          <p:spPr>
            <a:xfrm>
              <a:off x="9327494" y="12988"/>
              <a:ext cx="3954461" cy="5553160"/>
            </a:xfrm>
            <a:custGeom>
              <a:avLst/>
              <a:gdLst/>
              <a:ahLst/>
              <a:cxnLst/>
              <a:rect l="l" t="t" r="r" b="b"/>
              <a:pathLst>
                <a:path w="18225" h="26383" extrusionOk="0">
                  <a:moveTo>
                    <a:pt x="17813" y="343"/>
                  </a:moveTo>
                  <a:cubicBezTo>
                    <a:pt x="17955" y="390"/>
                    <a:pt x="18102" y="440"/>
                    <a:pt x="18224" y="481"/>
                  </a:cubicBezTo>
                  <a:cubicBezTo>
                    <a:pt x="18090" y="430"/>
                    <a:pt x="17953" y="383"/>
                    <a:pt x="17813" y="343"/>
                  </a:cubicBezTo>
                  <a:close/>
                  <a:moveTo>
                    <a:pt x="15695" y="0"/>
                  </a:moveTo>
                  <a:cubicBezTo>
                    <a:pt x="15338" y="0"/>
                    <a:pt x="14863" y="24"/>
                    <a:pt x="14507" y="65"/>
                  </a:cubicBezTo>
                  <a:cubicBezTo>
                    <a:pt x="14252" y="83"/>
                    <a:pt x="13913" y="137"/>
                    <a:pt x="13658" y="190"/>
                  </a:cubicBezTo>
                  <a:cubicBezTo>
                    <a:pt x="13278" y="273"/>
                    <a:pt x="12773" y="398"/>
                    <a:pt x="12405" y="511"/>
                  </a:cubicBezTo>
                  <a:cubicBezTo>
                    <a:pt x="11871" y="665"/>
                    <a:pt x="11182" y="956"/>
                    <a:pt x="10665" y="1188"/>
                  </a:cubicBezTo>
                  <a:cubicBezTo>
                    <a:pt x="10576" y="1229"/>
                    <a:pt x="9781" y="1597"/>
                    <a:pt x="8884" y="2179"/>
                  </a:cubicBezTo>
                  <a:cubicBezTo>
                    <a:pt x="8641" y="2334"/>
                    <a:pt x="8314" y="2559"/>
                    <a:pt x="8076" y="2726"/>
                  </a:cubicBezTo>
                  <a:cubicBezTo>
                    <a:pt x="7780" y="2939"/>
                    <a:pt x="7394" y="3230"/>
                    <a:pt x="7120" y="3468"/>
                  </a:cubicBezTo>
                  <a:cubicBezTo>
                    <a:pt x="6841" y="3699"/>
                    <a:pt x="6129" y="4317"/>
                    <a:pt x="5618" y="4863"/>
                  </a:cubicBezTo>
                  <a:cubicBezTo>
                    <a:pt x="5410" y="5089"/>
                    <a:pt x="5131" y="5374"/>
                    <a:pt x="4935" y="5606"/>
                  </a:cubicBezTo>
                  <a:cubicBezTo>
                    <a:pt x="4579" y="6039"/>
                    <a:pt x="4104" y="6615"/>
                    <a:pt x="3777" y="7066"/>
                  </a:cubicBezTo>
                  <a:cubicBezTo>
                    <a:pt x="3178" y="7909"/>
                    <a:pt x="2762" y="8628"/>
                    <a:pt x="2756" y="8634"/>
                  </a:cubicBezTo>
                  <a:cubicBezTo>
                    <a:pt x="2477" y="9115"/>
                    <a:pt x="2138" y="9774"/>
                    <a:pt x="1883" y="10267"/>
                  </a:cubicBezTo>
                  <a:cubicBezTo>
                    <a:pt x="1758" y="10522"/>
                    <a:pt x="1610" y="10861"/>
                    <a:pt x="1509" y="11116"/>
                  </a:cubicBezTo>
                  <a:cubicBezTo>
                    <a:pt x="1396" y="11383"/>
                    <a:pt x="1254" y="11728"/>
                    <a:pt x="1159" y="11995"/>
                  </a:cubicBezTo>
                  <a:cubicBezTo>
                    <a:pt x="1064" y="12262"/>
                    <a:pt x="945" y="12618"/>
                    <a:pt x="856" y="12885"/>
                  </a:cubicBezTo>
                  <a:cubicBezTo>
                    <a:pt x="767" y="13153"/>
                    <a:pt x="666" y="13527"/>
                    <a:pt x="589" y="13800"/>
                  </a:cubicBezTo>
                  <a:cubicBezTo>
                    <a:pt x="589" y="13806"/>
                    <a:pt x="339" y="14691"/>
                    <a:pt x="185" y="15753"/>
                  </a:cubicBezTo>
                  <a:cubicBezTo>
                    <a:pt x="66" y="16537"/>
                    <a:pt x="7" y="17309"/>
                    <a:pt x="1" y="18063"/>
                  </a:cubicBezTo>
                  <a:cubicBezTo>
                    <a:pt x="1" y="18348"/>
                    <a:pt x="1" y="18746"/>
                    <a:pt x="13" y="19031"/>
                  </a:cubicBezTo>
                  <a:cubicBezTo>
                    <a:pt x="36" y="19417"/>
                    <a:pt x="84" y="19922"/>
                    <a:pt x="131" y="20308"/>
                  </a:cubicBezTo>
                  <a:cubicBezTo>
                    <a:pt x="173" y="20587"/>
                    <a:pt x="232" y="20943"/>
                    <a:pt x="292" y="21216"/>
                  </a:cubicBezTo>
                  <a:cubicBezTo>
                    <a:pt x="369" y="21585"/>
                    <a:pt x="506" y="22083"/>
                    <a:pt x="618" y="22451"/>
                  </a:cubicBezTo>
                  <a:cubicBezTo>
                    <a:pt x="767" y="22932"/>
                    <a:pt x="1040" y="23544"/>
                    <a:pt x="1272" y="24001"/>
                  </a:cubicBezTo>
                  <a:cubicBezTo>
                    <a:pt x="1432" y="24310"/>
                    <a:pt x="1687" y="24702"/>
                    <a:pt x="1883" y="24999"/>
                  </a:cubicBezTo>
                  <a:cubicBezTo>
                    <a:pt x="2020" y="25195"/>
                    <a:pt x="2222" y="25426"/>
                    <a:pt x="2370" y="25610"/>
                  </a:cubicBezTo>
                  <a:cubicBezTo>
                    <a:pt x="2499" y="25772"/>
                    <a:pt x="2677" y="25948"/>
                    <a:pt x="2853" y="26108"/>
                  </a:cubicBezTo>
                  <a:lnTo>
                    <a:pt x="2853" y="26108"/>
                  </a:lnTo>
                  <a:cubicBezTo>
                    <a:pt x="1490" y="24795"/>
                    <a:pt x="698" y="22636"/>
                    <a:pt x="737" y="19791"/>
                  </a:cubicBezTo>
                  <a:cubicBezTo>
                    <a:pt x="814" y="12957"/>
                    <a:pt x="5672" y="4745"/>
                    <a:pt x="11562" y="1461"/>
                  </a:cubicBezTo>
                  <a:cubicBezTo>
                    <a:pt x="13215" y="551"/>
                    <a:pt x="14776" y="116"/>
                    <a:pt x="16163" y="116"/>
                  </a:cubicBezTo>
                  <a:cubicBezTo>
                    <a:pt x="16745" y="116"/>
                    <a:pt x="17297" y="192"/>
                    <a:pt x="17813" y="343"/>
                  </a:cubicBezTo>
                  <a:lnTo>
                    <a:pt x="17813" y="343"/>
                  </a:lnTo>
                  <a:cubicBezTo>
                    <a:pt x="17707" y="308"/>
                    <a:pt x="17603" y="275"/>
                    <a:pt x="17512" y="250"/>
                  </a:cubicBezTo>
                  <a:cubicBezTo>
                    <a:pt x="17209" y="172"/>
                    <a:pt x="16793" y="89"/>
                    <a:pt x="16479" y="54"/>
                  </a:cubicBezTo>
                  <a:cubicBezTo>
                    <a:pt x="16241" y="24"/>
                    <a:pt x="15932" y="0"/>
                    <a:pt x="15695" y="0"/>
                  </a:cubicBezTo>
                  <a:close/>
                  <a:moveTo>
                    <a:pt x="2853" y="26108"/>
                  </a:moveTo>
                  <a:lnTo>
                    <a:pt x="2853" y="26108"/>
                  </a:lnTo>
                  <a:cubicBezTo>
                    <a:pt x="2952" y="26204"/>
                    <a:pt x="3054" y="26296"/>
                    <a:pt x="3160" y="26382"/>
                  </a:cubicBezTo>
                  <a:cubicBezTo>
                    <a:pt x="3067" y="26301"/>
                    <a:pt x="2961" y="26207"/>
                    <a:pt x="2853" y="2610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5">
              <a:extLst>
                <a:ext uri="{FF2B5EF4-FFF2-40B4-BE49-F238E27FC236}">
                  <a16:creationId xmlns:a16="http://schemas.microsoft.com/office/drawing/2014/main" id="{A5FC7139-FD47-B584-0597-15C98DD590A4}"/>
                </a:ext>
              </a:extLst>
            </p:cNvPr>
            <p:cNvSpPr/>
            <p:nvPr/>
          </p:nvSpPr>
          <p:spPr>
            <a:xfrm>
              <a:off x="9473520" y="36562"/>
              <a:ext cx="4660947" cy="5784691"/>
            </a:xfrm>
            <a:custGeom>
              <a:avLst/>
              <a:gdLst/>
              <a:ahLst/>
              <a:cxnLst/>
              <a:rect l="l" t="t" r="r" b="b"/>
              <a:pathLst>
                <a:path w="21481" h="27483" extrusionOk="0">
                  <a:moveTo>
                    <a:pt x="15352" y="425"/>
                  </a:moveTo>
                  <a:cubicBezTo>
                    <a:pt x="18802" y="425"/>
                    <a:pt x="21150" y="3210"/>
                    <a:pt x="21090" y="7976"/>
                  </a:cubicBezTo>
                  <a:cubicBezTo>
                    <a:pt x="21007" y="14602"/>
                    <a:pt x="16310" y="22559"/>
                    <a:pt x="10598" y="25742"/>
                  </a:cubicBezTo>
                  <a:cubicBezTo>
                    <a:pt x="8991" y="26640"/>
                    <a:pt x="7474" y="27065"/>
                    <a:pt x="6126" y="27065"/>
                  </a:cubicBezTo>
                  <a:cubicBezTo>
                    <a:pt x="2677" y="27065"/>
                    <a:pt x="331" y="24283"/>
                    <a:pt x="391" y="19519"/>
                  </a:cubicBezTo>
                  <a:cubicBezTo>
                    <a:pt x="462" y="12886"/>
                    <a:pt x="5171" y="4929"/>
                    <a:pt x="10883" y="1747"/>
                  </a:cubicBezTo>
                  <a:cubicBezTo>
                    <a:pt x="12489" y="850"/>
                    <a:pt x="14004" y="425"/>
                    <a:pt x="15352" y="425"/>
                  </a:cubicBezTo>
                  <a:close/>
                  <a:moveTo>
                    <a:pt x="15501" y="0"/>
                  </a:moveTo>
                  <a:cubicBezTo>
                    <a:pt x="14112" y="0"/>
                    <a:pt x="12550" y="437"/>
                    <a:pt x="10895" y="1361"/>
                  </a:cubicBezTo>
                  <a:cubicBezTo>
                    <a:pt x="4999" y="4650"/>
                    <a:pt x="147" y="12857"/>
                    <a:pt x="64" y="19697"/>
                  </a:cubicBezTo>
                  <a:cubicBezTo>
                    <a:pt x="0" y="24613"/>
                    <a:pt x="2421" y="27483"/>
                    <a:pt x="5979" y="27483"/>
                  </a:cubicBezTo>
                  <a:cubicBezTo>
                    <a:pt x="7368" y="27483"/>
                    <a:pt x="8931" y="27046"/>
                    <a:pt x="10586" y="26122"/>
                  </a:cubicBezTo>
                  <a:cubicBezTo>
                    <a:pt x="16482" y="22832"/>
                    <a:pt x="21334" y="14632"/>
                    <a:pt x="21417" y="7792"/>
                  </a:cubicBezTo>
                  <a:cubicBezTo>
                    <a:pt x="21481" y="2871"/>
                    <a:pt x="19060" y="0"/>
                    <a:pt x="15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5">
              <a:extLst>
                <a:ext uri="{FF2B5EF4-FFF2-40B4-BE49-F238E27FC236}">
                  <a16:creationId xmlns:a16="http://schemas.microsoft.com/office/drawing/2014/main" id="{4B246C83-C145-E817-E51F-C00E8371BA4A}"/>
                </a:ext>
              </a:extLst>
            </p:cNvPr>
            <p:cNvSpPr/>
            <p:nvPr/>
          </p:nvSpPr>
          <p:spPr>
            <a:xfrm>
              <a:off x="11382496" y="3155055"/>
              <a:ext cx="274697" cy="316355"/>
            </a:xfrm>
            <a:custGeom>
              <a:avLst/>
              <a:gdLst/>
              <a:ahLst/>
              <a:cxnLst/>
              <a:rect l="l" t="t" r="r" b="b"/>
              <a:pathLst>
                <a:path w="1266" h="1503" extrusionOk="0">
                  <a:moveTo>
                    <a:pt x="1" y="0"/>
                  </a:moveTo>
                  <a:lnTo>
                    <a:pt x="939" y="1306"/>
                  </a:lnTo>
                  <a:lnTo>
                    <a:pt x="1266" y="1502"/>
                  </a:lnTo>
                  <a:lnTo>
                    <a:pt x="1266" y="1502"/>
                  </a:lnTo>
                  <a:lnTo>
                    <a:pt x="333" y="19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5">
              <a:extLst>
                <a:ext uri="{FF2B5EF4-FFF2-40B4-BE49-F238E27FC236}">
                  <a16:creationId xmlns:a16="http://schemas.microsoft.com/office/drawing/2014/main" id="{3F0D810F-7538-1219-13E7-6480BDAA1208}"/>
                </a:ext>
              </a:extLst>
            </p:cNvPr>
            <p:cNvSpPr/>
            <p:nvPr/>
          </p:nvSpPr>
          <p:spPr>
            <a:xfrm>
              <a:off x="11382496" y="2653688"/>
              <a:ext cx="272093" cy="541571"/>
            </a:xfrm>
            <a:custGeom>
              <a:avLst/>
              <a:gdLst/>
              <a:ahLst/>
              <a:cxnLst/>
              <a:rect l="l" t="t" r="r" b="b"/>
              <a:pathLst>
                <a:path w="1254" h="2573" extrusionOk="0">
                  <a:moveTo>
                    <a:pt x="927" y="1"/>
                  </a:moveTo>
                  <a:lnTo>
                    <a:pt x="1" y="2382"/>
                  </a:lnTo>
                  <a:lnTo>
                    <a:pt x="333" y="2572"/>
                  </a:lnTo>
                  <a:lnTo>
                    <a:pt x="1254" y="185"/>
                  </a:lnTo>
                  <a:lnTo>
                    <a:pt x="9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5">
              <a:extLst>
                <a:ext uri="{FF2B5EF4-FFF2-40B4-BE49-F238E27FC236}">
                  <a16:creationId xmlns:a16="http://schemas.microsoft.com/office/drawing/2014/main" id="{0F090E92-661E-B23F-071F-B09490661DC5}"/>
                </a:ext>
              </a:extLst>
            </p:cNvPr>
            <p:cNvSpPr/>
            <p:nvPr/>
          </p:nvSpPr>
          <p:spPr>
            <a:xfrm>
              <a:off x="11583635" y="2427631"/>
              <a:ext cx="474318" cy="265208"/>
            </a:xfrm>
            <a:custGeom>
              <a:avLst/>
              <a:gdLst/>
              <a:ahLst/>
              <a:cxnLst/>
              <a:rect l="l" t="t" r="r" b="b"/>
              <a:pathLst>
                <a:path w="2186" h="1260" extrusionOk="0">
                  <a:moveTo>
                    <a:pt x="1859" y="0"/>
                  </a:moveTo>
                  <a:lnTo>
                    <a:pt x="0" y="1075"/>
                  </a:lnTo>
                  <a:lnTo>
                    <a:pt x="327" y="1259"/>
                  </a:lnTo>
                  <a:lnTo>
                    <a:pt x="2185" y="190"/>
                  </a:lnTo>
                  <a:lnTo>
                    <a:pt x="18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5">
              <a:extLst>
                <a:ext uri="{FF2B5EF4-FFF2-40B4-BE49-F238E27FC236}">
                  <a16:creationId xmlns:a16="http://schemas.microsoft.com/office/drawing/2014/main" id="{35B72CA0-F741-A3EB-FD00-14340E6278A3}"/>
                </a:ext>
              </a:extLst>
            </p:cNvPr>
            <p:cNvSpPr/>
            <p:nvPr/>
          </p:nvSpPr>
          <p:spPr>
            <a:xfrm>
              <a:off x="11454750" y="2467623"/>
              <a:ext cx="805430" cy="1003791"/>
            </a:xfrm>
            <a:custGeom>
              <a:avLst/>
              <a:gdLst/>
              <a:ahLst/>
              <a:cxnLst/>
              <a:rect l="l" t="t" r="r" b="b"/>
              <a:pathLst>
                <a:path w="3712" h="4769" extrusionOk="0">
                  <a:moveTo>
                    <a:pt x="2779" y="0"/>
                  </a:moveTo>
                  <a:lnTo>
                    <a:pt x="921" y="1069"/>
                  </a:lnTo>
                  <a:lnTo>
                    <a:pt x="0" y="3456"/>
                  </a:lnTo>
                  <a:lnTo>
                    <a:pt x="933" y="4768"/>
                  </a:lnTo>
                  <a:lnTo>
                    <a:pt x="2791" y="3700"/>
                  </a:lnTo>
                  <a:lnTo>
                    <a:pt x="3712" y="1318"/>
                  </a:lnTo>
                  <a:lnTo>
                    <a:pt x="27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5">
              <a:extLst>
                <a:ext uri="{FF2B5EF4-FFF2-40B4-BE49-F238E27FC236}">
                  <a16:creationId xmlns:a16="http://schemas.microsoft.com/office/drawing/2014/main" id="{88755558-3336-9584-C760-384A73C955C1}"/>
                </a:ext>
              </a:extLst>
            </p:cNvPr>
            <p:cNvSpPr/>
            <p:nvPr/>
          </p:nvSpPr>
          <p:spPr>
            <a:xfrm>
              <a:off x="6449275" y="1983936"/>
              <a:ext cx="770713" cy="503685"/>
            </a:xfrm>
            <a:custGeom>
              <a:avLst/>
              <a:gdLst/>
              <a:ahLst/>
              <a:cxnLst/>
              <a:rect l="l" t="t" r="r" b="b"/>
              <a:pathLst>
                <a:path w="3552" h="2393" extrusionOk="0">
                  <a:moveTo>
                    <a:pt x="3159" y="0"/>
                  </a:moveTo>
                  <a:cubicBezTo>
                    <a:pt x="3148" y="0"/>
                    <a:pt x="3142" y="6"/>
                    <a:pt x="3142" y="6"/>
                  </a:cubicBezTo>
                  <a:lnTo>
                    <a:pt x="78" y="1788"/>
                  </a:lnTo>
                  <a:cubicBezTo>
                    <a:pt x="30" y="1811"/>
                    <a:pt x="12" y="1871"/>
                    <a:pt x="0" y="1942"/>
                  </a:cubicBezTo>
                  <a:cubicBezTo>
                    <a:pt x="0" y="2096"/>
                    <a:pt x="107" y="2286"/>
                    <a:pt x="238" y="2358"/>
                  </a:cubicBezTo>
                  <a:cubicBezTo>
                    <a:pt x="281" y="2379"/>
                    <a:pt x="323" y="2392"/>
                    <a:pt x="358" y="2392"/>
                  </a:cubicBezTo>
                  <a:cubicBezTo>
                    <a:pt x="380" y="2392"/>
                    <a:pt x="400" y="2387"/>
                    <a:pt x="416" y="2375"/>
                  </a:cubicBezTo>
                  <a:lnTo>
                    <a:pt x="410" y="2375"/>
                  </a:lnTo>
                  <a:lnTo>
                    <a:pt x="3474" y="594"/>
                  </a:lnTo>
                  <a:cubicBezTo>
                    <a:pt x="3486" y="594"/>
                    <a:pt x="3486" y="582"/>
                    <a:pt x="3492" y="582"/>
                  </a:cubicBezTo>
                  <a:lnTo>
                    <a:pt x="3498" y="582"/>
                  </a:lnTo>
                  <a:lnTo>
                    <a:pt x="3504" y="576"/>
                  </a:lnTo>
                  <a:lnTo>
                    <a:pt x="3516" y="570"/>
                  </a:lnTo>
                  <a:cubicBezTo>
                    <a:pt x="3522" y="547"/>
                    <a:pt x="3522" y="547"/>
                    <a:pt x="3528" y="541"/>
                  </a:cubicBezTo>
                  <a:cubicBezTo>
                    <a:pt x="3534" y="535"/>
                    <a:pt x="3545" y="517"/>
                    <a:pt x="3545" y="505"/>
                  </a:cubicBezTo>
                  <a:lnTo>
                    <a:pt x="3545" y="499"/>
                  </a:lnTo>
                  <a:cubicBezTo>
                    <a:pt x="3545" y="487"/>
                    <a:pt x="3545" y="487"/>
                    <a:pt x="3551" y="481"/>
                  </a:cubicBezTo>
                  <a:lnTo>
                    <a:pt x="3551" y="475"/>
                  </a:lnTo>
                  <a:lnTo>
                    <a:pt x="3551" y="463"/>
                  </a:lnTo>
                  <a:lnTo>
                    <a:pt x="3551" y="452"/>
                  </a:lnTo>
                  <a:lnTo>
                    <a:pt x="3551" y="446"/>
                  </a:lnTo>
                  <a:lnTo>
                    <a:pt x="3551" y="422"/>
                  </a:lnTo>
                  <a:lnTo>
                    <a:pt x="3551" y="392"/>
                  </a:lnTo>
                  <a:cubicBezTo>
                    <a:pt x="3551" y="374"/>
                    <a:pt x="3551" y="368"/>
                    <a:pt x="3545" y="357"/>
                  </a:cubicBezTo>
                  <a:lnTo>
                    <a:pt x="3545" y="345"/>
                  </a:lnTo>
                  <a:cubicBezTo>
                    <a:pt x="3545" y="339"/>
                    <a:pt x="3545" y="333"/>
                    <a:pt x="3534" y="327"/>
                  </a:cubicBezTo>
                  <a:lnTo>
                    <a:pt x="3534" y="315"/>
                  </a:lnTo>
                  <a:lnTo>
                    <a:pt x="3534" y="309"/>
                  </a:lnTo>
                  <a:cubicBezTo>
                    <a:pt x="3534" y="303"/>
                    <a:pt x="3528" y="285"/>
                    <a:pt x="3528" y="279"/>
                  </a:cubicBezTo>
                  <a:lnTo>
                    <a:pt x="3528" y="273"/>
                  </a:lnTo>
                  <a:cubicBezTo>
                    <a:pt x="3522" y="256"/>
                    <a:pt x="3522" y="250"/>
                    <a:pt x="3516" y="238"/>
                  </a:cubicBezTo>
                  <a:cubicBezTo>
                    <a:pt x="3516" y="238"/>
                    <a:pt x="3516" y="226"/>
                    <a:pt x="3504" y="226"/>
                  </a:cubicBezTo>
                  <a:cubicBezTo>
                    <a:pt x="3498" y="220"/>
                    <a:pt x="3498" y="214"/>
                    <a:pt x="3492" y="208"/>
                  </a:cubicBezTo>
                  <a:lnTo>
                    <a:pt x="3486" y="196"/>
                  </a:lnTo>
                  <a:cubicBezTo>
                    <a:pt x="3474" y="190"/>
                    <a:pt x="3468" y="178"/>
                    <a:pt x="3468" y="167"/>
                  </a:cubicBezTo>
                  <a:cubicBezTo>
                    <a:pt x="3462" y="161"/>
                    <a:pt x="3456" y="149"/>
                    <a:pt x="3444" y="137"/>
                  </a:cubicBezTo>
                  <a:lnTo>
                    <a:pt x="3439" y="131"/>
                  </a:lnTo>
                  <a:cubicBezTo>
                    <a:pt x="3433" y="125"/>
                    <a:pt x="3427" y="119"/>
                    <a:pt x="3427" y="113"/>
                  </a:cubicBezTo>
                  <a:lnTo>
                    <a:pt x="3415" y="101"/>
                  </a:lnTo>
                  <a:lnTo>
                    <a:pt x="3397" y="83"/>
                  </a:lnTo>
                  <a:cubicBezTo>
                    <a:pt x="3385" y="71"/>
                    <a:pt x="3379" y="66"/>
                    <a:pt x="3367" y="60"/>
                  </a:cubicBezTo>
                  <a:cubicBezTo>
                    <a:pt x="3355" y="60"/>
                    <a:pt x="3355" y="54"/>
                    <a:pt x="3349" y="54"/>
                  </a:cubicBezTo>
                  <a:cubicBezTo>
                    <a:pt x="3349" y="54"/>
                    <a:pt x="3344" y="54"/>
                    <a:pt x="3344" y="42"/>
                  </a:cubicBezTo>
                  <a:cubicBezTo>
                    <a:pt x="3338" y="36"/>
                    <a:pt x="3326" y="36"/>
                    <a:pt x="3320" y="30"/>
                  </a:cubicBezTo>
                  <a:cubicBezTo>
                    <a:pt x="3314" y="18"/>
                    <a:pt x="3308" y="18"/>
                    <a:pt x="3296" y="12"/>
                  </a:cubicBezTo>
                  <a:cubicBezTo>
                    <a:pt x="3290" y="6"/>
                    <a:pt x="3278" y="6"/>
                    <a:pt x="3266" y="6"/>
                  </a:cubicBezTo>
                  <a:lnTo>
                    <a:pt x="3260" y="6"/>
                  </a:lnTo>
                  <a:cubicBezTo>
                    <a:pt x="3254" y="6"/>
                    <a:pt x="3249" y="6"/>
                    <a:pt x="32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5">
              <a:extLst>
                <a:ext uri="{FF2B5EF4-FFF2-40B4-BE49-F238E27FC236}">
                  <a16:creationId xmlns:a16="http://schemas.microsoft.com/office/drawing/2014/main" id="{06B546B1-7EC8-8703-85DC-FAC82B45D194}"/>
                </a:ext>
              </a:extLst>
            </p:cNvPr>
            <p:cNvSpPr/>
            <p:nvPr/>
          </p:nvSpPr>
          <p:spPr>
            <a:xfrm>
              <a:off x="6261154" y="711576"/>
              <a:ext cx="772015" cy="504527"/>
            </a:xfrm>
            <a:custGeom>
              <a:avLst/>
              <a:gdLst/>
              <a:ahLst/>
              <a:cxnLst/>
              <a:rect l="l" t="t" r="r" b="b"/>
              <a:pathLst>
                <a:path w="3558" h="2397" extrusionOk="0">
                  <a:moveTo>
                    <a:pt x="232" y="1776"/>
                  </a:moveTo>
                  <a:cubicBezTo>
                    <a:pt x="238" y="1776"/>
                    <a:pt x="244" y="1782"/>
                    <a:pt x="256" y="1794"/>
                  </a:cubicBezTo>
                  <a:cubicBezTo>
                    <a:pt x="244" y="1782"/>
                    <a:pt x="238" y="1782"/>
                    <a:pt x="232" y="1776"/>
                  </a:cubicBezTo>
                  <a:close/>
                  <a:moveTo>
                    <a:pt x="482" y="2275"/>
                  </a:moveTo>
                  <a:cubicBezTo>
                    <a:pt x="493" y="2275"/>
                    <a:pt x="493" y="2275"/>
                    <a:pt x="482" y="2281"/>
                  </a:cubicBezTo>
                  <a:lnTo>
                    <a:pt x="482" y="2275"/>
                  </a:lnTo>
                  <a:close/>
                  <a:moveTo>
                    <a:pt x="476" y="2298"/>
                  </a:moveTo>
                  <a:cubicBezTo>
                    <a:pt x="482" y="2298"/>
                    <a:pt x="476" y="2298"/>
                    <a:pt x="476" y="2304"/>
                  </a:cubicBezTo>
                  <a:lnTo>
                    <a:pt x="476" y="2298"/>
                  </a:lnTo>
                  <a:close/>
                  <a:moveTo>
                    <a:pt x="3154" y="0"/>
                  </a:moveTo>
                  <a:cubicBezTo>
                    <a:pt x="3148" y="0"/>
                    <a:pt x="3142" y="6"/>
                    <a:pt x="3142" y="6"/>
                  </a:cubicBezTo>
                  <a:lnTo>
                    <a:pt x="78" y="1788"/>
                  </a:lnTo>
                  <a:cubicBezTo>
                    <a:pt x="30" y="1811"/>
                    <a:pt x="6" y="1871"/>
                    <a:pt x="1" y="1948"/>
                  </a:cubicBezTo>
                  <a:cubicBezTo>
                    <a:pt x="1" y="2102"/>
                    <a:pt x="107" y="2287"/>
                    <a:pt x="238" y="2364"/>
                  </a:cubicBezTo>
                  <a:cubicBezTo>
                    <a:pt x="280" y="2386"/>
                    <a:pt x="317" y="2397"/>
                    <a:pt x="348" y="2397"/>
                  </a:cubicBezTo>
                  <a:cubicBezTo>
                    <a:pt x="372" y="2397"/>
                    <a:pt x="393" y="2391"/>
                    <a:pt x="411" y="2379"/>
                  </a:cubicBezTo>
                  <a:lnTo>
                    <a:pt x="411" y="2379"/>
                  </a:lnTo>
                  <a:cubicBezTo>
                    <a:pt x="410" y="2380"/>
                    <a:pt x="410" y="2381"/>
                    <a:pt x="410" y="2382"/>
                  </a:cubicBezTo>
                  <a:lnTo>
                    <a:pt x="3492" y="582"/>
                  </a:lnTo>
                  <a:cubicBezTo>
                    <a:pt x="3498" y="582"/>
                    <a:pt x="3498" y="576"/>
                    <a:pt x="3504" y="576"/>
                  </a:cubicBezTo>
                  <a:lnTo>
                    <a:pt x="3510" y="576"/>
                  </a:lnTo>
                  <a:lnTo>
                    <a:pt x="3522" y="565"/>
                  </a:lnTo>
                  <a:lnTo>
                    <a:pt x="3528" y="559"/>
                  </a:lnTo>
                  <a:lnTo>
                    <a:pt x="3534" y="553"/>
                  </a:lnTo>
                  <a:cubicBezTo>
                    <a:pt x="3540" y="541"/>
                    <a:pt x="3545" y="529"/>
                    <a:pt x="3545" y="511"/>
                  </a:cubicBezTo>
                  <a:lnTo>
                    <a:pt x="3545" y="505"/>
                  </a:lnTo>
                  <a:cubicBezTo>
                    <a:pt x="3545" y="499"/>
                    <a:pt x="3545" y="499"/>
                    <a:pt x="3557" y="493"/>
                  </a:cubicBezTo>
                  <a:lnTo>
                    <a:pt x="3557" y="481"/>
                  </a:lnTo>
                  <a:lnTo>
                    <a:pt x="3557" y="475"/>
                  </a:lnTo>
                  <a:lnTo>
                    <a:pt x="3557" y="470"/>
                  </a:lnTo>
                  <a:lnTo>
                    <a:pt x="3557" y="464"/>
                  </a:lnTo>
                  <a:lnTo>
                    <a:pt x="3557" y="440"/>
                  </a:lnTo>
                  <a:lnTo>
                    <a:pt x="3557" y="410"/>
                  </a:lnTo>
                  <a:cubicBezTo>
                    <a:pt x="3557" y="392"/>
                    <a:pt x="3557" y="386"/>
                    <a:pt x="3545" y="375"/>
                  </a:cubicBezTo>
                  <a:lnTo>
                    <a:pt x="3545" y="363"/>
                  </a:lnTo>
                  <a:cubicBezTo>
                    <a:pt x="3545" y="357"/>
                    <a:pt x="3540" y="351"/>
                    <a:pt x="3540" y="333"/>
                  </a:cubicBezTo>
                  <a:lnTo>
                    <a:pt x="3540" y="327"/>
                  </a:lnTo>
                  <a:lnTo>
                    <a:pt x="3540" y="321"/>
                  </a:lnTo>
                  <a:cubicBezTo>
                    <a:pt x="3540" y="303"/>
                    <a:pt x="3534" y="297"/>
                    <a:pt x="3528" y="285"/>
                  </a:cubicBezTo>
                  <a:cubicBezTo>
                    <a:pt x="3522" y="268"/>
                    <a:pt x="3522" y="262"/>
                    <a:pt x="3510" y="244"/>
                  </a:cubicBezTo>
                  <a:cubicBezTo>
                    <a:pt x="3510" y="244"/>
                    <a:pt x="3510" y="238"/>
                    <a:pt x="3504" y="238"/>
                  </a:cubicBezTo>
                  <a:cubicBezTo>
                    <a:pt x="3498" y="232"/>
                    <a:pt x="3498" y="226"/>
                    <a:pt x="3486" y="208"/>
                  </a:cubicBezTo>
                  <a:cubicBezTo>
                    <a:pt x="3486" y="208"/>
                    <a:pt x="3486" y="202"/>
                    <a:pt x="3480" y="202"/>
                  </a:cubicBezTo>
                  <a:cubicBezTo>
                    <a:pt x="3474" y="196"/>
                    <a:pt x="3468" y="179"/>
                    <a:pt x="3468" y="173"/>
                  </a:cubicBezTo>
                  <a:cubicBezTo>
                    <a:pt x="3462" y="167"/>
                    <a:pt x="3450" y="149"/>
                    <a:pt x="3445" y="143"/>
                  </a:cubicBezTo>
                  <a:lnTo>
                    <a:pt x="3439" y="137"/>
                  </a:lnTo>
                  <a:cubicBezTo>
                    <a:pt x="3433" y="125"/>
                    <a:pt x="3421" y="119"/>
                    <a:pt x="3421" y="113"/>
                  </a:cubicBezTo>
                  <a:lnTo>
                    <a:pt x="3415" y="107"/>
                  </a:lnTo>
                  <a:lnTo>
                    <a:pt x="3391" y="84"/>
                  </a:lnTo>
                  <a:cubicBezTo>
                    <a:pt x="3385" y="78"/>
                    <a:pt x="3379" y="66"/>
                    <a:pt x="3361" y="60"/>
                  </a:cubicBezTo>
                  <a:cubicBezTo>
                    <a:pt x="3355" y="60"/>
                    <a:pt x="3355" y="54"/>
                    <a:pt x="3350" y="54"/>
                  </a:cubicBezTo>
                  <a:cubicBezTo>
                    <a:pt x="3350" y="54"/>
                    <a:pt x="3344" y="54"/>
                    <a:pt x="3344" y="48"/>
                  </a:cubicBezTo>
                  <a:cubicBezTo>
                    <a:pt x="3332" y="36"/>
                    <a:pt x="3326" y="36"/>
                    <a:pt x="3320" y="30"/>
                  </a:cubicBezTo>
                  <a:cubicBezTo>
                    <a:pt x="3314" y="24"/>
                    <a:pt x="3302" y="24"/>
                    <a:pt x="3296" y="18"/>
                  </a:cubicBezTo>
                  <a:cubicBezTo>
                    <a:pt x="3290" y="6"/>
                    <a:pt x="3272" y="6"/>
                    <a:pt x="3266" y="6"/>
                  </a:cubicBezTo>
                  <a:lnTo>
                    <a:pt x="3260" y="6"/>
                  </a:lnTo>
                  <a:cubicBezTo>
                    <a:pt x="3255" y="6"/>
                    <a:pt x="3243" y="6"/>
                    <a:pt x="32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5">
              <a:extLst>
                <a:ext uri="{FF2B5EF4-FFF2-40B4-BE49-F238E27FC236}">
                  <a16:creationId xmlns:a16="http://schemas.microsoft.com/office/drawing/2014/main" id="{E5D3049C-EAAF-2C8D-BB42-3BE13EE9D4E0}"/>
                </a:ext>
              </a:extLst>
            </p:cNvPr>
            <p:cNvSpPr/>
            <p:nvPr/>
          </p:nvSpPr>
          <p:spPr>
            <a:xfrm>
              <a:off x="1880577" y="2777451"/>
              <a:ext cx="130405" cy="2623664"/>
            </a:xfrm>
            <a:custGeom>
              <a:avLst/>
              <a:gdLst/>
              <a:ahLst/>
              <a:cxnLst/>
              <a:rect l="l" t="t" r="r" b="b"/>
              <a:pathLst>
                <a:path w="601" h="12465" extrusionOk="0">
                  <a:moveTo>
                    <a:pt x="1" y="1"/>
                  </a:moveTo>
                  <a:lnTo>
                    <a:pt x="30" y="12126"/>
                  </a:lnTo>
                  <a:lnTo>
                    <a:pt x="600" y="12465"/>
                  </a:lnTo>
                  <a:lnTo>
                    <a:pt x="571"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5">
              <a:extLst>
                <a:ext uri="{FF2B5EF4-FFF2-40B4-BE49-F238E27FC236}">
                  <a16:creationId xmlns:a16="http://schemas.microsoft.com/office/drawing/2014/main" id="{6C402E26-3358-0ED4-1CD4-2C0A3B427BA4}"/>
                </a:ext>
              </a:extLst>
            </p:cNvPr>
            <p:cNvSpPr/>
            <p:nvPr/>
          </p:nvSpPr>
          <p:spPr>
            <a:xfrm>
              <a:off x="1880577" y="202842"/>
              <a:ext cx="4719749" cy="2643660"/>
            </a:xfrm>
            <a:custGeom>
              <a:avLst/>
              <a:gdLst/>
              <a:ahLst/>
              <a:cxnLst/>
              <a:rect l="l" t="t" r="r" b="b"/>
              <a:pathLst>
                <a:path w="21752" h="12560" extrusionOk="0">
                  <a:moveTo>
                    <a:pt x="21175" y="1"/>
                  </a:moveTo>
                  <a:lnTo>
                    <a:pt x="1" y="12233"/>
                  </a:lnTo>
                  <a:lnTo>
                    <a:pt x="571" y="12559"/>
                  </a:lnTo>
                  <a:lnTo>
                    <a:pt x="21751" y="333"/>
                  </a:lnTo>
                  <a:lnTo>
                    <a:pt x="211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5">
              <a:extLst>
                <a:ext uri="{FF2B5EF4-FFF2-40B4-BE49-F238E27FC236}">
                  <a16:creationId xmlns:a16="http://schemas.microsoft.com/office/drawing/2014/main" id="{9CB5B5A3-CDFA-C180-366D-AE9AA2060017}"/>
                </a:ext>
              </a:extLst>
            </p:cNvPr>
            <p:cNvSpPr/>
            <p:nvPr/>
          </p:nvSpPr>
          <p:spPr>
            <a:xfrm>
              <a:off x="2004254" y="272932"/>
              <a:ext cx="4602363" cy="5128196"/>
            </a:xfrm>
            <a:custGeom>
              <a:avLst/>
              <a:gdLst/>
              <a:ahLst/>
              <a:cxnLst/>
              <a:rect l="l" t="t" r="r" b="b"/>
              <a:pathLst>
                <a:path w="21211" h="24364" extrusionOk="0">
                  <a:moveTo>
                    <a:pt x="21181" y="0"/>
                  </a:moveTo>
                  <a:lnTo>
                    <a:pt x="1" y="12226"/>
                  </a:lnTo>
                  <a:lnTo>
                    <a:pt x="30" y="24364"/>
                  </a:lnTo>
                  <a:lnTo>
                    <a:pt x="21211" y="12137"/>
                  </a:lnTo>
                  <a:lnTo>
                    <a:pt x="211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5">
              <a:extLst>
                <a:ext uri="{FF2B5EF4-FFF2-40B4-BE49-F238E27FC236}">
                  <a16:creationId xmlns:a16="http://schemas.microsoft.com/office/drawing/2014/main" id="{3FDFB150-6247-0D78-CA05-AAA085EB82CA}"/>
                </a:ext>
              </a:extLst>
            </p:cNvPr>
            <p:cNvSpPr/>
            <p:nvPr/>
          </p:nvSpPr>
          <p:spPr>
            <a:xfrm>
              <a:off x="2107319" y="421532"/>
              <a:ext cx="4396232" cy="4830784"/>
            </a:xfrm>
            <a:custGeom>
              <a:avLst/>
              <a:gdLst/>
              <a:ahLst/>
              <a:cxnLst/>
              <a:rect l="l" t="t" r="r" b="b"/>
              <a:pathLst>
                <a:path w="20261" h="22951" extrusionOk="0">
                  <a:moveTo>
                    <a:pt x="20261" y="1"/>
                  </a:moveTo>
                  <a:lnTo>
                    <a:pt x="1" y="11699"/>
                  </a:lnTo>
                  <a:lnTo>
                    <a:pt x="1" y="22951"/>
                  </a:lnTo>
                  <a:lnTo>
                    <a:pt x="20261" y="11253"/>
                  </a:lnTo>
                  <a:lnTo>
                    <a:pt x="2026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5">
              <a:extLst>
                <a:ext uri="{FF2B5EF4-FFF2-40B4-BE49-F238E27FC236}">
                  <a16:creationId xmlns:a16="http://schemas.microsoft.com/office/drawing/2014/main" id="{47819147-23DC-EF3F-234C-29F879C761DA}"/>
                </a:ext>
              </a:extLst>
            </p:cNvPr>
            <p:cNvSpPr/>
            <p:nvPr/>
          </p:nvSpPr>
          <p:spPr>
            <a:xfrm>
              <a:off x="2050688" y="960365"/>
              <a:ext cx="4509712" cy="2543471"/>
            </a:xfrm>
            <a:custGeom>
              <a:avLst/>
              <a:gdLst/>
              <a:ahLst/>
              <a:cxnLst/>
              <a:rect l="l" t="t" r="r" b="b"/>
              <a:pathLst>
                <a:path w="20784" h="12084" extrusionOk="0">
                  <a:moveTo>
                    <a:pt x="20700" y="0"/>
                  </a:moveTo>
                  <a:lnTo>
                    <a:pt x="0" y="11941"/>
                  </a:lnTo>
                  <a:lnTo>
                    <a:pt x="84" y="12084"/>
                  </a:lnTo>
                  <a:lnTo>
                    <a:pt x="20783" y="137"/>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5">
              <a:extLst>
                <a:ext uri="{FF2B5EF4-FFF2-40B4-BE49-F238E27FC236}">
                  <a16:creationId xmlns:a16="http://schemas.microsoft.com/office/drawing/2014/main" id="{3E40AEB1-F135-A625-F079-5EB34524C6E2}"/>
                </a:ext>
              </a:extLst>
            </p:cNvPr>
            <p:cNvSpPr/>
            <p:nvPr/>
          </p:nvSpPr>
          <p:spPr>
            <a:xfrm>
              <a:off x="2050688" y="1564026"/>
              <a:ext cx="4509712" cy="2544733"/>
            </a:xfrm>
            <a:custGeom>
              <a:avLst/>
              <a:gdLst/>
              <a:ahLst/>
              <a:cxnLst/>
              <a:rect l="l" t="t" r="r" b="b"/>
              <a:pathLst>
                <a:path w="20784" h="12090" extrusionOk="0">
                  <a:moveTo>
                    <a:pt x="20700" y="0"/>
                  </a:moveTo>
                  <a:lnTo>
                    <a:pt x="0" y="11947"/>
                  </a:lnTo>
                  <a:lnTo>
                    <a:pt x="84" y="12090"/>
                  </a:lnTo>
                  <a:lnTo>
                    <a:pt x="20783" y="143"/>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5">
              <a:extLst>
                <a:ext uri="{FF2B5EF4-FFF2-40B4-BE49-F238E27FC236}">
                  <a16:creationId xmlns:a16="http://schemas.microsoft.com/office/drawing/2014/main" id="{68802341-AB65-318D-9D5E-5AB5988CFA4C}"/>
                </a:ext>
              </a:extLst>
            </p:cNvPr>
            <p:cNvSpPr/>
            <p:nvPr/>
          </p:nvSpPr>
          <p:spPr>
            <a:xfrm>
              <a:off x="2050688" y="2168949"/>
              <a:ext cx="4509712" cy="2544733"/>
            </a:xfrm>
            <a:custGeom>
              <a:avLst/>
              <a:gdLst/>
              <a:ahLst/>
              <a:cxnLst/>
              <a:rect l="l" t="t" r="r" b="b"/>
              <a:pathLst>
                <a:path w="20784" h="12090" extrusionOk="0">
                  <a:moveTo>
                    <a:pt x="20700" y="0"/>
                  </a:moveTo>
                  <a:lnTo>
                    <a:pt x="0" y="11947"/>
                  </a:lnTo>
                  <a:lnTo>
                    <a:pt x="84" y="12090"/>
                  </a:lnTo>
                  <a:lnTo>
                    <a:pt x="20783" y="143"/>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5">
              <a:extLst>
                <a:ext uri="{FF2B5EF4-FFF2-40B4-BE49-F238E27FC236}">
                  <a16:creationId xmlns:a16="http://schemas.microsoft.com/office/drawing/2014/main" id="{B2D9272D-5761-DFEB-4AC9-6331BC2F1023}"/>
                </a:ext>
              </a:extLst>
            </p:cNvPr>
            <p:cNvSpPr/>
            <p:nvPr/>
          </p:nvSpPr>
          <p:spPr>
            <a:xfrm>
              <a:off x="5784453" y="787770"/>
              <a:ext cx="36236" cy="2421180"/>
            </a:xfrm>
            <a:custGeom>
              <a:avLst/>
              <a:gdLst/>
              <a:ahLst/>
              <a:cxnLst/>
              <a:rect l="l" t="t" r="r" b="b"/>
              <a:pathLst>
                <a:path w="167" h="11503" extrusionOk="0">
                  <a:moveTo>
                    <a:pt x="1" y="1"/>
                  </a:moveTo>
                  <a:lnTo>
                    <a:pt x="1" y="11502"/>
                  </a:lnTo>
                  <a:lnTo>
                    <a:pt x="167" y="11502"/>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5">
              <a:extLst>
                <a:ext uri="{FF2B5EF4-FFF2-40B4-BE49-F238E27FC236}">
                  <a16:creationId xmlns:a16="http://schemas.microsoft.com/office/drawing/2014/main" id="{12F5C303-98C8-BBE4-DAAA-65B41D259A87}"/>
                </a:ext>
              </a:extLst>
            </p:cNvPr>
            <p:cNvSpPr/>
            <p:nvPr/>
          </p:nvSpPr>
          <p:spPr>
            <a:xfrm>
              <a:off x="5035877" y="1207681"/>
              <a:ext cx="34934" cy="2419917"/>
            </a:xfrm>
            <a:custGeom>
              <a:avLst/>
              <a:gdLst/>
              <a:ahLst/>
              <a:cxnLst/>
              <a:rect l="l" t="t" r="r" b="b"/>
              <a:pathLst>
                <a:path w="161" h="11497" extrusionOk="0">
                  <a:moveTo>
                    <a:pt x="1" y="1"/>
                  </a:moveTo>
                  <a:lnTo>
                    <a:pt x="1" y="11497"/>
                  </a:lnTo>
                  <a:lnTo>
                    <a:pt x="161" y="11497"/>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5">
              <a:extLst>
                <a:ext uri="{FF2B5EF4-FFF2-40B4-BE49-F238E27FC236}">
                  <a16:creationId xmlns:a16="http://schemas.microsoft.com/office/drawing/2014/main" id="{6C88827A-3D6F-36EB-70AF-22E757971D29}"/>
                </a:ext>
              </a:extLst>
            </p:cNvPr>
            <p:cNvSpPr/>
            <p:nvPr/>
          </p:nvSpPr>
          <p:spPr>
            <a:xfrm>
              <a:off x="4286000" y="1626328"/>
              <a:ext cx="36236" cy="2419917"/>
            </a:xfrm>
            <a:custGeom>
              <a:avLst/>
              <a:gdLst/>
              <a:ahLst/>
              <a:cxnLst/>
              <a:rect l="l" t="t" r="r" b="b"/>
              <a:pathLst>
                <a:path w="167" h="11497" extrusionOk="0">
                  <a:moveTo>
                    <a:pt x="1" y="1"/>
                  </a:moveTo>
                  <a:lnTo>
                    <a:pt x="1" y="11497"/>
                  </a:lnTo>
                  <a:lnTo>
                    <a:pt x="167" y="11497"/>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5">
              <a:extLst>
                <a:ext uri="{FF2B5EF4-FFF2-40B4-BE49-F238E27FC236}">
                  <a16:creationId xmlns:a16="http://schemas.microsoft.com/office/drawing/2014/main" id="{3DECC1D9-49C4-F6B5-F84F-4B0848901F83}"/>
                </a:ext>
              </a:extLst>
            </p:cNvPr>
            <p:cNvSpPr/>
            <p:nvPr/>
          </p:nvSpPr>
          <p:spPr>
            <a:xfrm>
              <a:off x="3540028" y="2046449"/>
              <a:ext cx="34934" cy="2419707"/>
            </a:xfrm>
            <a:custGeom>
              <a:avLst/>
              <a:gdLst/>
              <a:ahLst/>
              <a:cxnLst/>
              <a:rect l="l" t="t" r="r" b="b"/>
              <a:pathLst>
                <a:path w="161" h="11496" extrusionOk="0">
                  <a:moveTo>
                    <a:pt x="1" y="0"/>
                  </a:moveTo>
                  <a:lnTo>
                    <a:pt x="1" y="11496"/>
                  </a:lnTo>
                  <a:lnTo>
                    <a:pt x="161" y="11496"/>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5">
              <a:extLst>
                <a:ext uri="{FF2B5EF4-FFF2-40B4-BE49-F238E27FC236}">
                  <a16:creationId xmlns:a16="http://schemas.microsoft.com/office/drawing/2014/main" id="{11260980-1D34-5061-56EB-5E5E4996959B}"/>
                </a:ext>
              </a:extLst>
            </p:cNvPr>
            <p:cNvSpPr/>
            <p:nvPr/>
          </p:nvSpPr>
          <p:spPr>
            <a:xfrm>
              <a:off x="2790150" y="2465097"/>
              <a:ext cx="36453" cy="2419917"/>
            </a:xfrm>
            <a:custGeom>
              <a:avLst/>
              <a:gdLst/>
              <a:ahLst/>
              <a:cxnLst/>
              <a:rect l="l" t="t" r="r" b="b"/>
              <a:pathLst>
                <a:path w="168" h="11497" extrusionOk="0">
                  <a:moveTo>
                    <a:pt x="1" y="0"/>
                  </a:moveTo>
                  <a:lnTo>
                    <a:pt x="1" y="11496"/>
                  </a:lnTo>
                  <a:lnTo>
                    <a:pt x="167" y="11496"/>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5">
              <a:extLst>
                <a:ext uri="{FF2B5EF4-FFF2-40B4-BE49-F238E27FC236}">
                  <a16:creationId xmlns:a16="http://schemas.microsoft.com/office/drawing/2014/main" id="{074BCD9A-A10F-9F6A-4193-01FEDFD7BBA6}"/>
                </a:ext>
              </a:extLst>
            </p:cNvPr>
            <p:cNvSpPr/>
            <p:nvPr/>
          </p:nvSpPr>
          <p:spPr>
            <a:xfrm>
              <a:off x="11650465" y="3098646"/>
              <a:ext cx="686959" cy="476532"/>
            </a:xfrm>
            <a:custGeom>
              <a:avLst/>
              <a:gdLst/>
              <a:ahLst/>
              <a:cxnLst/>
              <a:rect l="l" t="t" r="r" b="b"/>
              <a:pathLst>
                <a:path w="3166" h="2264" extrusionOk="0">
                  <a:moveTo>
                    <a:pt x="1" y="1"/>
                  </a:moveTo>
                  <a:lnTo>
                    <a:pt x="512" y="725"/>
                  </a:lnTo>
                  <a:lnTo>
                    <a:pt x="3166" y="2263"/>
                  </a:lnTo>
                  <a:lnTo>
                    <a:pt x="3166" y="2263"/>
                  </a:lnTo>
                  <a:lnTo>
                    <a:pt x="2655" y="154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5">
              <a:extLst>
                <a:ext uri="{FF2B5EF4-FFF2-40B4-BE49-F238E27FC236}">
                  <a16:creationId xmlns:a16="http://schemas.microsoft.com/office/drawing/2014/main" id="{49BEDDE2-CBB6-57F0-D878-961F6AAA9BED}"/>
                </a:ext>
              </a:extLst>
            </p:cNvPr>
            <p:cNvSpPr/>
            <p:nvPr/>
          </p:nvSpPr>
          <p:spPr>
            <a:xfrm>
              <a:off x="11650465" y="2823757"/>
              <a:ext cx="685657" cy="600086"/>
            </a:xfrm>
            <a:custGeom>
              <a:avLst/>
              <a:gdLst/>
              <a:ahLst/>
              <a:cxnLst/>
              <a:rect l="l" t="t" r="r" b="b"/>
              <a:pathLst>
                <a:path w="3160" h="2851" extrusionOk="0">
                  <a:moveTo>
                    <a:pt x="506" y="1"/>
                  </a:moveTo>
                  <a:lnTo>
                    <a:pt x="1" y="1307"/>
                  </a:lnTo>
                  <a:lnTo>
                    <a:pt x="2655" y="2851"/>
                  </a:lnTo>
                  <a:lnTo>
                    <a:pt x="3160" y="1544"/>
                  </a:lnTo>
                  <a:lnTo>
                    <a:pt x="5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5">
              <a:extLst>
                <a:ext uri="{FF2B5EF4-FFF2-40B4-BE49-F238E27FC236}">
                  <a16:creationId xmlns:a16="http://schemas.microsoft.com/office/drawing/2014/main" id="{C1C89A1C-7D7A-0B24-8C3E-BB263C8CAB7D}"/>
                </a:ext>
              </a:extLst>
            </p:cNvPr>
            <p:cNvSpPr/>
            <p:nvPr/>
          </p:nvSpPr>
          <p:spPr>
            <a:xfrm>
              <a:off x="11760039" y="2699994"/>
              <a:ext cx="796534" cy="448959"/>
            </a:xfrm>
            <a:custGeom>
              <a:avLst/>
              <a:gdLst/>
              <a:ahLst/>
              <a:cxnLst/>
              <a:rect l="l" t="t" r="r" b="b"/>
              <a:pathLst>
                <a:path w="3671" h="2133" extrusionOk="0">
                  <a:moveTo>
                    <a:pt x="1016" y="1"/>
                  </a:moveTo>
                  <a:lnTo>
                    <a:pt x="1" y="589"/>
                  </a:lnTo>
                  <a:lnTo>
                    <a:pt x="2655" y="2132"/>
                  </a:lnTo>
                  <a:lnTo>
                    <a:pt x="3670" y="1550"/>
                  </a:lnTo>
                  <a:lnTo>
                    <a:pt x="10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5">
              <a:extLst>
                <a:ext uri="{FF2B5EF4-FFF2-40B4-BE49-F238E27FC236}">
                  <a16:creationId xmlns:a16="http://schemas.microsoft.com/office/drawing/2014/main" id="{36B298E5-8B80-535F-93D8-3BEEFC241805}"/>
                </a:ext>
              </a:extLst>
            </p:cNvPr>
            <p:cNvSpPr/>
            <p:nvPr/>
          </p:nvSpPr>
          <p:spPr>
            <a:xfrm>
              <a:off x="12226542" y="3026241"/>
              <a:ext cx="441988" cy="548938"/>
            </a:xfrm>
            <a:custGeom>
              <a:avLst/>
              <a:gdLst/>
              <a:ahLst/>
              <a:cxnLst/>
              <a:rect l="l" t="t" r="r" b="b"/>
              <a:pathLst>
                <a:path w="2037" h="2608" extrusionOk="0">
                  <a:moveTo>
                    <a:pt x="1520" y="0"/>
                  </a:moveTo>
                  <a:lnTo>
                    <a:pt x="505" y="582"/>
                  </a:lnTo>
                  <a:lnTo>
                    <a:pt x="0" y="1889"/>
                  </a:lnTo>
                  <a:lnTo>
                    <a:pt x="511" y="2607"/>
                  </a:lnTo>
                  <a:lnTo>
                    <a:pt x="1532" y="2025"/>
                  </a:lnTo>
                  <a:lnTo>
                    <a:pt x="2037" y="719"/>
                  </a:lnTo>
                  <a:lnTo>
                    <a:pt x="15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5">
              <a:extLst>
                <a:ext uri="{FF2B5EF4-FFF2-40B4-BE49-F238E27FC236}">
                  <a16:creationId xmlns:a16="http://schemas.microsoft.com/office/drawing/2014/main" id="{141E8E3C-8C1C-B9AF-88F9-FA7A5C15B0A9}"/>
                </a:ext>
              </a:extLst>
            </p:cNvPr>
            <p:cNvSpPr/>
            <p:nvPr/>
          </p:nvSpPr>
          <p:spPr>
            <a:xfrm>
              <a:off x="12355211" y="3371220"/>
              <a:ext cx="1094230" cy="661336"/>
            </a:xfrm>
            <a:custGeom>
              <a:avLst/>
              <a:gdLst/>
              <a:ahLst/>
              <a:cxnLst/>
              <a:rect l="l" t="t" r="r" b="b"/>
              <a:pathLst>
                <a:path w="5043" h="3142" extrusionOk="0">
                  <a:moveTo>
                    <a:pt x="1" y="0"/>
                  </a:moveTo>
                  <a:lnTo>
                    <a:pt x="262" y="357"/>
                  </a:lnTo>
                  <a:lnTo>
                    <a:pt x="5042" y="3142"/>
                  </a:lnTo>
                  <a:lnTo>
                    <a:pt x="4787" y="278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5">
              <a:extLst>
                <a:ext uri="{FF2B5EF4-FFF2-40B4-BE49-F238E27FC236}">
                  <a16:creationId xmlns:a16="http://schemas.microsoft.com/office/drawing/2014/main" id="{B41D8355-B7D5-817B-9ED9-7F96A89F4421}"/>
                </a:ext>
              </a:extLst>
            </p:cNvPr>
            <p:cNvSpPr/>
            <p:nvPr/>
          </p:nvSpPr>
          <p:spPr>
            <a:xfrm>
              <a:off x="12355211" y="3235038"/>
              <a:ext cx="1094230" cy="722586"/>
            </a:xfrm>
            <a:custGeom>
              <a:avLst/>
              <a:gdLst/>
              <a:ahLst/>
              <a:cxnLst/>
              <a:rect l="l" t="t" r="r" b="b"/>
              <a:pathLst>
                <a:path w="5043" h="3433" extrusionOk="0">
                  <a:moveTo>
                    <a:pt x="256" y="0"/>
                  </a:moveTo>
                  <a:lnTo>
                    <a:pt x="1" y="647"/>
                  </a:lnTo>
                  <a:lnTo>
                    <a:pt x="4787" y="3432"/>
                  </a:lnTo>
                  <a:lnTo>
                    <a:pt x="5042" y="2779"/>
                  </a:lnTo>
                  <a:lnTo>
                    <a:pt x="2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5">
              <a:extLst>
                <a:ext uri="{FF2B5EF4-FFF2-40B4-BE49-F238E27FC236}">
                  <a16:creationId xmlns:a16="http://schemas.microsoft.com/office/drawing/2014/main" id="{D137C99E-95C4-6B0A-B8E6-6D51073ECCF2}"/>
                </a:ext>
              </a:extLst>
            </p:cNvPr>
            <p:cNvSpPr/>
            <p:nvPr/>
          </p:nvSpPr>
          <p:spPr>
            <a:xfrm>
              <a:off x="12410757" y="3172525"/>
              <a:ext cx="1148041" cy="647655"/>
            </a:xfrm>
            <a:custGeom>
              <a:avLst/>
              <a:gdLst/>
              <a:ahLst/>
              <a:cxnLst/>
              <a:rect l="l" t="t" r="r" b="b"/>
              <a:pathLst>
                <a:path w="5291" h="3077" extrusionOk="0">
                  <a:moveTo>
                    <a:pt x="505" y="0"/>
                  </a:moveTo>
                  <a:lnTo>
                    <a:pt x="0" y="297"/>
                  </a:lnTo>
                  <a:lnTo>
                    <a:pt x="4786" y="3076"/>
                  </a:lnTo>
                  <a:lnTo>
                    <a:pt x="5291" y="2785"/>
                  </a:lnTo>
                  <a:lnTo>
                    <a:pt x="5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5">
              <a:extLst>
                <a:ext uri="{FF2B5EF4-FFF2-40B4-BE49-F238E27FC236}">
                  <a16:creationId xmlns:a16="http://schemas.microsoft.com/office/drawing/2014/main" id="{048ED43E-1188-837E-A693-207E46280173}"/>
                </a:ext>
              </a:extLst>
            </p:cNvPr>
            <p:cNvSpPr/>
            <p:nvPr/>
          </p:nvSpPr>
          <p:spPr>
            <a:xfrm>
              <a:off x="13393669" y="3758716"/>
              <a:ext cx="219367" cy="273838"/>
            </a:xfrm>
            <a:custGeom>
              <a:avLst/>
              <a:gdLst/>
              <a:ahLst/>
              <a:cxnLst/>
              <a:rect l="l" t="t" r="r" b="b"/>
              <a:pathLst>
                <a:path w="1011" h="1301" extrusionOk="0">
                  <a:moveTo>
                    <a:pt x="761" y="0"/>
                  </a:moveTo>
                  <a:lnTo>
                    <a:pt x="256" y="291"/>
                  </a:lnTo>
                  <a:lnTo>
                    <a:pt x="1" y="944"/>
                  </a:lnTo>
                  <a:lnTo>
                    <a:pt x="256" y="1301"/>
                  </a:lnTo>
                  <a:lnTo>
                    <a:pt x="761" y="1010"/>
                  </a:lnTo>
                  <a:lnTo>
                    <a:pt x="1010" y="356"/>
                  </a:lnTo>
                  <a:lnTo>
                    <a:pt x="7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5">
              <a:extLst>
                <a:ext uri="{FF2B5EF4-FFF2-40B4-BE49-F238E27FC236}">
                  <a16:creationId xmlns:a16="http://schemas.microsoft.com/office/drawing/2014/main" id="{F1DA5585-96A2-6A88-15B3-E0A35A91C8DC}"/>
                </a:ext>
              </a:extLst>
            </p:cNvPr>
            <p:cNvSpPr/>
            <p:nvPr/>
          </p:nvSpPr>
          <p:spPr>
            <a:xfrm>
              <a:off x="13464621" y="3821229"/>
              <a:ext cx="1318154" cy="811831"/>
            </a:xfrm>
            <a:custGeom>
              <a:avLst/>
              <a:gdLst/>
              <a:ahLst/>
              <a:cxnLst/>
              <a:rect l="l" t="t" r="r" b="b"/>
              <a:pathLst>
                <a:path w="6075" h="3857" extrusionOk="0">
                  <a:moveTo>
                    <a:pt x="5535" y="3741"/>
                  </a:moveTo>
                  <a:cubicBezTo>
                    <a:pt x="5541" y="3741"/>
                    <a:pt x="5541" y="3747"/>
                    <a:pt x="5541" y="3753"/>
                  </a:cubicBezTo>
                  <a:cubicBezTo>
                    <a:pt x="5541" y="3747"/>
                    <a:pt x="5541" y="3747"/>
                    <a:pt x="5535" y="3741"/>
                  </a:cubicBezTo>
                  <a:close/>
                  <a:moveTo>
                    <a:pt x="5541" y="3765"/>
                  </a:moveTo>
                  <a:cubicBezTo>
                    <a:pt x="5544" y="3768"/>
                    <a:pt x="5546" y="3772"/>
                    <a:pt x="5546" y="3774"/>
                  </a:cubicBezTo>
                  <a:lnTo>
                    <a:pt x="5546" y="3774"/>
                  </a:lnTo>
                  <a:cubicBezTo>
                    <a:pt x="5545" y="3771"/>
                    <a:pt x="5541" y="3770"/>
                    <a:pt x="5541" y="3765"/>
                  </a:cubicBezTo>
                  <a:close/>
                  <a:moveTo>
                    <a:pt x="345" y="0"/>
                  </a:moveTo>
                  <a:cubicBezTo>
                    <a:pt x="339" y="0"/>
                    <a:pt x="327" y="6"/>
                    <a:pt x="321" y="6"/>
                  </a:cubicBezTo>
                  <a:lnTo>
                    <a:pt x="315" y="6"/>
                  </a:lnTo>
                  <a:cubicBezTo>
                    <a:pt x="309" y="6"/>
                    <a:pt x="297" y="12"/>
                    <a:pt x="291" y="12"/>
                  </a:cubicBezTo>
                  <a:cubicBezTo>
                    <a:pt x="286" y="24"/>
                    <a:pt x="280" y="24"/>
                    <a:pt x="268" y="30"/>
                  </a:cubicBezTo>
                  <a:cubicBezTo>
                    <a:pt x="262" y="36"/>
                    <a:pt x="256" y="36"/>
                    <a:pt x="238" y="42"/>
                  </a:cubicBezTo>
                  <a:cubicBezTo>
                    <a:pt x="238" y="42"/>
                    <a:pt x="232" y="42"/>
                    <a:pt x="232" y="53"/>
                  </a:cubicBezTo>
                  <a:cubicBezTo>
                    <a:pt x="226" y="53"/>
                    <a:pt x="226" y="59"/>
                    <a:pt x="220" y="59"/>
                  </a:cubicBezTo>
                  <a:cubicBezTo>
                    <a:pt x="208" y="65"/>
                    <a:pt x="196" y="71"/>
                    <a:pt x="191" y="89"/>
                  </a:cubicBezTo>
                  <a:lnTo>
                    <a:pt x="179" y="95"/>
                  </a:lnTo>
                  <a:lnTo>
                    <a:pt x="161" y="119"/>
                  </a:lnTo>
                  <a:lnTo>
                    <a:pt x="149" y="125"/>
                  </a:lnTo>
                  <a:lnTo>
                    <a:pt x="131" y="148"/>
                  </a:lnTo>
                  <a:lnTo>
                    <a:pt x="119" y="154"/>
                  </a:lnTo>
                  <a:cubicBezTo>
                    <a:pt x="113" y="172"/>
                    <a:pt x="107" y="178"/>
                    <a:pt x="101" y="190"/>
                  </a:cubicBezTo>
                  <a:cubicBezTo>
                    <a:pt x="90" y="208"/>
                    <a:pt x="84" y="214"/>
                    <a:pt x="78" y="232"/>
                  </a:cubicBezTo>
                  <a:cubicBezTo>
                    <a:pt x="78" y="238"/>
                    <a:pt x="72" y="238"/>
                    <a:pt x="72" y="243"/>
                  </a:cubicBezTo>
                  <a:cubicBezTo>
                    <a:pt x="60" y="249"/>
                    <a:pt x="60" y="267"/>
                    <a:pt x="54" y="273"/>
                  </a:cubicBezTo>
                  <a:cubicBezTo>
                    <a:pt x="54" y="273"/>
                    <a:pt x="54" y="279"/>
                    <a:pt x="48" y="279"/>
                  </a:cubicBezTo>
                  <a:cubicBezTo>
                    <a:pt x="42" y="297"/>
                    <a:pt x="30" y="309"/>
                    <a:pt x="30" y="321"/>
                  </a:cubicBezTo>
                  <a:cubicBezTo>
                    <a:pt x="24" y="333"/>
                    <a:pt x="24" y="338"/>
                    <a:pt x="18" y="356"/>
                  </a:cubicBezTo>
                  <a:lnTo>
                    <a:pt x="18" y="362"/>
                  </a:lnTo>
                  <a:lnTo>
                    <a:pt x="18" y="368"/>
                  </a:lnTo>
                  <a:cubicBezTo>
                    <a:pt x="18" y="380"/>
                    <a:pt x="12" y="392"/>
                    <a:pt x="12" y="398"/>
                  </a:cubicBezTo>
                  <a:lnTo>
                    <a:pt x="12" y="410"/>
                  </a:lnTo>
                  <a:cubicBezTo>
                    <a:pt x="12" y="422"/>
                    <a:pt x="1" y="439"/>
                    <a:pt x="1" y="445"/>
                  </a:cubicBezTo>
                  <a:lnTo>
                    <a:pt x="1" y="475"/>
                  </a:lnTo>
                  <a:lnTo>
                    <a:pt x="1" y="505"/>
                  </a:lnTo>
                  <a:lnTo>
                    <a:pt x="1" y="511"/>
                  </a:lnTo>
                  <a:lnTo>
                    <a:pt x="1" y="528"/>
                  </a:lnTo>
                  <a:lnTo>
                    <a:pt x="1" y="534"/>
                  </a:lnTo>
                  <a:lnTo>
                    <a:pt x="1" y="540"/>
                  </a:lnTo>
                  <a:cubicBezTo>
                    <a:pt x="1" y="546"/>
                    <a:pt x="1" y="546"/>
                    <a:pt x="12" y="558"/>
                  </a:cubicBezTo>
                  <a:lnTo>
                    <a:pt x="12" y="564"/>
                  </a:lnTo>
                  <a:cubicBezTo>
                    <a:pt x="12" y="570"/>
                    <a:pt x="18" y="576"/>
                    <a:pt x="18" y="588"/>
                  </a:cubicBezTo>
                  <a:cubicBezTo>
                    <a:pt x="18" y="594"/>
                    <a:pt x="24" y="600"/>
                    <a:pt x="24" y="606"/>
                  </a:cubicBezTo>
                  <a:lnTo>
                    <a:pt x="24" y="618"/>
                  </a:lnTo>
                  <a:cubicBezTo>
                    <a:pt x="24" y="624"/>
                    <a:pt x="30" y="624"/>
                    <a:pt x="30" y="629"/>
                  </a:cubicBezTo>
                  <a:lnTo>
                    <a:pt x="42" y="635"/>
                  </a:lnTo>
                  <a:lnTo>
                    <a:pt x="48" y="647"/>
                  </a:lnTo>
                  <a:lnTo>
                    <a:pt x="54" y="653"/>
                  </a:lnTo>
                  <a:cubicBezTo>
                    <a:pt x="60" y="659"/>
                    <a:pt x="60" y="659"/>
                    <a:pt x="72" y="659"/>
                  </a:cubicBezTo>
                  <a:lnTo>
                    <a:pt x="5554" y="3796"/>
                  </a:lnTo>
                  <a:lnTo>
                    <a:pt x="5554" y="3796"/>
                  </a:lnTo>
                  <a:cubicBezTo>
                    <a:pt x="5555" y="3798"/>
                    <a:pt x="5557" y="3800"/>
                    <a:pt x="5561" y="3800"/>
                  </a:cubicBezTo>
                  <a:lnTo>
                    <a:pt x="5561" y="3800"/>
                  </a:lnTo>
                  <a:lnTo>
                    <a:pt x="5624" y="3836"/>
                  </a:lnTo>
                  <a:cubicBezTo>
                    <a:pt x="5612" y="3836"/>
                    <a:pt x="5612" y="3830"/>
                    <a:pt x="5606" y="3830"/>
                  </a:cubicBezTo>
                  <a:lnTo>
                    <a:pt x="5606" y="3830"/>
                  </a:lnTo>
                  <a:cubicBezTo>
                    <a:pt x="5632" y="3847"/>
                    <a:pt x="5661" y="3856"/>
                    <a:pt x="5694" y="3856"/>
                  </a:cubicBezTo>
                  <a:cubicBezTo>
                    <a:pt x="5729" y="3856"/>
                    <a:pt x="5768" y="3846"/>
                    <a:pt x="5808" y="3824"/>
                  </a:cubicBezTo>
                  <a:cubicBezTo>
                    <a:pt x="5956" y="3735"/>
                    <a:pt x="6075" y="3527"/>
                    <a:pt x="6075" y="3355"/>
                  </a:cubicBezTo>
                  <a:cubicBezTo>
                    <a:pt x="6069" y="3272"/>
                    <a:pt x="6039" y="3212"/>
                    <a:pt x="5992" y="3183"/>
                  </a:cubicBezTo>
                  <a:lnTo>
                    <a:pt x="446" y="6"/>
                  </a:lnTo>
                  <a:cubicBezTo>
                    <a:pt x="440" y="0"/>
                    <a:pt x="434" y="0"/>
                    <a:pt x="4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5">
              <a:extLst>
                <a:ext uri="{FF2B5EF4-FFF2-40B4-BE49-F238E27FC236}">
                  <a16:creationId xmlns:a16="http://schemas.microsoft.com/office/drawing/2014/main" id="{D4AB66E7-91AE-E789-5B6F-0495A3BCFB6D}"/>
                </a:ext>
              </a:extLst>
            </p:cNvPr>
            <p:cNvSpPr/>
            <p:nvPr/>
          </p:nvSpPr>
          <p:spPr>
            <a:xfrm>
              <a:off x="14383308" y="4721037"/>
              <a:ext cx="212640" cy="243949"/>
            </a:xfrm>
            <a:custGeom>
              <a:avLst/>
              <a:gdLst/>
              <a:ahLst/>
              <a:cxnLst/>
              <a:rect l="l" t="t" r="r" b="b"/>
              <a:pathLst>
                <a:path w="980" h="1159" extrusionOk="0">
                  <a:moveTo>
                    <a:pt x="0" y="0"/>
                  </a:moveTo>
                  <a:lnTo>
                    <a:pt x="725" y="1010"/>
                  </a:lnTo>
                  <a:lnTo>
                    <a:pt x="980" y="1158"/>
                  </a:lnTo>
                  <a:lnTo>
                    <a:pt x="262" y="149"/>
                  </a:lnTo>
                  <a:lnTo>
                    <a:pt x="0" y="0"/>
                  </a:lnTo>
                  <a:close/>
                  <a:moveTo>
                    <a:pt x="980" y="1158"/>
                  </a:moveTo>
                  <a:lnTo>
                    <a:pt x="980" y="1158"/>
                  </a:lnTo>
                  <a:lnTo>
                    <a:pt x="980" y="115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5">
              <a:extLst>
                <a:ext uri="{FF2B5EF4-FFF2-40B4-BE49-F238E27FC236}">
                  <a16:creationId xmlns:a16="http://schemas.microsoft.com/office/drawing/2014/main" id="{EC9A6E2F-6806-7F97-3F0F-D061324CEE86}"/>
                </a:ext>
              </a:extLst>
            </p:cNvPr>
            <p:cNvSpPr/>
            <p:nvPr/>
          </p:nvSpPr>
          <p:spPr>
            <a:xfrm>
              <a:off x="14383308" y="4332278"/>
              <a:ext cx="211555" cy="420123"/>
            </a:xfrm>
            <a:custGeom>
              <a:avLst/>
              <a:gdLst/>
              <a:ahLst/>
              <a:cxnLst/>
              <a:rect l="l" t="t" r="r" b="b"/>
              <a:pathLst>
                <a:path w="975" h="1996" extrusionOk="0">
                  <a:moveTo>
                    <a:pt x="719" y="1"/>
                  </a:moveTo>
                  <a:lnTo>
                    <a:pt x="0" y="1847"/>
                  </a:lnTo>
                  <a:lnTo>
                    <a:pt x="262" y="1996"/>
                  </a:lnTo>
                  <a:lnTo>
                    <a:pt x="974" y="149"/>
                  </a:lnTo>
                  <a:lnTo>
                    <a:pt x="7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5">
              <a:extLst>
                <a:ext uri="{FF2B5EF4-FFF2-40B4-BE49-F238E27FC236}">
                  <a16:creationId xmlns:a16="http://schemas.microsoft.com/office/drawing/2014/main" id="{FAECB4D7-A1A9-B2BD-4558-2547A1B9C566}"/>
                </a:ext>
              </a:extLst>
            </p:cNvPr>
            <p:cNvSpPr/>
            <p:nvPr/>
          </p:nvSpPr>
          <p:spPr>
            <a:xfrm>
              <a:off x="14539099" y="4158631"/>
              <a:ext cx="366262" cy="205220"/>
            </a:xfrm>
            <a:custGeom>
              <a:avLst/>
              <a:gdLst/>
              <a:ahLst/>
              <a:cxnLst/>
              <a:rect l="l" t="t" r="r" b="b"/>
              <a:pathLst>
                <a:path w="1688" h="975" extrusionOk="0">
                  <a:moveTo>
                    <a:pt x="1432" y="0"/>
                  </a:moveTo>
                  <a:lnTo>
                    <a:pt x="1" y="826"/>
                  </a:lnTo>
                  <a:lnTo>
                    <a:pt x="256" y="974"/>
                  </a:lnTo>
                  <a:lnTo>
                    <a:pt x="1687" y="149"/>
                  </a:lnTo>
                  <a:lnTo>
                    <a:pt x="14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5">
              <a:extLst>
                <a:ext uri="{FF2B5EF4-FFF2-40B4-BE49-F238E27FC236}">
                  <a16:creationId xmlns:a16="http://schemas.microsoft.com/office/drawing/2014/main" id="{DF608339-59B8-F07A-2B5F-74C6CD4C6B4A}"/>
                </a:ext>
              </a:extLst>
            </p:cNvPr>
            <p:cNvSpPr/>
            <p:nvPr/>
          </p:nvSpPr>
          <p:spPr>
            <a:xfrm>
              <a:off x="14439939" y="4189782"/>
              <a:ext cx="622516" cy="775207"/>
            </a:xfrm>
            <a:custGeom>
              <a:avLst/>
              <a:gdLst/>
              <a:ahLst/>
              <a:cxnLst/>
              <a:rect l="l" t="t" r="r" b="b"/>
              <a:pathLst>
                <a:path w="2869" h="3683" extrusionOk="0">
                  <a:moveTo>
                    <a:pt x="2144" y="1"/>
                  </a:moveTo>
                  <a:lnTo>
                    <a:pt x="713" y="826"/>
                  </a:lnTo>
                  <a:lnTo>
                    <a:pt x="1" y="2673"/>
                  </a:lnTo>
                  <a:lnTo>
                    <a:pt x="719" y="3682"/>
                  </a:lnTo>
                  <a:lnTo>
                    <a:pt x="2150" y="2857"/>
                  </a:lnTo>
                  <a:lnTo>
                    <a:pt x="2869" y="1010"/>
                  </a:lnTo>
                  <a:lnTo>
                    <a:pt x="2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5">
              <a:extLst>
                <a:ext uri="{FF2B5EF4-FFF2-40B4-BE49-F238E27FC236}">
                  <a16:creationId xmlns:a16="http://schemas.microsoft.com/office/drawing/2014/main" id="{FA23DC42-974F-D177-3713-5DD170CF0C05}"/>
                </a:ext>
              </a:extLst>
            </p:cNvPr>
            <p:cNvSpPr/>
            <p:nvPr/>
          </p:nvSpPr>
          <p:spPr>
            <a:xfrm>
              <a:off x="11382496" y="3160618"/>
              <a:ext cx="274697" cy="316355"/>
            </a:xfrm>
            <a:custGeom>
              <a:avLst/>
              <a:gdLst/>
              <a:ahLst/>
              <a:cxnLst/>
              <a:rect l="l" t="t" r="r" b="b"/>
              <a:pathLst>
                <a:path w="1266" h="1503" extrusionOk="0">
                  <a:moveTo>
                    <a:pt x="1" y="0"/>
                  </a:moveTo>
                  <a:lnTo>
                    <a:pt x="939" y="1306"/>
                  </a:lnTo>
                  <a:lnTo>
                    <a:pt x="1266" y="1502"/>
                  </a:lnTo>
                  <a:lnTo>
                    <a:pt x="1266" y="1502"/>
                  </a:lnTo>
                  <a:lnTo>
                    <a:pt x="333" y="190"/>
                  </a:lnTo>
                  <a:lnTo>
                    <a:pt x="1"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5">
              <a:extLst>
                <a:ext uri="{FF2B5EF4-FFF2-40B4-BE49-F238E27FC236}">
                  <a16:creationId xmlns:a16="http://schemas.microsoft.com/office/drawing/2014/main" id="{A7A5A967-AC69-7656-8338-F4183B305DD7}"/>
                </a:ext>
              </a:extLst>
            </p:cNvPr>
            <p:cNvSpPr/>
            <p:nvPr/>
          </p:nvSpPr>
          <p:spPr>
            <a:xfrm>
              <a:off x="11382496" y="2659251"/>
              <a:ext cx="272093" cy="541571"/>
            </a:xfrm>
            <a:custGeom>
              <a:avLst/>
              <a:gdLst/>
              <a:ahLst/>
              <a:cxnLst/>
              <a:rect l="l" t="t" r="r" b="b"/>
              <a:pathLst>
                <a:path w="1254" h="2573" extrusionOk="0">
                  <a:moveTo>
                    <a:pt x="927" y="1"/>
                  </a:moveTo>
                  <a:lnTo>
                    <a:pt x="1" y="2382"/>
                  </a:lnTo>
                  <a:lnTo>
                    <a:pt x="333" y="2572"/>
                  </a:lnTo>
                  <a:lnTo>
                    <a:pt x="1254" y="185"/>
                  </a:lnTo>
                  <a:lnTo>
                    <a:pt x="927"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5">
              <a:extLst>
                <a:ext uri="{FF2B5EF4-FFF2-40B4-BE49-F238E27FC236}">
                  <a16:creationId xmlns:a16="http://schemas.microsoft.com/office/drawing/2014/main" id="{BDF94706-C8EA-31FD-EC97-C01DAF1BA307}"/>
                </a:ext>
              </a:extLst>
            </p:cNvPr>
            <p:cNvSpPr/>
            <p:nvPr/>
          </p:nvSpPr>
          <p:spPr>
            <a:xfrm>
              <a:off x="11583635" y="2433194"/>
              <a:ext cx="474318" cy="265208"/>
            </a:xfrm>
            <a:custGeom>
              <a:avLst/>
              <a:gdLst/>
              <a:ahLst/>
              <a:cxnLst/>
              <a:rect l="l" t="t" r="r" b="b"/>
              <a:pathLst>
                <a:path w="2186" h="1260" extrusionOk="0">
                  <a:moveTo>
                    <a:pt x="1859" y="0"/>
                  </a:moveTo>
                  <a:lnTo>
                    <a:pt x="0" y="1075"/>
                  </a:lnTo>
                  <a:lnTo>
                    <a:pt x="327" y="1259"/>
                  </a:lnTo>
                  <a:lnTo>
                    <a:pt x="2185" y="190"/>
                  </a:lnTo>
                  <a:lnTo>
                    <a:pt x="1859"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5">
              <a:extLst>
                <a:ext uri="{FF2B5EF4-FFF2-40B4-BE49-F238E27FC236}">
                  <a16:creationId xmlns:a16="http://schemas.microsoft.com/office/drawing/2014/main" id="{14F14C6B-39D6-542D-A08D-94C4BCDA1F8D}"/>
                </a:ext>
              </a:extLst>
            </p:cNvPr>
            <p:cNvSpPr/>
            <p:nvPr/>
          </p:nvSpPr>
          <p:spPr>
            <a:xfrm>
              <a:off x="11650465" y="3104209"/>
              <a:ext cx="686959" cy="476532"/>
            </a:xfrm>
            <a:custGeom>
              <a:avLst/>
              <a:gdLst/>
              <a:ahLst/>
              <a:cxnLst/>
              <a:rect l="l" t="t" r="r" b="b"/>
              <a:pathLst>
                <a:path w="3166" h="2264" extrusionOk="0">
                  <a:moveTo>
                    <a:pt x="1" y="1"/>
                  </a:moveTo>
                  <a:lnTo>
                    <a:pt x="512" y="725"/>
                  </a:lnTo>
                  <a:lnTo>
                    <a:pt x="3166" y="2263"/>
                  </a:lnTo>
                  <a:lnTo>
                    <a:pt x="3166" y="2263"/>
                  </a:lnTo>
                  <a:lnTo>
                    <a:pt x="2655" y="1545"/>
                  </a:lnTo>
                  <a:lnTo>
                    <a:pt x="1" y="1"/>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5">
              <a:extLst>
                <a:ext uri="{FF2B5EF4-FFF2-40B4-BE49-F238E27FC236}">
                  <a16:creationId xmlns:a16="http://schemas.microsoft.com/office/drawing/2014/main" id="{B1C0240E-8A14-3FA0-5EA1-DD832F666477}"/>
                </a:ext>
              </a:extLst>
            </p:cNvPr>
            <p:cNvSpPr/>
            <p:nvPr/>
          </p:nvSpPr>
          <p:spPr>
            <a:xfrm>
              <a:off x="11650465" y="2829320"/>
              <a:ext cx="685657" cy="600086"/>
            </a:xfrm>
            <a:custGeom>
              <a:avLst/>
              <a:gdLst/>
              <a:ahLst/>
              <a:cxnLst/>
              <a:rect l="l" t="t" r="r" b="b"/>
              <a:pathLst>
                <a:path w="3160" h="2851" extrusionOk="0">
                  <a:moveTo>
                    <a:pt x="506" y="1"/>
                  </a:moveTo>
                  <a:lnTo>
                    <a:pt x="1" y="1307"/>
                  </a:lnTo>
                  <a:lnTo>
                    <a:pt x="2655" y="2851"/>
                  </a:lnTo>
                  <a:lnTo>
                    <a:pt x="3160" y="1544"/>
                  </a:lnTo>
                  <a:lnTo>
                    <a:pt x="506"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5">
              <a:extLst>
                <a:ext uri="{FF2B5EF4-FFF2-40B4-BE49-F238E27FC236}">
                  <a16:creationId xmlns:a16="http://schemas.microsoft.com/office/drawing/2014/main" id="{2611C40F-6FF9-E449-6DFC-FDC726045139}"/>
                </a:ext>
              </a:extLst>
            </p:cNvPr>
            <p:cNvSpPr/>
            <p:nvPr/>
          </p:nvSpPr>
          <p:spPr>
            <a:xfrm>
              <a:off x="11760039" y="2705557"/>
              <a:ext cx="796534" cy="448959"/>
            </a:xfrm>
            <a:custGeom>
              <a:avLst/>
              <a:gdLst/>
              <a:ahLst/>
              <a:cxnLst/>
              <a:rect l="l" t="t" r="r" b="b"/>
              <a:pathLst>
                <a:path w="3671" h="2133" extrusionOk="0">
                  <a:moveTo>
                    <a:pt x="1016" y="1"/>
                  </a:moveTo>
                  <a:lnTo>
                    <a:pt x="1" y="589"/>
                  </a:lnTo>
                  <a:lnTo>
                    <a:pt x="2655" y="2132"/>
                  </a:lnTo>
                  <a:lnTo>
                    <a:pt x="3670" y="1550"/>
                  </a:lnTo>
                  <a:lnTo>
                    <a:pt x="1016" y="1"/>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5">
              <a:extLst>
                <a:ext uri="{FF2B5EF4-FFF2-40B4-BE49-F238E27FC236}">
                  <a16:creationId xmlns:a16="http://schemas.microsoft.com/office/drawing/2014/main" id="{49D01B2D-037C-5326-C567-155F00944424}"/>
                </a:ext>
              </a:extLst>
            </p:cNvPr>
            <p:cNvSpPr/>
            <p:nvPr/>
          </p:nvSpPr>
          <p:spPr>
            <a:xfrm>
              <a:off x="12355211" y="3376783"/>
              <a:ext cx="1094230" cy="661336"/>
            </a:xfrm>
            <a:custGeom>
              <a:avLst/>
              <a:gdLst/>
              <a:ahLst/>
              <a:cxnLst/>
              <a:rect l="l" t="t" r="r" b="b"/>
              <a:pathLst>
                <a:path w="5043" h="3142" extrusionOk="0">
                  <a:moveTo>
                    <a:pt x="1" y="0"/>
                  </a:moveTo>
                  <a:lnTo>
                    <a:pt x="262" y="357"/>
                  </a:lnTo>
                  <a:lnTo>
                    <a:pt x="5042" y="3142"/>
                  </a:lnTo>
                  <a:lnTo>
                    <a:pt x="4787" y="2785"/>
                  </a:lnTo>
                  <a:lnTo>
                    <a:pt x="1"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5">
              <a:extLst>
                <a:ext uri="{FF2B5EF4-FFF2-40B4-BE49-F238E27FC236}">
                  <a16:creationId xmlns:a16="http://schemas.microsoft.com/office/drawing/2014/main" id="{852FFD6B-E0C6-82BB-DAF0-A516F4EA6F60}"/>
                </a:ext>
              </a:extLst>
            </p:cNvPr>
            <p:cNvSpPr/>
            <p:nvPr/>
          </p:nvSpPr>
          <p:spPr>
            <a:xfrm>
              <a:off x="12355211" y="3240601"/>
              <a:ext cx="1094230" cy="722586"/>
            </a:xfrm>
            <a:custGeom>
              <a:avLst/>
              <a:gdLst/>
              <a:ahLst/>
              <a:cxnLst/>
              <a:rect l="l" t="t" r="r" b="b"/>
              <a:pathLst>
                <a:path w="5043" h="3433" extrusionOk="0">
                  <a:moveTo>
                    <a:pt x="256" y="0"/>
                  </a:moveTo>
                  <a:lnTo>
                    <a:pt x="1" y="647"/>
                  </a:lnTo>
                  <a:lnTo>
                    <a:pt x="4787" y="3432"/>
                  </a:lnTo>
                  <a:lnTo>
                    <a:pt x="5042" y="2779"/>
                  </a:lnTo>
                  <a:lnTo>
                    <a:pt x="256" y="0"/>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5">
              <a:extLst>
                <a:ext uri="{FF2B5EF4-FFF2-40B4-BE49-F238E27FC236}">
                  <a16:creationId xmlns:a16="http://schemas.microsoft.com/office/drawing/2014/main" id="{F80E276D-CD39-C505-8C18-62468AFCB2A6}"/>
                </a:ext>
              </a:extLst>
            </p:cNvPr>
            <p:cNvSpPr/>
            <p:nvPr/>
          </p:nvSpPr>
          <p:spPr>
            <a:xfrm>
              <a:off x="12410757" y="3178088"/>
              <a:ext cx="1148041" cy="647655"/>
            </a:xfrm>
            <a:custGeom>
              <a:avLst/>
              <a:gdLst/>
              <a:ahLst/>
              <a:cxnLst/>
              <a:rect l="l" t="t" r="r" b="b"/>
              <a:pathLst>
                <a:path w="5291" h="3077" extrusionOk="0">
                  <a:moveTo>
                    <a:pt x="505" y="0"/>
                  </a:moveTo>
                  <a:lnTo>
                    <a:pt x="0" y="297"/>
                  </a:lnTo>
                  <a:lnTo>
                    <a:pt x="4786" y="3076"/>
                  </a:lnTo>
                  <a:lnTo>
                    <a:pt x="5291" y="2785"/>
                  </a:lnTo>
                  <a:lnTo>
                    <a:pt x="505"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5">
              <a:extLst>
                <a:ext uri="{FF2B5EF4-FFF2-40B4-BE49-F238E27FC236}">
                  <a16:creationId xmlns:a16="http://schemas.microsoft.com/office/drawing/2014/main" id="{0167C35E-B8A0-6CF1-804C-BD848E5C265C}"/>
                </a:ext>
              </a:extLst>
            </p:cNvPr>
            <p:cNvSpPr/>
            <p:nvPr/>
          </p:nvSpPr>
          <p:spPr>
            <a:xfrm>
              <a:off x="14383308" y="4726600"/>
              <a:ext cx="212640" cy="243949"/>
            </a:xfrm>
            <a:custGeom>
              <a:avLst/>
              <a:gdLst/>
              <a:ahLst/>
              <a:cxnLst/>
              <a:rect l="l" t="t" r="r" b="b"/>
              <a:pathLst>
                <a:path w="980" h="1159" extrusionOk="0">
                  <a:moveTo>
                    <a:pt x="0" y="0"/>
                  </a:moveTo>
                  <a:lnTo>
                    <a:pt x="725" y="1010"/>
                  </a:lnTo>
                  <a:lnTo>
                    <a:pt x="980" y="1158"/>
                  </a:lnTo>
                  <a:lnTo>
                    <a:pt x="262" y="149"/>
                  </a:lnTo>
                  <a:lnTo>
                    <a:pt x="0" y="0"/>
                  </a:lnTo>
                  <a:close/>
                  <a:moveTo>
                    <a:pt x="980" y="1158"/>
                  </a:moveTo>
                  <a:lnTo>
                    <a:pt x="980" y="1158"/>
                  </a:lnTo>
                  <a:lnTo>
                    <a:pt x="980" y="1158"/>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5">
              <a:extLst>
                <a:ext uri="{FF2B5EF4-FFF2-40B4-BE49-F238E27FC236}">
                  <a16:creationId xmlns:a16="http://schemas.microsoft.com/office/drawing/2014/main" id="{4A9B2C98-33D4-3C32-915D-565FE6EFA351}"/>
                </a:ext>
              </a:extLst>
            </p:cNvPr>
            <p:cNvSpPr/>
            <p:nvPr/>
          </p:nvSpPr>
          <p:spPr>
            <a:xfrm>
              <a:off x="14383308" y="4337841"/>
              <a:ext cx="211555" cy="420123"/>
            </a:xfrm>
            <a:custGeom>
              <a:avLst/>
              <a:gdLst/>
              <a:ahLst/>
              <a:cxnLst/>
              <a:rect l="l" t="t" r="r" b="b"/>
              <a:pathLst>
                <a:path w="975" h="1996" extrusionOk="0">
                  <a:moveTo>
                    <a:pt x="719" y="1"/>
                  </a:moveTo>
                  <a:lnTo>
                    <a:pt x="0" y="1847"/>
                  </a:lnTo>
                  <a:lnTo>
                    <a:pt x="262" y="1996"/>
                  </a:lnTo>
                  <a:lnTo>
                    <a:pt x="974" y="149"/>
                  </a:lnTo>
                  <a:lnTo>
                    <a:pt x="719"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5">
              <a:extLst>
                <a:ext uri="{FF2B5EF4-FFF2-40B4-BE49-F238E27FC236}">
                  <a16:creationId xmlns:a16="http://schemas.microsoft.com/office/drawing/2014/main" id="{CAAC5EB8-A6F2-F32F-DFC7-31863DC27CE8}"/>
                </a:ext>
              </a:extLst>
            </p:cNvPr>
            <p:cNvSpPr/>
            <p:nvPr/>
          </p:nvSpPr>
          <p:spPr>
            <a:xfrm>
              <a:off x="14539099" y="4164194"/>
              <a:ext cx="366262" cy="205220"/>
            </a:xfrm>
            <a:custGeom>
              <a:avLst/>
              <a:gdLst/>
              <a:ahLst/>
              <a:cxnLst/>
              <a:rect l="l" t="t" r="r" b="b"/>
              <a:pathLst>
                <a:path w="1688" h="975" extrusionOk="0">
                  <a:moveTo>
                    <a:pt x="1432" y="0"/>
                  </a:moveTo>
                  <a:lnTo>
                    <a:pt x="1" y="826"/>
                  </a:lnTo>
                  <a:lnTo>
                    <a:pt x="256" y="974"/>
                  </a:lnTo>
                  <a:lnTo>
                    <a:pt x="1687" y="149"/>
                  </a:lnTo>
                  <a:lnTo>
                    <a:pt x="1432"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5">
              <a:extLst>
                <a:ext uri="{FF2B5EF4-FFF2-40B4-BE49-F238E27FC236}">
                  <a16:creationId xmlns:a16="http://schemas.microsoft.com/office/drawing/2014/main" id="{D61624E9-E318-F5FD-2930-43F871F7C4C9}"/>
                </a:ext>
              </a:extLst>
            </p:cNvPr>
            <p:cNvSpPr/>
            <p:nvPr/>
          </p:nvSpPr>
          <p:spPr>
            <a:xfrm>
              <a:off x="1882175" y="2775750"/>
              <a:ext cx="122900" cy="74550"/>
            </a:xfrm>
            <a:custGeom>
              <a:avLst/>
              <a:gdLst/>
              <a:ahLst/>
              <a:cxnLst/>
              <a:rect l="l" t="t" r="r" b="b"/>
              <a:pathLst>
                <a:path w="4916" h="2982" extrusionOk="0">
                  <a:moveTo>
                    <a:pt x="119" y="0"/>
                  </a:moveTo>
                  <a:lnTo>
                    <a:pt x="4916" y="2391"/>
                  </a:lnTo>
                  <a:lnTo>
                    <a:pt x="4916" y="2833"/>
                  </a:lnTo>
                  <a:lnTo>
                    <a:pt x="4076" y="2982"/>
                  </a:lnTo>
                  <a:lnTo>
                    <a:pt x="0" y="238"/>
                  </a:lnTo>
                  <a:close/>
                </a:path>
              </a:pathLst>
            </a:custGeom>
            <a:solidFill>
              <a:schemeClr val="lt1"/>
            </a:solidFill>
            <a:ln>
              <a:noFill/>
            </a:ln>
          </p:spPr>
          <p:txBody>
            <a:bodyPr/>
            <a:lstStyle/>
            <a:p>
              <a:endParaRPr lang="en-PK"/>
            </a:p>
          </p:txBody>
        </p:sp>
        <p:sp>
          <p:nvSpPr>
            <p:cNvPr id="1299" name="Google Shape;1299;p45">
              <a:extLst>
                <a:ext uri="{FF2B5EF4-FFF2-40B4-BE49-F238E27FC236}">
                  <a16:creationId xmlns:a16="http://schemas.microsoft.com/office/drawing/2014/main" id="{9B80ACC4-67EF-39FA-F790-2FBEBF0AB508}"/>
                </a:ext>
              </a:extLst>
            </p:cNvPr>
            <p:cNvSpPr/>
            <p:nvPr/>
          </p:nvSpPr>
          <p:spPr>
            <a:xfrm>
              <a:off x="9708860" y="-1666675"/>
              <a:ext cx="121106" cy="76743"/>
            </a:xfrm>
            <a:custGeom>
              <a:avLst/>
              <a:gdLst/>
              <a:ahLst/>
              <a:cxnLst/>
              <a:rect l="l" t="t" r="r" b="b"/>
              <a:pathLst>
                <a:path w="3025" h="1976" extrusionOk="0">
                  <a:moveTo>
                    <a:pt x="0" y="0"/>
                  </a:moveTo>
                  <a:lnTo>
                    <a:pt x="3025" y="1476"/>
                  </a:lnTo>
                  <a:lnTo>
                    <a:pt x="2953" y="1786"/>
                  </a:lnTo>
                  <a:lnTo>
                    <a:pt x="2215" y="1976"/>
                  </a:lnTo>
                  <a:lnTo>
                    <a:pt x="24" y="286"/>
                  </a:lnTo>
                  <a:close/>
                </a:path>
              </a:pathLst>
            </a:custGeom>
            <a:solidFill>
              <a:schemeClr val="lt1"/>
            </a:solidFill>
            <a:ln>
              <a:noFill/>
            </a:ln>
          </p:spPr>
          <p:txBody>
            <a:bodyPr/>
            <a:lstStyle/>
            <a:p>
              <a:endParaRPr lang="en-PK"/>
            </a:p>
          </p:txBody>
        </p:sp>
      </p:grpSp>
    </p:spTree>
    <p:extLst>
      <p:ext uri="{BB962C8B-B14F-4D97-AF65-F5344CB8AC3E}">
        <p14:creationId xmlns:p14="http://schemas.microsoft.com/office/powerpoint/2010/main" val="29308084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10">
          <a:extLst>
            <a:ext uri="{FF2B5EF4-FFF2-40B4-BE49-F238E27FC236}">
              <a16:creationId xmlns:a16="http://schemas.microsoft.com/office/drawing/2014/main" id="{331FF4BA-2FD8-DCCB-8978-2AEA4C58A493}"/>
            </a:ext>
          </a:extLst>
        </p:cNvPr>
        <p:cNvGrpSpPr/>
        <p:nvPr/>
      </p:nvGrpSpPr>
      <p:grpSpPr>
        <a:xfrm>
          <a:off x="0" y="0"/>
          <a:ext cx="0" cy="0"/>
          <a:chOff x="0" y="0"/>
          <a:chExt cx="0" cy="0"/>
        </a:xfrm>
      </p:grpSpPr>
      <p:sp>
        <p:nvSpPr>
          <p:cNvPr id="511" name="Google Shape;511;p24">
            <a:extLst>
              <a:ext uri="{FF2B5EF4-FFF2-40B4-BE49-F238E27FC236}">
                <a16:creationId xmlns:a16="http://schemas.microsoft.com/office/drawing/2014/main" id="{12DFD9EA-1D05-DA6F-ADE4-C7145F742DFC}"/>
              </a:ext>
            </a:extLst>
          </p:cNvPr>
          <p:cNvSpPr txBox="1">
            <a:spLocks noGrp="1"/>
          </p:cNvSpPr>
          <p:nvPr>
            <p:ph type="title"/>
          </p:nvPr>
        </p:nvSpPr>
        <p:spPr>
          <a:xfrm>
            <a:off x="101061" y="235892"/>
            <a:ext cx="7341729"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b="1" dirty="0">
                <a:solidFill>
                  <a:srgbClr val="00B050"/>
                </a:solidFill>
              </a:rPr>
              <a:t>Managing Complexity Through Structure &amp; Discipline</a:t>
            </a:r>
            <a:endParaRPr b="1" dirty="0">
              <a:solidFill>
                <a:srgbClr val="00B050"/>
              </a:solidFill>
            </a:endParaRPr>
          </a:p>
        </p:txBody>
      </p:sp>
      <p:sp>
        <p:nvSpPr>
          <p:cNvPr id="14" name="Google Shape;1047;p34">
            <a:extLst>
              <a:ext uri="{FF2B5EF4-FFF2-40B4-BE49-F238E27FC236}">
                <a16:creationId xmlns:a16="http://schemas.microsoft.com/office/drawing/2014/main" id="{BE01BFE5-4546-A847-C0A0-4F7D44128880}"/>
              </a:ext>
            </a:extLst>
          </p:cNvPr>
          <p:cNvSpPr txBox="1"/>
          <p:nvPr/>
        </p:nvSpPr>
        <p:spPr>
          <a:xfrm>
            <a:off x="1310489" y="4489416"/>
            <a:ext cx="6523021" cy="429600"/>
          </a:xfrm>
          <a:prstGeom prst="rect">
            <a:avLst/>
          </a:prstGeom>
          <a:noFill/>
          <a:ln>
            <a:noFill/>
          </a:ln>
        </p:spPr>
        <p:txBody>
          <a:bodyPr spcFirstLastPara="1" wrap="square" lIns="91425" tIns="91425" rIns="91425" bIns="91425" anchor="ctr" anchorCtr="0">
            <a:noAutofit/>
          </a:bodyPr>
          <a:lstStyle/>
          <a:p>
            <a:pPr lvl="0" algn="ctr"/>
            <a:r>
              <a:rPr lang="en-US" sz="1700" b="1" dirty="0">
                <a:solidFill>
                  <a:schemeClr val="accent3"/>
                </a:solidFill>
                <a:latin typeface="Fira Sans Extra Condensed Medium"/>
                <a:ea typeface="Fira Sans Extra Condensed Medium"/>
                <a:cs typeface="Fira Sans Extra Condensed Medium"/>
                <a:sym typeface="Fira Sans Extra Condensed Medium"/>
              </a:rPr>
              <a:t>“Complexity becomes manageable when structure, discipline, and controlled execution guide the project.”</a:t>
            </a:r>
            <a:endParaRPr sz="1700" b="1" dirty="0">
              <a:solidFill>
                <a:schemeClr val="accent3"/>
              </a:solidFill>
              <a:latin typeface="Fira Sans Extra Condensed Medium"/>
              <a:ea typeface="Fira Sans Extra Condensed Medium"/>
              <a:cs typeface="Fira Sans Extra Condensed Medium"/>
              <a:sym typeface="Fira Sans Extra Condensed Medium"/>
            </a:endParaRPr>
          </a:p>
        </p:txBody>
      </p:sp>
      <p:sp>
        <p:nvSpPr>
          <p:cNvPr id="6" name="TextBox 5">
            <a:extLst>
              <a:ext uri="{FF2B5EF4-FFF2-40B4-BE49-F238E27FC236}">
                <a16:creationId xmlns:a16="http://schemas.microsoft.com/office/drawing/2014/main" id="{E0CAD966-F9D4-A972-5E37-E6040F222BBE}"/>
              </a:ext>
            </a:extLst>
          </p:cNvPr>
          <p:cNvSpPr txBox="1"/>
          <p:nvPr/>
        </p:nvSpPr>
        <p:spPr>
          <a:xfrm>
            <a:off x="432134" y="828654"/>
            <a:ext cx="6319540" cy="738664"/>
          </a:xfrm>
          <a:prstGeom prst="rect">
            <a:avLst/>
          </a:prstGeom>
          <a:noFill/>
        </p:spPr>
        <p:txBody>
          <a:bodyPr wrap="square">
            <a:spAutoFit/>
          </a:bodyPr>
          <a:lstStyle/>
          <a:p>
            <a:pPr algn="just"/>
            <a:r>
              <a:rPr lang="en-PK" dirty="0"/>
              <a:t>JWST proves that extreme technical and organizational complexity can only be handled through structured planning, modular execution, disciplined change control, and continuous integration.</a:t>
            </a:r>
          </a:p>
        </p:txBody>
      </p:sp>
      <p:sp>
        <p:nvSpPr>
          <p:cNvPr id="9" name="TextBox 8">
            <a:extLst>
              <a:ext uri="{FF2B5EF4-FFF2-40B4-BE49-F238E27FC236}">
                <a16:creationId xmlns:a16="http://schemas.microsoft.com/office/drawing/2014/main" id="{C803D1A6-9AB1-09E7-F548-1FBFCF4E846F}"/>
              </a:ext>
            </a:extLst>
          </p:cNvPr>
          <p:cNvSpPr txBox="1"/>
          <p:nvPr/>
        </p:nvSpPr>
        <p:spPr>
          <a:xfrm>
            <a:off x="733647" y="1678880"/>
            <a:ext cx="4933506" cy="2462213"/>
          </a:xfrm>
          <a:prstGeom prst="rect">
            <a:avLst/>
          </a:prstGeom>
          <a:noFill/>
        </p:spPr>
        <p:txBody>
          <a:bodyPr wrap="square">
            <a:spAutoFit/>
          </a:bodyPr>
          <a:lstStyle/>
          <a:p>
            <a:pPr marL="285750" indent="-285750" algn="just">
              <a:buFont typeface="Arial" panose="020B0604020202020204" pitchFamily="34" charset="0"/>
              <a:buChar char="•"/>
            </a:pPr>
            <a:r>
              <a:rPr lang="en-PK" dirty="0"/>
              <a:t>Break complex projects into manageable subsystems with clear ownership</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Use phased development with defined milestones and checkpoints</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Apply strict configuration and change control to prevent uncontrolled scope</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Test early, test often, and test in layers to avoid catastrophic failures</a:t>
            </a:r>
          </a:p>
        </p:txBody>
      </p:sp>
      <p:pic>
        <p:nvPicPr>
          <p:cNvPr id="12" name="Picture 11">
            <a:extLst>
              <a:ext uri="{FF2B5EF4-FFF2-40B4-BE49-F238E27FC236}">
                <a16:creationId xmlns:a16="http://schemas.microsoft.com/office/drawing/2014/main" id="{C9796ED8-AEBF-ED17-A83D-F091806698AD}"/>
              </a:ext>
            </a:extLst>
          </p:cNvPr>
          <p:cNvPicPr>
            <a:picLocks noChangeAspect="1"/>
          </p:cNvPicPr>
          <p:nvPr/>
        </p:nvPicPr>
        <p:blipFill>
          <a:blip r:embed="rId3"/>
          <a:stretch>
            <a:fillRect/>
          </a:stretch>
        </p:blipFill>
        <p:spPr>
          <a:xfrm>
            <a:off x="4667692" y="1109901"/>
            <a:ext cx="5383397" cy="3031192"/>
          </a:xfrm>
          <a:prstGeom prst="rect">
            <a:avLst/>
          </a:prstGeom>
        </p:spPr>
      </p:pic>
    </p:spTree>
    <p:extLst>
      <p:ext uri="{BB962C8B-B14F-4D97-AF65-F5344CB8AC3E}">
        <p14:creationId xmlns:p14="http://schemas.microsoft.com/office/powerpoint/2010/main" val="28154664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10">
          <a:extLst>
            <a:ext uri="{FF2B5EF4-FFF2-40B4-BE49-F238E27FC236}">
              <a16:creationId xmlns:a16="http://schemas.microsoft.com/office/drawing/2014/main" id="{F6864EA6-AA14-F038-2A73-466DC817B92E}"/>
            </a:ext>
          </a:extLst>
        </p:cNvPr>
        <p:cNvGrpSpPr/>
        <p:nvPr/>
      </p:nvGrpSpPr>
      <p:grpSpPr>
        <a:xfrm>
          <a:off x="0" y="0"/>
          <a:ext cx="0" cy="0"/>
          <a:chOff x="0" y="0"/>
          <a:chExt cx="0" cy="0"/>
        </a:xfrm>
      </p:grpSpPr>
      <p:sp>
        <p:nvSpPr>
          <p:cNvPr id="511" name="Google Shape;511;p24">
            <a:extLst>
              <a:ext uri="{FF2B5EF4-FFF2-40B4-BE49-F238E27FC236}">
                <a16:creationId xmlns:a16="http://schemas.microsoft.com/office/drawing/2014/main" id="{FD3B3F44-C9F2-568E-11EF-B7446428A84E}"/>
              </a:ext>
            </a:extLst>
          </p:cNvPr>
          <p:cNvSpPr txBox="1">
            <a:spLocks noGrp="1"/>
          </p:cNvSpPr>
          <p:nvPr>
            <p:ph type="title"/>
          </p:nvPr>
        </p:nvSpPr>
        <p:spPr>
          <a:xfrm>
            <a:off x="-536892" y="349861"/>
            <a:ext cx="8638901"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b="1" dirty="0">
                <a:solidFill>
                  <a:srgbClr val="00B050"/>
                </a:solidFill>
              </a:rPr>
              <a:t>Collaboration &amp; Stakeholder Alignment Drive Success</a:t>
            </a:r>
            <a:endParaRPr b="1" dirty="0">
              <a:solidFill>
                <a:srgbClr val="00B050"/>
              </a:solidFill>
            </a:endParaRPr>
          </a:p>
        </p:txBody>
      </p:sp>
      <p:sp>
        <p:nvSpPr>
          <p:cNvPr id="14" name="Google Shape;1047;p34">
            <a:extLst>
              <a:ext uri="{FF2B5EF4-FFF2-40B4-BE49-F238E27FC236}">
                <a16:creationId xmlns:a16="http://schemas.microsoft.com/office/drawing/2014/main" id="{20B7A747-F675-F772-8915-268B73449476}"/>
              </a:ext>
            </a:extLst>
          </p:cNvPr>
          <p:cNvSpPr txBox="1"/>
          <p:nvPr/>
        </p:nvSpPr>
        <p:spPr>
          <a:xfrm>
            <a:off x="1310489" y="4364039"/>
            <a:ext cx="6523021" cy="429600"/>
          </a:xfrm>
          <a:prstGeom prst="rect">
            <a:avLst/>
          </a:prstGeom>
          <a:noFill/>
          <a:ln>
            <a:noFill/>
          </a:ln>
        </p:spPr>
        <p:txBody>
          <a:bodyPr spcFirstLastPara="1" wrap="square" lIns="91425" tIns="91425" rIns="91425" bIns="91425" anchor="ctr" anchorCtr="0">
            <a:noAutofit/>
          </a:bodyPr>
          <a:lstStyle/>
          <a:p>
            <a:pPr lvl="0" algn="ctr"/>
            <a:r>
              <a:rPr lang="en-US" sz="1700" b="1" dirty="0">
                <a:solidFill>
                  <a:schemeClr val="accent3"/>
                </a:solidFill>
                <a:latin typeface="Fira Sans Extra Condensed Medium"/>
                <a:ea typeface="Fira Sans Extra Condensed Medium"/>
                <a:cs typeface="Fira Sans Extra Condensed Medium"/>
                <a:sym typeface="Fira Sans Extra Condensed Medium"/>
              </a:rPr>
              <a:t>“Large projects succeed when stakeholders move in the same direction with shared clarity.”</a:t>
            </a:r>
            <a:endParaRPr sz="1700" b="1" dirty="0">
              <a:solidFill>
                <a:schemeClr val="accent3"/>
              </a:solidFill>
              <a:latin typeface="Fira Sans Extra Condensed Medium"/>
              <a:ea typeface="Fira Sans Extra Condensed Medium"/>
              <a:cs typeface="Fira Sans Extra Condensed Medium"/>
              <a:sym typeface="Fira Sans Extra Condensed Medium"/>
            </a:endParaRPr>
          </a:p>
        </p:txBody>
      </p:sp>
      <p:sp>
        <p:nvSpPr>
          <p:cNvPr id="3" name="TextBox 2">
            <a:extLst>
              <a:ext uri="{FF2B5EF4-FFF2-40B4-BE49-F238E27FC236}">
                <a16:creationId xmlns:a16="http://schemas.microsoft.com/office/drawing/2014/main" id="{A79771E6-43D6-E285-F239-C9C393E3EC3C}"/>
              </a:ext>
            </a:extLst>
          </p:cNvPr>
          <p:cNvSpPr txBox="1"/>
          <p:nvPr/>
        </p:nvSpPr>
        <p:spPr>
          <a:xfrm>
            <a:off x="515678" y="908284"/>
            <a:ext cx="7012172" cy="738664"/>
          </a:xfrm>
          <a:prstGeom prst="rect">
            <a:avLst/>
          </a:prstGeom>
          <a:noFill/>
        </p:spPr>
        <p:txBody>
          <a:bodyPr wrap="square">
            <a:spAutoFit/>
          </a:bodyPr>
          <a:lstStyle/>
          <a:p>
            <a:pPr algn="just"/>
            <a:r>
              <a:rPr lang="en-PK" dirty="0"/>
              <a:t>With NASA, ESA, CSA, hundreds of subcontractors, and thousands of engineers, JWST demonstrates that megaproject success depends on keeping diverse stakeholders aligned through transparent communication and shared governance.</a:t>
            </a:r>
          </a:p>
        </p:txBody>
      </p:sp>
      <p:sp>
        <p:nvSpPr>
          <p:cNvPr id="6" name="TextBox 5">
            <a:extLst>
              <a:ext uri="{FF2B5EF4-FFF2-40B4-BE49-F238E27FC236}">
                <a16:creationId xmlns:a16="http://schemas.microsoft.com/office/drawing/2014/main" id="{353F6245-3BA9-5463-3AD7-CA83222FE2B5}"/>
              </a:ext>
            </a:extLst>
          </p:cNvPr>
          <p:cNvSpPr txBox="1"/>
          <p:nvPr/>
        </p:nvSpPr>
        <p:spPr>
          <a:xfrm>
            <a:off x="1063790" y="1724171"/>
            <a:ext cx="4885660" cy="2462213"/>
          </a:xfrm>
          <a:prstGeom prst="rect">
            <a:avLst/>
          </a:prstGeom>
          <a:noFill/>
        </p:spPr>
        <p:txBody>
          <a:bodyPr wrap="square">
            <a:spAutoFit/>
          </a:bodyPr>
          <a:lstStyle/>
          <a:p>
            <a:pPr marL="285750" indent="-285750" algn="just">
              <a:buFont typeface="Arial" panose="020B0604020202020204" pitchFamily="34" charset="0"/>
              <a:buChar char="•"/>
            </a:pPr>
            <a:r>
              <a:rPr lang="en-PK" dirty="0"/>
              <a:t>Use stakeholder mapping to prioritize influence, interest, and communication needs</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Build formal governance frameworks for multi-agency collaboration</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Maintain transparency using real-time reporting and documented decisions</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Manage expectations proactively to preserve political and financial support</a:t>
            </a:r>
          </a:p>
        </p:txBody>
      </p:sp>
      <p:pic>
        <p:nvPicPr>
          <p:cNvPr id="33794" name="Picture 2" descr="Collaboration Unleashed: Types &amp; Benefits">
            <a:extLst>
              <a:ext uri="{FF2B5EF4-FFF2-40B4-BE49-F238E27FC236}">
                <a16:creationId xmlns:a16="http://schemas.microsoft.com/office/drawing/2014/main" id="{2C7E0E97-5465-F2D1-077C-E32497998A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9450" y="1646948"/>
            <a:ext cx="3156801" cy="2462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30756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10">
          <a:extLst>
            <a:ext uri="{FF2B5EF4-FFF2-40B4-BE49-F238E27FC236}">
              <a16:creationId xmlns:a16="http://schemas.microsoft.com/office/drawing/2014/main" id="{8A5D242F-CA38-6456-7330-59D0C8F334B2}"/>
            </a:ext>
          </a:extLst>
        </p:cNvPr>
        <p:cNvGrpSpPr/>
        <p:nvPr/>
      </p:nvGrpSpPr>
      <p:grpSpPr>
        <a:xfrm>
          <a:off x="0" y="0"/>
          <a:ext cx="0" cy="0"/>
          <a:chOff x="0" y="0"/>
          <a:chExt cx="0" cy="0"/>
        </a:xfrm>
      </p:grpSpPr>
      <p:sp>
        <p:nvSpPr>
          <p:cNvPr id="511" name="Google Shape;511;p24">
            <a:extLst>
              <a:ext uri="{FF2B5EF4-FFF2-40B4-BE49-F238E27FC236}">
                <a16:creationId xmlns:a16="http://schemas.microsoft.com/office/drawing/2014/main" id="{690C8CCB-2DB9-A779-40F6-ED7FAF778DFE}"/>
              </a:ext>
            </a:extLst>
          </p:cNvPr>
          <p:cNvSpPr txBox="1">
            <a:spLocks noGrp="1"/>
          </p:cNvSpPr>
          <p:nvPr>
            <p:ph type="title"/>
          </p:nvPr>
        </p:nvSpPr>
        <p:spPr>
          <a:xfrm>
            <a:off x="-536892" y="349861"/>
            <a:ext cx="8370402"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b="1" dirty="0">
                <a:solidFill>
                  <a:srgbClr val="00B050"/>
                </a:solidFill>
              </a:rPr>
              <a:t>Adaptive Risk &amp; Recovery Management Is Essential</a:t>
            </a:r>
            <a:endParaRPr b="1" dirty="0">
              <a:solidFill>
                <a:srgbClr val="00B050"/>
              </a:solidFill>
            </a:endParaRPr>
          </a:p>
        </p:txBody>
      </p:sp>
      <p:sp>
        <p:nvSpPr>
          <p:cNvPr id="14" name="Google Shape;1047;p34">
            <a:extLst>
              <a:ext uri="{FF2B5EF4-FFF2-40B4-BE49-F238E27FC236}">
                <a16:creationId xmlns:a16="http://schemas.microsoft.com/office/drawing/2014/main" id="{677FC175-CE14-25BE-B887-26A88589D1A2}"/>
              </a:ext>
            </a:extLst>
          </p:cNvPr>
          <p:cNvSpPr txBox="1"/>
          <p:nvPr/>
        </p:nvSpPr>
        <p:spPr>
          <a:xfrm>
            <a:off x="1310489" y="4489416"/>
            <a:ext cx="7195558" cy="429600"/>
          </a:xfrm>
          <a:prstGeom prst="rect">
            <a:avLst/>
          </a:prstGeom>
          <a:noFill/>
          <a:ln>
            <a:noFill/>
          </a:ln>
        </p:spPr>
        <p:txBody>
          <a:bodyPr spcFirstLastPara="1" wrap="square" lIns="91425" tIns="91425" rIns="91425" bIns="91425" anchor="ctr" anchorCtr="0">
            <a:noAutofit/>
          </a:bodyPr>
          <a:lstStyle/>
          <a:p>
            <a:pPr lvl="0" algn="ctr"/>
            <a:r>
              <a:rPr lang="en-US" sz="1700" b="1" dirty="0">
                <a:solidFill>
                  <a:schemeClr val="accent3"/>
                </a:solidFill>
                <a:latin typeface="Fira Sans Extra Condensed Medium"/>
                <a:ea typeface="Fira Sans Extra Condensed Medium"/>
                <a:cs typeface="Fira Sans Extra Condensed Medium"/>
                <a:sym typeface="Fira Sans Extra Condensed Medium"/>
              </a:rPr>
              <a:t>“Adaptability is the difference between project failure and eventual success.”</a:t>
            </a:r>
            <a:endParaRPr sz="1700" b="1" dirty="0">
              <a:solidFill>
                <a:schemeClr val="accent3"/>
              </a:solidFill>
              <a:latin typeface="Fira Sans Extra Condensed Medium"/>
              <a:ea typeface="Fira Sans Extra Condensed Medium"/>
              <a:cs typeface="Fira Sans Extra Condensed Medium"/>
              <a:sym typeface="Fira Sans Extra Condensed Medium"/>
            </a:endParaRPr>
          </a:p>
        </p:txBody>
      </p:sp>
      <p:sp>
        <p:nvSpPr>
          <p:cNvPr id="3" name="TextBox 2">
            <a:extLst>
              <a:ext uri="{FF2B5EF4-FFF2-40B4-BE49-F238E27FC236}">
                <a16:creationId xmlns:a16="http://schemas.microsoft.com/office/drawing/2014/main" id="{96CB4BEF-00D0-E3B2-0B32-DE10404621C7}"/>
              </a:ext>
            </a:extLst>
          </p:cNvPr>
          <p:cNvSpPr txBox="1"/>
          <p:nvPr/>
        </p:nvSpPr>
        <p:spPr>
          <a:xfrm>
            <a:off x="515679" y="831061"/>
            <a:ext cx="7841512" cy="738664"/>
          </a:xfrm>
          <a:prstGeom prst="rect">
            <a:avLst/>
          </a:prstGeom>
          <a:noFill/>
        </p:spPr>
        <p:txBody>
          <a:bodyPr wrap="square">
            <a:spAutoFit/>
          </a:bodyPr>
          <a:lstStyle/>
          <a:p>
            <a:pPr algn="just"/>
            <a:r>
              <a:rPr lang="en-PK" dirty="0"/>
              <a:t>JWST faced repeated failures, redesigns, budget overruns, and more than a decade of delays. What saved the project was strong risk governance, adaptive re-planning, and decisive recovery mechanisms.</a:t>
            </a:r>
          </a:p>
        </p:txBody>
      </p:sp>
      <p:sp>
        <p:nvSpPr>
          <p:cNvPr id="6" name="TextBox 5">
            <a:extLst>
              <a:ext uri="{FF2B5EF4-FFF2-40B4-BE49-F238E27FC236}">
                <a16:creationId xmlns:a16="http://schemas.microsoft.com/office/drawing/2014/main" id="{DDBE00CB-ED2D-1A56-D5D2-7267AB042B6F}"/>
              </a:ext>
            </a:extLst>
          </p:cNvPr>
          <p:cNvSpPr txBox="1"/>
          <p:nvPr/>
        </p:nvSpPr>
        <p:spPr>
          <a:xfrm>
            <a:off x="898451" y="1634783"/>
            <a:ext cx="4837814" cy="2677656"/>
          </a:xfrm>
          <a:prstGeom prst="rect">
            <a:avLst/>
          </a:prstGeom>
          <a:noFill/>
        </p:spPr>
        <p:txBody>
          <a:bodyPr wrap="square">
            <a:spAutoFit/>
          </a:bodyPr>
          <a:lstStyle/>
          <a:p>
            <a:pPr marL="285750" indent="-285750" algn="just">
              <a:buFont typeface="Arial" panose="020B0604020202020204" pitchFamily="34" charset="0"/>
              <a:buChar char="•"/>
            </a:pPr>
            <a:r>
              <a:rPr lang="en-PK" dirty="0"/>
              <a:t>Treat risk as a continuously evolving element of the project</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Re-baseline schedules and budgets when reality changes</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Build contingency buffers into planning and funding</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Use iterative problem-solving and robust technical reviews</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Accept failures early and correct them systematically</a:t>
            </a:r>
          </a:p>
        </p:txBody>
      </p:sp>
      <p:pic>
        <p:nvPicPr>
          <p:cNvPr id="32770" name="Picture 2" descr="How to Be an Adaptive Learner to Be an Effective Leader - Dr. Ed Brenegar">
            <a:extLst>
              <a:ext uri="{FF2B5EF4-FFF2-40B4-BE49-F238E27FC236}">
                <a16:creationId xmlns:a16="http://schemas.microsoft.com/office/drawing/2014/main" id="{362A3ED5-4FF9-2E84-1770-A3E757AFA1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1703" y="1746702"/>
            <a:ext cx="2934586" cy="2200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73987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13">
          <a:extLst>
            <a:ext uri="{FF2B5EF4-FFF2-40B4-BE49-F238E27FC236}">
              <a16:creationId xmlns:a16="http://schemas.microsoft.com/office/drawing/2014/main" id="{7E512DD0-BF89-BB6A-4C2F-DA69FE062467}"/>
            </a:ext>
          </a:extLst>
        </p:cNvPr>
        <p:cNvGrpSpPr/>
        <p:nvPr/>
      </p:nvGrpSpPr>
      <p:grpSpPr>
        <a:xfrm>
          <a:off x="0" y="0"/>
          <a:ext cx="0" cy="0"/>
          <a:chOff x="0" y="0"/>
          <a:chExt cx="0" cy="0"/>
        </a:xfrm>
      </p:grpSpPr>
      <p:sp>
        <p:nvSpPr>
          <p:cNvPr id="1214" name="Google Shape;1214;p45">
            <a:extLst>
              <a:ext uri="{FF2B5EF4-FFF2-40B4-BE49-F238E27FC236}">
                <a16:creationId xmlns:a16="http://schemas.microsoft.com/office/drawing/2014/main" id="{EF61A02B-05A0-E9C3-BC76-B351E3A771A1}"/>
              </a:ext>
            </a:extLst>
          </p:cNvPr>
          <p:cNvSpPr txBox="1">
            <a:spLocks noGrp="1"/>
          </p:cNvSpPr>
          <p:nvPr>
            <p:ph type="title"/>
          </p:nvPr>
        </p:nvSpPr>
        <p:spPr>
          <a:xfrm>
            <a:off x="0" y="1356045"/>
            <a:ext cx="4731300" cy="530700"/>
          </a:xfrm>
          <a:prstGeom prst="rect">
            <a:avLst/>
          </a:prstGeom>
        </p:spPr>
        <p:txBody>
          <a:bodyPr spcFirstLastPara="1" wrap="square" lIns="91425" tIns="91425" rIns="91425" bIns="91425" anchor="t" anchorCtr="0">
            <a:noAutofit/>
          </a:bodyPr>
          <a:lstStyle/>
          <a:p>
            <a:pPr lvl="0"/>
            <a:r>
              <a:rPr lang="en-US" dirty="0"/>
              <a:t>Emerging Trends Applied or Needed in JWST</a:t>
            </a:r>
            <a:endParaRPr dirty="0"/>
          </a:p>
        </p:txBody>
      </p:sp>
      <p:sp>
        <p:nvSpPr>
          <p:cNvPr id="1216" name="Google Shape;1216;p45">
            <a:extLst>
              <a:ext uri="{FF2B5EF4-FFF2-40B4-BE49-F238E27FC236}">
                <a16:creationId xmlns:a16="http://schemas.microsoft.com/office/drawing/2014/main" id="{919B047C-094E-AE3B-F59C-FF6A0E148324}"/>
              </a:ext>
            </a:extLst>
          </p:cNvPr>
          <p:cNvSpPr txBox="1">
            <a:spLocks noGrp="1"/>
          </p:cNvSpPr>
          <p:nvPr>
            <p:ph type="title" idx="2"/>
          </p:nvPr>
        </p:nvSpPr>
        <p:spPr>
          <a:xfrm>
            <a:off x="1445850" y="533018"/>
            <a:ext cx="1839600" cy="115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07</a:t>
            </a:r>
            <a:endParaRPr dirty="0"/>
          </a:p>
        </p:txBody>
      </p:sp>
      <p:grpSp>
        <p:nvGrpSpPr>
          <p:cNvPr id="1217" name="Google Shape;1217;p45">
            <a:extLst>
              <a:ext uri="{FF2B5EF4-FFF2-40B4-BE49-F238E27FC236}">
                <a16:creationId xmlns:a16="http://schemas.microsoft.com/office/drawing/2014/main" id="{D6F4B41F-FA1A-6FA6-F679-AD45D717050A}"/>
              </a:ext>
            </a:extLst>
          </p:cNvPr>
          <p:cNvGrpSpPr/>
          <p:nvPr/>
        </p:nvGrpSpPr>
        <p:grpSpPr>
          <a:xfrm>
            <a:off x="2229327" y="0"/>
            <a:ext cx="7831882" cy="5214329"/>
            <a:chOff x="-2287178" y="355461"/>
            <a:chExt cx="7831882" cy="5214329"/>
          </a:xfrm>
        </p:grpSpPr>
        <p:grpSp>
          <p:nvGrpSpPr>
            <p:cNvPr id="1218" name="Google Shape;1218;p45">
              <a:extLst>
                <a:ext uri="{FF2B5EF4-FFF2-40B4-BE49-F238E27FC236}">
                  <a16:creationId xmlns:a16="http://schemas.microsoft.com/office/drawing/2014/main" id="{3DC67816-3F59-A717-386A-E8FB7574EACF}"/>
                </a:ext>
              </a:extLst>
            </p:cNvPr>
            <p:cNvGrpSpPr/>
            <p:nvPr/>
          </p:nvGrpSpPr>
          <p:grpSpPr>
            <a:xfrm rot="-1389532">
              <a:off x="766951" y="2008871"/>
              <a:ext cx="1659012" cy="1653911"/>
              <a:chOff x="991825" y="1680713"/>
              <a:chExt cx="1787560" cy="1782064"/>
            </a:xfrm>
          </p:grpSpPr>
          <p:sp>
            <p:nvSpPr>
              <p:cNvPr id="1219" name="Google Shape;1219;p45">
                <a:extLst>
                  <a:ext uri="{FF2B5EF4-FFF2-40B4-BE49-F238E27FC236}">
                    <a16:creationId xmlns:a16="http://schemas.microsoft.com/office/drawing/2014/main" id="{68898E1F-C67D-FBBB-FA6E-D2F24097CF30}"/>
                  </a:ext>
                </a:extLst>
              </p:cNvPr>
              <p:cNvSpPr/>
              <p:nvPr/>
            </p:nvSpPr>
            <p:spPr>
              <a:xfrm>
                <a:off x="997314" y="1680713"/>
                <a:ext cx="1782071" cy="1778380"/>
              </a:xfrm>
              <a:custGeom>
                <a:avLst/>
                <a:gdLst/>
                <a:ahLst/>
                <a:cxnLst/>
                <a:rect l="l" t="t" r="r" b="b"/>
                <a:pathLst>
                  <a:path w="18830" h="18791" extrusionOk="0">
                    <a:moveTo>
                      <a:pt x="9438" y="0"/>
                    </a:moveTo>
                    <a:cubicBezTo>
                      <a:pt x="9414" y="0"/>
                      <a:pt x="9390" y="0"/>
                      <a:pt x="9366" y="0"/>
                    </a:cubicBezTo>
                    <a:cubicBezTo>
                      <a:pt x="4176" y="20"/>
                      <a:pt x="1" y="4254"/>
                      <a:pt x="1" y="9425"/>
                    </a:cubicBezTo>
                    <a:cubicBezTo>
                      <a:pt x="20" y="14610"/>
                      <a:pt x="4196" y="18790"/>
                      <a:pt x="9372" y="18790"/>
                    </a:cubicBezTo>
                    <a:cubicBezTo>
                      <a:pt x="9396" y="18790"/>
                      <a:pt x="9420" y="18790"/>
                      <a:pt x="9445" y="18790"/>
                    </a:cubicBezTo>
                    <a:cubicBezTo>
                      <a:pt x="14635" y="18771"/>
                      <a:pt x="18830" y="14556"/>
                      <a:pt x="18810" y="9366"/>
                    </a:cubicBezTo>
                    <a:cubicBezTo>
                      <a:pt x="18771" y="4180"/>
                      <a:pt x="14595" y="0"/>
                      <a:pt x="94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5">
                <a:extLst>
                  <a:ext uri="{FF2B5EF4-FFF2-40B4-BE49-F238E27FC236}">
                    <a16:creationId xmlns:a16="http://schemas.microsoft.com/office/drawing/2014/main" id="{F465217D-C934-E3B5-3401-9823E5E887FA}"/>
                  </a:ext>
                </a:extLst>
              </p:cNvPr>
              <p:cNvSpPr/>
              <p:nvPr/>
            </p:nvSpPr>
            <p:spPr>
              <a:xfrm>
                <a:off x="1036115" y="1682511"/>
                <a:ext cx="1743269" cy="927093"/>
              </a:xfrm>
              <a:custGeom>
                <a:avLst/>
                <a:gdLst/>
                <a:ahLst/>
                <a:cxnLst/>
                <a:rect l="l" t="t" r="r" b="b"/>
                <a:pathLst>
                  <a:path w="18420" h="9796" extrusionOk="0">
                    <a:moveTo>
                      <a:pt x="9012" y="1"/>
                    </a:moveTo>
                    <a:cubicBezTo>
                      <a:pt x="9000" y="1"/>
                      <a:pt x="8988" y="1"/>
                      <a:pt x="8976" y="1"/>
                    </a:cubicBezTo>
                    <a:cubicBezTo>
                      <a:pt x="4722" y="20"/>
                      <a:pt x="1152" y="2850"/>
                      <a:pt x="1" y="6732"/>
                    </a:cubicBezTo>
                    <a:lnTo>
                      <a:pt x="1" y="6732"/>
                    </a:lnTo>
                    <a:cubicBezTo>
                      <a:pt x="1425" y="3318"/>
                      <a:pt x="4839" y="898"/>
                      <a:pt x="8800" y="879"/>
                    </a:cubicBezTo>
                    <a:cubicBezTo>
                      <a:pt x="8813" y="879"/>
                      <a:pt x="8826" y="879"/>
                      <a:pt x="8838" y="879"/>
                    </a:cubicBezTo>
                    <a:cubicBezTo>
                      <a:pt x="13953" y="879"/>
                      <a:pt x="18128" y="4813"/>
                      <a:pt x="18420" y="9796"/>
                    </a:cubicBezTo>
                    <a:lnTo>
                      <a:pt x="18420" y="9367"/>
                    </a:lnTo>
                    <a:cubicBezTo>
                      <a:pt x="18400" y="4188"/>
                      <a:pt x="14186" y="1"/>
                      <a:pt x="9012" y="1"/>
                    </a:cubicBez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5">
                <a:extLst>
                  <a:ext uri="{FF2B5EF4-FFF2-40B4-BE49-F238E27FC236}">
                    <a16:creationId xmlns:a16="http://schemas.microsoft.com/office/drawing/2014/main" id="{6801AFFF-89B5-1D2E-E95A-A903E1BDBC4F}"/>
                  </a:ext>
                </a:extLst>
              </p:cNvPr>
              <p:cNvSpPr/>
              <p:nvPr/>
            </p:nvSpPr>
            <p:spPr>
              <a:xfrm>
                <a:off x="997314" y="1926296"/>
                <a:ext cx="1673141" cy="1536480"/>
              </a:xfrm>
              <a:custGeom>
                <a:avLst/>
                <a:gdLst/>
                <a:ahLst/>
                <a:cxnLst/>
                <a:rect l="l" t="t" r="r" b="b"/>
                <a:pathLst>
                  <a:path w="17679" h="16235" extrusionOk="0">
                    <a:moveTo>
                      <a:pt x="2928" y="0"/>
                    </a:moveTo>
                    <a:lnTo>
                      <a:pt x="2928" y="0"/>
                    </a:lnTo>
                    <a:cubicBezTo>
                      <a:pt x="1113" y="1737"/>
                      <a:pt x="1" y="4156"/>
                      <a:pt x="1" y="6869"/>
                    </a:cubicBezTo>
                    <a:cubicBezTo>
                      <a:pt x="20" y="12047"/>
                      <a:pt x="4215" y="16234"/>
                      <a:pt x="9408" y="16234"/>
                    </a:cubicBezTo>
                    <a:cubicBezTo>
                      <a:pt x="9420" y="16234"/>
                      <a:pt x="9432" y="16234"/>
                      <a:pt x="9445" y="16234"/>
                    </a:cubicBezTo>
                    <a:cubicBezTo>
                      <a:pt x="12996" y="16234"/>
                      <a:pt x="16098" y="14224"/>
                      <a:pt x="17678" y="11278"/>
                    </a:cubicBezTo>
                    <a:lnTo>
                      <a:pt x="17678" y="11278"/>
                    </a:lnTo>
                    <a:cubicBezTo>
                      <a:pt x="16020" y="12859"/>
                      <a:pt x="13757" y="13854"/>
                      <a:pt x="11240" y="13854"/>
                    </a:cubicBezTo>
                    <a:cubicBezTo>
                      <a:pt x="11216" y="13854"/>
                      <a:pt x="11192" y="13854"/>
                      <a:pt x="11168" y="13854"/>
                    </a:cubicBezTo>
                    <a:cubicBezTo>
                      <a:pt x="6011" y="13854"/>
                      <a:pt x="1835" y="9674"/>
                      <a:pt x="1796" y="4488"/>
                    </a:cubicBezTo>
                    <a:cubicBezTo>
                      <a:pt x="1796" y="2869"/>
                      <a:pt x="2225" y="1347"/>
                      <a:pt x="2928" y="0"/>
                    </a:cubicBezTo>
                    <a:close/>
                  </a:path>
                </a:pathLst>
              </a:custGeom>
              <a:solidFill>
                <a:srgbClr val="052E3A">
                  <a:alpha val="21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5">
                <a:extLst>
                  <a:ext uri="{FF2B5EF4-FFF2-40B4-BE49-F238E27FC236}">
                    <a16:creationId xmlns:a16="http://schemas.microsoft.com/office/drawing/2014/main" id="{FAA8FB5D-339B-A9B1-2D63-E86D0FF17615}"/>
                  </a:ext>
                </a:extLst>
              </p:cNvPr>
              <p:cNvSpPr/>
              <p:nvPr/>
            </p:nvSpPr>
            <p:spPr>
              <a:xfrm>
                <a:off x="997314" y="1841312"/>
                <a:ext cx="871729" cy="1412786"/>
              </a:xfrm>
              <a:custGeom>
                <a:avLst/>
                <a:gdLst/>
                <a:ahLst/>
                <a:cxnLst/>
                <a:rect l="l" t="t" r="r" b="b"/>
                <a:pathLst>
                  <a:path w="9211" h="14928" extrusionOk="0">
                    <a:moveTo>
                      <a:pt x="4098" y="1"/>
                    </a:moveTo>
                    <a:lnTo>
                      <a:pt x="3884" y="137"/>
                    </a:lnTo>
                    <a:lnTo>
                      <a:pt x="3825" y="196"/>
                    </a:lnTo>
                    <a:cubicBezTo>
                      <a:pt x="3747" y="235"/>
                      <a:pt x="3708" y="274"/>
                      <a:pt x="3650" y="313"/>
                    </a:cubicBezTo>
                    <a:cubicBezTo>
                      <a:pt x="3650" y="333"/>
                      <a:pt x="3630" y="333"/>
                      <a:pt x="3610" y="372"/>
                    </a:cubicBezTo>
                    <a:cubicBezTo>
                      <a:pt x="3552" y="391"/>
                      <a:pt x="3493" y="430"/>
                      <a:pt x="3435" y="489"/>
                    </a:cubicBezTo>
                    <a:cubicBezTo>
                      <a:pt x="3415" y="489"/>
                      <a:pt x="3415" y="508"/>
                      <a:pt x="3396" y="508"/>
                    </a:cubicBezTo>
                    <a:cubicBezTo>
                      <a:pt x="3259" y="606"/>
                      <a:pt x="3123" y="723"/>
                      <a:pt x="3006" y="859"/>
                    </a:cubicBezTo>
                    <a:lnTo>
                      <a:pt x="2947" y="898"/>
                    </a:lnTo>
                    <a:lnTo>
                      <a:pt x="2811" y="1055"/>
                    </a:lnTo>
                    <a:lnTo>
                      <a:pt x="2752" y="1094"/>
                    </a:lnTo>
                    <a:lnTo>
                      <a:pt x="2615" y="1250"/>
                    </a:lnTo>
                    <a:cubicBezTo>
                      <a:pt x="2576" y="1269"/>
                      <a:pt x="2557" y="1269"/>
                      <a:pt x="2557" y="1289"/>
                    </a:cubicBezTo>
                    <a:cubicBezTo>
                      <a:pt x="2440" y="1406"/>
                      <a:pt x="2323" y="1562"/>
                      <a:pt x="2186" y="1679"/>
                    </a:cubicBezTo>
                    <a:lnTo>
                      <a:pt x="2147" y="1737"/>
                    </a:lnTo>
                    <a:cubicBezTo>
                      <a:pt x="2089" y="1776"/>
                      <a:pt x="2069" y="1835"/>
                      <a:pt x="2030" y="1874"/>
                    </a:cubicBezTo>
                    <a:cubicBezTo>
                      <a:pt x="1991" y="1874"/>
                      <a:pt x="1991" y="1894"/>
                      <a:pt x="1971" y="1933"/>
                    </a:cubicBezTo>
                    <a:cubicBezTo>
                      <a:pt x="1932" y="1991"/>
                      <a:pt x="1893" y="2050"/>
                      <a:pt x="1854" y="2089"/>
                    </a:cubicBezTo>
                    <a:cubicBezTo>
                      <a:pt x="1854" y="2128"/>
                      <a:pt x="1835" y="2128"/>
                      <a:pt x="1835" y="2147"/>
                    </a:cubicBezTo>
                    <a:lnTo>
                      <a:pt x="1542" y="2576"/>
                    </a:lnTo>
                    <a:cubicBezTo>
                      <a:pt x="1503" y="2576"/>
                      <a:pt x="1503" y="2615"/>
                      <a:pt x="1484" y="2635"/>
                    </a:cubicBezTo>
                    <a:cubicBezTo>
                      <a:pt x="1464" y="2713"/>
                      <a:pt x="1406" y="2752"/>
                      <a:pt x="1386" y="2811"/>
                    </a:cubicBezTo>
                    <a:cubicBezTo>
                      <a:pt x="1367" y="2830"/>
                      <a:pt x="1367" y="2850"/>
                      <a:pt x="1347" y="2869"/>
                    </a:cubicBezTo>
                    <a:cubicBezTo>
                      <a:pt x="1308" y="2928"/>
                      <a:pt x="1269" y="3006"/>
                      <a:pt x="1250" y="3045"/>
                    </a:cubicBezTo>
                    <a:cubicBezTo>
                      <a:pt x="1250" y="3045"/>
                      <a:pt x="1211" y="3064"/>
                      <a:pt x="1211" y="3103"/>
                    </a:cubicBezTo>
                    <a:cubicBezTo>
                      <a:pt x="1172" y="3162"/>
                      <a:pt x="1152" y="3240"/>
                      <a:pt x="1093" y="3318"/>
                    </a:cubicBezTo>
                    <a:cubicBezTo>
                      <a:pt x="1054" y="3396"/>
                      <a:pt x="1015" y="3454"/>
                      <a:pt x="976" y="3533"/>
                    </a:cubicBezTo>
                    <a:cubicBezTo>
                      <a:pt x="976" y="3552"/>
                      <a:pt x="957" y="3591"/>
                      <a:pt x="957" y="3611"/>
                    </a:cubicBezTo>
                    <a:cubicBezTo>
                      <a:pt x="918" y="3650"/>
                      <a:pt x="898" y="3728"/>
                      <a:pt x="879" y="3786"/>
                    </a:cubicBezTo>
                    <a:cubicBezTo>
                      <a:pt x="879" y="3806"/>
                      <a:pt x="859" y="3825"/>
                      <a:pt x="859" y="3845"/>
                    </a:cubicBezTo>
                    <a:cubicBezTo>
                      <a:pt x="820" y="3903"/>
                      <a:pt x="801" y="3981"/>
                      <a:pt x="781" y="4020"/>
                    </a:cubicBezTo>
                    <a:cubicBezTo>
                      <a:pt x="781" y="4040"/>
                      <a:pt x="762" y="4079"/>
                      <a:pt x="762" y="4098"/>
                    </a:cubicBezTo>
                    <a:cubicBezTo>
                      <a:pt x="723" y="4176"/>
                      <a:pt x="684" y="4274"/>
                      <a:pt x="664" y="4333"/>
                    </a:cubicBezTo>
                    <a:cubicBezTo>
                      <a:pt x="606" y="4411"/>
                      <a:pt x="586" y="4508"/>
                      <a:pt x="567" y="4586"/>
                    </a:cubicBezTo>
                    <a:cubicBezTo>
                      <a:pt x="567" y="4606"/>
                      <a:pt x="528" y="4625"/>
                      <a:pt x="528" y="4664"/>
                    </a:cubicBezTo>
                    <a:cubicBezTo>
                      <a:pt x="528" y="4703"/>
                      <a:pt x="508" y="4781"/>
                      <a:pt x="489" y="4820"/>
                    </a:cubicBezTo>
                    <a:cubicBezTo>
                      <a:pt x="489" y="4859"/>
                      <a:pt x="469" y="4879"/>
                      <a:pt x="469" y="4898"/>
                    </a:cubicBezTo>
                    <a:cubicBezTo>
                      <a:pt x="430" y="4957"/>
                      <a:pt x="430" y="5015"/>
                      <a:pt x="411" y="5074"/>
                    </a:cubicBezTo>
                    <a:cubicBezTo>
                      <a:pt x="411" y="5093"/>
                      <a:pt x="391" y="5113"/>
                      <a:pt x="391" y="5152"/>
                    </a:cubicBezTo>
                    <a:cubicBezTo>
                      <a:pt x="372" y="5250"/>
                      <a:pt x="333" y="5308"/>
                      <a:pt x="313" y="5406"/>
                    </a:cubicBezTo>
                    <a:cubicBezTo>
                      <a:pt x="313" y="5484"/>
                      <a:pt x="293" y="5581"/>
                      <a:pt x="274" y="5659"/>
                    </a:cubicBezTo>
                    <a:cubicBezTo>
                      <a:pt x="235" y="5679"/>
                      <a:pt x="235" y="5698"/>
                      <a:pt x="235" y="5737"/>
                    </a:cubicBezTo>
                    <a:cubicBezTo>
                      <a:pt x="215" y="5796"/>
                      <a:pt x="215" y="5854"/>
                      <a:pt x="196" y="5932"/>
                    </a:cubicBezTo>
                    <a:cubicBezTo>
                      <a:pt x="176" y="5952"/>
                      <a:pt x="176" y="5991"/>
                      <a:pt x="176" y="6030"/>
                    </a:cubicBezTo>
                    <a:cubicBezTo>
                      <a:pt x="176" y="6089"/>
                      <a:pt x="137" y="6147"/>
                      <a:pt x="137" y="6225"/>
                    </a:cubicBezTo>
                    <a:cubicBezTo>
                      <a:pt x="118" y="6245"/>
                      <a:pt x="118" y="6264"/>
                      <a:pt x="118" y="6284"/>
                    </a:cubicBezTo>
                    <a:cubicBezTo>
                      <a:pt x="98" y="6381"/>
                      <a:pt x="79" y="6459"/>
                      <a:pt x="79" y="6557"/>
                    </a:cubicBezTo>
                    <a:cubicBezTo>
                      <a:pt x="79" y="6654"/>
                      <a:pt x="40" y="6732"/>
                      <a:pt x="40" y="6830"/>
                    </a:cubicBezTo>
                    <a:lnTo>
                      <a:pt x="40" y="6908"/>
                    </a:lnTo>
                    <a:cubicBezTo>
                      <a:pt x="20" y="6986"/>
                      <a:pt x="20" y="7025"/>
                      <a:pt x="20" y="7103"/>
                    </a:cubicBezTo>
                    <a:lnTo>
                      <a:pt x="20" y="7201"/>
                    </a:lnTo>
                    <a:lnTo>
                      <a:pt x="20" y="7396"/>
                    </a:lnTo>
                    <a:cubicBezTo>
                      <a:pt x="20" y="7415"/>
                      <a:pt x="1" y="7435"/>
                      <a:pt x="40" y="7630"/>
                    </a:cubicBezTo>
                    <a:lnTo>
                      <a:pt x="40" y="7903"/>
                    </a:lnTo>
                    <a:lnTo>
                      <a:pt x="40" y="8137"/>
                    </a:lnTo>
                    <a:lnTo>
                      <a:pt x="40" y="8215"/>
                    </a:lnTo>
                    <a:lnTo>
                      <a:pt x="40" y="8391"/>
                    </a:lnTo>
                    <a:lnTo>
                      <a:pt x="40" y="8489"/>
                    </a:lnTo>
                    <a:lnTo>
                      <a:pt x="40" y="8625"/>
                    </a:lnTo>
                    <a:lnTo>
                      <a:pt x="40" y="8723"/>
                    </a:lnTo>
                    <a:cubicBezTo>
                      <a:pt x="59" y="8781"/>
                      <a:pt x="59" y="8820"/>
                      <a:pt x="59" y="8879"/>
                    </a:cubicBezTo>
                    <a:lnTo>
                      <a:pt x="59" y="8976"/>
                    </a:lnTo>
                    <a:cubicBezTo>
                      <a:pt x="59" y="9015"/>
                      <a:pt x="98" y="9074"/>
                      <a:pt x="98" y="9113"/>
                    </a:cubicBezTo>
                    <a:cubicBezTo>
                      <a:pt x="118" y="9152"/>
                      <a:pt x="118" y="9191"/>
                      <a:pt x="118" y="9210"/>
                    </a:cubicBezTo>
                    <a:cubicBezTo>
                      <a:pt x="118" y="9269"/>
                      <a:pt x="137" y="9308"/>
                      <a:pt x="137" y="9367"/>
                    </a:cubicBezTo>
                    <a:cubicBezTo>
                      <a:pt x="157" y="9386"/>
                      <a:pt x="157" y="9445"/>
                      <a:pt x="157" y="9464"/>
                    </a:cubicBezTo>
                    <a:cubicBezTo>
                      <a:pt x="157" y="9503"/>
                      <a:pt x="196" y="9562"/>
                      <a:pt x="196" y="9601"/>
                    </a:cubicBezTo>
                    <a:cubicBezTo>
                      <a:pt x="196" y="9640"/>
                      <a:pt x="215" y="9679"/>
                      <a:pt x="215" y="9698"/>
                    </a:cubicBezTo>
                    <a:cubicBezTo>
                      <a:pt x="215" y="9757"/>
                      <a:pt x="235" y="9796"/>
                      <a:pt x="235" y="9854"/>
                    </a:cubicBezTo>
                    <a:cubicBezTo>
                      <a:pt x="254" y="9874"/>
                      <a:pt x="254" y="9893"/>
                      <a:pt x="254" y="9932"/>
                    </a:cubicBezTo>
                    <a:cubicBezTo>
                      <a:pt x="293" y="9971"/>
                      <a:pt x="293" y="10049"/>
                      <a:pt x="313" y="10088"/>
                    </a:cubicBezTo>
                    <a:cubicBezTo>
                      <a:pt x="333" y="10088"/>
                      <a:pt x="333" y="10127"/>
                      <a:pt x="333" y="10147"/>
                    </a:cubicBezTo>
                    <a:cubicBezTo>
                      <a:pt x="391" y="10323"/>
                      <a:pt x="430" y="10479"/>
                      <a:pt x="489" y="10635"/>
                    </a:cubicBezTo>
                    <a:cubicBezTo>
                      <a:pt x="508" y="10654"/>
                      <a:pt x="508" y="10654"/>
                      <a:pt x="508" y="10674"/>
                    </a:cubicBezTo>
                    <a:cubicBezTo>
                      <a:pt x="528" y="10752"/>
                      <a:pt x="547" y="10810"/>
                      <a:pt x="586" y="10869"/>
                    </a:cubicBezTo>
                    <a:cubicBezTo>
                      <a:pt x="586" y="10908"/>
                      <a:pt x="606" y="10927"/>
                      <a:pt x="606" y="10947"/>
                    </a:cubicBezTo>
                    <a:cubicBezTo>
                      <a:pt x="606" y="11025"/>
                      <a:pt x="625" y="11064"/>
                      <a:pt x="645" y="11123"/>
                    </a:cubicBezTo>
                    <a:cubicBezTo>
                      <a:pt x="645" y="11142"/>
                      <a:pt x="684" y="11162"/>
                      <a:pt x="684" y="11201"/>
                    </a:cubicBezTo>
                    <a:cubicBezTo>
                      <a:pt x="684" y="11240"/>
                      <a:pt x="703" y="11298"/>
                      <a:pt x="723" y="11337"/>
                    </a:cubicBezTo>
                    <a:cubicBezTo>
                      <a:pt x="723" y="11357"/>
                      <a:pt x="742" y="11396"/>
                      <a:pt x="742" y="11415"/>
                    </a:cubicBezTo>
                    <a:lnTo>
                      <a:pt x="820" y="11552"/>
                    </a:lnTo>
                    <a:cubicBezTo>
                      <a:pt x="820" y="11591"/>
                      <a:pt x="840" y="11610"/>
                      <a:pt x="840" y="11630"/>
                    </a:cubicBezTo>
                    <a:lnTo>
                      <a:pt x="918" y="11786"/>
                    </a:lnTo>
                    <a:cubicBezTo>
                      <a:pt x="918" y="11805"/>
                      <a:pt x="937" y="11825"/>
                      <a:pt x="937" y="11845"/>
                    </a:cubicBezTo>
                    <a:cubicBezTo>
                      <a:pt x="976" y="11923"/>
                      <a:pt x="996" y="11981"/>
                      <a:pt x="1015" y="12020"/>
                    </a:cubicBezTo>
                    <a:cubicBezTo>
                      <a:pt x="1015" y="12020"/>
                      <a:pt x="1054" y="12040"/>
                      <a:pt x="1054" y="12079"/>
                    </a:cubicBezTo>
                    <a:cubicBezTo>
                      <a:pt x="1074" y="12118"/>
                      <a:pt x="1113" y="12196"/>
                      <a:pt x="1152" y="12235"/>
                    </a:cubicBezTo>
                    <a:cubicBezTo>
                      <a:pt x="1152" y="12274"/>
                      <a:pt x="1172" y="12274"/>
                      <a:pt x="1172" y="12293"/>
                    </a:cubicBezTo>
                    <a:cubicBezTo>
                      <a:pt x="1308" y="12566"/>
                      <a:pt x="1484" y="12859"/>
                      <a:pt x="1679" y="13113"/>
                    </a:cubicBezTo>
                    <a:lnTo>
                      <a:pt x="1698" y="13152"/>
                    </a:lnTo>
                    <a:cubicBezTo>
                      <a:pt x="1757" y="13191"/>
                      <a:pt x="1776" y="13269"/>
                      <a:pt x="1835" y="13308"/>
                    </a:cubicBezTo>
                    <a:lnTo>
                      <a:pt x="1854" y="13347"/>
                    </a:lnTo>
                    <a:cubicBezTo>
                      <a:pt x="1893" y="13405"/>
                      <a:pt x="1932" y="13464"/>
                      <a:pt x="1971" y="13503"/>
                    </a:cubicBezTo>
                    <a:lnTo>
                      <a:pt x="1991" y="13542"/>
                    </a:lnTo>
                    <a:cubicBezTo>
                      <a:pt x="2050" y="13581"/>
                      <a:pt x="2069" y="13640"/>
                      <a:pt x="2128" y="13679"/>
                    </a:cubicBezTo>
                    <a:lnTo>
                      <a:pt x="2147" y="13698"/>
                    </a:lnTo>
                    <a:cubicBezTo>
                      <a:pt x="2167" y="13757"/>
                      <a:pt x="2225" y="13796"/>
                      <a:pt x="2264" y="13854"/>
                    </a:cubicBezTo>
                    <a:lnTo>
                      <a:pt x="2284" y="13874"/>
                    </a:lnTo>
                    <a:cubicBezTo>
                      <a:pt x="2342" y="13952"/>
                      <a:pt x="2381" y="13991"/>
                      <a:pt x="2440" y="14049"/>
                    </a:cubicBezTo>
                    <a:lnTo>
                      <a:pt x="2459" y="14069"/>
                    </a:lnTo>
                    <a:cubicBezTo>
                      <a:pt x="2537" y="14127"/>
                      <a:pt x="2576" y="14186"/>
                      <a:pt x="2635" y="14244"/>
                    </a:cubicBezTo>
                    <a:cubicBezTo>
                      <a:pt x="2850" y="14479"/>
                      <a:pt x="3103" y="14713"/>
                      <a:pt x="3337" y="14927"/>
                    </a:cubicBezTo>
                    <a:cubicBezTo>
                      <a:pt x="3259" y="14420"/>
                      <a:pt x="3025" y="13854"/>
                      <a:pt x="2752" y="13171"/>
                    </a:cubicBezTo>
                    <a:cubicBezTo>
                      <a:pt x="2342" y="12118"/>
                      <a:pt x="2811" y="12079"/>
                      <a:pt x="3240" y="11240"/>
                    </a:cubicBezTo>
                    <a:cubicBezTo>
                      <a:pt x="3689" y="10420"/>
                      <a:pt x="4469" y="10908"/>
                      <a:pt x="5308" y="9893"/>
                    </a:cubicBezTo>
                    <a:cubicBezTo>
                      <a:pt x="6167" y="8879"/>
                      <a:pt x="5464" y="7942"/>
                      <a:pt x="5796" y="7513"/>
                    </a:cubicBezTo>
                    <a:cubicBezTo>
                      <a:pt x="5863" y="7424"/>
                      <a:pt x="5946" y="7393"/>
                      <a:pt x="6045" y="7393"/>
                    </a:cubicBezTo>
                    <a:cubicBezTo>
                      <a:pt x="6255" y="7393"/>
                      <a:pt x="6536" y="7530"/>
                      <a:pt x="6881" y="7530"/>
                    </a:cubicBezTo>
                    <a:cubicBezTo>
                      <a:pt x="7225" y="7530"/>
                      <a:pt x="7633" y="7394"/>
                      <a:pt x="8098" y="6850"/>
                    </a:cubicBezTo>
                    <a:cubicBezTo>
                      <a:pt x="9210" y="5503"/>
                      <a:pt x="8313" y="4801"/>
                      <a:pt x="7786" y="4176"/>
                    </a:cubicBezTo>
                    <a:cubicBezTo>
                      <a:pt x="7220" y="3533"/>
                      <a:pt x="6674" y="4020"/>
                      <a:pt x="6362" y="2947"/>
                    </a:cubicBezTo>
                    <a:cubicBezTo>
                      <a:pt x="6049" y="1874"/>
                      <a:pt x="4996" y="2089"/>
                      <a:pt x="4508" y="1991"/>
                    </a:cubicBezTo>
                    <a:cubicBezTo>
                      <a:pt x="4020" y="1894"/>
                      <a:pt x="4098" y="1"/>
                      <a:pt x="40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5">
                <a:extLst>
                  <a:ext uri="{FF2B5EF4-FFF2-40B4-BE49-F238E27FC236}">
                    <a16:creationId xmlns:a16="http://schemas.microsoft.com/office/drawing/2014/main" id="{D0C48AAC-4D48-7135-8BD0-D2D8A2A2917B}"/>
                  </a:ext>
                </a:extLst>
              </p:cNvPr>
              <p:cNvSpPr/>
              <p:nvPr/>
            </p:nvSpPr>
            <p:spPr>
              <a:xfrm>
                <a:off x="991825" y="1931785"/>
                <a:ext cx="330578" cy="1320417"/>
              </a:xfrm>
              <a:custGeom>
                <a:avLst/>
                <a:gdLst/>
                <a:ahLst/>
                <a:cxnLst/>
                <a:rect l="l" t="t" r="r" b="b"/>
                <a:pathLst>
                  <a:path w="3493" h="13952" extrusionOk="0">
                    <a:moveTo>
                      <a:pt x="2869" y="1"/>
                    </a:moveTo>
                    <a:cubicBezTo>
                      <a:pt x="2866" y="5"/>
                      <a:pt x="2864" y="9"/>
                      <a:pt x="2862" y="12"/>
                    </a:cubicBezTo>
                    <a:lnTo>
                      <a:pt x="2862" y="12"/>
                    </a:lnTo>
                    <a:cubicBezTo>
                      <a:pt x="2866" y="9"/>
                      <a:pt x="2869" y="6"/>
                      <a:pt x="2869" y="1"/>
                    </a:cubicBezTo>
                    <a:close/>
                    <a:moveTo>
                      <a:pt x="2862" y="12"/>
                    </a:moveTo>
                    <a:cubicBezTo>
                      <a:pt x="2851" y="22"/>
                      <a:pt x="2825" y="25"/>
                      <a:pt x="2810" y="40"/>
                    </a:cubicBezTo>
                    <a:lnTo>
                      <a:pt x="2712" y="138"/>
                    </a:lnTo>
                    <a:lnTo>
                      <a:pt x="2615" y="235"/>
                    </a:lnTo>
                    <a:lnTo>
                      <a:pt x="2537" y="313"/>
                    </a:lnTo>
                    <a:cubicBezTo>
                      <a:pt x="2498" y="372"/>
                      <a:pt x="2420" y="411"/>
                      <a:pt x="2381" y="489"/>
                    </a:cubicBezTo>
                    <a:cubicBezTo>
                      <a:pt x="2381" y="508"/>
                      <a:pt x="2342" y="508"/>
                      <a:pt x="2342" y="528"/>
                    </a:cubicBezTo>
                    <a:cubicBezTo>
                      <a:pt x="2322" y="586"/>
                      <a:pt x="2283" y="625"/>
                      <a:pt x="2225" y="684"/>
                    </a:cubicBezTo>
                    <a:cubicBezTo>
                      <a:pt x="2205" y="703"/>
                      <a:pt x="2186" y="762"/>
                      <a:pt x="2147" y="781"/>
                    </a:cubicBezTo>
                    <a:cubicBezTo>
                      <a:pt x="2108" y="801"/>
                      <a:pt x="2088" y="859"/>
                      <a:pt x="2049" y="879"/>
                    </a:cubicBezTo>
                    <a:cubicBezTo>
                      <a:pt x="2029" y="899"/>
                      <a:pt x="2010" y="957"/>
                      <a:pt x="1990" y="977"/>
                    </a:cubicBezTo>
                    <a:cubicBezTo>
                      <a:pt x="1951" y="996"/>
                      <a:pt x="1932" y="1055"/>
                      <a:pt x="1912" y="1074"/>
                    </a:cubicBezTo>
                    <a:cubicBezTo>
                      <a:pt x="1893" y="1094"/>
                      <a:pt x="1854" y="1152"/>
                      <a:pt x="1834" y="1172"/>
                    </a:cubicBezTo>
                    <a:cubicBezTo>
                      <a:pt x="1815" y="1211"/>
                      <a:pt x="1756" y="1269"/>
                      <a:pt x="1737" y="1308"/>
                    </a:cubicBezTo>
                    <a:cubicBezTo>
                      <a:pt x="1717" y="1347"/>
                      <a:pt x="1698" y="1347"/>
                      <a:pt x="1698" y="1367"/>
                    </a:cubicBezTo>
                    <a:lnTo>
                      <a:pt x="1542" y="1581"/>
                    </a:lnTo>
                    <a:cubicBezTo>
                      <a:pt x="1542" y="1601"/>
                      <a:pt x="1522" y="1640"/>
                      <a:pt x="1503" y="1659"/>
                    </a:cubicBezTo>
                    <a:cubicBezTo>
                      <a:pt x="1464" y="1698"/>
                      <a:pt x="1444" y="1738"/>
                      <a:pt x="1425" y="1777"/>
                    </a:cubicBezTo>
                    <a:cubicBezTo>
                      <a:pt x="1405" y="1796"/>
                      <a:pt x="1366" y="1855"/>
                      <a:pt x="1347" y="1874"/>
                    </a:cubicBezTo>
                    <a:cubicBezTo>
                      <a:pt x="1327" y="1933"/>
                      <a:pt x="1308" y="1952"/>
                      <a:pt x="1269" y="1991"/>
                    </a:cubicBezTo>
                    <a:cubicBezTo>
                      <a:pt x="1269" y="2030"/>
                      <a:pt x="1249" y="2069"/>
                      <a:pt x="1230" y="2089"/>
                    </a:cubicBezTo>
                    <a:cubicBezTo>
                      <a:pt x="1210" y="2147"/>
                      <a:pt x="1171" y="2167"/>
                      <a:pt x="1151" y="2225"/>
                    </a:cubicBezTo>
                    <a:cubicBezTo>
                      <a:pt x="1151" y="2245"/>
                      <a:pt x="1132" y="2284"/>
                      <a:pt x="1112" y="2323"/>
                    </a:cubicBezTo>
                    <a:lnTo>
                      <a:pt x="1034" y="2459"/>
                    </a:lnTo>
                    <a:cubicBezTo>
                      <a:pt x="1034" y="2479"/>
                      <a:pt x="1015" y="2518"/>
                      <a:pt x="1015" y="2537"/>
                    </a:cubicBezTo>
                    <a:cubicBezTo>
                      <a:pt x="1015" y="2557"/>
                      <a:pt x="976" y="2557"/>
                      <a:pt x="976" y="2577"/>
                    </a:cubicBezTo>
                    <a:cubicBezTo>
                      <a:pt x="956" y="2635"/>
                      <a:pt x="937" y="2713"/>
                      <a:pt x="917" y="2752"/>
                    </a:cubicBezTo>
                    <a:cubicBezTo>
                      <a:pt x="917" y="2752"/>
                      <a:pt x="878" y="2772"/>
                      <a:pt x="878" y="2811"/>
                    </a:cubicBezTo>
                    <a:cubicBezTo>
                      <a:pt x="878" y="2830"/>
                      <a:pt x="859" y="2830"/>
                      <a:pt x="859" y="2850"/>
                    </a:cubicBezTo>
                    <a:lnTo>
                      <a:pt x="781" y="3006"/>
                    </a:lnTo>
                    <a:lnTo>
                      <a:pt x="781" y="3025"/>
                    </a:lnTo>
                    <a:cubicBezTo>
                      <a:pt x="761" y="3045"/>
                      <a:pt x="761" y="3103"/>
                      <a:pt x="742" y="3123"/>
                    </a:cubicBezTo>
                    <a:cubicBezTo>
                      <a:pt x="742" y="3162"/>
                      <a:pt x="722" y="3220"/>
                      <a:pt x="683" y="3259"/>
                    </a:cubicBezTo>
                    <a:cubicBezTo>
                      <a:pt x="664" y="3298"/>
                      <a:pt x="664" y="3337"/>
                      <a:pt x="644" y="3357"/>
                    </a:cubicBezTo>
                    <a:cubicBezTo>
                      <a:pt x="644" y="3416"/>
                      <a:pt x="625" y="3455"/>
                      <a:pt x="586" y="3513"/>
                    </a:cubicBezTo>
                    <a:cubicBezTo>
                      <a:pt x="586" y="3533"/>
                      <a:pt x="566" y="3552"/>
                      <a:pt x="566" y="3591"/>
                    </a:cubicBezTo>
                    <a:cubicBezTo>
                      <a:pt x="547" y="3611"/>
                      <a:pt x="547" y="3611"/>
                      <a:pt x="547" y="3630"/>
                    </a:cubicBezTo>
                    <a:cubicBezTo>
                      <a:pt x="547" y="3689"/>
                      <a:pt x="527" y="3747"/>
                      <a:pt x="488" y="3806"/>
                    </a:cubicBezTo>
                    <a:lnTo>
                      <a:pt x="488" y="3825"/>
                    </a:lnTo>
                    <a:cubicBezTo>
                      <a:pt x="488" y="3845"/>
                      <a:pt x="469" y="3884"/>
                      <a:pt x="469" y="3903"/>
                    </a:cubicBezTo>
                    <a:cubicBezTo>
                      <a:pt x="449" y="3942"/>
                      <a:pt x="449" y="4020"/>
                      <a:pt x="430" y="4079"/>
                    </a:cubicBezTo>
                    <a:cubicBezTo>
                      <a:pt x="391" y="4098"/>
                      <a:pt x="391" y="4098"/>
                      <a:pt x="391" y="4118"/>
                    </a:cubicBezTo>
                    <a:cubicBezTo>
                      <a:pt x="391" y="4137"/>
                      <a:pt x="371" y="4176"/>
                      <a:pt x="371" y="4196"/>
                    </a:cubicBezTo>
                    <a:cubicBezTo>
                      <a:pt x="351" y="4235"/>
                      <a:pt x="351" y="4313"/>
                      <a:pt x="332" y="4372"/>
                    </a:cubicBezTo>
                    <a:cubicBezTo>
                      <a:pt x="332" y="4391"/>
                      <a:pt x="293" y="4430"/>
                      <a:pt x="293" y="4469"/>
                    </a:cubicBezTo>
                    <a:cubicBezTo>
                      <a:pt x="273" y="4508"/>
                      <a:pt x="273" y="4586"/>
                      <a:pt x="254" y="4625"/>
                    </a:cubicBezTo>
                    <a:cubicBezTo>
                      <a:pt x="254" y="4684"/>
                      <a:pt x="234" y="4703"/>
                      <a:pt x="234" y="4723"/>
                    </a:cubicBezTo>
                    <a:lnTo>
                      <a:pt x="234" y="4762"/>
                    </a:lnTo>
                    <a:cubicBezTo>
                      <a:pt x="234" y="4820"/>
                      <a:pt x="195" y="4879"/>
                      <a:pt x="195" y="4918"/>
                    </a:cubicBezTo>
                    <a:lnTo>
                      <a:pt x="195" y="4976"/>
                    </a:lnTo>
                    <a:lnTo>
                      <a:pt x="195" y="5055"/>
                    </a:lnTo>
                    <a:cubicBezTo>
                      <a:pt x="195" y="5113"/>
                      <a:pt x="176" y="5172"/>
                      <a:pt x="176" y="5250"/>
                    </a:cubicBezTo>
                    <a:cubicBezTo>
                      <a:pt x="156" y="5269"/>
                      <a:pt x="156" y="5289"/>
                      <a:pt x="156" y="5308"/>
                    </a:cubicBezTo>
                    <a:cubicBezTo>
                      <a:pt x="156" y="5386"/>
                      <a:pt x="137" y="5484"/>
                      <a:pt x="137" y="5562"/>
                    </a:cubicBezTo>
                    <a:lnTo>
                      <a:pt x="137" y="5659"/>
                    </a:lnTo>
                    <a:cubicBezTo>
                      <a:pt x="137" y="5737"/>
                      <a:pt x="98" y="5776"/>
                      <a:pt x="98" y="5854"/>
                    </a:cubicBezTo>
                    <a:lnTo>
                      <a:pt x="98" y="5952"/>
                    </a:lnTo>
                    <a:cubicBezTo>
                      <a:pt x="78" y="5991"/>
                      <a:pt x="78" y="6069"/>
                      <a:pt x="78" y="6108"/>
                    </a:cubicBezTo>
                    <a:lnTo>
                      <a:pt x="78" y="6186"/>
                    </a:lnTo>
                    <a:lnTo>
                      <a:pt x="78" y="6225"/>
                    </a:lnTo>
                    <a:lnTo>
                      <a:pt x="78" y="6420"/>
                    </a:lnTo>
                    <a:lnTo>
                      <a:pt x="78" y="6459"/>
                    </a:lnTo>
                    <a:cubicBezTo>
                      <a:pt x="78" y="6479"/>
                      <a:pt x="59" y="6479"/>
                      <a:pt x="0" y="6596"/>
                    </a:cubicBezTo>
                    <a:lnTo>
                      <a:pt x="0" y="6869"/>
                    </a:lnTo>
                    <a:lnTo>
                      <a:pt x="0" y="7123"/>
                    </a:lnTo>
                    <a:lnTo>
                      <a:pt x="0" y="7201"/>
                    </a:lnTo>
                    <a:lnTo>
                      <a:pt x="0" y="7357"/>
                    </a:lnTo>
                    <a:lnTo>
                      <a:pt x="0" y="7415"/>
                    </a:lnTo>
                    <a:lnTo>
                      <a:pt x="0" y="7454"/>
                    </a:lnTo>
                    <a:lnTo>
                      <a:pt x="0" y="7611"/>
                    </a:lnTo>
                    <a:lnTo>
                      <a:pt x="0" y="7708"/>
                    </a:lnTo>
                    <a:cubicBezTo>
                      <a:pt x="20" y="7747"/>
                      <a:pt x="20" y="7806"/>
                      <a:pt x="20" y="7845"/>
                    </a:cubicBezTo>
                    <a:lnTo>
                      <a:pt x="20" y="7942"/>
                    </a:lnTo>
                    <a:cubicBezTo>
                      <a:pt x="20" y="8001"/>
                      <a:pt x="59" y="8040"/>
                      <a:pt x="59" y="8098"/>
                    </a:cubicBezTo>
                    <a:cubicBezTo>
                      <a:pt x="78" y="8118"/>
                      <a:pt x="78" y="8157"/>
                      <a:pt x="78" y="8196"/>
                    </a:cubicBezTo>
                    <a:cubicBezTo>
                      <a:pt x="78" y="8235"/>
                      <a:pt x="98" y="8293"/>
                      <a:pt x="98" y="8332"/>
                    </a:cubicBezTo>
                    <a:cubicBezTo>
                      <a:pt x="117" y="8352"/>
                      <a:pt x="117" y="8411"/>
                      <a:pt x="117" y="8430"/>
                    </a:cubicBezTo>
                    <a:cubicBezTo>
                      <a:pt x="117" y="8489"/>
                      <a:pt x="156" y="8528"/>
                      <a:pt x="156" y="8586"/>
                    </a:cubicBezTo>
                    <a:cubicBezTo>
                      <a:pt x="156" y="8606"/>
                      <a:pt x="176" y="8645"/>
                      <a:pt x="176" y="8684"/>
                    </a:cubicBezTo>
                    <a:cubicBezTo>
                      <a:pt x="176" y="8723"/>
                      <a:pt x="195" y="8781"/>
                      <a:pt x="195" y="8820"/>
                    </a:cubicBezTo>
                    <a:lnTo>
                      <a:pt x="195" y="8879"/>
                    </a:lnTo>
                    <a:lnTo>
                      <a:pt x="195" y="8918"/>
                    </a:lnTo>
                    <a:cubicBezTo>
                      <a:pt x="215" y="8976"/>
                      <a:pt x="215" y="9035"/>
                      <a:pt x="254" y="9093"/>
                    </a:cubicBezTo>
                    <a:cubicBezTo>
                      <a:pt x="273" y="9093"/>
                      <a:pt x="273" y="9113"/>
                      <a:pt x="273" y="9132"/>
                    </a:cubicBezTo>
                    <a:cubicBezTo>
                      <a:pt x="312" y="9308"/>
                      <a:pt x="371" y="9484"/>
                      <a:pt x="410" y="9620"/>
                    </a:cubicBezTo>
                    <a:cubicBezTo>
                      <a:pt x="449" y="9659"/>
                      <a:pt x="449" y="9659"/>
                      <a:pt x="449" y="9679"/>
                    </a:cubicBezTo>
                    <a:cubicBezTo>
                      <a:pt x="469" y="9757"/>
                      <a:pt x="488" y="9796"/>
                      <a:pt x="508" y="9874"/>
                    </a:cubicBezTo>
                    <a:cubicBezTo>
                      <a:pt x="508" y="9893"/>
                      <a:pt x="547" y="9913"/>
                      <a:pt x="547" y="9952"/>
                    </a:cubicBezTo>
                    <a:cubicBezTo>
                      <a:pt x="547" y="10010"/>
                      <a:pt x="566" y="10069"/>
                      <a:pt x="586" y="10108"/>
                    </a:cubicBezTo>
                    <a:lnTo>
                      <a:pt x="586" y="10147"/>
                    </a:lnTo>
                    <a:cubicBezTo>
                      <a:pt x="586" y="10167"/>
                      <a:pt x="625" y="10167"/>
                      <a:pt x="625" y="10186"/>
                    </a:cubicBezTo>
                    <a:cubicBezTo>
                      <a:pt x="625" y="10245"/>
                      <a:pt x="644" y="10284"/>
                      <a:pt x="664" y="10342"/>
                    </a:cubicBezTo>
                    <a:cubicBezTo>
                      <a:pt x="664" y="10362"/>
                      <a:pt x="683" y="10381"/>
                      <a:pt x="683" y="10420"/>
                    </a:cubicBezTo>
                    <a:lnTo>
                      <a:pt x="761" y="10557"/>
                    </a:lnTo>
                    <a:cubicBezTo>
                      <a:pt x="761" y="10576"/>
                      <a:pt x="781" y="10615"/>
                      <a:pt x="781" y="10635"/>
                    </a:cubicBezTo>
                    <a:lnTo>
                      <a:pt x="859" y="10771"/>
                    </a:lnTo>
                    <a:cubicBezTo>
                      <a:pt x="859" y="10810"/>
                      <a:pt x="878" y="10810"/>
                      <a:pt x="878" y="10830"/>
                    </a:cubicBezTo>
                    <a:lnTo>
                      <a:pt x="878" y="10849"/>
                    </a:lnTo>
                    <a:cubicBezTo>
                      <a:pt x="917" y="10928"/>
                      <a:pt x="937" y="10967"/>
                      <a:pt x="956" y="11025"/>
                    </a:cubicBezTo>
                    <a:cubicBezTo>
                      <a:pt x="956" y="11025"/>
                      <a:pt x="976" y="11045"/>
                      <a:pt x="976" y="11064"/>
                    </a:cubicBezTo>
                    <a:cubicBezTo>
                      <a:pt x="1034" y="11123"/>
                      <a:pt x="1054" y="11201"/>
                      <a:pt x="1073" y="11240"/>
                    </a:cubicBezTo>
                    <a:lnTo>
                      <a:pt x="1073" y="11259"/>
                    </a:lnTo>
                    <a:lnTo>
                      <a:pt x="1073" y="11298"/>
                    </a:lnTo>
                    <a:cubicBezTo>
                      <a:pt x="1230" y="11552"/>
                      <a:pt x="1405" y="11845"/>
                      <a:pt x="1600" y="12118"/>
                    </a:cubicBezTo>
                    <a:lnTo>
                      <a:pt x="1620" y="12137"/>
                    </a:lnTo>
                    <a:cubicBezTo>
                      <a:pt x="1659" y="12196"/>
                      <a:pt x="1698" y="12274"/>
                      <a:pt x="1737" y="12313"/>
                    </a:cubicBezTo>
                    <a:lnTo>
                      <a:pt x="1756" y="12332"/>
                    </a:lnTo>
                    <a:cubicBezTo>
                      <a:pt x="1815" y="12410"/>
                      <a:pt x="1834" y="12469"/>
                      <a:pt x="1893" y="12508"/>
                    </a:cubicBezTo>
                    <a:cubicBezTo>
                      <a:pt x="1912" y="12508"/>
                      <a:pt x="1912" y="12528"/>
                      <a:pt x="1912" y="12528"/>
                    </a:cubicBezTo>
                    <a:lnTo>
                      <a:pt x="1912" y="12567"/>
                    </a:lnTo>
                    <a:cubicBezTo>
                      <a:pt x="1951" y="12606"/>
                      <a:pt x="1990" y="12664"/>
                      <a:pt x="2029" y="12703"/>
                    </a:cubicBezTo>
                    <a:lnTo>
                      <a:pt x="2049" y="12723"/>
                    </a:lnTo>
                    <a:cubicBezTo>
                      <a:pt x="2088" y="12781"/>
                      <a:pt x="2127" y="12820"/>
                      <a:pt x="2186" y="12879"/>
                    </a:cubicBezTo>
                    <a:lnTo>
                      <a:pt x="2205" y="12898"/>
                    </a:lnTo>
                    <a:cubicBezTo>
                      <a:pt x="2244" y="12976"/>
                      <a:pt x="2303" y="13015"/>
                      <a:pt x="2342" y="13074"/>
                    </a:cubicBezTo>
                    <a:lnTo>
                      <a:pt x="2381" y="13093"/>
                    </a:lnTo>
                    <a:cubicBezTo>
                      <a:pt x="2439" y="13152"/>
                      <a:pt x="2498" y="13210"/>
                      <a:pt x="2537" y="13269"/>
                    </a:cubicBezTo>
                    <a:cubicBezTo>
                      <a:pt x="2790" y="13503"/>
                      <a:pt x="3025" y="13737"/>
                      <a:pt x="3278" y="13952"/>
                    </a:cubicBezTo>
                    <a:cubicBezTo>
                      <a:pt x="3200" y="13445"/>
                      <a:pt x="2966" y="12879"/>
                      <a:pt x="2693" y="12196"/>
                    </a:cubicBezTo>
                    <a:cubicBezTo>
                      <a:pt x="2283" y="11142"/>
                      <a:pt x="2732" y="11103"/>
                      <a:pt x="3181" y="10264"/>
                    </a:cubicBezTo>
                    <a:cubicBezTo>
                      <a:pt x="3278" y="10089"/>
                      <a:pt x="3376" y="9971"/>
                      <a:pt x="3493" y="9893"/>
                    </a:cubicBezTo>
                    <a:cubicBezTo>
                      <a:pt x="2400" y="8372"/>
                      <a:pt x="1737" y="6479"/>
                      <a:pt x="1737" y="4469"/>
                    </a:cubicBezTo>
                    <a:cubicBezTo>
                      <a:pt x="1737" y="2854"/>
                      <a:pt x="2144" y="1356"/>
                      <a:pt x="2862" y="12"/>
                    </a:cubicBezTo>
                    <a:close/>
                  </a:path>
                </a:pathLst>
              </a:custGeom>
              <a:solidFill>
                <a:srgbClr val="052E3A">
                  <a:alpha val="21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5">
                <a:extLst>
                  <a:ext uri="{FF2B5EF4-FFF2-40B4-BE49-F238E27FC236}">
                    <a16:creationId xmlns:a16="http://schemas.microsoft.com/office/drawing/2014/main" id="{203DCC9B-F1F0-8616-5038-13D57CCF88FC}"/>
                  </a:ext>
                </a:extLst>
              </p:cNvPr>
              <p:cNvSpPr/>
              <p:nvPr/>
            </p:nvSpPr>
            <p:spPr>
              <a:xfrm>
                <a:off x="2044289" y="1917021"/>
                <a:ext cx="733271" cy="1108045"/>
              </a:xfrm>
              <a:custGeom>
                <a:avLst/>
                <a:gdLst/>
                <a:ahLst/>
                <a:cxnLst/>
                <a:rect l="l" t="t" r="r" b="b"/>
                <a:pathLst>
                  <a:path w="7748" h="11708" extrusionOk="0">
                    <a:moveTo>
                      <a:pt x="4781" y="1"/>
                    </a:moveTo>
                    <a:cubicBezTo>
                      <a:pt x="4567" y="625"/>
                      <a:pt x="4157" y="1328"/>
                      <a:pt x="3338" y="1542"/>
                    </a:cubicBezTo>
                    <a:cubicBezTo>
                      <a:pt x="1855" y="1933"/>
                      <a:pt x="1" y="2889"/>
                      <a:pt x="703" y="4040"/>
                    </a:cubicBezTo>
                    <a:cubicBezTo>
                      <a:pt x="946" y="4431"/>
                      <a:pt x="1189" y="4521"/>
                      <a:pt x="1459" y="4521"/>
                    </a:cubicBezTo>
                    <a:cubicBezTo>
                      <a:pt x="1690" y="4521"/>
                      <a:pt x="1941" y="4455"/>
                      <a:pt x="2229" y="4455"/>
                    </a:cubicBezTo>
                    <a:cubicBezTo>
                      <a:pt x="2575" y="4455"/>
                      <a:pt x="2974" y="4551"/>
                      <a:pt x="3455" y="4976"/>
                    </a:cubicBezTo>
                    <a:cubicBezTo>
                      <a:pt x="4781" y="6167"/>
                      <a:pt x="2967" y="6713"/>
                      <a:pt x="4059" y="7767"/>
                    </a:cubicBezTo>
                    <a:cubicBezTo>
                      <a:pt x="4294" y="7989"/>
                      <a:pt x="4501" y="8072"/>
                      <a:pt x="4687" y="8072"/>
                    </a:cubicBezTo>
                    <a:cubicBezTo>
                      <a:pt x="5253" y="8072"/>
                      <a:pt x="5634" y="7304"/>
                      <a:pt x="6044" y="7304"/>
                    </a:cubicBezTo>
                    <a:cubicBezTo>
                      <a:pt x="6129" y="7304"/>
                      <a:pt x="6214" y="7337"/>
                      <a:pt x="6303" y="7415"/>
                    </a:cubicBezTo>
                    <a:cubicBezTo>
                      <a:pt x="6928" y="8020"/>
                      <a:pt x="7084" y="9464"/>
                      <a:pt x="6420" y="11708"/>
                    </a:cubicBezTo>
                    <a:cubicBezTo>
                      <a:pt x="7279" y="10303"/>
                      <a:pt x="7747" y="8645"/>
                      <a:pt x="7747" y="6889"/>
                    </a:cubicBezTo>
                    <a:cubicBezTo>
                      <a:pt x="7747" y="4176"/>
                      <a:pt x="6596" y="1757"/>
                      <a:pt x="47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5">
                <a:extLst>
                  <a:ext uri="{FF2B5EF4-FFF2-40B4-BE49-F238E27FC236}">
                    <a16:creationId xmlns:a16="http://schemas.microsoft.com/office/drawing/2014/main" id="{136E1D23-2FFC-FBE2-2BCB-CEEB39D2BC3D}"/>
                  </a:ext>
                </a:extLst>
              </p:cNvPr>
              <p:cNvSpPr/>
              <p:nvPr/>
            </p:nvSpPr>
            <p:spPr>
              <a:xfrm>
                <a:off x="1663941" y="2486358"/>
                <a:ext cx="688885" cy="731094"/>
              </a:xfrm>
              <a:custGeom>
                <a:avLst/>
                <a:gdLst/>
                <a:ahLst/>
                <a:cxnLst/>
                <a:rect l="l" t="t" r="r" b="b"/>
                <a:pathLst>
                  <a:path w="7279" h="7725" extrusionOk="0">
                    <a:moveTo>
                      <a:pt x="4341" y="1"/>
                    </a:moveTo>
                    <a:cubicBezTo>
                      <a:pt x="4027" y="1"/>
                      <a:pt x="3675" y="188"/>
                      <a:pt x="3298" y="580"/>
                    </a:cubicBezTo>
                    <a:cubicBezTo>
                      <a:pt x="2303" y="1594"/>
                      <a:pt x="1913" y="599"/>
                      <a:pt x="1054" y="1887"/>
                    </a:cubicBezTo>
                    <a:cubicBezTo>
                      <a:pt x="215" y="3175"/>
                      <a:pt x="1" y="3546"/>
                      <a:pt x="1054" y="4033"/>
                    </a:cubicBezTo>
                    <a:cubicBezTo>
                      <a:pt x="2108" y="4521"/>
                      <a:pt x="3493" y="4424"/>
                      <a:pt x="3142" y="5711"/>
                    </a:cubicBezTo>
                    <a:cubicBezTo>
                      <a:pt x="2899" y="6671"/>
                      <a:pt x="2781" y="7724"/>
                      <a:pt x="3306" y="7724"/>
                    </a:cubicBezTo>
                    <a:cubicBezTo>
                      <a:pt x="3497" y="7724"/>
                      <a:pt x="3772" y="7585"/>
                      <a:pt x="4157" y="7253"/>
                    </a:cubicBezTo>
                    <a:cubicBezTo>
                      <a:pt x="5581" y="6004"/>
                      <a:pt x="7278" y="5672"/>
                      <a:pt x="6635" y="3838"/>
                    </a:cubicBezTo>
                    <a:cubicBezTo>
                      <a:pt x="5971" y="2024"/>
                      <a:pt x="5542" y="1438"/>
                      <a:pt x="5542" y="1438"/>
                    </a:cubicBezTo>
                    <a:cubicBezTo>
                      <a:pt x="5275" y="505"/>
                      <a:pt x="4858" y="1"/>
                      <a:pt x="43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5">
                <a:extLst>
                  <a:ext uri="{FF2B5EF4-FFF2-40B4-BE49-F238E27FC236}">
                    <a16:creationId xmlns:a16="http://schemas.microsoft.com/office/drawing/2014/main" id="{BAE20126-AB30-46B3-31E8-CDDE51A210DA}"/>
                  </a:ext>
                </a:extLst>
              </p:cNvPr>
              <p:cNvSpPr/>
              <p:nvPr/>
            </p:nvSpPr>
            <p:spPr>
              <a:xfrm>
                <a:off x="2209810" y="3011310"/>
                <a:ext cx="259219" cy="258556"/>
              </a:xfrm>
              <a:custGeom>
                <a:avLst/>
                <a:gdLst/>
                <a:ahLst/>
                <a:cxnLst/>
                <a:rect l="l" t="t" r="r" b="b"/>
                <a:pathLst>
                  <a:path w="2739" h="2732" extrusionOk="0">
                    <a:moveTo>
                      <a:pt x="2476" y="0"/>
                    </a:moveTo>
                    <a:cubicBezTo>
                      <a:pt x="2278" y="0"/>
                      <a:pt x="1972" y="237"/>
                      <a:pt x="1784" y="613"/>
                    </a:cubicBezTo>
                    <a:cubicBezTo>
                      <a:pt x="1452" y="1316"/>
                      <a:pt x="964" y="1706"/>
                      <a:pt x="964" y="1706"/>
                    </a:cubicBezTo>
                    <a:cubicBezTo>
                      <a:pt x="332" y="2193"/>
                      <a:pt x="1" y="2731"/>
                      <a:pt x="512" y="2731"/>
                    </a:cubicBezTo>
                    <a:cubicBezTo>
                      <a:pt x="553" y="2731"/>
                      <a:pt x="600" y="2728"/>
                      <a:pt x="652" y="2720"/>
                    </a:cubicBezTo>
                    <a:cubicBezTo>
                      <a:pt x="1374" y="2584"/>
                      <a:pt x="2310" y="1491"/>
                      <a:pt x="2603" y="594"/>
                    </a:cubicBezTo>
                    <a:cubicBezTo>
                      <a:pt x="2739" y="177"/>
                      <a:pt x="2648" y="0"/>
                      <a:pt x="2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5">
                <a:extLst>
                  <a:ext uri="{FF2B5EF4-FFF2-40B4-BE49-F238E27FC236}">
                    <a16:creationId xmlns:a16="http://schemas.microsoft.com/office/drawing/2014/main" id="{843970CA-1B42-5486-1D09-46674CEADFB0}"/>
                  </a:ext>
                </a:extLst>
              </p:cNvPr>
              <p:cNvSpPr/>
              <p:nvPr/>
            </p:nvSpPr>
            <p:spPr>
              <a:xfrm>
                <a:off x="1628830" y="1682511"/>
                <a:ext cx="543044" cy="191362"/>
              </a:xfrm>
              <a:custGeom>
                <a:avLst/>
                <a:gdLst/>
                <a:ahLst/>
                <a:cxnLst/>
                <a:rect l="l" t="t" r="r" b="b"/>
                <a:pathLst>
                  <a:path w="5738" h="2022" extrusionOk="0">
                    <a:moveTo>
                      <a:pt x="2693" y="1"/>
                    </a:moveTo>
                    <a:cubicBezTo>
                      <a:pt x="1757" y="1"/>
                      <a:pt x="859" y="137"/>
                      <a:pt x="1" y="391"/>
                    </a:cubicBezTo>
                    <a:cubicBezTo>
                      <a:pt x="196" y="567"/>
                      <a:pt x="450" y="703"/>
                      <a:pt x="664" y="820"/>
                    </a:cubicBezTo>
                    <a:cubicBezTo>
                      <a:pt x="1351" y="1190"/>
                      <a:pt x="1020" y="2022"/>
                      <a:pt x="1682" y="2022"/>
                    </a:cubicBezTo>
                    <a:cubicBezTo>
                      <a:pt x="1753" y="2022"/>
                      <a:pt x="1836" y="2012"/>
                      <a:pt x="1933" y="1991"/>
                    </a:cubicBezTo>
                    <a:cubicBezTo>
                      <a:pt x="2624" y="1842"/>
                      <a:pt x="2816" y="1711"/>
                      <a:pt x="3204" y="1711"/>
                    </a:cubicBezTo>
                    <a:cubicBezTo>
                      <a:pt x="3373" y="1711"/>
                      <a:pt x="3580" y="1737"/>
                      <a:pt x="3884" y="1796"/>
                    </a:cubicBezTo>
                    <a:cubicBezTo>
                      <a:pt x="3993" y="1817"/>
                      <a:pt x="4094" y="1826"/>
                      <a:pt x="4188" y="1826"/>
                    </a:cubicBezTo>
                    <a:cubicBezTo>
                      <a:pt x="4979" y="1826"/>
                      <a:pt x="5249" y="1134"/>
                      <a:pt x="5737" y="489"/>
                    </a:cubicBezTo>
                    <a:cubicBezTo>
                      <a:pt x="4781" y="176"/>
                      <a:pt x="3767" y="1"/>
                      <a:pt x="26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5">
                <a:extLst>
                  <a:ext uri="{FF2B5EF4-FFF2-40B4-BE49-F238E27FC236}">
                    <a16:creationId xmlns:a16="http://schemas.microsoft.com/office/drawing/2014/main" id="{8EF3C738-2E6F-20D7-F1BC-9EED6295B9F6}"/>
                  </a:ext>
                </a:extLst>
              </p:cNvPr>
              <p:cNvSpPr/>
              <p:nvPr/>
            </p:nvSpPr>
            <p:spPr>
              <a:xfrm>
                <a:off x="1571575" y="3269859"/>
                <a:ext cx="358402" cy="189185"/>
              </a:xfrm>
              <a:custGeom>
                <a:avLst/>
                <a:gdLst/>
                <a:ahLst/>
                <a:cxnLst/>
                <a:rect l="l" t="t" r="r" b="b"/>
                <a:pathLst>
                  <a:path w="3787" h="1999" extrusionOk="0">
                    <a:moveTo>
                      <a:pt x="2394" y="0"/>
                    </a:moveTo>
                    <a:cubicBezTo>
                      <a:pt x="2150" y="0"/>
                      <a:pt x="1928" y="202"/>
                      <a:pt x="1757" y="535"/>
                    </a:cubicBezTo>
                    <a:cubicBezTo>
                      <a:pt x="1573" y="884"/>
                      <a:pt x="1415" y="982"/>
                      <a:pt x="1249" y="982"/>
                    </a:cubicBezTo>
                    <a:cubicBezTo>
                      <a:pt x="1062" y="982"/>
                      <a:pt x="864" y="858"/>
                      <a:pt x="606" y="827"/>
                    </a:cubicBezTo>
                    <a:cubicBezTo>
                      <a:pt x="598" y="827"/>
                      <a:pt x="590" y="827"/>
                      <a:pt x="582" y="827"/>
                    </a:cubicBezTo>
                    <a:cubicBezTo>
                      <a:pt x="341" y="827"/>
                      <a:pt x="171" y="1110"/>
                      <a:pt x="1" y="1393"/>
                    </a:cubicBezTo>
                    <a:cubicBezTo>
                      <a:pt x="1055" y="1784"/>
                      <a:pt x="2167" y="1998"/>
                      <a:pt x="3377" y="1998"/>
                    </a:cubicBezTo>
                    <a:lnTo>
                      <a:pt x="3786" y="1998"/>
                    </a:lnTo>
                    <a:cubicBezTo>
                      <a:pt x="3669" y="1842"/>
                      <a:pt x="3533" y="1569"/>
                      <a:pt x="3377" y="1159"/>
                    </a:cubicBezTo>
                    <a:cubicBezTo>
                      <a:pt x="3058" y="335"/>
                      <a:pt x="2709" y="0"/>
                      <a:pt x="23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9" name="Google Shape;1229;p45">
              <a:extLst>
                <a:ext uri="{FF2B5EF4-FFF2-40B4-BE49-F238E27FC236}">
                  <a16:creationId xmlns:a16="http://schemas.microsoft.com/office/drawing/2014/main" id="{90715336-BA48-364F-0A7B-D94AE40F29BF}"/>
                </a:ext>
              </a:extLst>
            </p:cNvPr>
            <p:cNvSpPr/>
            <p:nvPr/>
          </p:nvSpPr>
          <p:spPr>
            <a:xfrm rot="-1389276">
              <a:off x="-1299612" y="1933746"/>
              <a:ext cx="5856910" cy="1804153"/>
            </a:xfrm>
            <a:custGeom>
              <a:avLst/>
              <a:gdLst/>
              <a:ahLst/>
              <a:cxnLst/>
              <a:rect l="l" t="t" r="r" b="b"/>
              <a:pathLst>
                <a:path w="57561" h="17731" extrusionOk="0">
                  <a:moveTo>
                    <a:pt x="31512" y="92"/>
                  </a:moveTo>
                  <a:cubicBezTo>
                    <a:pt x="38049" y="92"/>
                    <a:pt x="44097" y="775"/>
                    <a:pt x="48839" y="2062"/>
                  </a:cubicBezTo>
                  <a:cubicBezTo>
                    <a:pt x="54263" y="3565"/>
                    <a:pt x="57326" y="5653"/>
                    <a:pt x="57385" y="7975"/>
                  </a:cubicBezTo>
                  <a:cubicBezTo>
                    <a:pt x="57560" y="12774"/>
                    <a:pt x="44839" y="17087"/>
                    <a:pt x="29054" y="17613"/>
                  </a:cubicBezTo>
                  <a:cubicBezTo>
                    <a:pt x="28067" y="17643"/>
                    <a:pt x="27087" y="17658"/>
                    <a:pt x="26118" y="17658"/>
                  </a:cubicBezTo>
                  <a:cubicBezTo>
                    <a:pt x="19556" y="17658"/>
                    <a:pt x="13463" y="16974"/>
                    <a:pt x="8703" y="15682"/>
                  </a:cubicBezTo>
                  <a:cubicBezTo>
                    <a:pt x="3279" y="14199"/>
                    <a:pt x="215" y="12092"/>
                    <a:pt x="157" y="9770"/>
                  </a:cubicBezTo>
                  <a:cubicBezTo>
                    <a:pt x="1" y="4950"/>
                    <a:pt x="12703" y="638"/>
                    <a:pt x="28488" y="150"/>
                  </a:cubicBezTo>
                  <a:cubicBezTo>
                    <a:pt x="29522" y="111"/>
                    <a:pt x="30517" y="92"/>
                    <a:pt x="31512" y="92"/>
                  </a:cubicBezTo>
                  <a:close/>
                  <a:moveTo>
                    <a:pt x="31601" y="1"/>
                  </a:moveTo>
                  <a:cubicBezTo>
                    <a:pt x="30573" y="1"/>
                    <a:pt x="29534" y="18"/>
                    <a:pt x="28488" y="53"/>
                  </a:cubicBezTo>
                  <a:cubicBezTo>
                    <a:pt x="20839" y="287"/>
                    <a:pt x="13659" y="1438"/>
                    <a:pt x="8293" y="3272"/>
                  </a:cubicBezTo>
                  <a:cubicBezTo>
                    <a:pt x="2908" y="5087"/>
                    <a:pt x="1" y="7409"/>
                    <a:pt x="59" y="9770"/>
                  </a:cubicBezTo>
                  <a:cubicBezTo>
                    <a:pt x="118" y="12150"/>
                    <a:pt x="3201" y="14257"/>
                    <a:pt x="8683" y="15760"/>
                  </a:cubicBezTo>
                  <a:cubicBezTo>
                    <a:pt x="13425" y="17047"/>
                    <a:pt x="19493" y="17730"/>
                    <a:pt x="26029" y="17730"/>
                  </a:cubicBezTo>
                  <a:cubicBezTo>
                    <a:pt x="27024" y="17730"/>
                    <a:pt x="28059" y="17691"/>
                    <a:pt x="29073" y="17672"/>
                  </a:cubicBezTo>
                  <a:cubicBezTo>
                    <a:pt x="36722" y="17438"/>
                    <a:pt x="43902" y="16287"/>
                    <a:pt x="49268" y="14452"/>
                  </a:cubicBezTo>
                  <a:cubicBezTo>
                    <a:pt x="54634" y="12638"/>
                    <a:pt x="57560" y="10316"/>
                    <a:pt x="57482" y="7955"/>
                  </a:cubicBezTo>
                  <a:cubicBezTo>
                    <a:pt x="57424" y="5575"/>
                    <a:pt x="54341" y="3467"/>
                    <a:pt x="48858" y="1965"/>
                  </a:cubicBezTo>
                  <a:cubicBezTo>
                    <a:pt x="44142" y="685"/>
                    <a:pt x="38088" y="1"/>
                    <a:pt x="3160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5">
              <a:extLst>
                <a:ext uri="{FF2B5EF4-FFF2-40B4-BE49-F238E27FC236}">
                  <a16:creationId xmlns:a16="http://schemas.microsoft.com/office/drawing/2014/main" id="{17D95C29-3656-1F1C-70E3-70579E216F51}"/>
                </a:ext>
              </a:extLst>
            </p:cNvPr>
            <p:cNvSpPr/>
            <p:nvPr/>
          </p:nvSpPr>
          <p:spPr>
            <a:xfrm rot="-1366029">
              <a:off x="-2085668" y="1694056"/>
              <a:ext cx="7428861" cy="2537137"/>
            </a:xfrm>
            <a:custGeom>
              <a:avLst/>
              <a:gdLst/>
              <a:ahLst/>
              <a:cxnLst/>
              <a:rect l="l" t="t" r="r" b="b"/>
              <a:pathLst>
                <a:path w="75570" h="25809" extrusionOk="0">
                  <a:moveTo>
                    <a:pt x="53443" y="92"/>
                  </a:moveTo>
                  <a:cubicBezTo>
                    <a:pt x="65619" y="92"/>
                    <a:pt x="74321" y="2570"/>
                    <a:pt x="75004" y="6940"/>
                  </a:cubicBezTo>
                  <a:cubicBezTo>
                    <a:pt x="75492" y="9965"/>
                    <a:pt x="72097" y="13418"/>
                    <a:pt x="65424" y="16696"/>
                  </a:cubicBezTo>
                  <a:cubicBezTo>
                    <a:pt x="58712" y="19994"/>
                    <a:pt x="49580" y="22667"/>
                    <a:pt x="39629" y="24247"/>
                  </a:cubicBezTo>
                  <a:cubicBezTo>
                    <a:pt x="33405" y="25262"/>
                    <a:pt x="27454" y="25711"/>
                    <a:pt x="22147" y="25711"/>
                  </a:cubicBezTo>
                  <a:cubicBezTo>
                    <a:pt x="10010" y="25711"/>
                    <a:pt x="1308" y="23233"/>
                    <a:pt x="606" y="18862"/>
                  </a:cubicBezTo>
                  <a:cubicBezTo>
                    <a:pt x="118" y="15838"/>
                    <a:pt x="3493" y="12384"/>
                    <a:pt x="10186" y="9106"/>
                  </a:cubicBezTo>
                  <a:cubicBezTo>
                    <a:pt x="16898" y="5809"/>
                    <a:pt x="26029" y="3136"/>
                    <a:pt x="35980" y="1555"/>
                  </a:cubicBezTo>
                  <a:cubicBezTo>
                    <a:pt x="42205" y="541"/>
                    <a:pt x="48156" y="92"/>
                    <a:pt x="53443" y="92"/>
                  </a:cubicBezTo>
                  <a:close/>
                  <a:moveTo>
                    <a:pt x="53399" y="0"/>
                  </a:moveTo>
                  <a:cubicBezTo>
                    <a:pt x="48008" y="0"/>
                    <a:pt x="42058" y="497"/>
                    <a:pt x="35961" y="1477"/>
                  </a:cubicBezTo>
                  <a:cubicBezTo>
                    <a:pt x="25990" y="3058"/>
                    <a:pt x="16820" y="5731"/>
                    <a:pt x="10127" y="9028"/>
                  </a:cubicBezTo>
                  <a:cubicBezTo>
                    <a:pt x="3415" y="12326"/>
                    <a:pt x="1" y="15818"/>
                    <a:pt x="488" y="18882"/>
                  </a:cubicBezTo>
                  <a:cubicBezTo>
                    <a:pt x="976" y="21965"/>
                    <a:pt x="5347" y="24208"/>
                    <a:pt x="12742" y="25223"/>
                  </a:cubicBezTo>
                  <a:cubicBezTo>
                    <a:pt x="15591" y="25613"/>
                    <a:pt x="18771" y="25808"/>
                    <a:pt x="22147" y="25808"/>
                  </a:cubicBezTo>
                  <a:cubicBezTo>
                    <a:pt x="27571" y="25808"/>
                    <a:pt x="33522" y="25301"/>
                    <a:pt x="39629" y="24345"/>
                  </a:cubicBezTo>
                  <a:cubicBezTo>
                    <a:pt x="49600" y="22765"/>
                    <a:pt x="58770" y="20091"/>
                    <a:pt x="65443" y="16794"/>
                  </a:cubicBezTo>
                  <a:cubicBezTo>
                    <a:pt x="72155" y="13496"/>
                    <a:pt x="75570" y="10004"/>
                    <a:pt x="75082" y="6940"/>
                  </a:cubicBezTo>
                  <a:cubicBezTo>
                    <a:pt x="74594" y="3858"/>
                    <a:pt x="70224" y="1614"/>
                    <a:pt x="62848" y="599"/>
                  </a:cubicBezTo>
                  <a:cubicBezTo>
                    <a:pt x="59991" y="199"/>
                    <a:pt x="56807" y="0"/>
                    <a:pt x="5339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5">
              <a:extLst>
                <a:ext uri="{FF2B5EF4-FFF2-40B4-BE49-F238E27FC236}">
                  <a16:creationId xmlns:a16="http://schemas.microsoft.com/office/drawing/2014/main" id="{CCEB3A17-2E8A-F7BA-A3B3-8F85A3F3BF3F}"/>
                </a:ext>
              </a:extLst>
            </p:cNvPr>
            <p:cNvSpPr/>
            <p:nvPr/>
          </p:nvSpPr>
          <p:spPr>
            <a:xfrm rot="-1389221">
              <a:off x="339877" y="2551855"/>
              <a:ext cx="2685617" cy="849810"/>
            </a:xfrm>
            <a:custGeom>
              <a:avLst/>
              <a:gdLst/>
              <a:ahLst/>
              <a:cxnLst/>
              <a:rect l="l" t="t" r="r" b="b"/>
              <a:pathLst>
                <a:path w="22264" h="7045" extrusionOk="0">
                  <a:moveTo>
                    <a:pt x="4390" y="1"/>
                  </a:moveTo>
                  <a:cubicBezTo>
                    <a:pt x="4137" y="20"/>
                    <a:pt x="3883" y="79"/>
                    <a:pt x="3649" y="118"/>
                  </a:cubicBezTo>
                  <a:cubicBezTo>
                    <a:pt x="1483" y="547"/>
                    <a:pt x="234" y="1249"/>
                    <a:pt x="137" y="2166"/>
                  </a:cubicBezTo>
                  <a:cubicBezTo>
                    <a:pt x="39" y="3103"/>
                    <a:pt x="1093" y="4078"/>
                    <a:pt x="3122" y="4957"/>
                  </a:cubicBezTo>
                  <a:cubicBezTo>
                    <a:pt x="5112" y="5835"/>
                    <a:pt x="7844" y="6498"/>
                    <a:pt x="10771" y="6830"/>
                  </a:cubicBezTo>
                  <a:cubicBezTo>
                    <a:pt x="12098" y="6986"/>
                    <a:pt x="13405" y="7044"/>
                    <a:pt x="14634" y="7044"/>
                  </a:cubicBezTo>
                  <a:cubicBezTo>
                    <a:pt x="16117" y="7044"/>
                    <a:pt x="17483" y="6927"/>
                    <a:pt x="18673" y="6713"/>
                  </a:cubicBezTo>
                  <a:cubicBezTo>
                    <a:pt x="20858" y="6303"/>
                    <a:pt x="22088" y="5581"/>
                    <a:pt x="22185" y="4664"/>
                  </a:cubicBezTo>
                  <a:cubicBezTo>
                    <a:pt x="22263" y="3727"/>
                    <a:pt x="21210" y="2732"/>
                    <a:pt x="19200" y="1854"/>
                  </a:cubicBezTo>
                  <a:cubicBezTo>
                    <a:pt x="18751" y="1659"/>
                    <a:pt x="18263" y="1483"/>
                    <a:pt x="17756" y="1327"/>
                  </a:cubicBezTo>
                  <a:lnTo>
                    <a:pt x="17756" y="1327"/>
                  </a:lnTo>
                  <a:cubicBezTo>
                    <a:pt x="17756" y="1347"/>
                    <a:pt x="17756" y="1386"/>
                    <a:pt x="17776" y="1425"/>
                  </a:cubicBezTo>
                  <a:cubicBezTo>
                    <a:pt x="18263" y="1581"/>
                    <a:pt x="18732" y="1757"/>
                    <a:pt x="19161" y="1952"/>
                  </a:cubicBezTo>
                  <a:cubicBezTo>
                    <a:pt x="21151" y="2810"/>
                    <a:pt x="22185" y="3786"/>
                    <a:pt x="22088" y="4664"/>
                  </a:cubicBezTo>
                  <a:cubicBezTo>
                    <a:pt x="21990" y="5542"/>
                    <a:pt x="20780" y="6244"/>
                    <a:pt x="18634" y="6635"/>
                  </a:cubicBezTo>
                  <a:cubicBezTo>
                    <a:pt x="17459" y="6848"/>
                    <a:pt x="16092" y="6956"/>
                    <a:pt x="14615" y="6956"/>
                  </a:cubicBezTo>
                  <a:cubicBezTo>
                    <a:pt x="13393" y="6956"/>
                    <a:pt x="12096" y="6882"/>
                    <a:pt x="10771" y="6732"/>
                  </a:cubicBezTo>
                  <a:cubicBezTo>
                    <a:pt x="4742" y="6049"/>
                    <a:pt x="0" y="4000"/>
                    <a:pt x="215" y="2166"/>
                  </a:cubicBezTo>
                  <a:cubicBezTo>
                    <a:pt x="332" y="1152"/>
                    <a:pt x="1951" y="410"/>
                    <a:pt x="4410" y="79"/>
                  </a:cubicBezTo>
                  <a:cubicBezTo>
                    <a:pt x="4410" y="59"/>
                    <a:pt x="4390" y="20"/>
                    <a:pt x="439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2" name="Google Shape;1232;p45">
            <a:extLst>
              <a:ext uri="{FF2B5EF4-FFF2-40B4-BE49-F238E27FC236}">
                <a16:creationId xmlns:a16="http://schemas.microsoft.com/office/drawing/2014/main" id="{C93B7BEA-19A1-6E86-40D6-D68EE18BB45F}"/>
              </a:ext>
            </a:extLst>
          </p:cNvPr>
          <p:cNvGrpSpPr/>
          <p:nvPr/>
        </p:nvGrpSpPr>
        <p:grpSpPr>
          <a:xfrm>
            <a:off x="5426692" y="1933292"/>
            <a:ext cx="3825381" cy="2920203"/>
            <a:chOff x="1880577" y="-4241474"/>
            <a:chExt cx="13181878" cy="10062727"/>
          </a:xfrm>
        </p:grpSpPr>
        <p:sp>
          <p:nvSpPr>
            <p:cNvPr id="1233" name="Google Shape;1233;p45">
              <a:extLst>
                <a:ext uri="{FF2B5EF4-FFF2-40B4-BE49-F238E27FC236}">
                  <a16:creationId xmlns:a16="http://schemas.microsoft.com/office/drawing/2014/main" id="{7B638635-26B6-EA16-D1F5-B0B766344432}"/>
                </a:ext>
              </a:extLst>
            </p:cNvPr>
            <p:cNvSpPr/>
            <p:nvPr/>
          </p:nvSpPr>
          <p:spPr>
            <a:xfrm>
              <a:off x="9866545" y="3988184"/>
              <a:ext cx="3442573" cy="1796562"/>
            </a:xfrm>
            <a:custGeom>
              <a:avLst/>
              <a:gdLst/>
              <a:ahLst/>
              <a:cxnLst/>
              <a:rect l="l" t="t" r="r" b="b"/>
              <a:pathLst>
                <a:path w="63071" h="33931" extrusionOk="0">
                  <a:moveTo>
                    <a:pt x="2222" y="26391"/>
                  </a:moveTo>
                  <a:lnTo>
                    <a:pt x="9425" y="30127"/>
                  </a:lnTo>
                  <a:lnTo>
                    <a:pt x="20163" y="31507"/>
                  </a:lnTo>
                  <a:lnTo>
                    <a:pt x="28377" y="29622"/>
                  </a:lnTo>
                  <a:lnTo>
                    <a:pt x="33931" y="26088"/>
                  </a:lnTo>
                  <a:lnTo>
                    <a:pt x="42750" y="21431"/>
                  </a:lnTo>
                  <a:lnTo>
                    <a:pt x="48877" y="16113"/>
                  </a:lnTo>
                  <a:lnTo>
                    <a:pt x="52781" y="12073"/>
                  </a:lnTo>
                  <a:lnTo>
                    <a:pt x="55676" y="9178"/>
                  </a:lnTo>
                  <a:lnTo>
                    <a:pt x="59065" y="4275"/>
                  </a:lnTo>
                  <a:lnTo>
                    <a:pt x="61455" y="1178"/>
                  </a:lnTo>
                  <a:lnTo>
                    <a:pt x="62498" y="0"/>
                  </a:lnTo>
                  <a:lnTo>
                    <a:pt x="63071" y="471"/>
                  </a:lnTo>
                  <a:lnTo>
                    <a:pt x="57314" y="8819"/>
                  </a:lnTo>
                  <a:lnTo>
                    <a:pt x="52030" y="15047"/>
                  </a:lnTo>
                  <a:lnTo>
                    <a:pt x="47351" y="19456"/>
                  </a:lnTo>
                  <a:lnTo>
                    <a:pt x="38397" y="26413"/>
                  </a:lnTo>
                  <a:lnTo>
                    <a:pt x="31799" y="30385"/>
                  </a:lnTo>
                  <a:lnTo>
                    <a:pt x="23754" y="32943"/>
                  </a:lnTo>
                  <a:lnTo>
                    <a:pt x="18918" y="33931"/>
                  </a:lnTo>
                  <a:lnTo>
                    <a:pt x="11445" y="33325"/>
                  </a:lnTo>
                  <a:lnTo>
                    <a:pt x="6934" y="31911"/>
                  </a:lnTo>
                  <a:lnTo>
                    <a:pt x="2895" y="29723"/>
                  </a:lnTo>
                  <a:lnTo>
                    <a:pt x="404" y="26626"/>
                  </a:lnTo>
                  <a:lnTo>
                    <a:pt x="0" y="25583"/>
                  </a:lnTo>
                  <a:close/>
                </a:path>
              </a:pathLst>
            </a:custGeom>
            <a:solidFill>
              <a:schemeClr val="dk1"/>
            </a:solidFill>
            <a:ln>
              <a:noFill/>
            </a:ln>
          </p:spPr>
          <p:txBody>
            <a:bodyPr/>
            <a:lstStyle/>
            <a:p>
              <a:endParaRPr lang="en-PK"/>
            </a:p>
          </p:txBody>
        </p:sp>
        <p:sp>
          <p:nvSpPr>
            <p:cNvPr id="1234" name="Google Shape;1234;p45">
              <a:extLst>
                <a:ext uri="{FF2B5EF4-FFF2-40B4-BE49-F238E27FC236}">
                  <a16:creationId xmlns:a16="http://schemas.microsoft.com/office/drawing/2014/main" id="{5355AD4A-0DA6-CB22-5633-7DFD8EDF2A20}"/>
                </a:ext>
              </a:extLst>
            </p:cNvPr>
            <p:cNvSpPr/>
            <p:nvPr/>
          </p:nvSpPr>
          <p:spPr>
            <a:xfrm>
              <a:off x="5644068" y="-1391976"/>
              <a:ext cx="3720990" cy="3550419"/>
            </a:xfrm>
            <a:custGeom>
              <a:avLst/>
              <a:gdLst/>
              <a:ahLst/>
              <a:cxnLst/>
              <a:rect l="l" t="t" r="r" b="b"/>
              <a:pathLst>
                <a:path w="17149" h="16868" extrusionOk="0">
                  <a:moveTo>
                    <a:pt x="14002" y="4300"/>
                  </a:moveTo>
                  <a:cubicBezTo>
                    <a:pt x="13993" y="4302"/>
                    <a:pt x="13984" y="4304"/>
                    <a:pt x="13976" y="4305"/>
                  </a:cubicBezTo>
                  <a:lnTo>
                    <a:pt x="13976" y="4305"/>
                  </a:lnTo>
                  <a:cubicBezTo>
                    <a:pt x="13983" y="4302"/>
                    <a:pt x="13992" y="4300"/>
                    <a:pt x="14002" y="4300"/>
                  </a:cubicBezTo>
                  <a:close/>
                  <a:moveTo>
                    <a:pt x="14798" y="4294"/>
                  </a:moveTo>
                  <a:cubicBezTo>
                    <a:pt x="14809" y="4294"/>
                    <a:pt x="14815" y="4294"/>
                    <a:pt x="14827" y="4306"/>
                  </a:cubicBezTo>
                  <a:cubicBezTo>
                    <a:pt x="14815" y="4306"/>
                    <a:pt x="14809" y="4294"/>
                    <a:pt x="14798" y="4294"/>
                  </a:cubicBezTo>
                  <a:close/>
                  <a:moveTo>
                    <a:pt x="14899" y="4312"/>
                  </a:moveTo>
                  <a:cubicBezTo>
                    <a:pt x="14915" y="4312"/>
                    <a:pt x="14921" y="4317"/>
                    <a:pt x="14932" y="4318"/>
                  </a:cubicBezTo>
                  <a:lnTo>
                    <a:pt x="14932" y="4318"/>
                  </a:lnTo>
                  <a:cubicBezTo>
                    <a:pt x="14923" y="4317"/>
                    <a:pt x="14912" y="4316"/>
                    <a:pt x="14899" y="4312"/>
                  </a:cubicBezTo>
                  <a:close/>
                  <a:moveTo>
                    <a:pt x="13889" y="4318"/>
                  </a:moveTo>
                  <a:cubicBezTo>
                    <a:pt x="13878" y="4320"/>
                    <a:pt x="13867" y="4322"/>
                    <a:pt x="13857" y="4323"/>
                  </a:cubicBezTo>
                  <a:lnTo>
                    <a:pt x="13857" y="4323"/>
                  </a:lnTo>
                  <a:cubicBezTo>
                    <a:pt x="13868" y="4321"/>
                    <a:pt x="13880" y="4318"/>
                    <a:pt x="13889" y="4318"/>
                  </a:cubicBezTo>
                  <a:close/>
                  <a:moveTo>
                    <a:pt x="13764" y="4341"/>
                  </a:moveTo>
                  <a:cubicBezTo>
                    <a:pt x="13747" y="4341"/>
                    <a:pt x="13735" y="4347"/>
                    <a:pt x="13711" y="4347"/>
                  </a:cubicBezTo>
                  <a:cubicBezTo>
                    <a:pt x="13735" y="4341"/>
                    <a:pt x="13747" y="4341"/>
                    <a:pt x="13764" y="4341"/>
                  </a:cubicBezTo>
                  <a:close/>
                  <a:moveTo>
                    <a:pt x="15112" y="4353"/>
                  </a:moveTo>
                  <a:cubicBezTo>
                    <a:pt x="15130" y="4365"/>
                    <a:pt x="15136" y="4365"/>
                    <a:pt x="15142" y="4365"/>
                  </a:cubicBezTo>
                  <a:cubicBezTo>
                    <a:pt x="15130" y="4365"/>
                    <a:pt x="15124" y="4365"/>
                    <a:pt x="15112" y="4353"/>
                  </a:cubicBezTo>
                  <a:close/>
                  <a:moveTo>
                    <a:pt x="15213" y="4383"/>
                  </a:moveTo>
                  <a:cubicBezTo>
                    <a:pt x="15225" y="4383"/>
                    <a:pt x="15225" y="4395"/>
                    <a:pt x="15231" y="4395"/>
                  </a:cubicBezTo>
                  <a:cubicBezTo>
                    <a:pt x="15225" y="4395"/>
                    <a:pt x="15219" y="4395"/>
                    <a:pt x="15213" y="4383"/>
                  </a:cubicBezTo>
                  <a:close/>
                  <a:moveTo>
                    <a:pt x="13414" y="4425"/>
                  </a:moveTo>
                  <a:cubicBezTo>
                    <a:pt x="13398" y="4430"/>
                    <a:pt x="13383" y="4435"/>
                    <a:pt x="13367" y="4436"/>
                  </a:cubicBezTo>
                  <a:lnTo>
                    <a:pt x="13367" y="4436"/>
                  </a:lnTo>
                  <a:cubicBezTo>
                    <a:pt x="13385" y="4431"/>
                    <a:pt x="13397" y="4430"/>
                    <a:pt x="13414" y="4425"/>
                  </a:cubicBezTo>
                  <a:close/>
                  <a:moveTo>
                    <a:pt x="13276" y="4466"/>
                  </a:moveTo>
                  <a:cubicBezTo>
                    <a:pt x="13263" y="4469"/>
                    <a:pt x="13254" y="4472"/>
                    <a:pt x="13242" y="4472"/>
                  </a:cubicBezTo>
                  <a:cubicBezTo>
                    <a:pt x="13255" y="4469"/>
                    <a:pt x="13266" y="4467"/>
                    <a:pt x="13276" y="4466"/>
                  </a:cubicBezTo>
                  <a:close/>
                  <a:moveTo>
                    <a:pt x="13046" y="4549"/>
                  </a:moveTo>
                  <a:cubicBezTo>
                    <a:pt x="13034" y="4555"/>
                    <a:pt x="13022" y="4555"/>
                    <a:pt x="12998" y="4561"/>
                  </a:cubicBezTo>
                  <a:cubicBezTo>
                    <a:pt x="13016" y="4555"/>
                    <a:pt x="13028" y="4549"/>
                    <a:pt x="13046" y="4549"/>
                  </a:cubicBezTo>
                  <a:close/>
                  <a:moveTo>
                    <a:pt x="15724" y="4609"/>
                  </a:moveTo>
                  <a:lnTo>
                    <a:pt x="15724" y="4609"/>
                  </a:lnTo>
                  <a:cubicBezTo>
                    <a:pt x="15726" y="4610"/>
                    <a:pt x="15727" y="4611"/>
                    <a:pt x="15729" y="4612"/>
                  </a:cubicBezTo>
                  <a:lnTo>
                    <a:pt x="15729" y="4612"/>
                  </a:lnTo>
                  <a:cubicBezTo>
                    <a:pt x="15728" y="4609"/>
                    <a:pt x="15724" y="4609"/>
                    <a:pt x="15724" y="4609"/>
                  </a:cubicBezTo>
                  <a:close/>
                  <a:moveTo>
                    <a:pt x="7351" y="14228"/>
                  </a:moveTo>
                  <a:cubicBezTo>
                    <a:pt x="7357" y="14252"/>
                    <a:pt x="7357" y="14264"/>
                    <a:pt x="7357" y="14270"/>
                  </a:cubicBezTo>
                  <a:cubicBezTo>
                    <a:pt x="7357" y="14258"/>
                    <a:pt x="7351" y="14240"/>
                    <a:pt x="7351" y="14228"/>
                  </a:cubicBezTo>
                  <a:close/>
                  <a:moveTo>
                    <a:pt x="7393" y="14478"/>
                  </a:moveTo>
                  <a:lnTo>
                    <a:pt x="7393" y="14478"/>
                  </a:lnTo>
                  <a:cubicBezTo>
                    <a:pt x="7405" y="14501"/>
                    <a:pt x="7411" y="14525"/>
                    <a:pt x="7411" y="14537"/>
                  </a:cubicBezTo>
                  <a:cubicBezTo>
                    <a:pt x="7405" y="14519"/>
                    <a:pt x="7405" y="14501"/>
                    <a:pt x="7393" y="14478"/>
                  </a:cubicBezTo>
                  <a:close/>
                  <a:moveTo>
                    <a:pt x="7452" y="14715"/>
                  </a:moveTo>
                  <a:cubicBezTo>
                    <a:pt x="7458" y="14739"/>
                    <a:pt x="7458" y="14745"/>
                    <a:pt x="7458" y="14757"/>
                  </a:cubicBezTo>
                  <a:cubicBezTo>
                    <a:pt x="7458" y="14739"/>
                    <a:pt x="7452" y="14733"/>
                    <a:pt x="7452" y="14715"/>
                  </a:cubicBezTo>
                  <a:close/>
                  <a:moveTo>
                    <a:pt x="7494" y="14834"/>
                  </a:moveTo>
                  <a:lnTo>
                    <a:pt x="7494" y="14834"/>
                  </a:lnTo>
                  <a:cubicBezTo>
                    <a:pt x="7500" y="14852"/>
                    <a:pt x="7500" y="14864"/>
                    <a:pt x="7506" y="14881"/>
                  </a:cubicBezTo>
                  <a:cubicBezTo>
                    <a:pt x="7500" y="14881"/>
                    <a:pt x="7500" y="14875"/>
                    <a:pt x="7500" y="14864"/>
                  </a:cubicBezTo>
                  <a:cubicBezTo>
                    <a:pt x="7500" y="14858"/>
                    <a:pt x="7494" y="14846"/>
                    <a:pt x="7494" y="14834"/>
                  </a:cubicBezTo>
                  <a:close/>
                  <a:moveTo>
                    <a:pt x="7518" y="14947"/>
                  </a:moveTo>
                  <a:lnTo>
                    <a:pt x="7518" y="14947"/>
                  </a:lnTo>
                  <a:cubicBezTo>
                    <a:pt x="7530" y="14970"/>
                    <a:pt x="7536" y="14982"/>
                    <a:pt x="7536" y="15000"/>
                  </a:cubicBezTo>
                  <a:cubicBezTo>
                    <a:pt x="7530" y="14982"/>
                    <a:pt x="7530" y="14970"/>
                    <a:pt x="7518" y="14947"/>
                  </a:cubicBezTo>
                  <a:close/>
                  <a:moveTo>
                    <a:pt x="7559" y="15060"/>
                  </a:moveTo>
                  <a:lnTo>
                    <a:pt x="7559" y="15060"/>
                  </a:lnTo>
                  <a:cubicBezTo>
                    <a:pt x="7565" y="15071"/>
                    <a:pt x="7571" y="15089"/>
                    <a:pt x="7571" y="15095"/>
                  </a:cubicBezTo>
                  <a:cubicBezTo>
                    <a:pt x="7565" y="15083"/>
                    <a:pt x="7565" y="15071"/>
                    <a:pt x="7559" y="15060"/>
                  </a:cubicBezTo>
                  <a:close/>
                  <a:moveTo>
                    <a:pt x="7660" y="15301"/>
                  </a:moveTo>
                  <a:cubicBezTo>
                    <a:pt x="7664" y="15308"/>
                    <a:pt x="7667" y="15314"/>
                    <a:pt x="7672" y="15321"/>
                  </a:cubicBezTo>
                  <a:cubicBezTo>
                    <a:pt x="7663" y="15312"/>
                    <a:pt x="7661" y="15306"/>
                    <a:pt x="7660" y="15301"/>
                  </a:cubicBezTo>
                  <a:close/>
                  <a:moveTo>
                    <a:pt x="7684" y="15362"/>
                  </a:moveTo>
                  <a:cubicBezTo>
                    <a:pt x="7702" y="15386"/>
                    <a:pt x="7708" y="15398"/>
                    <a:pt x="7708" y="15410"/>
                  </a:cubicBezTo>
                  <a:lnTo>
                    <a:pt x="7684" y="15362"/>
                  </a:lnTo>
                  <a:close/>
                  <a:moveTo>
                    <a:pt x="7744" y="15484"/>
                  </a:moveTo>
                  <a:lnTo>
                    <a:pt x="7744" y="15484"/>
                  </a:lnTo>
                  <a:cubicBezTo>
                    <a:pt x="7746" y="15489"/>
                    <a:pt x="7749" y="15495"/>
                    <a:pt x="7751" y="15499"/>
                  </a:cubicBezTo>
                  <a:lnTo>
                    <a:pt x="7751" y="15499"/>
                  </a:lnTo>
                  <a:cubicBezTo>
                    <a:pt x="7751" y="15499"/>
                    <a:pt x="7750" y="15499"/>
                    <a:pt x="7749" y="15499"/>
                  </a:cubicBezTo>
                  <a:cubicBezTo>
                    <a:pt x="7747" y="15494"/>
                    <a:pt x="7745" y="15488"/>
                    <a:pt x="7744" y="15484"/>
                  </a:cubicBezTo>
                  <a:close/>
                  <a:moveTo>
                    <a:pt x="7803" y="15588"/>
                  </a:moveTo>
                  <a:cubicBezTo>
                    <a:pt x="7805" y="15592"/>
                    <a:pt x="7807" y="15596"/>
                    <a:pt x="7809" y="15600"/>
                  </a:cubicBezTo>
                  <a:cubicBezTo>
                    <a:pt x="7803" y="15594"/>
                    <a:pt x="7803" y="15588"/>
                    <a:pt x="7803" y="15588"/>
                  </a:cubicBezTo>
                  <a:close/>
                  <a:moveTo>
                    <a:pt x="7863" y="15682"/>
                  </a:moveTo>
                  <a:cubicBezTo>
                    <a:pt x="7865" y="15685"/>
                    <a:pt x="7866" y="15687"/>
                    <a:pt x="7868" y="15689"/>
                  </a:cubicBezTo>
                  <a:cubicBezTo>
                    <a:pt x="7865" y="15686"/>
                    <a:pt x="7864" y="15684"/>
                    <a:pt x="7863" y="15682"/>
                  </a:cubicBezTo>
                  <a:close/>
                  <a:moveTo>
                    <a:pt x="7957" y="15825"/>
                  </a:moveTo>
                  <a:cubicBezTo>
                    <a:pt x="7958" y="15828"/>
                    <a:pt x="7960" y="15831"/>
                    <a:pt x="7962" y="15833"/>
                  </a:cubicBezTo>
                  <a:lnTo>
                    <a:pt x="7962" y="15833"/>
                  </a:lnTo>
                  <a:cubicBezTo>
                    <a:pt x="7959" y="15830"/>
                    <a:pt x="7957" y="15828"/>
                    <a:pt x="7957" y="15825"/>
                  </a:cubicBezTo>
                  <a:close/>
                  <a:moveTo>
                    <a:pt x="8034" y="15922"/>
                  </a:moveTo>
                  <a:lnTo>
                    <a:pt x="8034" y="15922"/>
                  </a:lnTo>
                  <a:cubicBezTo>
                    <a:pt x="8038" y="15925"/>
                    <a:pt x="8042" y="15928"/>
                    <a:pt x="8046" y="15932"/>
                  </a:cubicBezTo>
                  <a:cubicBezTo>
                    <a:pt x="8041" y="15927"/>
                    <a:pt x="8035" y="15926"/>
                    <a:pt x="8034" y="15922"/>
                  </a:cubicBezTo>
                  <a:close/>
                  <a:moveTo>
                    <a:pt x="8076" y="15980"/>
                  </a:moveTo>
                  <a:cubicBezTo>
                    <a:pt x="8084" y="15985"/>
                    <a:pt x="8089" y="15992"/>
                    <a:pt x="8094" y="15998"/>
                  </a:cubicBezTo>
                  <a:lnTo>
                    <a:pt x="8094" y="15998"/>
                  </a:lnTo>
                  <a:lnTo>
                    <a:pt x="8076" y="15980"/>
                  </a:lnTo>
                  <a:close/>
                  <a:moveTo>
                    <a:pt x="8102" y="16010"/>
                  </a:moveTo>
                  <a:cubicBezTo>
                    <a:pt x="8103" y="16012"/>
                    <a:pt x="8104" y="16013"/>
                    <a:pt x="8105" y="16014"/>
                  </a:cubicBezTo>
                  <a:lnTo>
                    <a:pt x="8105" y="16014"/>
                  </a:lnTo>
                  <a:cubicBezTo>
                    <a:pt x="8104" y="16014"/>
                    <a:pt x="8103" y="16012"/>
                    <a:pt x="8102" y="16010"/>
                  </a:cubicBezTo>
                  <a:close/>
                  <a:moveTo>
                    <a:pt x="8147" y="16051"/>
                  </a:moveTo>
                  <a:cubicBezTo>
                    <a:pt x="8159" y="16069"/>
                    <a:pt x="8165" y="16075"/>
                    <a:pt x="8165" y="16081"/>
                  </a:cubicBezTo>
                  <a:cubicBezTo>
                    <a:pt x="8159" y="16075"/>
                    <a:pt x="8153" y="16069"/>
                    <a:pt x="8147" y="16051"/>
                  </a:cubicBezTo>
                  <a:close/>
                  <a:moveTo>
                    <a:pt x="8284" y="16194"/>
                  </a:moveTo>
                  <a:lnTo>
                    <a:pt x="8325" y="16229"/>
                  </a:lnTo>
                  <a:lnTo>
                    <a:pt x="8302" y="16211"/>
                  </a:lnTo>
                  <a:cubicBezTo>
                    <a:pt x="8296" y="16200"/>
                    <a:pt x="8284" y="16200"/>
                    <a:pt x="8284" y="16194"/>
                  </a:cubicBezTo>
                  <a:close/>
                  <a:moveTo>
                    <a:pt x="8503" y="16378"/>
                  </a:moveTo>
                  <a:cubicBezTo>
                    <a:pt x="8512" y="16386"/>
                    <a:pt x="8517" y="16391"/>
                    <a:pt x="8525" y="16396"/>
                  </a:cubicBezTo>
                  <a:lnTo>
                    <a:pt x="8525" y="16396"/>
                  </a:lnTo>
                  <a:cubicBezTo>
                    <a:pt x="8524" y="16396"/>
                    <a:pt x="8523" y="16396"/>
                    <a:pt x="8521" y="16396"/>
                  </a:cubicBezTo>
                  <a:cubicBezTo>
                    <a:pt x="8515" y="16390"/>
                    <a:pt x="8509" y="16390"/>
                    <a:pt x="8503" y="16378"/>
                  </a:cubicBezTo>
                  <a:close/>
                  <a:moveTo>
                    <a:pt x="8592" y="16431"/>
                  </a:moveTo>
                  <a:cubicBezTo>
                    <a:pt x="8593" y="16433"/>
                    <a:pt x="8594" y="16434"/>
                    <a:pt x="8594" y="16436"/>
                  </a:cubicBezTo>
                  <a:lnTo>
                    <a:pt x="8594" y="16436"/>
                  </a:lnTo>
                  <a:cubicBezTo>
                    <a:pt x="8593" y="16434"/>
                    <a:pt x="8592" y="16433"/>
                    <a:pt x="8592" y="16431"/>
                  </a:cubicBezTo>
                  <a:close/>
                  <a:moveTo>
                    <a:pt x="6930" y="1"/>
                  </a:moveTo>
                  <a:cubicBezTo>
                    <a:pt x="6906" y="1"/>
                    <a:pt x="6882" y="7"/>
                    <a:pt x="6853" y="7"/>
                  </a:cubicBezTo>
                  <a:cubicBezTo>
                    <a:pt x="6841" y="7"/>
                    <a:pt x="6823" y="7"/>
                    <a:pt x="6811" y="13"/>
                  </a:cubicBezTo>
                  <a:cubicBezTo>
                    <a:pt x="6787" y="13"/>
                    <a:pt x="6758" y="19"/>
                    <a:pt x="6728" y="19"/>
                  </a:cubicBezTo>
                  <a:cubicBezTo>
                    <a:pt x="6710" y="19"/>
                    <a:pt x="6704" y="19"/>
                    <a:pt x="6692" y="31"/>
                  </a:cubicBezTo>
                  <a:lnTo>
                    <a:pt x="6669" y="31"/>
                  </a:lnTo>
                  <a:cubicBezTo>
                    <a:pt x="6639" y="36"/>
                    <a:pt x="6609" y="36"/>
                    <a:pt x="6580" y="42"/>
                  </a:cubicBezTo>
                  <a:lnTo>
                    <a:pt x="6556" y="42"/>
                  </a:lnTo>
                  <a:cubicBezTo>
                    <a:pt x="6520" y="48"/>
                    <a:pt x="6490" y="60"/>
                    <a:pt x="6455" y="66"/>
                  </a:cubicBezTo>
                  <a:lnTo>
                    <a:pt x="6437" y="66"/>
                  </a:lnTo>
                  <a:cubicBezTo>
                    <a:pt x="6407" y="72"/>
                    <a:pt x="6372" y="78"/>
                    <a:pt x="6342" y="90"/>
                  </a:cubicBezTo>
                  <a:cubicBezTo>
                    <a:pt x="6336" y="90"/>
                    <a:pt x="6336" y="90"/>
                    <a:pt x="6324" y="96"/>
                  </a:cubicBezTo>
                  <a:cubicBezTo>
                    <a:pt x="6289" y="102"/>
                    <a:pt x="6253" y="108"/>
                    <a:pt x="6223" y="126"/>
                  </a:cubicBezTo>
                  <a:cubicBezTo>
                    <a:pt x="6217" y="126"/>
                    <a:pt x="6205" y="126"/>
                    <a:pt x="6205" y="131"/>
                  </a:cubicBezTo>
                  <a:cubicBezTo>
                    <a:pt x="6176" y="137"/>
                    <a:pt x="6140" y="149"/>
                    <a:pt x="6110" y="161"/>
                  </a:cubicBezTo>
                  <a:cubicBezTo>
                    <a:pt x="6104" y="161"/>
                    <a:pt x="6104" y="161"/>
                    <a:pt x="6099" y="167"/>
                  </a:cubicBezTo>
                  <a:cubicBezTo>
                    <a:pt x="6057" y="179"/>
                    <a:pt x="6021" y="191"/>
                    <a:pt x="5986" y="209"/>
                  </a:cubicBezTo>
                  <a:cubicBezTo>
                    <a:pt x="5980" y="209"/>
                    <a:pt x="5968" y="215"/>
                    <a:pt x="5962" y="215"/>
                  </a:cubicBezTo>
                  <a:cubicBezTo>
                    <a:pt x="5932" y="221"/>
                    <a:pt x="5897" y="238"/>
                    <a:pt x="5867" y="250"/>
                  </a:cubicBezTo>
                  <a:cubicBezTo>
                    <a:pt x="5861" y="250"/>
                    <a:pt x="5861" y="250"/>
                    <a:pt x="5849" y="256"/>
                  </a:cubicBezTo>
                  <a:lnTo>
                    <a:pt x="5742" y="304"/>
                  </a:lnTo>
                  <a:cubicBezTo>
                    <a:pt x="5730" y="304"/>
                    <a:pt x="5724" y="310"/>
                    <a:pt x="5719" y="310"/>
                  </a:cubicBezTo>
                  <a:cubicBezTo>
                    <a:pt x="5683" y="327"/>
                    <a:pt x="5653" y="339"/>
                    <a:pt x="5612" y="357"/>
                  </a:cubicBezTo>
                  <a:cubicBezTo>
                    <a:pt x="5606" y="357"/>
                    <a:pt x="5606" y="357"/>
                    <a:pt x="5600" y="363"/>
                  </a:cubicBezTo>
                  <a:lnTo>
                    <a:pt x="5487" y="405"/>
                  </a:lnTo>
                  <a:cubicBezTo>
                    <a:pt x="5481" y="417"/>
                    <a:pt x="5475" y="417"/>
                    <a:pt x="5463" y="422"/>
                  </a:cubicBezTo>
                  <a:cubicBezTo>
                    <a:pt x="5451" y="428"/>
                    <a:pt x="5445" y="428"/>
                    <a:pt x="5428" y="434"/>
                  </a:cubicBezTo>
                  <a:lnTo>
                    <a:pt x="5386" y="458"/>
                  </a:lnTo>
                  <a:lnTo>
                    <a:pt x="5338" y="482"/>
                  </a:lnTo>
                  <a:cubicBezTo>
                    <a:pt x="5309" y="494"/>
                    <a:pt x="5285" y="512"/>
                    <a:pt x="5255" y="517"/>
                  </a:cubicBezTo>
                  <a:lnTo>
                    <a:pt x="5214" y="541"/>
                  </a:lnTo>
                  <a:lnTo>
                    <a:pt x="5125" y="583"/>
                  </a:lnTo>
                  <a:cubicBezTo>
                    <a:pt x="5107" y="595"/>
                    <a:pt x="5101" y="601"/>
                    <a:pt x="5089" y="601"/>
                  </a:cubicBezTo>
                  <a:cubicBezTo>
                    <a:pt x="5048" y="624"/>
                    <a:pt x="5006" y="642"/>
                    <a:pt x="4958" y="666"/>
                  </a:cubicBezTo>
                  <a:cubicBezTo>
                    <a:pt x="4923" y="690"/>
                    <a:pt x="4881" y="713"/>
                    <a:pt x="4840" y="731"/>
                  </a:cubicBezTo>
                  <a:cubicBezTo>
                    <a:pt x="4834" y="743"/>
                    <a:pt x="4822" y="749"/>
                    <a:pt x="4810" y="755"/>
                  </a:cubicBezTo>
                  <a:cubicBezTo>
                    <a:pt x="4780" y="773"/>
                    <a:pt x="4751" y="791"/>
                    <a:pt x="4721" y="808"/>
                  </a:cubicBezTo>
                  <a:cubicBezTo>
                    <a:pt x="4709" y="814"/>
                    <a:pt x="4703" y="820"/>
                    <a:pt x="4685" y="832"/>
                  </a:cubicBezTo>
                  <a:cubicBezTo>
                    <a:pt x="4656" y="844"/>
                    <a:pt x="4632" y="868"/>
                    <a:pt x="4602" y="880"/>
                  </a:cubicBezTo>
                  <a:cubicBezTo>
                    <a:pt x="4590" y="892"/>
                    <a:pt x="4572" y="897"/>
                    <a:pt x="4567" y="903"/>
                  </a:cubicBezTo>
                  <a:cubicBezTo>
                    <a:pt x="4537" y="921"/>
                    <a:pt x="4513" y="939"/>
                    <a:pt x="4483" y="957"/>
                  </a:cubicBezTo>
                  <a:cubicBezTo>
                    <a:pt x="4472" y="963"/>
                    <a:pt x="4466" y="969"/>
                    <a:pt x="4448" y="981"/>
                  </a:cubicBezTo>
                  <a:lnTo>
                    <a:pt x="4359" y="1046"/>
                  </a:lnTo>
                  <a:cubicBezTo>
                    <a:pt x="4353" y="1052"/>
                    <a:pt x="4347" y="1058"/>
                    <a:pt x="4335" y="1058"/>
                  </a:cubicBezTo>
                  <a:cubicBezTo>
                    <a:pt x="4264" y="1111"/>
                    <a:pt x="4187" y="1165"/>
                    <a:pt x="4115" y="1224"/>
                  </a:cubicBezTo>
                  <a:lnTo>
                    <a:pt x="4109" y="1230"/>
                  </a:lnTo>
                  <a:cubicBezTo>
                    <a:pt x="4062" y="1266"/>
                    <a:pt x="4008" y="1307"/>
                    <a:pt x="3967" y="1343"/>
                  </a:cubicBezTo>
                  <a:cubicBezTo>
                    <a:pt x="3949" y="1349"/>
                    <a:pt x="3937" y="1367"/>
                    <a:pt x="3919" y="1378"/>
                  </a:cubicBezTo>
                  <a:cubicBezTo>
                    <a:pt x="3884" y="1408"/>
                    <a:pt x="3854" y="1438"/>
                    <a:pt x="3818" y="1468"/>
                  </a:cubicBezTo>
                  <a:cubicBezTo>
                    <a:pt x="3801" y="1485"/>
                    <a:pt x="3789" y="1497"/>
                    <a:pt x="3765" y="1515"/>
                  </a:cubicBezTo>
                  <a:cubicBezTo>
                    <a:pt x="3729" y="1545"/>
                    <a:pt x="3700" y="1574"/>
                    <a:pt x="3664" y="1604"/>
                  </a:cubicBezTo>
                  <a:lnTo>
                    <a:pt x="3622" y="1640"/>
                  </a:lnTo>
                  <a:cubicBezTo>
                    <a:pt x="3581" y="1675"/>
                    <a:pt x="3533" y="1723"/>
                    <a:pt x="3492" y="1764"/>
                  </a:cubicBezTo>
                  <a:lnTo>
                    <a:pt x="3456" y="1800"/>
                  </a:lnTo>
                  <a:cubicBezTo>
                    <a:pt x="3415" y="1830"/>
                    <a:pt x="3385" y="1871"/>
                    <a:pt x="3349" y="1901"/>
                  </a:cubicBezTo>
                  <a:lnTo>
                    <a:pt x="3308" y="1943"/>
                  </a:lnTo>
                  <a:cubicBezTo>
                    <a:pt x="3266" y="1972"/>
                    <a:pt x="3236" y="2008"/>
                    <a:pt x="3201" y="2038"/>
                  </a:cubicBezTo>
                  <a:lnTo>
                    <a:pt x="3165" y="2079"/>
                  </a:lnTo>
                  <a:lnTo>
                    <a:pt x="3029" y="2210"/>
                  </a:lnTo>
                  <a:lnTo>
                    <a:pt x="2993" y="2245"/>
                  </a:lnTo>
                  <a:cubicBezTo>
                    <a:pt x="2963" y="2287"/>
                    <a:pt x="2928" y="2317"/>
                    <a:pt x="2898" y="2352"/>
                  </a:cubicBezTo>
                  <a:lnTo>
                    <a:pt x="2850" y="2394"/>
                  </a:lnTo>
                  <a:cubicBezTo>
                    <a:pt x="2821" y="2435"/>
                    <a:pt x="2785" y="2471"/>
                    <a:pt x="2755" y="2507"/>
                  </a:cubicBezTo>
                  <a:lnTo>
                    <a:pt x="2720" y="2542"/>
                  </a:lnTo>
                  <a:cubicBezTo>
                    <a:pt x="2672" y="2590"/>
                    <a:pt x="2637" y="2643"/>
                    <a:pt x="2595" y="2691"/>
                  </a:cubicBezTo>
                  <a:cubicBezTo>
                    <a:pt x="2583" y="2709"/>
                    <a:pt x="2571" y="2714"/>
                    <a:pt x="2565" y="2732"/>
                  </a:cubicBezTo>
                  <a:cubicBezTo>
                    <a:pt x="2536" y="2768"/>
                    <a:pt x="2506" y="2804"/>
                    <a:pt x="2465" y="2839"/>
                  </a:cubicBezTo>
                  <a:cubicBezTo>
                    <a:pt x="2453" y="2857"/>
                    <a:pt x="2435" y="2869"/>
                    <a:pt x="2429" y="2893"/>
                  </a:cubicBezTo>
                  <a:cubicBezTo>
                    <a:pt x="2399" y="2928"/>
                    <a:pt x="2370" y="2970"/>
                    <a:pt x="2340" y="3011"/>
                  </a:cubicBezTo>
                  <a:cubicBezTo>
                    <a:pt x="2334" y="3029"/>
                    <a:pt x="2316" y="3035"/>
                    <a:pt x="2310" y="3047"/>
                  </a:cubicBezTo>
                  <a:cubicBezTo>
                    <a:pt x="2275" y="3100"/>
                    <a:pt x="2227" y="3154"/>
                    <a:pt x="2191" y="3207"/>
                  </a:cubicBezTo>
                  <a:cubicBezTo>
                    <a:pt x="2185" y="3219"/>
                    <a:pt x="2168" y="3225"/>
                    <a:pt x="2162" y="3243"/>
                  </a:cubicBezTo>
                  <a:cubicBezTo>
                    <a:pt x="2132" y="3285"/>
                    <a:pt x="2102" y="3326"/>
                    <a:pt x="2073" y="3368"/>
                  </a:cubicBezTo>
                  <a:cubicBezTo>
                    <a:pt x="2061" y="3385"/>
                    <a:pt x="2049" y="3403"/>
                    <a:pt x="2037" y="3421"/>
                  </a:cubicBezTo>
                  <a:cubicBezTo>
                    <a:pt x="2007" y="3463"/>
                    <a:pt x="1978" y="3504"/>
                    <a:pt x="1948" y="3546"/>
                  </a:cubicBezTo>
                  <a:cubicBezTo>
                    <a:pt x="1942" y="3564"/>
                    <a:pt x="1930" y="3576"/>
                    <a:pt x="1918" y="3581"/>
                  </a:cubicBezTo>
                  <a:cubicBezTo>
                    <a:pt x="1883" y="3635"/>
                    <a:pt x="1841" y="3694"/>
                    <a:pt x="1805" y="3748"/>
                  </a:cubicBezTo>
                  <a:cubicBezTo>
                    <a:pt x="1799" y="3760"/>
                    <a:pt x="1794" y="3771"/>
                    <a:pt x="1782" y="3783"/>
                  </a:cubicBezTo>
                  <a:cubicBezTo>
                    <a:pt x="1752" y="3831"/>
                    <a:pt x="1722" y="3872"/>
                    <a:pt x="1704" y="3920"/>
                  </a:cubicBezTo>
                  <a:cubicBezTo>
                    <a:pt x="1693" y="3932"/>
                    <a:pt x="1681" y="3956"/>
                    <a:pt x="1675" y="3967"/>
                  </a:cubicBezTo>
                  <a:cubicBezTo>
                    <a:pt x="1645" y="4015"/>
                    <a:pt x="1621" y="4056"/>
                    <a:pt x="1592" y="4104"/>
                  </a:cubicBezTo>
                  <a:cubicBezTo>
                    <a:pt x="1586" y="4116"/>
                    <a:pt x="1574" y="4134"/>
                    <a:pt x="1568" y="4140"/>
                  </a:cubicBezTo>
                  <a:cubicBezTo>
                    <a:pt x="1532" y="4199"/>
                    <a:pt x="1503" y="4252"/>
                    <a:pt x="1467" y="4312"/>
                  </a:cubicBezTo>
                  <a:cubicBezTo>
                    <a:pt x="1455" y="4324"/>
                    <a:pt x="1449" y="4336"/>
                    <a:pt x="1443" y="4347"/>
                  </a:cubicBezTo>
                  <a:cubicBezTo>
                    <a:pt x="1414" y="4395"/>
                    <a:pt x="1390" y="4437"/>
                    <a:pt x="1360" y="4490"/>
                  </a:cubicBezTo>
                  <a:cubicBezTo>
                    <a:pt x="1354" y="4502"/>
                    <a:pt x="1336" y="4526"/>
                    <a:pt x="1330" y="4543"/>
                  </a:cubicBezTo>
                  <a:cubicBezTo>
                    <a:pt x="1307" y="4585"/>
                    <a:pt x="1277" y="4632"/>
                    <a:pt x="1259" y="4674"/>
                  </a:cubicBezTo>
                  <a:cubicBezTo>
                    <a:pt x="1247" y="4692"/>
                    <a:pt x="1241" y="4704"/>
                    <a:pt x="1235" y="4710"/>
                  </a:cubicBezTo>
                  <a:lnTo>
                    <a:pt x="1146" y="4888"/>
                  </a:lnTo>
                  <a:cubicBezTo>
                    <a:pt x="1140" y="4906"/>
                    <a:pt x="1128" y="4912"/>
                    <a:pt x="1128" y="4929"/>
                  </a:cubicBezTo>
                  <a:cubicBezTo>
                    <a:pt x="1111" y="4971"/>
                    <a:pt x="1081" y="5024"/>
                    <a:pt x="1057" y="5066"/>
                  </a:cubicBezTo>
                  <a:cubicBezTo>
                    <a:pt x="1051" y="5084"/>
                    <a:pt x="1039" y="5107"/>
                    <a:pt x="1028" y="5119"/>
                  </a:cubicBezTo>
                  <a:cubicBezTo>
                    <a:pt x="1004" y="5167"/>
                    <a:pt x="980" y="5214"/>
                    <a:pt x="962" y="5262"/>
                  </a:cubicBezTo>
                  <a:lnTo>
                    <a:pt x="938" y="5303"/>
                  </a:lnTo>
                  <a:cubicBezTo>
                    <a:pt x="909" y="5363"/>
                    <a:pt x="885" y="5422"/>
                    <a:pt x="855" y="5482"/>
                  </a:cubicBezTo>
                  <a:cubicBezTo>
                    <a:pt x="849" y="5499"/>
                    <a:pt x="849" y="5505"/>
                    <a:pt x="843" y="5523"/>
                  </a:cubicBezTo>
                  <a:cubicBezTo>
                    <a:pt x="820" y="5571"/>
                    <a:pt x="796" y="5618"/>
                    <a:pt x="772" y="5672"/>
                  </a:cubicBezTo>
                  <a:cubicBezTo>
                    <a:pt x="766" y="5683"/>
                    <a:pt x="760" y="5707"/>
                    <a:pt x="754" y="5719"/>
                  </a:cubicBezTo>
                  <a:cubicBezTo>
                    <a:pt x="731" y="5767"/>
                    <a:pt x="713" y="5820"/>
                    <a:pt x="695" y="5862"/>
                  </a:cubicBezTo>
                  <a:cubicBezTo>
                    <a:pt x="683" y="5879"/>
                    <a:pt x="677" y="5891"/>
                    <a:pt x="677" y="5909"/>
                  </a:cubicBezTo>
                  <a:cubicBezTo>
                    <a:pt x="653" y="5968"/>
                    <a:pt x="636" y="6028"/>
                    <a:pt x="606" y="6093"/>
                  </a:cubicBezTo>
                  <a:cubicBezTo>
                    <a:pt x="594" y="6099"/>
                    <a:pt x="594" y="6117"/>
                    <a:pt x="588" y="6123"/>
                  </a:cubicBezTo>
                  <a:cubicBezTo>
                    <a:pt x="564" y="6176"/>
                    <a:pt x="553" y="6224"/>
                    <a:pt x="535" y="6271"/>
                  </a:cubicBezTo>
                  <a:cubicBezTo>
                    <a:pt x="529" y="6283"/>
                    <a:pt x="523" y="6307"/>
                    <a:pt x="517" y="6325"/>
                  </a:cubicBezTo>
                  <a:cubicBezTo>
                    <a:pt x="499" y="6366"/>
                    <a:pt x="481" y="6420"/>
                    <a:pt x="463" y="6461"/>
                  </a:cubicBezTo>
                  <a:cubicBezTo>
                    <a:pt x="458" y="6479"/>
                    <a:pt x="458" y="6491"/>
                    <a:pt x="446" y="6509"/>
                  </a:cubicBezTo>
                  <a:cubicBezTo>
                    <a:pt x="428" y="6568"/>
                    <a:pt x="410" y="6634"/>
                    <a:pt x="386" y="6693"/>
                  </a:cubicBezTo>
                  <a:cubicBezTo>
                    <a:pt x="386" y="6699"/>
                    <a:pt x="380" y="6717"/>
                    <a:pt x="380" y="6723"/>
                  </a:cubicBezTo>
                  <a:lnTo>
                    <a:pt x="339" y="6877"/>
                  </a:lnTo>
                  <a:cubicBezTo>
                    <a:pt x="339" y="6889"/>
                    <a:pt x="327" y="6895"/>
                    <a:pt x="327" y="6901"/>
                  </a:cubicBezTo>
                  <a:cubicBezTo>
                    <a:pt x="327" y="6907"/>
                    <a:pt x="321" y="6925"/>
                    <a:pt x="321" y="6930"/>
                  </a:cubicBezTo>
                  <a:cubicBezTo>
                    <a:pt x="309" y="6978"/>
                    <a:pt x="291" y="7025"/>
                    <a:pt x="285" y="7073"/>
                  </a:cubicBezTo>
                  <a:cubicBezTo>
                    <a:pt x="279" y="7085"/>
                    <a:pt x="279" y="7103"/>
                    <a:pt x="267" y="7115"/>
                  </a:cubicBezTo>
                  <a:cubicBezTo>
                    <a:pt x="256" y="7174"/>
                    <a:pt x="238" y="7233"/>
                    <a:pt x="226" y="7305"/>
                  </a:cubicBezTo>
                  <a:cubicBezTo>
                    <a:pt x="226" y="7310"/>
                    <a:pt x="220" y="7322"/>
                    <a:pt x="220" y="7334"/>
                  </a:cubicBezTo>
                  <a:cubicBezTo>
                    <a:pt x="202" y="7382"/>
                    <a:pt x="196" y="7435"/>
                    <a:pt x="178" y="7483"/>
                  </a:cubicBezTo>
                  <a:cubicBezTo>
                    <a:pt x="172" y="7500"/>
                    <a:pt x="172" y="7518"/>
                    <a:pt x="167" y="7542"/>
                  </a:cubicBezTo>
                  <a:cubicBezTo>
                    <a:pt x="161" y="7584"/>
                    <a:pt x="143" y="7631"/>
                    <a:pt x="137" y="7679"/>
                  </a:cubicBezTo>
                  <a:cubicBezTo>
                    <a:pt x="137" y="7696"/>
                    <a:pt x="131" y="7708"/>
                    <a:pt x="131" y="7726"/>
                  </a:cubicBezTo>
                  <a:cubicBezTo>
                    <a:pt x="113" y="7786"/>
                    <a:pt x="107" y="7845"/>
                    <a:pt x="101" y="7904"/>
                  </a:cubicBezTo>
                  <a:cubicBezTo>
                    <a:pt x="101" y="7910"/>
                    <a:pt x="101" y="7928"/>
                    <a:pt x="89" y="7934"/>
                  </a:cubicBezTo>
                  <a:cubicBezTo>
                    <a:pt x="83" y="7987"/>
                    <a:pt x="77" y="8029"/>
                    <a:pt x="72" y="8082"/>
                  </a:cubicBezTo>
                  <a:cubicBezTo>
                    <a:pt x="72" y="8106"/>
                    <a:pt x="60" y="8118"/>
                    <a:pt x="60" y="8136"/>
                  </a:cubicBezTo>
                  <a:cubicBezTo>
                    <a:pt x="54" y="8177"/>
                    <a:pt x="48" y="8225"/>
                    <a:pt x="48" y="8266"/>
                  </a:cubicBezTo>
                  <a:cubicBezTo>
                    <a:pt x="48" y="8284"/>
                    <a:pt x="42" y="8296"/>
                    <a:pt x="42" y="8314"/>
                  </a:cubicBezTo>
                  <a:cubicBezTo>
                    <a:pt x="30" y="8373"/>
                    <a:pt x="24" y="8433"/>
                    <a:pt x="24" y="8492"/>
                  </a:cubicBezTo>
                  <a:lnTo>
                    <a:pt x="24" y="8498"/>
                  </a:lnTo>
                  <a:cubicBezTo>
                    <a:pt x="24" y="8522"/>
                    <a:pt x="18" y="8551"/>
                    <a:pt x="18" y="8569"/>
                  </a:cubicBezTo>
                  <a:cubicBezTo>
                    <a:pt x="18" y="8593"/>
                    <a:pt x="18" y="8617"/>
                    <a:pt x="12" y="8641"/>
                  </a:cubicBezTo>
                  <a:cubicBezTo>
                    <a:pt x="12" y="8670"/>
                    <a:pt x="12" y="8700"/>
                    <a:pt x="0" y="8730"/>
                  </a:cubicBezTo>
                  <a:lnTo>
                    <a:pt x="0" y="8789"/>
                  </a:lnTo>
                  <a:lnTo>
                    <a:pt x="0" y="8884"/>
                  </a:lnTo>
                  <a:lnTo>
                    <a:pt x="0" y="8926"/>
                  </a:lnTo>
                  <a:lnTo>
                    <a:pt x="0" y="9068"/>
                  </a:lnTo>
                  <a:lnTo>
                    <a:pt x="0" y="9205"/>
                  </a:lnTo>
                  <a:lnTo>
                    <a:pt x="0" y="9246"/>
                  </a:lnTo>
                  <a:lnTo>
                    <a:pt x="0" y="9335"/>
                  </a:lnTo>
                  <a:lnTo>
                    <a:pt x="0" y="9383"/>
                  </a:lnTo>
                  <a:cubicBezTo>
                    <a:pt x="0" y="9412"/>
                    <a:pt x="0" y="9442"/>
                    <a:pt x="12" y="9460"/>
                  </a:cubicBezTo>
                  <a:lnTo>
                    <a:pt x="12" y="9508"/>
                  </a:lnTo>
                  <a:cubicBezTo>
                    <a:pt x="12" y="9537"/>
                    <a:pt x="18" y="9567"/>
                    <a:pt x="18" y="9603"/>
                  </a:cubicBezTo>
                  <a:lnTo>
                    <a:pt x="18" y="9632"/>
                  </a:lnTo>
                  <a:cubicBezTo>
                    <a:pt x="18" y="9680"/>
                    <a:pt x="24" y="9715"/>
                    <a:pt x="30" y="9757"/>
                  </a:cubicBezTo>
                  <a:lnTo>
                    <a:pt x="30" y="9781"/>
                  </a:lnTo>
                  <a:cubicBezTo>
                    <a:pt x="42" y="9810"/>
                    <a:pt x="42" y="9846"/>
                    <a:pt x="48" y="9876"/>
                  </a:cubicBezTo>
                  <a:cubicBezTo>
                    <a:pt x="48" y="9893"/>
                    <a:pt x="48" y="9899"/>
                    <a:pt x="54" y="9917"/>
                  </a:cubicBezTo>
                  <a:cubicBezTo>
                    <a:pt x="54" y="9929"/>
                    <a:pt x="60" y="9947"/>
                    <a:pt x="60" y="9959"/>
                  </a:cubicBezTo>
                  <a:cubicBezTo>
                    <a:pt x="60" y="9977"/>
                    <a:pt x="72" y="9983"/>
                    <a:pt x="72" y="9994"/>
                  </a:cubicBezTo>
                  <a:cubicBezTo>
                    <a:pt x="72" y="10012"/>
                    <a:pt x="77" y="10018"/>
                    <a:pt x="77" y="10036"/>
                  </a:cubicBezTo>
                  <a:cubicBezTo>
                    <a:pt x="83" y="10066"/>
                    <a:pt x="83" y="10095"/>
                    <a:pt x="89" y="10125"/>
                  </a:cubicBezTo>
                  <a:cubicBezTo>
                    <a:pt x="89" y="10131"/>
                    <a:pt x="89" y="10137"/>
                    <a:pt x="101" y="10155"/>
                  </a:cubicBezTo>
                  <a:lnTo>
                    <a:pt x="119" y="10262"/>
                  </a:lnTo>
                  <a:lnTo>
                    <a:pt x="119" y="10279"/>
                  </a:lnTo>
                  <a:cubicBezTo>
                    <a:pt x="131" y="10309"/>
                    <a:pt x="137" y="10345"/>
                    <a:pt x="143" y="10374"/>
                  </a:cubicBezTo>
                  <a:cubicBezTo>
                    <a:pt x="143" y="10380"/>
                    <a:pt x="149" y="10398"/>
                    <a:pt x="149" y="10404"/>
                  </a:cubicBezTo>
                  <a:cubicBezTo>
                    <a:pt x="161" y="10428"/>
                    <a:pt x="167" y="10458"/>
                    <a:pt x="172" y="10481"/>
                  </a:cubicBezTo>
                  <a:cubicBezTo>
                    <a:pt x="172" y="10493"/>
                    <a:pt x="178" y="10499"/>
                    <a:pt x="178" y="10517"/>
                  </a:cubicBezTo>
                  <a:cubicBezTo>
                    <a:pt x="184" y="10547"/>
                    <a:pt x="196" y="10570"/>
                    <a:pt x="202" y="10600"/>
                  </a:cubicBezTo>
                  <a:cubicBezTo>
                    <a:pt x="202" y="10606"/>
                    <a:pt x="208" y="10612"/>
                    <a:pt x="208" y="10618"/>
                  </a:cubicBezTo>
                  <a:cubicBezTo>
                    <a:pt x="214" y="10659"/>
                    <a:pt x="232" y="10689"/>
                    <a:pt x="238" y="10725"/>
                  </a:cubicBezTo>
                  <a:cubicBezTo>
                    <a:pt x="238" y="10731"/>
                    <a:pt x="244" y="10737"/>
                    <a:pt x="244" y="10737"/>
                  </a:cubicBezTo>
                  <a:cubicBezTo>
                    <a:pt x="256" y="10766"/>
                    <a:pt x="267" y="10790"/>
                    <a:pt x="279" y="10820"/>
                  </a:cubicBezTo>
                  <a:cubicBezTo>
                    <a:pt x="285" y="10826"/>
                    <a:pt x="285" y="10844"/>
                    <a:pt x="291" y="10849"/>
                  </a:cubicBezTo>
                  <a:cubicBezTo>
                    <a:pt x="297" y="10873"/>
                    <a:pt x="309" y="10897"/>
                    <a:pt x="321" y="10915"/>
                  </a:cubicBezTo>
                  <a:cubicBezTo>
                    <a:pt x="327" y="10927"/>
                    <a:pt x="327" y="10939"/>
                    <a:pt x="339" y="10944"/>
                  </a:cubicBezTo>
                  <a:cubicBezTo>
                    <a:pt x="345" y="10968"/>
                    <a:pt x="357" y="10998"/>
                    <a:pt x="368" y="11022"/>
                  </a:cubicBezTo>
                  <a:cubicBezTo>
                    <a:pt x="368" y="11028"/>
                    <a:pt x="374" y="11034"/>
                    <a:pt x="374" y="11045"/>
                  </a:cubicBezTo>
                  <a:lnTo>
                    <a:pt x="416" y="11135"/>
                  </a:lnTo>
                  <a:cubicBezTo>
                    <a:pt x="416" y="11140"/>
                    <a:pt x="428" y="11146"/>
                    <a:pt x="428" y="11152"/>
                  </a:cubicBezTo>
                  <a:cubicBezTo>
                    <a:pt x="440" y="11176"/>
                    <a:pt x="446" y="11200"/>
                    <a:pt x="463" y="11224"/>
                  </a:cubicBezTo>
                  <a:cubicBezTo>
                    <a:pt x="469" y="11230"/>
                    <a:pt x="469" y="11235"/>
                    <a:pt x="475" y="11253"/>
                  </a:cubicBezTo>
                  <a:cubicBezTo>
                    <a:pt x="481" y="11271"/>
                    <a:pt x="499" y="11289"/>
                    <a:pt x="517" y="11313"/>
                  </a:cubicBezTo>
                  <a:cubicBezTo>
                    <a:pt x="523" y="11319"/>
                    <a:pt x="523" y="11325"/>
                    <a:pt x="529" y="11342"/>
                  </a:cubicBezTo>
                  <a:lnTo>
                    <a:pt x="576" y="11408"/>
                  </a:lnTo>
                  <a:cubicBezTo>
                    <a:pt x="576" y="11414"/>
                    <a:pt x="582" y="11414"/>
                    <a:pt x="582" y="11420"/>
                  </a:cubicBezTo>
                  <a:cubicBezTo>
                    <a:pt x="594" y="11449"/>
                    <a:pt x="618" y="11473"/>
                    <a:pt x="630" y="11503"/>
                  </a:cubicBezTo>
                  <a:cubicBezTo>
                    <a:pt x="642" y="11509"/>
                    <a:pt x="642" y="11520"/>
                    <a:pt x="648" y="11526"/>
                  </a:cubicBezTo>
                  <a:cubicBezTo>
                    <a:pt x="665" y="11550"/>
                    <a:pt x="677" y="11562"/>
                    <a:pt x="689" y="11586"/>
                  </a:cubicBezTo>
                  <a:cubicBezTo>
                    <a:pt x="701" y="11592"/>
                    <a:pt x="707" y="11598"/>
                    <a:pt x="707" y="11610"/>
                  </a:cubicBezTo>
                  <a:cubicBezTo>
                    <a:pt x="725" y="11621"/>
                    <a:pt x="737" y="11645"/>
                    <a:pt x="743" y="11657"/>
                  </a:cubicBezTo>
                  <a:cubicBezTo>
                    <a:pt x="748" y="11669"/>
                    <a:pt x="760" y="11675"/>
                    <a:pt x="760" y="11681"/>
                  </a:cubicBezTo>
                  <a:cubicBezTo>
                    <a:pt x="772" y="11705"/>
                    <a:pt x="796" y="11716"/>
                    <a:pt x="814" y="11740"/>
                  </a:cubicBezTo>
                  <a:lnTo>
                    <a:pt x="820" y="11746"/>
                  </a:lnTo>
                  <a:cubicBezTo>
                    <a:pt x="838" y="11770"/>
                    <a:pt x="855" y="11794"/>
                    <a:pt x="879" y="11817"/>
                  </a:cubicBezTo>
                  <a:lnTo>
                    <a:pt x="891" y="11829"/>
                  </a:lnTo>
                  <a:lnTo>
                    <a:pt x="938" y="11877"/>
                  </a:lnTo>
                  <a:lnTo>
                    <a:pt x="956" y="11895"/>
                  </a:lnTo>
                  <a:lnTo>
                    <a:pt x="1004" y="11942"/>
                  </a:lnTo>
                  <a:lnTo>
                    <a:pt x="1028" y="11966"/>
                  </a:lnTo>
                  <a:cubicBezTo>
                    <a:pt x="1045" y="11978"/>
                    <a:pt x="1063" y="12001"/>
                    <a:pt x="1087" y="12013"/>
                  </a:cubicBezTo>
                  <a:lnTo>
                    <a:pt x="1093" y="12025"/>
                  </a:lnTo>
                  <a:cubicBezTo>
                    <a:pt x="1117" y="12043"/>
                    <a:pt x="1134" y="12061"/>
                    <a:pt x="1158" y="12073"/>
                  </a:cubicBezTo>
                  <a:cubicBezTo>
                    <a:pt x="1164" y="12085"/>
                    <a:pt x="1176" y="12085"/>
                    <a:pt x="1182" y="12091"/>
                  </a:cubicBezTo>
                  <a:cubicBezTo>
                    <a:pt x="1194" y="12102"/>
                    <a:pt x="1218" y="12114"/>
                    <a:pt x="1235" y="12126"/>
                  </a:cubicBezTo>
                  <a:cubicBezTo>
                    <a:pt x="1241" y="12132"/>
                    <a:pt x="1247" y="12144"/>
                    <a:pt x="1253" y="12144"/>
                  </a:cubicBezTo>
                  <a:cubicBezTo>
                    <a:pt x="1271" y="12156"/>
                    <a:pt x="1295" y="12162"/>
                    <a:pt x="1307" y="12180"/>
                  </a:cubicBezTo>
                  <a:cubicBezTo>
                    <a:pt x="1313" y="12186"/>
                    <a:pt x="1324" y="12186"/>
                    <a:pt x="1330" y="12191"/>
                  </a:cubicBezTo>
                  <a:cubicBezTo>
                    <a:pt x="1354" y="12209"/>
                    <a:pt x="1384" y="12221"/>
                    <a:pt x="1402" y="12239"/>
                  </a:cubicBezTo>
                  <a:lnTo>
                    <a:pt x="8676" y="16526"/>
                  </a:lnTo>
                  <a:cubicBezTo>
                    <a:pt x="8664" y="16520"/>
                    <a:pt x="8658" y="16514"/>
                    <a:pt x="8640" y="16508"/>
                  </a:cubicBezTo>
                  <a:lnTo>
                    <a:pt x="8640" y="16508"/>
                  </a:lnTo>
                  <a:cubicBezTo>
                    <a:pt x="9025" y="16745"/>
                    <a:pt x="9477" y="16868"/>
                    <a:pt x="9979" y="16868"/>
                  </a:cubicBezTo>
                  <a:cubicBezTo>
                    <a:pt x="10636" y="16868"/>
                    <a:pt x="11379" y="16656"/>
                    <a:pt x="12167" y="16211"/>
                  </a:cubicBezTo>
                  <a:cubicBezTo>
                    <a:pt x="14881" y="14668"/>
                    <a:pt x="17102" y="10897"/>
                    <a:pt x="17119" y="7786"/>
                  </a:cubicBezTo>
                  <a:cubicBezTo>
                    <a:pt x="17149" y="6221"/>
                    <a:pt x="16611" y="5130"/>
                    <a:pt x="15729" y="4612"/>
                  </a:cubicBezTo>
                  <a:lnTo>
                    <a:pt x="15729" y="4612"/>
                  </a:lnTo>
                  <a:cubicBezTo>
                    <a:pt x="15730" y="4613"/>
                    <a:pt x="15730" y="4614"/>
                    <a:pt x="15730" y="4615"/>
                  </a:cubicBezTo>
                  <a:lnTo>
                    <a:pt x="15659" y="4573"/>
                  </a:lnTo>
                  <a:lnTo>
                    <a:pt x="15659" y="4573"/>
                  </a:lnTo>
                  <a:cubicBezTo>
                    <a:pt x="15661" y="4573"/>
                    <a:pt x="15663" y="4573"/>
                    <a:pt x="15665" y="4573"/>
                  </a:cubicBezTo>
                  <a:cubicBezTo>
                    <a:pt x="15662" y="4573"/>
                    <a:pt x="15660" y="4573"/>
                    <a:pt x="15658" y="4573"/>
                  </a:cubicBezTo>
                  <a:lnTo>
                    <a:pt x="15658" y="4573"/>
                  </a:lnTo>
                  <a:lnTo>
                    <a:pt x="15647" y="4566"/>
                  </a:lnTo>
                  <a:lnTo>
                    <a:pt x="15647" y="4566"/>
                  </a:lnTo>
                  <a:cubicBezTo>
                    <a:pt x="15645" y="4563"/>
                    <a:pt x="15643" y="4561"/>
                    <a:pt x="15641" y="4561"/>
                  </a:cubicBezTo>
                  <a:lnTo>
                    <a:pt x="15641" y="4561"/>
                  </a:lnTo>
                  <a:cubicBezTo>
                    <a:pt x="15641" y="4562"/>
                    <a:pt x="15641" y="4562"/>
                    <a:pt x="15642" y="4563"/>
                  </a:cubicBezTo>
                  <a:lnTo>
                    <a:pt x="15642" y="4563"/>
                  </a:lnTo>
                  <a:lnTo>
                    <a:pt x="8456" y="327"/>
                  </a:lnTo>
                  <a:cubicBezTo>
                    <a:pt x="8426" y="310"/>
                    <a:pt x="8397" y="286"/>
                    <a:pt x="8367" y="274"/>
                  </a:cubicBezTo>
                  <a:cubicBezTo>
                    <a:pt x="8361" y="262"/>
                    <a:pt x="8343" y="262"/>
                    <a:pt x="8337" y="256"/>
                  </a:cubicBezTo>
                  <a:cubicBezTo>
                    <a:pt x="8313" y="250"/>
                    <a:pt x="8296" y="238"/>
                    <a:pt x="8278" y="227"/>
                  </a:cubicBezTo>
                  <a:cubicBezTo>
                    <a:pt x="8260" y="221"/>
                    <a:pt x="8254" y="221"/>
                    <a:pt x="8242" y="215"/>
                  </a:cubicBezTo>
                  <a:cubicBezTo>
                    <a:pt x="8218" y="209"/>
                    <a:pt x="8201" y="197"/>
                    <a:pt x="8183" y="185"/>
                  </a:cubicBezTo>
                  <a:cubicBezTo>
                    <a:pt x="8165" y="179"/>
                    <a:pt x="8159" y="179"/>
                    <a:pt x="8147" y="167"/>
                  </a:cubicBezTo>
                  <a:cubicBezTo>
                    <a:pt x="8123" y="161"/>
                    <a:pt x="8106" y="155"/>
                    <a:pt x="8088" y="149"/>
                  </a:cubicBezTo>
                  <a:cubicBezTo>
                    <a:pt x="8070" y="137"/>
                    <a:pt x="8052" y="137"/>
                    <a:pt x="8046" y="131"/>
                  </a:cubicBezTo>
                  <a:cubicBezTo>
                    <a:pt x="8028" y="126"/>
                    <a:pt x="8011" y="120"/>
                    <a:pt x="7987" y="108"/>
                  </a:cubicBezTo>
                  <a:cubicBezTo>
                    <a:pt x="7975" y="102"/>
                    <a:pt x="7957" y="102"/>
                    <a:pt x="7945" y="96"/>
                  </a:cubicBezTo>
                  <a:cubicBezTo>
                    <a:pt x="7921" y="90"/>
                    <a:pt x="7910" y="78"/>
                    <a:pt x="7886" y="78"/>
                  </a:cubicBezTo>
                  <a:cubicBezTo>
                    <a:pt x="7868" y="72"/>
                    <a:pt x="7856" y="72"/>
                    <a:pt x="7850" y="72"/>
                  </a:cubicBezTo>
                  <a:cubicBezTo>
                    <a:pt x="7826" y="66"/>
                    <a:pt x="7803" y="66"/>
                    <a:pt x="7779" y="60"/>
                  </a:cubicBezTo>
                  <a:cubicBezTo>
                    <a:pt x="7767" y="60"/>
                    <a:pt x="7761" y="48"/>
                    <a:pt x="7743" y="48"/>
                  </a:cubicBezTo>
                  <a:cubicBezTo>
                    <a:pt x="7714" y="42"/>
                    <a:pt x="7690" y="42"/>
                    <a:pt x="7660" y="36"/>
                  </a:cubicBezTo>
                  <a:cubicBezTo>
                    <a:pt x="7654" y="36"/>
                    <a:pt x="7648" y="36"/>
                    <a:pt x="7642" y="31"/>
                  </a:cubicBezTo>
                  <a:cubicBezTo>
                    <a:pt x="7601" y="19"/>
                    <a:pt x="7565" y="13"/>
                    <a:pt x="7536" y="13"/>
                  </a:cubicBezTo>
                  <a:lnTo>
                    <a:pt x="7512" y="13"/>
                  </a:lnTo>
                  <a:cubicBezTo>
                    <a:pt x="7482" y="13"/>
                    <a:pt x="7464" y="7"/>
                    <a:pt x="7435" y="7"/>
                  </a:cubicBezTo>
                  <a:lnTo>
                    <a:pt x="7393" y="7"/>
                  </a:lnTo>
                  <a:cubicBezTo>
                    <a:pt x="7375" y="7"/>
                    <a:pt x="7351" y="7"/>
                    <a:pt x="7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5">
              <a:extLst>
                <a:ext uri="{FF2B5EF4-FFF2-40B4-BE49-F238E27FC236}">
                  <a16:creationId xmlns:a16="http://schemas.microsoft.com/office/drawing/2014/main" id="{821D3554-B564-A806-923B-FA6C05814A2A}"/>
                </a:ext>
              </a:extLst>
            </p:cNvPr>
            <p:cNvSpPr/>
            <p:nvPr/>
          </p:nvSpPr>
          <p:spPr>
            <a:xfrm>
              <a:off x="5644057" y="-1244429"/>
              <a:ext cx="2654533" cy="3338463"/>
            </a:xfrm>
            <a:custGeom>
              <a:avLst/>
              <a:gdLst/>
              <a:ahLst/>
              <a:cxnLst/>
              <a:rect l="l" t="t" r="r" b="b"/>
              <a:pathLst>
                <a:path w="12234" h="15861" extrusionOk="0">
                  <a:moveTo>
                    <a:pt x="4959" y="1"/>
                  </a:moveTo>
                  <a:cubicBezTo>
                    <a:pt x="4924" y="24"/>
                    <a:pt x="4876" y="48"/>
                    <a:pt x="4840" y="66"/>
                  </a:cubicBezTo>
                  <a:cubicBezTo>
                    <a:pt x="4834" y="78"/>
                    <a:pt x="4817" y="84"/>
                    <a:pt x="4811" y="90"/>
                  </a:cubicBezTo>
                  <a:cubicBezTo>
                    <a:pt x="4781" y="107"/>
                    <a:pt x="4751" y="125"/>
                    <a:pt x="4722" y="143"/>
                  </a:cubicBezTo>
                  <a:cubicBezTo>
                    <a:pt x="4710" y="149"/>
                    <a:pt x="4698" y="155"/>
                    <a:pt x="4686" y="167"/>
                  </a:cubicBezTo>
                  <a:cubicBezTo>
                    <a:pt x="4656" y="179"/>
                    <a:pt x="4633" y="202"/>
                    <a:pt x="4603" y="214"/>
                  </a:cubicBezTo>
                  <a:cubicBezTo>
                    <a:pt x="4591" y="226"/>
                    <a:pt x="4573" y="232"/>
                    <a:pt x="4567" y="238"/>
                  </a:cubicBezTo>
                  <a:cubicBezTo>
                    <a:pt x="4538" y="256"/>
                    <a:pt x="4514" y="274"/>
                    <a:pt x="4484" y="291"/>
                  </a:cubicBezTo>
                  <a:cubicBezTo>
                    <a:pt x="4472" y="297"/>
                    <a:pt x="4460" y="303"/>
                    <a:pt x="4448" y="315"/>
                  </a:cubicBezTo>
                  <a:lnTo>
                    <a:pt x="4359" y="381"/>
                  </a:lnTo>
                  <a:cubicBezTo>
                    <a:pt x="4353" y="387"/>
                    <a:pt x="4342" y="392"/>
                    <a:pt x="4336" y="392"/>
                  </a:cubicBezTo>
                  <a:cubicBezTo>
                    <a:pt x="4264" y="446"/>
                    <a:pt x="4187" y="499"/>
                    <a:pt x="4116" y="559"/>
                  </a:cubicBezTo>
                  <a:lnTo>
                    <a:pt x="4104" y="565"/>
                  </a:lnTo>
                  <a:cubicBezTo>
                    <a:pt x="4063" y="600"/>
                    <a:pt x="4009" y="642"/>
                    <a:pt x="3968" y="677"/>
                  </a:cubicBezTo>
                  <a:cubicBezTo>
                    <a:pt x="3950" y="683"/>
                    <a:pt x="3938" y="701"/>
                    <a:pt x="3920" y="713"/>
                  </a:cubicBezTo>
                  <a:cubicBezTo>
                    <a:pt x="3884" y="743"/>
                    <a:pt x="3855" y="772"/>
                    <a:pt x="3819" y="802"/>
                  </a:cubicBezTo>
                  <a:cubicBezTo>
                    <a:pt x="3801" y="820"/>
                    <a:pt x="3789" y="832"/>
                    <a:pt x="3766" y="850"/>
                  </a:cubicBezTo>
                  <a:cubicBezTo>
                    <a:pt x="3730" y="879"/>
                    <a:pt x="3700" y="909"/>
                    <a:pt x="3659" y="939"/>
                  </a:cubicBezTo>
                  <a:lnTo>
                    <a:pt x="3623" y="974"/>
                  </a:lnTo>
                  <a:cubicBezTo>
                    <a:pt x="3582" y="1010"/>
                    <a:pt x="3534" y="1057"/>
                    <a:pt x="3492" y="1099"/>
                  </a:cubicBezTo>
                  <a:lnTo>
                    <a:pt x="3451" y="1135"/>
                  </a:lnTo>
                  <a:cubicBezTo>
                    <a:pt x="3415" y="1164"/>
                    <a:pt x="3386" y="1206"/>
                    <a:pt x="3350" y="1236"/>
                  </a:cubicBezTo>
                  <a:lnTo>
                    <a:pt x="3302" y="1277"/>
                  </a:lnTo>
                  <a:cubicBezTo>
                    <a:pt x="3267" y="1307"/>
                    <a:pt x="3237" y="1343"/>
                    <a:pt x="3202" y="1372"/>
                  </a:cubicBezTo>
                  <a:lnTo>
                    <a:pt x="3166" y="1414"/>
                  </a:lnTo>
                  <a:lnTo>
                    <a:pt x="3029" y="1544"/>
                  </a:lnTo>
                  <a:lnTo>
                    <a:pt x="2994" y="1580"/>
                  </a:lnTo>
                  <a:cubicBezTo>
                    <a:pt x="2964" y="1622"/>
                    <a:pt x="2928" y="1651"/>
                    <a:pt x="2899" y="1687"/>
                  </a:cubicBezTo>
                  <a:lnTo>
                    <a:pt x="2851" y="1728"/>
                  </a:lnTo>
                  <a:cubicBezTo>
                    <a:pt x="2821" y="1770"/>
                    <a:pt x="2786" y="1806"/>
                    <a:pt x="2756" y="1841"/>
                  </a:cubicBezTo>
                  <a:lnTo>
                    <a:pt x="2721" y="1877"/>
                  </a:lnTo>
                  <a:cubicBezTo>
                    <a:pt x="2673" y="1924"/>
                    <a:pt x="2637" y="1978"/>
                    <a:pt x="2590" y="2025"/>
                  </a:cubicBezTo>
                  <a:cubicBezTo>
                    <a:pt x="2584" y="2043"/>
                    <a:pt x="2572" y="2049"/>
                    <a:pt x="2560" y="2067"/>
                  </a:cubicBezTo>
                  <a:cubicBezTo>
                    <a:pt x="2531" y="2103"/>
                    <a:pt x="2501" y="2138"/>
                    <a:pt x="2465" y="2174"/>
                  </a:cubicBezTo>
                  <a:cubicBezTo>
                    <a:pt x="2453" y="2192"/>
                    <a:pt x="2436" y="2204"/>
                    <a:pt x="2430" y="2227"/>
                  </a:cubicBezTo>
                  <a:cubicBezTo>
                    <a:pt x="2400" y="2263"/>
                    <a:pt x="2370" y="2304"/>
                    <a:pt x="2341" y="2346"/>
                  </a:cubicBezTo>
                  <a:cubicBezTo>
                    <a:pt x="2335" y="2364"/>
                    <a:pt x="2317" y="2370"/>
                    <a:pt x="2311" y="2382"/>
                  </a:cubicBezTo>
                  <a:cubicBezTo>
                    <a:pt x="2275" y="2435"/>
                    <a:pt x="2228" y="2489"/>
                    <a:pt x="2192" y="2542"/>
                  </a:cubicBezTo>
                  <a:cubicBezTo>
                    <a:pt x="2186" y="2554"/>
                    <a:pt x="2168" y="2560"/>
                    <a:pt x="2162" y="2578"/>
                  </a:cubicBezTo>
                  <a:cubicBezTo>
                    <a:pt x="2133" y="2625"/>
                    <a:pt x="2103" y="2661"/>
                    <a:pt x="2073" y="2702"/>
                  </a:cubicBezTo>
                  <a:cubicBezTo>
                    <a:pt x="2055" y="2720"/>
                    <a:pt x="2050" y="2738"/>
                    <a:pt x="2038" y="2756"/>
                  </a:cubicBezTo>
                  <a:cubicBezTo>
                    <a:pt x="2008" y="2797"/>
                    <a:pt x="1978" y="2839"/>
                    <a:pt x="1949" y="2880"/>
                  </a:cubicBezTo>
                  <a:cubicBezTo>
                    <a:pt x="1937" y="2898"/>
                    <a:pt x="1931" y="2910"/>
                    <a:pt x="1919" y="2916"/>
                  </a:cubicBezTo>
                  <a:cubicBezTo>
                    <a:pt x="1877" y="2970"/>
                    <a:pt x="1842" y="3029"/>
                    <a:pt x="1806" y="3082"/>
                  </a:cubicBezTo>
                  <a:cubicBezTo>
                    <a:pt x="1800" y="3094"/>
                    <a:pt x="1788" y="3106"/>
                    <a:pt x="1782" y="3118"/>
                  </a:cubicBezTo>
                  <a:cubicBezTo>
                    <a:pt x="1753" y="3165"/>
                    <a:pt x="1723" y="3207"/>
                    <a:pt x="1699" y="3255"/>
                  </a:cubicBezTo>
                  <a:cubicBezTo>
                    <a:pt x="1693" y="3266"/>
                    <a:pt x="1681" y="3290"/>
                    <a:pt x="1670" y="3302"/>
                  </a:cubicBezTo>
                  <a:cubicBezTo>
                    <a:pt x="1640" y="3350"/>
                    <a:pt x="1622" y="3391"/>
                    <a:pt x="1592" y="3439"/>
                  </a:cubicBezTo>
                  <a:cubicBezTo>
                    <a:pt x="1580" y="3450"/>
                    <a:pt x="1575" y="3468"/>
                    <a:pt x="1569" y="3474"/>
                  </a:cubicBezTo>
                  <a:cubicBezTo>
                    <a:pt x="1533" y="3534"/>
                    <a:pt x="1503" y="3587"/>
                    <a:pt x="1462" y="3646"/>
                  </a:cubicBezTo>
                  <a:cubicBezTo>
                    <a:pt x="1456" y="3658"/>
                    <a:pt x="1450" y="3670"/>
                    <a:pt x="1444" y="3682"/>
                  </a:cubicBezTo>
                  <a:cubicBezTo>
                    <a:pt x="1414" y="3730"/>
                    <a:pt x="1390" y="3771"/>
                    <a:pt x="1361" y="3825"/>
                  </a:cubicBezTo>
                  <a:cubicBezTo>
                    <a:pt x="1355" y="3836"/>
                    <a:pt x="1337" y="3860"/>
                    <a:pt x="1331" y="3878"/>
                  </a:cubicBezTo>
                  <a:cubicBezTo>
                    <a:pt x="1307" y="3920"/>
                    <a:pt x="1278" y="3967"/>
                    <a:pt x="1254" y="4009"/>
                  </a:cubicBezTo>
                  <a:cubicBezTo>
                    <a:pt x="1248" y="4026"/>
                    <a:pt x="1242" y="4038"/>
                    <a:pt x="1236" y="4044"/>
                  </a:cubicBezTo>
                  <a:lnTo>
                    <a:pt x="1147" y="4222"/>
                  </a:lnTo>
                  <a:cubicBezTo>
                    <a:pt x="1135" y="4240"/>
                    <a:pt x="1129" y="4246"/>
                    <a:pt x="1129" y="4264"/>
                  </a:cubicBezTo>
                  <a:cubicBezTo>
                    <a:pt x="1105" y="4306"/>
                    <a:pt x="1076" y="4359"/>
                    <a:pt x="1058" y="4401"/>
                  </a:cubicBezTo>
                  <a:cubicBezTo>
                    <a:pt x="1046" y="4418"/>
                    <a:pt x="1040" y="4442"/>
                    <a:pt x="1028" y="4454"/>
                  </a:cubicBezTo>
                  <a:cubicBezTo>
                    <a:pt x="1004" y="4501"/>
                    <a:pt x="981" y="4549"/>
                    <a:pt x="957" y="4597"/>
                  </a:cubicBezTo>
                  <a:lnTo>
                    <a:pt x="939" y="4638"/>
                  </a:lnTo>
                  <a:cubicBezTo>
                    <a:pt x="909" y="4697"/>
                    <a:pt x="886" y="4757"/>
                    <a:pt x="856" y="4816"/>
                  </a:cubicBezTo>
                  <a:cubicBezTo>
                    <a:pt x="850" y="4834"/>
                    <a:pt x="850" y="4840"/>
                    <a:pt x="838" y="4858"/>
                  </a:cubicBezTo>
                  <a:cubicBezTo>
                    <a:pt x="820" y="4905"/>
                    <a:pt x="797" y="4953"/>
                    <a:pt x="773" y="5006"/>
                  </a:cubicBezTo>
                  <a:cubicBezTo>
                    <a:pt x="767" y="5018"/>
                    <a:pt x="761" y="5042"/>
                    <a:pt x="749" y="5054"/>
                  </a:cubicBezTo>
                  <a:cubicBezTo>
                    <a:pt x="731" y="5101"/>
                    <a:pt x="714" y="5155"/>
                    <a:pt x="690" y="5196"/>
                  </a:cubicBezTo>
                  <a:cubicBezTo>
                    <a:pt x="684" y="5214"/>
                    <a:pt x="678" y="5226"/>
                    <a:pt x="678" y="5244"/>
                  </a:cubicBezTo>
                  <a:cubicBezTo>
                    <a:pt x="654" y="5303"/>
                    <a:pt x="630" y="5362"/>
                    <a:pt x="601" y="5428"/>
                  </a:cubicBezTo>
                  <a:cubicBezTo>
                    <a:pt x="595" y="5434"/>
                    <a:pt x="595" y="5452"/>
                    <a:pt x="589" y="5458"/>
                  </a:cubicBezTo>
                  <a:cubicBezTo>
                    <a:pt x="565" y="5511"/>
                    <a:pt x="553" y="5558"/>
                    <a:pt x="535" y="5606"/>
                  </a:cubicBezTo>
                  <a:cubicBezTo>
                    <a:pt x="529" y="5618"/>
                    <a:pt x="524" y="5642"/>
                    <a:pt x="512" y="5659"/>
                  </a:cubicBezTo>
                  <a:cubicBezTo>
                    <a:pt x="500" y="5701"/>
                    <a:pt x="482" y="5754"/>
                    <a:pt x="464" y="5796"/>
                  </a:cubicBezTo>
                  <a:cubicBezTo>
                    <a:pt x="452" y="5814"/>
                    <a:pt x="452" y="5826"/>
                    <a:pt x="446" y="5843"/>
                  </a:cubicBezTo>
                  <a:cubicBezTo>
                    <a:pt x="423" y="5903"/>
                    <a:pt x="411" y="5968"/>
                    <a:pt x="387" y="6028"/>
                  </a:cubicBezTo>
                  <a:cubicBezTo>
                    <a:pt x="387" y="6033"/>
                    <a:pt x="381" y="6051"/>
                    <a:pt x="381" y="6057"/>
                  </a:cubicBezTo>
                  <a:lnTo>
                    <a:pt x="333" y="6212"/>
                  </a:lnTo>
                  <a:cubicBezTo>
                    <a:pt x="333" y="6224"/>
                    <a:pt x="328" y="6229"/>
                    <a:pt x="328" y="6235"/>
                  </a:cubicBezTo>
                  <a:cubicBezTo>
                    <a:pt x="328" y="6241"/>
                    <a:pt x="322" y="6259"/>
                    <a:pt x="322" y="6265"/>
                  </a:cubicBezTo>
                  <a:cubicBezTo>
                    <a:pt x="304" y="6313"/>
                    <a:pt x="292" y="6360"/>
                    <a:pt x="286" y="6408"/>
                  </a:cubicBezTo>
                  <a:cubicBezTo>
                    <a:pt x="274" y="6419"/>
                    <a:pt x="274" y="6437"/>
                    <a:pt x="268" y="6449"/>
                  </a:cubicBezTo>
                  <a:cubicBezTo>
                    <a:pt x="256" y="6509"/>
                    <a:pt x="238" y="6568"/>
                    <a:pt x="227" y="6639"/>
                  </a:cubicBezTo>
                  <a:cubicBezTo>
                    <a:pt x="227" y="6645"/>
                    <a:pt x="215" y="6657"/>
                    <a:pt x="215" y="6669"/>
                  </a:cubicBezTo>
                  <a:cubicBezTo>
                    <a:pt x="203" y="6716"/>
                    <a:pt x="197" y="6770"/>
                    <a:pt x="179" y="6817"/>
                  </a:cubicBezTo>
                  <a:cubicBezTo>
                    <a:pt x="173" y="6835"/>
                    <a:pt x="173" y="6853"/>
                    <a:pt x="167" y="6877"/>
                  </a:cubicBezTo>
                  <a:cubicBezTo>
                    <a:pt x="155" y="6918"/>
                    <a:pt x="143" y="6966"/>
                    <a:pt x="138" y="7013"/>
                  </a:cubicBezTo>
                  <a:cubicBezTo>
                    <a:pt x="138" y="7031"/>
                    <a:pt x="126" y="7043"/>
                    <a:pt x="126" y="7061"/>
                  </a:cubicBezTo>
                  <a:cubicBezTo>
                    <a:pt x="114" y="7120"/>
                    <a:pt x="108" y="7180"/>
                    <a:pt x="96" y="7239"/>
                  </a:cubicBezTo>
                  <a:cubicBezTo>
                    <a:pt x="96" y="7245"/>
                    <a:pt x="96" y="7263"/>
                    <a:pt x="90" y="7269"/>
                  </a:cubicBezTo>
                  <a:cubicBezTo>
                    <a:pt x="84" y="7322"/>
                    <a:pt x="78" y="7364"/>
                    <a:pt x="66" y="7417"/>
                  </a:cubicBezTo>
                  <a:cubicBezTo>
                    <a:pt x="66" y="7441"/>
                    <a:pt x="60" y="7453"/>
                    <a:pt x="60" y="7470"/>
                  </a:cubicBezTo>
                  <a:cubicBezTo>
                    <a:pt x="54" y="7512"/>
                    <a:pt x="48" y="7560"/>
                    <a:pt x="48" y="7601"/>
                  </a:cubicBezTo>
                  <a:cubicBezTo>
                    <a:pt x="48" y="7619"/>
                    <a:pt x="37" y="7631"/>
                    <a:pt x="37" y="7649"/>
                  </a:cubicBezTo>
                  <a:cubicBezTo>
                    <a:pt x="31" y="7708"/>
                    <a:pt x="25" y="7767"/>
                    <a:pt x="25" y="7827"/>
                  </a:cubicBezTo>
                  <a:lnTo>
                    <a:pt x="25" y="7833"/>
                  </a:lnTo>
                  <a:cubicBezTo>
                    <a:pt x="25" y="7856"/>
                    <a:pt x="19" y="7886"/>
                    <a:pt x="19" y="7904"/>
                  </a:cubicBezTo>
                  <a:cubicBezTo>
                    <a:pt x="19" y="7928"/>
                    <a:pt x="19" y="7951"/>
                    <a:pt x="7" y="7975"/>
                  </a:cubicBezTo>
                  <a:cubicBezTo>
                    <a:pt x="7" y="8005"/>
                    <a:pt x="7" y="8035"/>
                    <a:pt x="1" y="8064"/>
                  </a:cubicBezTo>
                  <a:lnTo>
                    <a:pt x="1" y="8124"/>
                  </a:lnTo>
                  <a:lnTo>
                    <a:pt x="1" y="8219"/>
                  </a:lnTo>
                  <a:lnTo>
                    <a:pt x="1" y="8260"/>
                  </a:lnTo>
                  <a:lnTo>
                    <a:pt x="1" y="8403"/>
                  </a:lnTo>
                  <a:lnTo>
                    <a:pt x="1" y="8539"/>
                  </a:lnTo>
                  <a:lnTo>
                    <a:pt x="1" y="8581"/>
                  </a:lnTo>
                  <a:lnTo>
                    <a:pt x="1" y="8670"/>
                  </a:lnTo>
                  <a:lnTo>
                    <a:pt x="1" y="8717"/>
                  </a:lnTo>
                  <a:cubicBezTo>
                    <a:pt x="1" y="8747"/>
                    <a:pt x="1" y="8777"/>
                    <a:pt x="7" y="8795"/>
                  </a:cubicBezTo>
                  <a:lnTo>
                    <a:pt x="7" y="8842"/>
                  </a:lnTo>
                  <a:cubicBezTo>
                    <a:pt x="7" y="8872"/>
                    <a:pt x="19" y="8902"/>
                    <a:pt x="19" y="8937"/>
                  </a:cubicBezTo>
                  <a:lnTo>
                    <a:pt x="19" y="8967"/>
                  </a:lnTo>
                  <a:cubicBezTo>
                    <a:pt x="19" y="9014"/>
                    <a:pt x="25" y="9050"/>
                    <a:pt x="31" y="9092"/>
                  </a:cubicBezTo>
                  <a:lnTo>
                    <a:pt x="31" y="9115"/>
                  </a:lnTo>
                  <a:cubicBezTo>
                    <a:pt x="37" y="9145"/>
                    <a:pt x="37" y="9181"/>
                    <a:pt x="48" y="9210"/>
                  </a:cubicBezTo>
                  <a:cubicBezTo>
                    <a:pt x="48" y="9228"/>
                    <a:pt x="48" y="9234"/>
                    <a:pt x="54" y="9252"/>
                  </a:cubicBezTo>
                  <a:cubicBezTo>
                    <a:pt x="54" y="9264"/>
                    <a:pt x="60" y="9282"/>
                    <a:pt x="60" y="9293"/>
                  </a:cubicBezTo>
                  <a:cubicBezTo>
                    <a:pt x="60" y="9311"/>
                    <a:pt x="66" y="9317"/>
                    <a:pt x="66" y="9329"/>
                  </a:cubicBezTo>
                  <a:cubicBezTo>
                    <a:pt x="66" y="9347"/>
                    <a:pt x="78" y="9353"/>
                    <a:pt x="78" y="9371"/>
                  </a:cubicBezTo>
                  <a:cubicBezTo>
                    <a:pt x="84" y="9400"/>
                    <a:pt x="84" y="9430"/>
                    <a:pt x="90" y="9460"/>
                  </a:cubicBezTo>
                  <a:cubicBezTo>
                    <a:pt x="90" y="9466"/>
                    <a:pt x="90" y="9472"/>
                    <a:pt x="96" y="9489"/>
                  </a:cubicBezTo>
                  <a:lnTo>
                    <a:pt x="120" y="9596"/>
                  </a:lnTo>
                  <a:lnTo>
                    <a:pt x="120" y="9614"/>
                  </a:lnTo>
                  <a:cubicBezTo>
                    <a:pt x="126" y="9644"/>
                    <a:pt x="138" y="9679"/>
                    <a:pt x="143" y="9709"/>
                  </a:cubicBezTo>
                  <a:cubicBezTo>
                    <a:pt x="143" y="9715"/>
                    <a:pt x="149" y="9733"/>
                    <a:pt x="149" y="9739"/>
                  </a:cubicBezTo>
                  <a:cubicBezTo>
                    <a:pt x="155" y="9763"/>
                    <a:pt x="167" y="9792"/>
                    <a:pt x="173" y="9816"/>
                  </a:cubicBezTo>
                  <a:cubicBezTo>
                    <a:pt x="173" y="9828"/>
                    <a:pt x="179" y="9834"/>
                    <a:pt x="179" y="9852"/>
                  </a:cubicBezTo>
                  <a:cubicBezTo>
                    <a:pt x="185" y="9881"/>
                    <a:pt x="197" y="9905"/>
                    <a:pt x="203" y="9935"/>
                  </a:cubicBezTo>
                  <a:cubicBezTo>
                    <a:pt x="203" y="9941"/>
                    <a:pt x="209" y="9947"/>
                    <a:pt x="209" y="9953"/>
                  </a:cubicBezTo>
                  <a:cubicBezTo>
                    <a:pt x="215" y="9994"/>
                    <a:pt x="233" y="10024"/>
                    <a:pt x="238" y="10059"/>
                  </a:cubicBezTo>
                  <a:cubicBezTo>
                    <a:pt x="238" y="10065"/>
                    <a:pt x="244" y="10071"/>
                    <a:pt x="244" y="10071"/>
                  </a:cubicBezTo>
                  <a:cubicBezTo>
                    <a:pt x="256" y="10101"/>
                    <a:pt x="268" y="10125"/>
                    <a:pt x="274" y="10154"/>
                  </a:cubicBezTo>
                  <a:cubicBezTo>
                    <a:pt x="286" y="10160"/>
                    <a:pt x="286" y="10178"/>
                    <a:pt x="292" y="10184"/>
                  </a:cubicBezTo>
                  <a:cubicBezTo>
                    <a:pt x="298" y="10208"/>
                    <a:pt x="304" y="10232"/>
                    <a:pt x="322" y="10249"/>
                  </a:cubicBezTo>
                  <a:cubicBezTo>
                    <a:pt x="328" y="10261"/>
                    <a:pt x="328" y="10273"/>
                    <a:pt x="333" y="10279"/>
                  </a:cubicBezTo>
                  <a:cubicBezTo>
                    <a:pt x="345" y="10303"/>
                    <a:pt x="357" y="10333"/>
                    <a:pt x="363" y="10356"/>
                  </a:cubicBezTo>
                  <a:cubicBezTo>
                    <a:pt x="363" y="10362"/>
                    <a:pt x="375" y="10368"/>
                    <a:pt x="375" y="10380"/>
                  </a:cubicBezTo>
                  <a:lnTo>
                    <a:pt x="417" y="10469"/>
                  </a:lnTo>
                  <a:cubicBezTo>
                    <a:pt x="417" y="10475"/>
                    <a:pt x="423" y="10481"/>
                    <a:pt x="423" y="10487"/>
                  </a:cubicBezTo>
                  <a:cubicBezTo>
                    <a:pt x="440" y="10511"/>
                    <a:pt x="446" y="10534"/>
                    <a:pt x="464" y="10558"/>
                  </a:cubicBezTo>
                  <a:cubicBezTo>
                    <a:pt x="470" y="10564"/>
                    <a:pt x="470" y="10570"/>
                    <a:pt x="476" y="10588"/>
                  </a:cubicBezTo>
                  <a:cubicBezTo>
                    <a:pt x="482" y="10606"/>
                    <a:pt x="500" y="10624"/>
                    <a:pt x="512" y="10647"/>
                  </a:cubicBezTo>
                  <a:cubicBezTo>
                    <a:pt x="524" y="10653"/>
                    <a:pt x="524" y="10659"/>
                    <a:pt x="529" y="10677"/>
                  </a:cubicBezTo>
                  <a:lnTo>
                    <a:pt x="571" y="10742"/>
                  </a:lnTo>
                  <a:cubicBezTo>
                    <a:pt x="571" y="10748"/>
                    <a:pt x="583" y="10748"/>
                    <a:pt x="583" y="10754"/>
                  </a:cubicBezTo>
                  <a:cubicBezTo>
                    <a:pt x="595" y="10784"/>
                    <a:pt x="619" y="10808"/>
                    <a:pt x="630" y="10837"/>
                  </a:cubicBezTo>
                  <a:cubicBezTo>
                    <a:pt x="642" y="10843"/>
                    <a:pt x="642" y="10855"/>
                    <a:pt x="648" y="10861"/>
                  </a:cubicBezTo>
                  <a:cubicBezTo>
                    <a:pt x="660" y="10885"/>
                    <a:pt x="678" y="10897"/>
                    <a:pt x="690" y="10920"/>
                  </a:cubicBezTo>
                  <a:cubicBezTo>
                    <a:pt x="702" y="10926"/>
                    <a:pt x="708" y="10932"/>
                    <a:pt x="708" y="10944"/>
                  </a:cubicBezTo>
                  <a:cubicBezTo>
                    <a:pt x="719" y="10956"/>
                    <a:pt x="737" y="10980"/>
                    <a:pt x="743" y="10992"/>
                  </a:cubicBezTo>
                  <a:cubicBezTo>
                    <a:pt x="749" y="11004"/>
                    <a:pt x="761" y="11009"/>
                    <a:pt x="761" y="11015"/>
                  </a:cubicBezTo>
                  <a:cubicBezTo>
                    <a:pt x="773" y="11039"/>
                    <a:pt x="797" y="11051"/>
                    <a:pt x="809" y="11075"/>
                  </a:cubicBezTo>
                  <a:lnTo>
                    <a:pt x="820" y="11081"/>
                  </a:lnTo>
                  <a:cubicBezTo>
                    <a:pt x="838" y="11104"/>
                    <a:pt x="856" y="11128"/>
                    <a:pt x="880" y="11152"/>
                  </a:cubicBezTo>
                  <a:lnTo>
                    <a:pt x="892" y="11164"/>
                  </a:lnTo>
                  <a:lnTo>
                    <a:pt x="939" y="11211"/>
                  </a:lnTo>
                  <a:lnTo>
                    <a:pt x="957" y="11229"/>
                  </a:lnTo>
                  <a:lnTo>
                    <a:pt x="1004" y="11277"/>
                  </a:lnTo>
                  <a:lnTo>
                    <a:pt x="1028" y="11300"/>
                  </a:lnTo>
                  <a:cubicBezTo>
                    <a:pt x="1046" y="11312"/>
                    <a:pt x="1064" y="11336"/>
                    <a:pt x="1088" y="11348"/>
                  </a:cubicBezTo>
                  <a:lnTo>
                    <a:pt x="1094" y="11360"/>
                  </a:lnTo>
                  <a:cubicBezTo>
                    <a:pt x="1117" y="11378"/>
                    <a:pt x="1135" y="11395"/>
                    <a:pt x="1159" y="11407"/>
                  </a:cubicBezTo>
                  <a:cubicBezTo>
                    <a:pt x="1165" y="11419"/>
                    <a:pt x="1177" y="11419"/>
                    <a:pt x="1183" y="11425"/>
                  </a:cubicBezTo>
                  <a:cubicBezTo>
                    <a:pt x="1194" y="11437"/>
                    <a:pt x="1218" y="11449"/>
                    <a:pt x="1236" y="11461"/>
                  </a:cubicBezTo>
                  <a:cubicBezTo>
                    <a:pt x="1242" y="11467"/>
                    <a:pt x="1248" y="11479"/>
                    <a:pt x="1254" y="11479"/>
                  </a:cubicBezTo>
                  <a:cubicBezTo>
                    <a:pt x="1272" y="11490"/>
                    <a:pt x="1295" y="11496"/>
                    <a:pt x="1307" y="11514"/>
                  </a:cubicBezTo>
                  <a:cubicBezTo>
                    <a:pt x="1313" y="11520"/>
                    <a:pt x="1325" y="11520"/>
                    <a:pt x="1331" y="11526"/>
                  </a:cubicBezTo>
                  <a:cubicBezTo>
                    <a:pt x="1355" y="11544"/>
                    <a:pt x="1385" y="11556"/>
                    <a:pt x="1402" y="11574"/>
                  </a:cubicBezTo>
                  <a:lnTo>
                    <a:pt x="8605" y="15819"/>
                  </a:lnTo>
                  <a:lnTo>
                    <a:pt x="8605" y="15819"/>
                  </a:lnTo>
                  <a:cubicBezTo>
                    <a:pt x="8605" y="15807"/>
                    <a:pt x="8599" y="15807"/>
                    <a:pt x="8587" y="15795"/>
                  </a:cubicBezTo>
                  <a:cubicBezTo>
                    <a:pt x="8575" y="15784"/>
                    <a:pt x="8552" y="15778"/>
                    <a:pt x="8540" y="15760"/>
                  </a:cubicBezTo>
                  <a:cubicBezTo>
                    <a:pt x="8528" y="15754"/>
                    <a:pt x="8522" y="15748"/>
                    <a:pt x="8516" y="15748"/>
                  </a:cubicBezTo>
                  <a:cubicBezTo>
                    <a:pt x="8498" y="15730"/>
                    <a:pt x="8480" y="15724"/>
                    <a:pt x="8463" y="15706"/>
                  </a:cubicBezTo>
                  <a:cubicBezTo>
                    <a:pt x="8457" y="15700"/>
                    <a:pt x="8451" y="15700"/>
                    <a:pt x="8439" y="15695"/>
                  </a:cubicBezTo>
                  <a:cubicBezTo>
                    <a:pt x="8421" y="15677"/>
                    <a:pt x="8397" y="15653"/>
                    <a:pt x="8373" y="15641"/>
                  </a:cubicBezTo>
                  <a:cubicBezTo>
                    <a:pt x="8373" y="15641"/>
                    <a:pt x="8368" y="15641"/>
                    <a:pt x="8368" y="15635"/>
                  </a:cubicBezTo>
                  <a:cubicBezTo>
                    <a:pt x="8344" y="15617"/>
                    <a:pt x="8332" y="15594"/>
                    <a:pt x="8308" y="15582"/>
                  </a:cubicBezTo>
                  <a:lnTo>
                    <a:pt x="8284" y="15558"/>
                  </a:lnTo>
                  <a:lnTo>
                    <a:pt x="8243" y="15516"/>
                  </a:lnTo>
                  <a:lnTo>
                    <a:pt x="8219" y="15493"/>
                  </a:lnTo>
                  <a:lnTo>
                    <a:pt x="8172" y="15445"/>
                  </a:lnTo>
                  <a:lnTo>
                    <a:pt x="8160" y="15433"/>
                  </a:lnTo>
                  <a:cubicBezTo>
                    <a:pt x="8136" y="15409"/>
                    <a:pt x="8124" y="15386"/>
                    <a:pt x="8100" y="15368"/>
                  </a:cubicBezTo>
                  <a:cubicBezTo>
                    <a:pt x="8100" y="15368"/>
                    <a:pt x="8094" y="15356"/>
                    <a:pt x="8094" y="15350"/>
                  </a:cubicBezTo>
                  <a:cubicBezTo>
                    <a:pt x="8077" y="15326"/>
                    <a:pt x="8065" y="15314"/>
                    <a:pt x="8041" y="15291"/>
                  </a:cubicBezTo>
                  <a:lnTo>
                    <a:pt x="8017" y="15267"/>
                  </a:lnTo>
                  <a:cubicBezTo>
                    <a:pt x="8005" y="15255"/>
                    <a:pt x="7993" y="15237"/>
                    <a:pt x="7982" y="15219"/>
                  </a:cubicBezTo>
                  <a:lnTo>
                    <a:pt x="7958" y="15196"/>
                  </a:lnTo>
                  <a:cubicBezTo>
                    <a:pt x="7946" y="15178"/>
                    <a:pt x="7928" y="15160"/>
                    <a:pt x="7922" y="15142"/>
                  </a:cubicBezTo>
                  <a:cubicBezTo>
                    <a:pt x="7916" y="15136"/>
                    <a:pt x="7916" y="15130"/>
                    <a:pt x="7904" y="15119"/>
                  </a:cubicBezTo>
                  <a:cubicBezTo>
                    <a:pt x="7892" y="15101"/>
                    <a:pt x="7869" y="15071"/>
                    <a:pt x="7857" y="15047"/>
                  </a:cubicBezTo>
                  <a:cubicBezTo>
                    <a:pt x="7845" y="15041"/>
                    <a:pt x="7845" y="15029"/>
                    <a:pt x="7845" y="15029"/>
                  </a:cubicBezTo>
                  <a:cubicBezTo>
                    <a:pt x="7833" y="15012"/>
                    <a:pt x="7815" y="14988"/>
                    <a:pt x="7809" y="14964"/>
                  </a:cubicBezTo>
                  <a:cubicBezTo>
                    <a:pt x="7803" y="14958"/>
                    <a:pt x="7797" y="14940"/>
                    <a:pt x="7797" y="14934"/>
                  </a:cubicBezTo>
                  <a:cubicBezTo>
                    <a:pt x="7786" y="14923"/>
                    <a:pt x="7774" y="14899"/>
                    <a:pt x="7768" y="14875"/>
                  </a:cubicBezTo>
                  <a:cubicBezTo>
                    <a:pt x="7756" y="14869"/>
                    <a:pt x="7750" y="14851"/>
                    <a:pt x="7750" y="14845"/>
                  </a:cubicBezTo>
                  <a:cubicBezTo>
                    <a:pt x="7738" y="14822"/>
                    <a:pt x="7726" y="14804"/>
                    <a:pt x="7720" y="14780"/>
                  </a:cubicBezTo>
                  <a:cubicBezTo>
                    <a:pt x="7714" y="14774"/>
                    <a:pt x="7714" y="14762"/>
                    <a:pt x="7708" y="14756"/>
                  </a:cubicBezTo>
                  <a:lnTo>
                    <a:pt x="7661" y="14667"/>
                  </a:lnTo>
                  <a:cubicBezTo>
                    <a:pt x="7655" y="14661"/>
                    <a:pt x="7655" y="14655"/>
                    <a:pt x="7655" y="14644"/>
                  </a:cubicBezTo>
                  <a:cubicBezTo>
                    <a:pt x="7649" y="14626"/>
                    <a:pt x="7631" y="14602"/>
                    <a:pt x="7625" y="14578"/>
                  </a:cubicBezTo>
                  <a:cubicBezTo>
                    <a:pt x="7619" y="14566"/>
                    <a:pt x="7619" y="14554"/>
                    <a:pt x="7607" y="14543"/>
                  </a:cubicBezTo>
                  <a:cubicBezTo>
                    <a:pt x="7602" y="14519"/>
                    <a:pt x="7596" y="14495"/>
                    <a:pt x="7590" y="14483"/>
                  </a:cubicBezTo>
                  <a:cubicBezTo>
                    <a:pt x="7578" y="14465"/>
                    <a:pt x="7578" y="14459"/>
                    <a:pt x="7572" y="14448"/>
                  </a:cubicBezTo>
                  <a:cubicBezTo>
                    <a:pt x="7566" y="14424"/>
                    <a:pt x="7560" y="14400"/>
                    <a:pt x="7542" y="14370"/>
                  </a:cubicBezTo>
                  <a:cubicBezTo>
                    <a:pt x="7542" y="14364"/>
                    <a:pt x="7536" y="14358"/>
                    <a:pt x="7536" y="14341"/>
                  </a:cubicBezTo>
                  <a:cubicBezTo>
                    <a:pt x="7518" y="14311"/>
                    <a:pt x="7512" y="14275"/>
                    <a:pt x="7507" y="14246"/>
                  </a:cubicBezTo>
                  <a:cubicBezTo>
                    <a:pt x="7507" y="14240"/>
                    <a:pt x="7501" y="14222"/>
                    <a:pt x="7501" y="14216"/>
                  </a:cubicBezTo>
                  <a:cubicBezTo>
                    <a:pt x="7489" y="14192"/>
                    <a:pt x="7483" y="14168"/>
                    <a:pt x="7477" y="14139"/>
                  </a:cubicBezTo>
                  <a:cubicBezTo>
                    <a:pt x="7471" y="14127"/>
                    <a:pt x="7471" y="14115"/>
                    <a:pt x="7459" y="14103"/>
                  </a:cubicBezTo>
                  <a:cubicBezTo>
                    <a:pt x="7453" y="14079"/>
                    <a:pt x="7447" y="14062"/>
                    <a:pt x="7447" y="14038"/>
                  </a:cubicBezTo>
                  <a:cubicBezTo>
                    <a:pt x="7447" y="14026"/>
                    <a:pt x="7441" y="14008"/>
                    <a:pt x="7441" y="14002"/>
                  </a:cubicBezTo>
                  <a:cubicBezTo>
                    <a:pt x="7429" y="13973"/>
                    <a:pt x="7423" y="13949"/>
                    <a:pt x="7417" y="13919"/>
                  </a:cubicBezTo>
                  <a:cubicBezTo>
                    <a:pt x="7417" y="13913"/>
                    <a:pt x="7411" y="13895"/>
                    <a:pt x="7411" y="13889"/>
                  </a:cubicBezTo>
                  <a:cubicBezTo>
                    <a:pt x="7400" y="13854"/>
                    <a:pt x="7394" y="13818"/>
                    <a:pt x="7388" y="13788"/>
                  </a:cubicBezTo>
                  <a:cubicBezTo>
                    <a:pt x="7388" y="13771"/>
                    <a:pt x="7382" y="13759"/>
                    <a:pt x="7382" y="13747"/>
                  </a:cubicBezTo>
                  <a:cubicBezTo>
                    <a:pt x="7370" y="13729"/>
                    <a:pt x="7370" y="13699"/>
                    <a:pt x="7364" y="13676"/>
                  </a:cubicBezTo>
                  <a:cubicBezTo>
                    <a:pt x="7364" y="13658"/>
                    <a:pt x="7358" y="13646"/>
                    <a:pt x="7358" y="13628"/>
                  </a:cubicBezTo>
                  <a:cubicBezTo>
                    <a:pt x="7352" y="13610"/>
                    <a:pt x="7352" y="13587"/>
                    <a:pt x="7352" y="13563"/>
                  </a:cubicBezTo>
                  <a:cubicBezTo>
                    <a:pt x="7352" y="13551"/>
                    <a:pt x="7340" y="13533"/>
                    <a:pt x="7340" y="13521"/>
                  </a:cubicBezTo>
                  <a:cubicBezTo>
                    <a:pt x="7340" y="13492"/>
                    <a:pt x="7334" y="13468"/>
                    <a:pt x="7334" y="13438"/>
                  </a:cubicBezTo>
                  <a:cubicBezTo>
                    <a:pt x="7334" y="13420"/>
                    <a:pt x="7334" y="13414"/>
                    <a:pt x="7328" y="13397"/>
                  </a:cubicBezTo>
                  <a:cubicBezTo>
                    <a:pt x="7322" y="13361"/>
                    <a:pt x="7322" y="13319"/>
                    <a:pt x="7311" y="13278"/>
                  </a:cubicBezTo>
                  <a:lnTo>
                    <a:pt x="7311" y="13242"/>
                  </a:lnTo>
                  <a:cubicBezTo>
                    <a:pt x="7311" y="13212"/>
                    <a:pt x="7305" y="13183"/>
                    <a:pt x="7305" y="13153"/>
                  </a:cubicBezTo>
                  <a:lnTo>
                    <a:pt x="7305" y="13112"/>
                  </a:lnTo>
                  <a:cubicBezTo>
                    <a:pt x="7305" y="13082"/>
                    <a:pt x="7305" y="13058"/>
                    <a:pt x="7299" y="13028"/>
                  </a:cubicBezTo>
                  <a:lnTo>
                    <a:pt x="7299" y="12981"/>
                  </a:lnTo>
                  <a:lnTo>
                    <a:pt x="7299" y="12892"/>
                  </a:lnTo>
                  <a:lnTo>
                    <a:pt x="7299" y="12850"/>
                  </a:lnTo>
                  <a:lnTo>
                    <a:pt x="7299" y="12714"/>
                  </a:lnTo>
                  <a:lnTo>
                    <a:pt x="7299" y="12565"/>
                  </a:lnTo>
                  <a:lnTo>
                    <a:pt x="7299" y="12524"/>
                  </a:lnTo>
                  <a:cubicBezTo>
                    <a:pt x="7299" y="12488"/>
                    <a:pt x="7299" y="12458"/>
                    <a:pt x="7305" y="12417"/>
                  </a:cubicBezTo>
                  <a:lnTo>
                    <a:pt x="7305" y="12369"/>
                  </a:lnTo>
                  <a:cubicBezTo>
                    <a:pt x="7305" y="12340"/>
                    <a:pt x="7305" y="12298"/>
                    <a:pt x="7311" y="12268"/>
                  </a:cubicBezTo>
                  <a:cubicBezTo>
                    <a:pt x="7311" y="12256"/>
                    <a:pt x="7311" y="12233"/>
                    <a:pt x="7322" y="12221"/>
                  </a:cubicBezTo>
                  <a:cubicBezTo>
                    <a:pt x="7322" y="12191"/>
                    <a:pt x="7328" y="12161"/>
                    <a:pt x="7328" y="12132"/>
                  </a:cubicBezTo>
                  <a:cubicBezTo>
                    <a:pt x="7334" y="12072"/>
                    <a:pt x="7340" y="12013"/>
                    <a:pt x="7340" y="11954"/>
                  </a:cubicBezTo>
                  <a:cubicBezTo>
                    <a:pt x="7340" y="11936"/>
                    <a:pt x="7352" y="11912"/>
                    <a:pt x="7352" y="11900"/>
                  </a:cubicBezTo>
                  <a:cubicBezTo>
                    <a:pt x="7358" y="11853"/>
                    <a:pt x="7358" y="11811"/>
                    <a:pt x="7364" y="11764"/>
                  </a:cubicBezTo>
                  <a:cubicBezTo>
                    <a:pt x="7364" y="11746"/>
                    <a:pt x="7370" y="11728"/>
                    <a:pt x="7370" y="11704"/>
                  </a:cubicBezTo>
                  <a:cubicBezTo>
                    <a:pt x="7382" y="11663"/>
                    <a:pt x="7388" y="11609"/>
                    <a:pt x="7394" y="11568"/>
                  </a:cubicBezTo>
                  <a:cubicBezTo>
                    <a:pt x="7394" y="11550"/>
                    <a:pt x="7400" y="11538"/>
                    <a:pt x="7400" y="11526"/>
                  </a:cubicBezTo>
                  <a:cubicBezTo>
                    <a:pt x="7411" y="11467"/>
                    <a:pt x="7423" y="11407"/>
                    <a:pt x="7429" y="11348"/>
                  </a:cubicBezTo>
                  <a:cubicBezTo>
                    <a:pt x="7429" y="11336"/>
                    <a:pt x="7441" y="11312"/>
                    <a:pt x="7441" y="11300"/>
                  </a:cubicBezTo>
                  <a:cubicBezTo>
                    <a:pt x="7447" y="11253"/>
                    <a:pt x="7453" y="11211"/>
                    <a:pt x="7471" y="11164"/>
                  </a:cubicBezTo>
                  <a:cubicBezTo>
                    <a:pt x="7477" y="11140"/>
                    <a:pt x="7477" y="11128"/>
                    <a:pt x="7483" y="11104"/>
                  </a:cubicBezTo>
                  <a:cubicBezTo>
                    <a:pt x="7489" y="11063"/>
                    <a:pt x="7507" y="11009"/>
                    <a:pt x="7512" y="10962"/>
                  </a:cubicBezTo>
                  <a:cubicBezTo>
                    <a:pt x="7512" y="10950"/>
                    <a:pt x="7518" y="10938"/>
                    <a:pt x="7518" y="10920"/>
                  </a:cubicBezTo>
                  <a:lnTo>
                    <a:pt x="7566" y="10742"/>
                  </a:lnTo>
                  <a:cubicBezTo>
                    <a:pt x="7572" y="10724"/>
                    <a:pt x="7572" y="10707"/>
                    <a:pt x="7578" y="10689"/>
                  </a:cubicBezTo>
                  <a:cubicBezTo>
                    <a:pt x="7596" y="10647"/>
                    <a:pt x="7602" y="10600"/>
                    <a:pt x="7619" y="10558"/>
                  </a:cubicBezTo>
                  <a:cubicBezTo>
                    <a:pt x="7625" y="10534"/>
                    <a:pt x="7631" y="10517"/>
                    <a:pt x="7631" y="10499"/>
                  </a:cubicBezTo>
                  <a:cubicBezTo>
                    <a:pt x="7649" y="10451"/>
                    <a:pt x="7661" y="10398"/>
                    <a:pt x="7679" y="10356"/>
                  </a:cubicBezTo>
                  <a:cubicBezTo>
                    <a:pt x="7685" y="10344"/>
                    <a:pt x="7685" y="10327"/>
                    <a:pt x="7691" y="10309"/>
                  </a:cubicBezTo>
                  <a:cubicBezTo>
                    <a:pt x="7714" y="10249"/>
                    <a:pt x="7726" y="10190"/>
                    <a:pt x="7750" y="10131"/>
                  </a:cubicBezTo>
                  <a:cubicBezTo>
                    <a:pt x="7756" y="10119"/>
                    <a:pt x="7768" y="10095"/>
                    <a:pt x="7768" y="10083"/>
                  </a:cubicBezTo>
                  <a:lnTo>
                    <a:pt x="7809" y="9947"/>
                  </a:lnTo>
                  <a:cubicBezTo>
                    <a:pt x="7815" y="9923"/>
                    <a:pt x="7827" y="9911"/>
                    <a:pt x="7833" y="9887"/>
                  </a:cubicBezTo>
                  <a:cubicBezTo>
                    <a:pt x="7845" y="9846"/>
                    <a:pt x="7869" y="9792"/>
                    <a:pt x="7887" y="9751"/>
                  </a:cubicBezTo>
                  <a:cubicBezTo>
                    <a:pt x="7892" y="9733"/>
                    <a:pt x="7892" y="9721"/>
                    <a:pt x="7898" y="9703"/>
                  </a:cubicBezTo>
                  <a:lnTo>
                    <a:pt x="7964" y="9525"/>
                  </a:lnTo>
                  <a:cubicBezTo>
                    <a:pt x="7976" y="9513"/>
                    <a:pt x="7982" y="9489"/>
                    <a:pt x="7987" y="9472"/>
                  </a:cubicBezTo>
                  <a:cubicBezTo>
                    <a:pt x="8005" y="9430"/>
                    <a:pt x="8023" y="9382"/>
                    <a:pt x="8041" y="9341"/>
                  </a:cubicBezTo>
                  <a:cubicBezTo>
                    <a:pt x="8047" y="9317"/>
                    <a:pt x="8053" y="9305"/>
                    <a:pt x="8065" y="9282"/>
                  </a:cubicBezTo>
                  <a:cubicBezTo>
                    <a:pt x="8082" y="9234"/>
                    <a:pt x="8100" y="9192"/>
                    <a:pt x="8124" y="9145"/>
                  </a:cubicBezTo>
                  <a:lnTo>
                    <a:pt x="8142" y="9103"/>
                  </a:lnTo>
                  <a:cubicBezTo>
                    <a:pt x="8172" y="9044"/>
                    <a:pt x="8195" y="8985"/>
                    <a:pt x="8225" y="8925"/>
                  </a:cubicBezTo>
                  <a:cubicBezTo>
                    <a:pt x="8231" y="8907"/>
                    <a:pt x="8243" y="8884"/>
                    <a:pt x="8249" y="8872"/>
                  </a:cubicBezTo>
                  <a:cubicBezTo>
                    <a:pt x="8272" y="8824"/>
                    <a:pt x="8290" y="8783"/>
                    <a:pt x="8308" y="8747"/>
                  </a:cubicBezTo>
                  <a:cubicBezTo>
                    <a:pt x="8314" y="8723"/>
                    <a:pt x="8332" y="8711"/>
                    <a:pt x="8338" y="8688"/>
                  </a:cubicBezTo>
                  <a:lnTo>
                    <a:pt x="8403" y="8551"/>
                  </a:lnTo>
                  <a:lnTo>
                    <a:pt x="8427" y="8510"/>
                  </a:lnTo>
                  <a:cubicBezTo>
                    <a:pt x="8457" y="8450"/>
                    <a:pt x="8486" y="8397"/>
                    <a:pt x="8516" y="8337"/>
                  </a:cubicBezTo>
                  <a:cubicBezTo>
                    <a:pt x="8522" y="8320"/>
                    <a:pt x="8528" y="8308"/>
                    <a:pt x="8546" y="8284"/>
                  </a:cubicBezTo>
                  <a:cubicBezTo>
                    <a:pt x="8569" y="8242"/>
                    <a:pt x="8587" y="8201"/>
                    <a:pt x="8611" y="8159"/>
                  </a:cubicBezTo>
                  <a:cubicBezTo>
                    <a:pt x="8617" y="8136"/>
                    <a:pt x="8635" y="8124"/>
                    <a:pt x="8641" y="8100"/>
                  </a:cubicBezTo>
                  <a:cubicBezTo>
                    <a:pt x="8664" y="8052"/>
                    <a:pt x="8694" y="8011"/>
                    <a:pt x="8718" y="7975"/>
                  </a:cubicBezTo>
                  <a:lnTo>
                    <a:pt x="8736" y="7928"/>
                  </a:lnTo>
                  <a:cubicBezTo>
                    <a:pt x="8765" y="7868"/>
                    <a:pt x="8807" y="7815"/>
                    <a:pt x="8837" y="7767"/>
                  </a:cubicBezTo>
                  <a:cubicBezTo>
                    <a:pt x="8843" y="7750"/>
                    <a:pt x="8854" y="7738"/>
                    <a:pt x="8866" y="7720"/>
                  </a:cubicBezTo>
                  <a:cubicBezTo>
                    <a:pt x="8884" y="7678"/>
                    <a:pt x="8914" y="7637"/>
                    <a:pt x="8938" y="7595"/>
                  </a:cubicBezTo>
                  <a:cubicBezTo>
                    <a:pt x="8955" y="7571"/>
                    <a:pt x="8961" y="7560"/>
                    <a:pt x="8973" y="7536"/>
                  </a:cubicBezTo>
                  <a:cubicBezTo>
                    <a:pt x="9003" y="7488"/>
                    <a:pt x="9027" y="7453"/>
                    <a:pt x="9056" y="7411"/>
                  </a:cubicBezTo>
                  <a:cubicBezTo>
                    <a:pt x="9062" y="7393"/>
                    <a:pt x="9080" y="7381"/>
                    <a:pt x="9086" y="7364"/>
                  </a:cubicBezTo>
                  <a:cubicBezTo>
                    <a:pt x="9122" y="7310"/>
                    <a:pt x="9163" y="7263"/>
                    <a:pt x="9199" y="7203"/>
                  </a:cubicBezTo>
                  <a:cubicBezTo>
                    <a:pt x="9205" y="7185"/>
                    <a:pt x="9223" y="7174"/>
                    <a:pt x="9229" y="7156"/>
                  </a:cubicBezTo>
                  <a:cubicBezTo>
                    <a:pt x="9258" y="7120"/>
                    <a:pt x="9288" y="7073"/>
                    <a:pt x="9312" y="7037"/>
                  </a:cubicBezTo>
                  <a:cubicBezTo>
                    <a:pt x="9324" y="7025"/>
                    <a:pt x="9329" y="7001"/>
                    <a:pt x="9347" y="6984"/>
                  </a:cubicBezTo>
                  <a:cubicBezTo>
                    <a:pt x="9377" y="6948"/>
                    <a:pt x="9407" y="6906"/>
                    <a:pt x="9436" y="6865"/>
                  </a:cubicBezTo>
                  <a:cubicBezTo>
                    <a:pt x="9442" y="6853"/>
                    <a:pt x="9460" y="6835"/>
                    <a:pt x="9466" y="6829"/>
                  </a:cubicBezTo>
                  <a:cubicBezTo>
                    <a:pt x="9502" y="6776"/>
                    <a:pt x="9549" y="6728"/>
                    <a:pt x="9585" y="6675"/>
                  </a:cubicBezTo>
                  <a:cubicBezTo>
                    <a:pt x="9591" y="6657"/>
                    <a:pt x="9609" y="6651"/>
                    <a:pt x="9614" y="6639"/>
                  </a:cubicBezTo>
                  <a:cubicBezTo>
                    <a:pt x="9644" y="6598"/>
                    <a:pt x="9674" y="6556"/>
                    <a:pt x="9704" y="6520"/>
                  </a:cubicBezTo>
                  <a:cubicBezTo>
                    <a:pt x="9715" y="6503"/>
                    <a:pt x="9733" y="6491"/>
                    <a:pt x="9739" y="6467"/>
                  </a:cubicBezTo>
                  <a:cubicBezTo>
                    <a:pt x="9769" y="6431"/>
                    <a:pt x="9804" y="6384"/>
                    <a:pt x="9834" y="6348"/>
                  </a:cubicBezTo>
                  <a:cubicBezTo>
                    <a:pt x="9846" y="6330"/>
                    <a:pt x="9858" y="6324"/>
                    <a:pt x="9864" y="6313"/>
                  </a:cubicBezTo>
                  <a:cubicBezTo>
                    <a:pt x="9911" y="6259"/>
                    <a:pt x="9947" y="6212"/>
                    <a:pt x="9994" y="6164"/>
                  </a:cubicBezTo>
                  <a:cubicBezTo>
                    <a:pt x="10000" y="6146"/>
                    <a:pt x="10012" y="6140"/>
                    <a:pt x="10024" y="6123"/>
                  </a:cubicBezTo>
                  <a:cubicBezTo>
                    <a:pt x="10054" y="6087"/>
                    <a:pt x="10090" y="6051"/>
                    <a:pt x="10125" y="6016"/>
                  </a:cubicBezTo>
                  <a:cubicBezTo>
                    <a:pt x="10143" y="5998"/>
                    <a:pt x="10155" y="5986"/>
                    <a:pt x="10161" y="5968"/>
                  </a:cubicBezTo>
                  <a:cubicBezTo>
                    <a:pt x="10202" y="5933"/>
                    <a:pt x="10232" y="5897"/>
                    <a:pt x="10268" y="5855"/>
                  </a:cubicBezTo>
                  <a:lnTo>
                    <a:pt x="10297" y="5826"/>
                  </a:lnTo>
                  <a:cubicBezTo>
                    <a:pt x="10339" y="5784"/>
                    <a:pt x="10386" y="5737"/>
                    <a:pt x="10428" y="5689"/>
                  </a:cubicBezTo>
                  <a:lnTo>
                    <a:pt x="10458" y="5659"/>
                  </a:lnTo>
                  <a:lnTo>
                    <a:pt x="10570" y="5547"/>
                  </a:lnTo>
                  <a:lnTo>
                    <a:pt x="10606" y="5511"/>
                  </a:lnTo>
                  <a:cubicBezTo>
                    <a:pt x="10648" y="5469"/>
                    <a:pt x="10683" y="5434"/>
                    <a:pt x="10719" y="5404"/>
                  </a:cubicBezTo>
                  <a:cubicBezTo>
                    <a:pt x="10725" y="5398"/>
                    <a:pt x="10743" y="5392"/>
                    <a:pt x="10749" y="5374"/>
                  </a:cubicBezTo>
                  <a:cubicBezTo>
                    <a:pt x="10796" y="5333"/>
                    <a:pt x="10844" y="5285"/>
                    <a:pt x="10891" y="5250"/>
                  </a:cubicBezTo>
                  <a:cubicBezTo>
                    <a:pt x="10897" y="5244"/>
                    <a:pt x="10903" y="5232"/>
                    <a:pt x="10921" y="5226"/>
                  </a:cubicBezTo>
                  <a:cubicBezTo>
                    <a:pt x="10956" y="5190"/>
                    <a:pt x="10992" y="5161"/>
                    <a:pt x="11040" y="5125"/>
                  </a:cubicBezTo>
                  <a:cubicBezTo>
                    <a:pt x="11051" y="5107"/>
                    <a:pt x="11069" y="5101"/>
                    <a:pt x="11075" y="5083"/>
                  </a:cubicBezTo>
                  <a:cubicBezTo>
                    <a:pt x="11111" y="5054"/>
                    <a:pt x="11158" y="5018"/>
                    <a:pt x="11194" y="4988"/>
                  </a:cubicBezTo>
                  <a:cubicBezTo>
                    <a:pt x="11200" y="4982"/>
                    <a:pt x="11212" y="4977"/>
                    <a:pt x="11224" y="4965"/>
                  </a:cubicBezTo>
                  <a:cubicBezTo>
                    <a:pt x="11277" y="4929"/>
                    <a:pt x="11319" y="4887"/>
                    <a:pt x="11372" y="4846"/>
                  </a:cubicBezTo>
                  <a:lnTo>
                    <a:pt x="11461" y="4781"/>
                  </a:lnTo>
                  <a:cubicBezTo>
                    <a:pt x="11479" y="4775"/>
                    <a:pt x="11485" y="4769"/>
                    <a:pt x="11497" y="4757"/>
                  </a:cubicBezTo>
                  <a:cubicBezTo>
                    <a:pt x="11538" y="4739"/>
                    <a:pt x="11568" y="4709"/>
                    <a:pt x="11604" y="4686"/>
                  </a:cubicBezTo>
                  <a:cubicBezTo>
                    <a:pt x="11616" y="4680"/>
                    <a:pt x="11633" y="4662"/>
                    <a:pt x="11645" y="4656"/>
                  </a:cubicBezTo>
                  <a:cubicBezTo>
                    <a:pt x="11669" y="4638"/>
                    <a:pt x="11699" y="4620"/>
                    <a:pt x="11722" y="4602"/>
                  </a:cubicBezTo>
                  <a:cubicBezTo>
                    <a:pt x="11734" y="4597"/>
                    <a:pt x="11752" y="4579"/>
                    <a:pt x="11764" y="4573"/>
                  </a:cubicBezTo>
                  <a:lnTo>
                    <a:pt x="11835" y="4531"/>
                  </a:lnTo>
                  <a:cubicBezTo>
                    <a:pt x="11847" y="4519"/>
                    <a:pt x="11865" y="4507"/>
                    <a:pt x="11883" y="4501"/>
                  </a:cubicBezTo>
                  <a:lnTo>
                    <a:pt x="11954" y="4454"/>
                  </a:lnTo>
                  <a:cubicBezTo>
                    <a:pt x="11966" y="4448"/>
                    <a:pt x="11984" y="4430"/>
                    <a:pt x="11996" y="4424"/>
                  </a:cubicBezTo>
                  <a:cubicBezTo>
                    <a:pt x="12019" y="4412"/>
                    <a:pt x="12049" y="4395"/>
                    <a:pt x="12073" y="4383"/>
                  </a:cubicBezTo>
                  <a:lnTo>
                    <a:pt x="12114" y="4359"/>
                  </a:lnTo>
                  <a:cubicBezTo>
                    <a:pt x="12150" y="4335"/>
                    <a:pt x="12197" y="4311"/>
                    <a:pt x="12233" y="4294"/>
                  </a:cubicBezTo>
                  <a:lnTo>
                    <a:pt x="4959" y="1"/>
                  </a:lnTo>
                  <a:close/>
                  <a:moveTo>
                    <a:pt x="8605" y="15819"/>
                  </a:moveTo>
                  <a:cubicBezTo>
                    <a:pt x="8605" y="15819"/>
                    <a:pt x="8605" y="15819"/>
                    <a:pt x="8605" y="15819"/>
                  </a:cubicBezTo>
                  <a:cubicBezTo>
                    <a:pt x="8607" y="15820"/>
                    <a:pt x="8609" y="15821"/>
                    <a:pt x="8610" y="15822"/>
                  </a:cubicBezTo>
                  <a:lnTo>
                    <a:pt x="8610" y="15822"/>
                  </a:lnTo>
                  <a:lnTo>
                    <a:pt x="8605" y="15819"/>
                  </a:lnTo>
                  <a:close/>
                  <a:moveTo>
                    <a:pt x="8610" y="15822"/>
                  </a:moveTo>
                  <a:lnTo>
                    <a:pt x="8676" y="15861"/>
                  </a:lnTo>
                  <a:cubicBezTo>
                    <a:pt x="8660" y="15850"/>
                    <a:pt x="8633" y="15834"/>
                    <a:pt x="8610" y="15822"/>
                  </a:cubicBezTo>
                  <a:close/>
                </a:path>
              </a:pathLst>
            </a:custGeom>
            <a:solidFill>
              <a:srgbClr val="979797">
                <a:alpha val="4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5">
              <a:extLst>
                <a:ext uri="{FF2B5EF4-FFF2-40B4-BE49-F238E27FC236}">
                  <a16:creationId xmlns:a16="http://schemas.microsoft.com/office/drawing/2014/main" id="{1AC3FB77-F22C-0804-2EC6-D6F3CBD689E7}"/>
                </a:ext>
              </a:extLst>
            </p:cNvPr>
            <p:cNvSpPr/>
            <p:nvPr/>
          </p:nvSpPr>
          <p:spPr>
            <a:xfrm>
              <a:off x="9706338" y="-1666865"/>
              <a:ext cx="130405" cy="2622401"/>
            </a:xfrm>
            <a:custGeom>
              <a:avLst/>
              <a:gdLst/>
              <a:ahLst/>
              <a:cxnLst/>
              <a:rect l="l" t="t" r="r" b="b"/>
              <a:pathLst>
                <a:path w="601" h="12459" extrusionOk="0">
                  <a:moveTo>
                    <a:pt x="1" y="1"/>
                  </a:moveTo>
                  <a:lnTo>
                    <a:pt x="30" y="12132"/>
                  </a:lnTo>
                  <a:lnTo>
                    <a:pt x="600" y="12458"/>
                  </a:lnTo>
                  <a:lnTo>
                    <a:pt x="565"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5">
              <a:extLst>
                <a:ext uri="{FF2B5EF4-FFF2-40B4-BE49-F238E27FC236}">
                  <a16:creationId xmlns:a16="http://schemas.microsoft.com/office/drawing/2014/main" id="{22F7C552-9C09-FB7C-D3C4-AC3835D1ED54}"/>
                </a:ext>
              </a:extLst>
            </p:cNvPr>
            <p:cNvSpPr/>
            <p:nvPr/>
          </p:nvSpPr>
          <p:spPr>
            <a:xfrm>
              <a:off x="9706338" y="-4241474"/>
              <a:ext cx="4718447" cy="2643660"/>
            </a:xfrm>
            <a:custGeom>
              <a:avLst/>
              <a:gdLst/>
              <a:ahLst/>
              <a:cxnLst/>
              <a:rect l="l" t="t" r="r" b="b"/>
              <a:pathLst>
                <a:path w="21746" h="12560" extrusionOk="0">
                  <a:moveTo>
                    <a:pt x="21175" y="0"/>
                  </a:moveTo>
                  <a:lnTo>
                    <a:pt x="1" y="12233"/>
                  </a:lnTo>
                  <a:lnTo>
                    <a:pt x="565" y="12559"/>
                  </a:lnTo>
                  <a:lnTo>
                    <a:pt x="21745" y="333"/>
                  </a:lnTo>
                  <a:lnTo>
                    <a:pt x="211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5">
              <a:extLst>
                <a:ext uri="{FF2B5EF4-FFF2-40B4-BE49-F238E27FC236}">
                  <a16:creationId xmlns:a16="http://schemas.microsoft.com/office/drawing/2014/main" id="{7A6C1F32-2F67-7D48-7911-7F628DC2C4E3}"/>
                </a:ext>
              </a:extLst>
            </p:cNvPr>
            <p:cNvSpPr/>
            <p:nvPr/>
          </p:nvSpPr>
          <p:spPr>
            <a:xfrm>
              <a:off x="9828714" y="-4171594"/>
              <a:ext cx="4602363" cy="5127143"/>
            </a:xfrm>
            <a:custGeom>
              <a:avLst/>
              <a:gdLst/>
              <a:ahLst/>
              <a:cxnLst/>
              <a:rect l="l" t="t" r="r" b="b"/>
              <a:pathLst>
                <a:path w="21211" h="24359" extrusionOk="0">
                  <a:moveTo>
                    <a:pt x="21181" y="1"/>
                  </a:moveTo>
                  <a:lnTo>
                    <a:pt x="1" y="12227"/>
                  </a:lnTo>
                  <a:lnTo>
                    <a:pt x="36" y="24358"/>
                  </a:lnTo>
                  <a:lnTo>
                    <a:pt x="21211" y="12132"/>
                  </a:lnTo>
                  <a:lnTo>
                    <a:pt x="211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5">
              <a:extLst>
                <a:ext uri="{FF2B5EF4-FFF2-40B4-BE49-F238E27FC236}">
                  <a16:creationId xmlns:a16="http://schemas.microsoft.com/office/drawing/2014/main" id="{9F8BF78F-65B0-CC7B-86A6-29807A1A92F8}"/>
                </a:ext>
              </a:extLst>
            </p:cNvPr>
            <p:cNvSpPr/>
            <p:nvPr/>
          </p:nvSpPr>
          <p:spPr>
            <a:xfrm>
              <a:off x="9931779" y="-4022784"/>
              <a:ext cx="4396232" cy="4830784"/>
            </a:xfrm>
            <a:custGeom>
              <a:avLst/>
              <a:gdLst/>
              <a:ahLst/>
              <a:cxnLst/>
              <a:rect l="l" t="t" r="r" b="b"/>
              <a:pathLst>
                <a:path w="20261" h="22951" extrusionOk="0">
                  <a:moveTo>
                    <a:pt x="20261" y="0"/>
                  </a:moveTo>
                  <a:lnTo>
                    <a:pt x="1" y="11698"/>
                  </a:lnTo>
                  <a:lnTo>
                    <a:pt x="1" y="22951"/>
                  </a:lnTo>
                  <a:lnTo>
                    <a:pt x="20261" y="11253"/>
                  </a:lnTo>
                  <a:lnTo>
                    <a:pt x="202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5">
              <a:extLst>
                <a:ext uri="{FF2B5EF4-FFF2-40B4-BE49-F238E27FC236}">
                  <a16:creationId xmlns:a16="http://schemas.microsoft.com/office/drawing/2014/main" id="{6EF39E57-32B9-7525-9176-6261BF6C6812}"/>
                </a:ext>
              </a:extLst>
            </p:cNvPr>
            <p:cNvSpPr/>
            <p:nvPr/>
          </p:nvSpPr>
          <p:spPr>
            <a:xfrm>
              <a:off x="9875147" y="-3484162"/>
              <a:ext cx="4508410" cy="2543681"/>
            </a:xfrm>
            <a:custGeom>
              <a:avLst/>
              <a:gdLst/>
              <a:ahLst/>
              <a:cxnLst/>
              <a:rect l="l" t="t" r="r" b="b"/>
              <a:pathLst>
                <a:path w="20778" h="12085" extrusionOk="0">
                  <a:moveTo>
                    <a:pt x="20700" y="1"/>
                  </a:moveTo>
                  <a:lnTo>
                    <a:pt x="0" y="11948"/>
                  </a:lnTo>
                  <a:lnTo>
                    <a:pt x="78" y="12084"/>
                  </a:lnTo>
                  <a:lnTo>
                    <a:pt x="20777"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5">
              <a:extLst>
                <a:ext uri="{FF2B5EF4-FFF2-40B4-BE49-F238E27FC236}">
                  <a16:creationId xmlns:a16="http://schemas.microsoft.com/office/drawing/2014/main" id="{F1AF4994-8D97-44DB-6932-E7037236ECC7}"/>
                </a:ext>
              </a:extLst>
            </p:cNvPr>
            <p:cNvSpPr/>
            <p:nvPr/>
          </p:nvSpPr>
          <p:spPr>
            <a:xfrm>
              <a:off x="9875147" y="-2879238"/>
              <a:ext cx="4508410" cy="2543681"/>
            </a:xfrm>
            <a:custGeom>
              <a:avLst/>
              <a:gdLst/>
              <a:ahLst/>
              <a:cxnLst/>
              <a:rect l="l" t="t" r="r" b="b"/>
              <a:pathLst>
                <a:path w="20778" h="12085" extrusionOk="0">
                  <a:moveTo>
                    <a:pt x="20700" y="1"/>
                  </a:moveTo>
                  <a:lnTo>
                    <a:pt x="0" y="11942"/>
                  </a:lnTo>
                  <a:lnTo>
                    <a:pt x="78" y="12084"/>
                  </a:lnTo>
                  <a:lnTo>
                    <a:pt x="20777"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5">
              <a:extLst>
                <a:ext uri="{FF2B5EF4-FFF2-40B4-BE49-F238E27FC236}">
                  <a16:creationId xmlns:a16="http://schemas.microsoft.com/office/drawing/2014/main" id="{F2D1D84D-D8D9-9F21-F4F1-43C880DBDFF7}"/>
                </a:ext>
              </a:extLst>
            </p:cNvPr>
            <p:cNvSpPr/>
            <p:nvPr/>
          </p:nvSpPr>
          <p:spPr>
            <a:xfrm>
              <a:off x="9873845" y="-2275577"/>
              <a:ext cx="4509712" cy="2544944"/>
            </a:xfrm>
            <a:custGeom>
              <a:avLst/>
              <a:gdLst/>
              <a:ahLst/>
              <a:cxnLst/>
              <a:rect l="l" t="t" r="r" b="b"/>
              <a:pathLst>
                <a:path w="20784" h="12091" extrusionOk="0">
                  <a:moveTo>
                    <a:pt x="20700" y="1"/>
                  </a:moveTo>
                  <a:lnTo>
                    <a:pt x="1" y="11948"/>
                  </a:lnTo>
                  <a:lnTo>
                    <a:pt x="84" y="12090"/>
                  </a:lnTo>
                  <a:lnTo>
                    <a:pt x="20783"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5">
              <a:extLst>
                <a:ext uri="{FF2B5EF4-FFF2-40B4-BE49-F238E27FC236}">
                  <a16:creationId xmlns:a16="http://schemas.microsoft.com/office/drawing/2014/main" id="{CB210F2B-87C4-BF60-0985-611519C0D696}"/>
                </a:ext>
              </a:extLst>
            </p:cNvPr>
            <p:cNvSpPr/>
            <p:nvPr/>
          </p:nvSpPr>
          <p:spPr>
            <a:xfrm>
              <a:off x="13607610" y="-3656546"/>
              <a:ext cx="36236" cy="2419917"/>
            </a:xfrm>
            <a:custGeom>
              <a:avLst/>
              <a:gdLst/>
              <a:ahLst/>
              <a:cxnLst/>
              <a:rect l="l" t="t" r="r" b="b"/>
              <a:pathLst>
                <a:path w="167" h="11497" extrusionOk="0">
                  <a:moveTo>
                    <a:pt x="1" y="0"/>
                  </a:moveTo>
                  <a:lnTo>
                    <a:pt x="1" y="11496"/>
                  </a:lnTo>
                  <a:lnTo>
                    <a:pt x="167" y="11496"/>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5">
              <a:extLst>
                <a:ext uri="{FF2B5EF4-FFF2-40B4-BE49-F238E27FC236}">
                  <a16:creationId xmlns:a16="http://schemas.microsoft.com/office/drawing/2014/main" id="{546AAD78-9262-8FD7-B610-C66E54E00BEA}"/>
                </a:ext>
              </a:extLst>
            </p:cNvPr>
            <p:cNvSpPr/>
            <p:nvPr/>
          </p:nvSpPr>
          <p:spPr>
            <a:xfrm>
              <a:off x="12860336" y="-3237899"/>
              <a:ext cx="36236" cy="2419917"/>
            </a:xfrm>
            <a:custGeom>
              <a:avLst/>
              <a:gdLst/>
              <a:ahLst/>
              <a:cxnLst/>
              <a:rect l="l" t="t" r="r" b="b"/>
              <a:pathLst>
                <a:path w="167" h="11497" extrusionOk="0">
                  <a:moveTo>
                    <a:pt x="1" y="1"/>
                  </a:moveTo>
                  <a:lnTo>
                    <a:pt x="1" y="11496"/>
                  </a:lnTo>
                  <a:lnTo>
                    <a:pt x="167" y="11496"/>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5">
              <a:extLst>
                <a:ext uri="{FF2B5EF4-FFF2-40B4-BE49-F238E27FC236}">
                  <a16:creationId xmlns:a16="http://schemas.microsoft.com/office/drawing/2014/main" id="{0D370142-773F-3464-3C6E-6F4B6C947D6F}"/>
                </a:ext>
              </a:extLst>
            </p:cNvPr>
            <p:cNvSpPr/>
            <p:nvPr/>
          </p:nvSpPr>
          <p:spPr>
            <a:xfrm>
              <a:off x="12111761" y="-2816725"/>
              <a:ext cx="36236" cy="2419917"/>
            </a:xfrm>
            <a:custGeom>
              <a:avLst/>
              <a:gdLst/>
              <a:ahLst/>
              <a:cxnLst/>
              <a:rect l="l" t="t" r="r" b="b"/>
              <a:pathLst>
                <a:path w="167" h="11497" extrusionOk="0">
                  <a:moveTo>
                    <a:pt x="1" y="1"/>
                  </a:moveTo>
                  <a:lnTo>
                    <a:pt x="1" y="11496"/>
                  </a:lnTo>
                  <a:lnTo>
                    <a:pt x="167" y="11496"/>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5">
              <a:extLst>
                <a:ext uri="{FF2B5EF4-FFF2-40B4-BE49-F238E27FC236}">
                  <a16:creationId xmlns:a16="http://schemas.microsoft.com/office/drawing/2014/main" id="{1AFCF7FA-31C8-25D9-9AFD-6D648D129459}"/>
                </a:ext>
              </a:extLst>
            </p:cNvPr>
            <p:cNvSpPr/>
            <p:nvPr/>
          </p:nvSpPr>
          <p:spPr>
            <a:xfrm>
              <a:off x="11363185" y="-2399340"/>
              <a:ext cx="35151" cy="2421180"/>
            </a:xfrm>
            <a:custGeom>
              <a:avLst/>
              <a:gdLst/>
              <a:ahLst/>
              <a:cxnLst/>
              <a:rect l="l" t="t" r="r" b="b"/>
              <a:pathLst>
                <a:path w="162" h="11503" extrusionOk="0">
                  <a:moveTo>
                    <a:pt x="1" y="1"/>
                  </a:moveTo>
                  <a:lnTo>
                    <a:pt x="1" y="11503"/>
                  </a:lnTo>
                  <a:lnTo>
                    <a:pt x="161" y="11503"/>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5">
              <a:extLst>
                <a:ext uri="{FF2B5EF4-FFF2-40B4-BE49-F238E27FC236}">
                  <a16:creationId xmlns:a16="http://schemas.microsoft.com/office/drawing/2014/main" id="{B7F9BF9A-74F8-E20E-8513-35D8C6936597}"/>
                </a:ext>
              </a:extLst>
            </p:cNvPr>
            <p:cNvSpPr/>
            <p:nvPr/>
          </p:nvSpPr>
          <p:spPr>
            <a:xfrm>
              <a:off x="10614610" y="-1979219"/>
              <a:ext cx="35151" cy="2419707"/>
            </a:xfrm>
            <a:custGeom>
              <a:avLst/>
              <a:gdLst/>
              <a:ahLst/>
              <a:cxnLst/>
              <a:rect l="l" t="t" r="r" b="b"/>
              <a:pathLst>
                <a:path w="162" h="11496" extrusionOk="0">
                  <a:moveTo>
                    <a:pt x="1" y="0"/>
                  </a:moveTo>
                  <a:lnTo>
                    <a:pt x="1" y="11496"/>
                  </a:lnTo>
                  <a:lnTo>
                    <a:pt x="161" y="11496"/>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5">
              <a:extLst>
                <a:ext uri="{FF2B5EF4-FFF2-40B4-BE49-F238E27FC236}">
                  <a16:creationId xmlns:a16="http://schemas.microsoft.com/office/drawing/2014/main" id="{E6DD86FF-C1D4-9463-60FD-61F4530B7BE5}"/>
                </a:ext>
              </a:extLst>
            </p:cNvPr>
            <p:cNvSpPr/>
            <p:nvPr/>
          </p:nvSpPr>
          <p:spPr>
            <a:xfrm>
              <a:off x="9042818" y="-851881"/>
              <a:ext cx="768109" cy="505368"/>
            </a:xfrm>
            <a:custGeom>
              <a:avLst/>
              <a:gdLst/>
              <a:ahLst/>
              <a:cxnLst/>
              <a:rect l="l" t="t" r="r" b="b"/>
              <a:pathLst>
                <a:path w="3540" h="2401" extrusionOk="0">
                  <a:moveTo>
                    <a:pt x="476" y="2292"/>
                  </a:moveTo>
                  <a:cubicBezTo>
                    <a:pt x="482" y="2292"/>
                    <a:pt x="482" y="2292"/>
                    <a:pt x="476" y="2304"/>
                  </a:cubicBezTo>
                  <a:lnTo>
                    <a:pt x="476" y="2292"/>
                  </a:lnTo>
                  <a:close/>
                  <a:moveTo>
                    <a:pt x="470" y="2316"/>
                  </a:moveTo>
                  <a:cubicBezTo>
                    <a:pt x="476" y="2316"/>
                    <a:pt x="470" y="2316"/>
                    <a:pt x="470" y="2322"/>
                  </a:cubicBezTo>
                  <a:lnTo>
                    <a:pt x="470" y="2316"/>
                  </a:lnTo>
                  <a:close/>
                  <a:moveTo>
                    <a:pt x="3154" y="0"/>
                  </a:moveTo>
                  <a:cubicBezTo>
                    <a:pt x="3148" y="0"/>
                    <a:pt x="3142" y="6"/>
                    <a:pt x="3142" y="6"/>
                  </a:cubicBezTo>
                  <a:lnTo>
                    <a:pt x="72" y="1787"/>
                  </a:lnTo>
                  <a:cubicBezTo>
                    <a:pt x="30" y="1811"/>
                    <a:pt x="1" y="1871"/>
                    <a:pt x="1" y="1942"/>
                  </a:cubicBezTo>
                  <a:cubicBezTo>
                    <a:pt x="6" y="2102"/>
                    <a:pt x="107" y="2286"/>
                    <a:pt x="244" y="2369"/>
                  </a:cubicBezTo>
                  <a:cubicBezTo>
                    <a:pt x="281" y="2390"/>
                    <a:pt x="320" y="2400"/>
                    <a:pt x="354" y="2400"/>
                  </a:cubicBezTo>
                  <a:cubicBezTo>
                    <a:pt x="381" y="2400"/>
                    <a:pt x="404" y="2394"/>
                    <a:pt x="422" y="2381"/>
                  </a:cubicBezTo>
                  <a:lnTo>
                    <a:pt x="416" y="2381"/>
                  </a:lnTo>
                  <a:lnTo>
                    <a:pt x="3480" y="600"/>
                  </a:lnTo>
                  <a:cubicBezTo>
                    <a:pt x="3486" y="600"/>
                    <a:pt x="3486" y="594"/>
                    <a:pt x="3498" y="594"/>
                  </a:cubicBezTo>
                  <a:lnTo>
                    <a:pt x="3504" y="588"/>
                  </a:lnTo>
                  <a:lnTo>
                    <a:pt x="3510" y="576"/>
                  </a:lnTo>
                  <a:lnTo>
                    <a:pt x="3516" y="570"/>
                  </a:lnTo>
                  <a:lnTo>
                    <a:pt x="3528" y="564"/>
                  </a:lnTo>
                  <a:lnTo>
                    <a:pt x="3528" y="558"/>
                  </a:lnTo>
                  <a:cubicBezTo>
                    <a:pt x="3528" y="546"/>
                    <a:pt x="3534" y="546"/>
                    <a:pt x="3534" y="540"/>
                  </a:cubicBezTo>
                  <a:lnTo>
                    <a:pt x="3534" y="534"/>
                  </a:lnTo>
                  <a:cubicBezTo>
                    <a:pt x="3534" y="529"/>
                    <a:pt x="3540" y="529"/>
                    <a:pt x="3540" y="517"/>
                  </a:cubicBezTo>
                  <a:lnTo>
                    <a:pt x="3540" y="511"/>
                  </a:lnTo>
                  <a:lnTo>
                    <a:pt x="3540" y="499"/>
                  </a:lnTo>
                  <a:lnTo>
                    <a:pt x="3540" y="487"/>
                  </a:lnTo>
                  <a:lnTo>
                    <a:pt x="3540" y="481"/>
                  </a:lnTo>
                  <a:lnTo>
                    <a:pt x="3540" y="475"/>
                  </a:lnTo>
                  <a:lnTo>
                    <a:pt x="3540" y="469"/>
                  </a:lnTo>
                  <a:lnTo>
                    <a:pt x="3540" y="445"/>
                  </a:lnTo>
                  <a:lnTo>
                    <a:pt x="3540" y="416"/>
                  </a:lnTo>
                  <a:cubicBezTo>
                    <a:pt x="3540" y="410"/>
                    <a:pt x="3540" y="392"/>
                    <a:pt x="3534" y="386"/>
                  </a:cubicBezTo>
                  <a:lnTo>
                    <a:pt x="3534" y="368"/>
                  </a:lnTo>
                  <a:cubicBezTo>
                    <a:pt x="3534" y="362"/>
                    <a:pt x="3534" y="356"/>
                    <a:pt x="3528" y="350"/>
                  </a:cubicBezTo>
                  <a:lnTo>
                    <a:pt x="3528" y="339"/>
                  </a:lnTo>
                  <a:lnTo>
                    <a:pt x="3528" y="333"/>
                  </a:lnTo>
                  <a:cubicBezTo>
                    <a:pt x="3528" y="327"/>
                    <a:pt x="3516" y="309"/>
                    <a:pt x="3516" y="303"/>
                  </a:cubicBezTo>
                  <a:lnTo>
                    <a:pt x="3516" y="297"/>
                  </a:lnTo>
                  <a:cubicBezTo>
                    <a:pt x="3510" y="279"/>
                    <a:pt x="3510" y="273"/>
                    <a:pt x="3504" y="261"/>
                  </a:cubicBezTo>
                  <a:cubicBezTo>
                    <a:pt x="3504" y="249"/>
                    <a:pt x="3504" y="249"/>
                    <a:pt x="3498" y="244"/>
                  </a:cubicBezTo>
                  <a:cubicBezTo>
                    <a:pt x="3486" y="238"/>
                    <a:pt x="3486" y="232"/>
                    <a:pt x="3480" y="220"/>
                  </a:cubicBezTo>
                  <a:cubicBezTo>
                    <a:pt x="3480" y="214"/>
                    <a:pt x="3474" y="214"/>
                    <a:pt x="3474" y="208"/>
                  </a:cubicBezTo>
                  <a:cubicBezTo>
                    <a:pt x="3468" y="202"/>
                    <a:pt x="3456" y="184"/>
                    <a:pt x="3456" y="178"/>
                  </a:cubicBezTo>
                  <a:lnTo>
                    <a:pt x="3456" y="172"/>
                  </a:lnTo>
                  <a:cubicBezTo>
                    <a:pt x="3450" y="160"/>
                    <a:pt x="3445" y="148"/>
                    <a:pt x="3439" y="143"/>
                  </a:cubicBezTo>
                  <a:lnTo>
                    <a:pt x="3427" y="131"/>
                  </a:lnTo>
                  <a:cubicBezTo>
                    <a:pt x="3421" y="125"/>
                    <a:pt x="3415" y="119"/>
                    <a:pt x="3415" y="113"/>
                  </a:cubicBezTo>
                  <a:lnTo>
                    <a:pt x="3409" y="101"/>
                  </a:lnTo>
                  <a:lnTo>
                    <a:pt x="3385" y="83"/>
                  </a:lnTo>
                  <a:cubicBezTo>
                    <a:pt x="3379" y="71"/>
                    <a:pt x="3361" y="65"/>
                    <a:pt x="3355" y="59"/>
                  </a:cubicBezTo>
                  <a:lnTo>
                    <a:pt x="3350" y="53"/>
                  </a:lnTo>
                  <a:lnTo>
                    <a:pt x="3338" y="42"/>
                  </a:lnTo>
                  <a:cubicBezTo>
                    <a:pt x="3332" y="36"/>
                    <a:pt x="3326" y="36"/>
                    <a:pt x="3320" y="30"/>
                  </a:cubicBezTo>
                  <a:cubicBezTo>
                    <a:pt x="3308" y="24"/>
                    <a:pt x="3302" y="24"/>
                    <a:pt x="3296" y="12"/>
                  </a:cubicBezTo>
                  <a:cubicBezTo>
                    <a:pt x="3290" y="6"/>
                    <a:pt x="3272" y="6"/>
                    <a:pt x="3266" y="6"/>
                  </a:cubicBezTo>
                  <a:lnTo>
                    <a:pt x="3260" y="6"/>
                  </a:lnTo>
                  <a:cubicBezTo>
                    <a:pt x="3249" y="6"/>
                    <a:pt x="3243" y="6"/>
                    <a:pt x="32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5">
              <a:extLst>
                <a:ext uri="{FF2B5EF4-FFF2-40B4-BE49-F238E27FC236}">
                  <a16:creationId xmlns:a16="http://schemas.microsoft.com/office/drawing/2014/main" id="{81AB9F88-9497-8729-DE42-7FC65263988B}"/>
                </a:ext>
              </a:extLst>
            </p:cNvPr>
            <p:cNvSpPr/>
            <p:nvPr/>
          </p:nvSpPr>
          <p:spPr>
            <a:xfrm>
              <a:off x="6390040" y="-975644"/>
              <a:ext cx="4133469" cy="3953703"/>
            </a:xfrm>
            <a:custGeom>
              <a:avLst/>
              <a:gdLst/>
              <a:ahLst/>
              <a:cxnLst/>
              <a:rect l="l" t="t" r="r" b="b"/>
              <a:pathLst>
                <a:path w="19050" h="18784" extrusionOk="0">
                  <a:moveTo>
                    <a:pt x="16442" y="4780"/>
                  </a:moveTo>
                  <a:cubicBezTo>
                    <a:pt x="16448" y="4780"/>
                    <a:pt x="16454" y="4780"/>
                    <a:pt x="16472" y="4792"/>
                  </a:cubicBezTo>
                  <a:cubicBezTo>
                    <a:pt x="16454" y="4792"/>
                    <a:pt x="16448" y="4792"/>
                    <a:pt x="16442" y="4780"/>
                  </a:cubicBezTo>
                  <a:close/>
                  <a:moveTo>
                    <a:pt x="15534" y="4792"/>
                  </a:moveTo>
                  <a:cubicBezTo>
                    <a:pt x="15522" y="4798"/>
                    <a:pt x="15504" y="4798"/>
                    <a:pt x="15492" y="4798"/>
                  </a:cubicBezTo>
                  <a:cubicBezTo>
                    <a:pt x="15504" y="4798"/>
                    <a:pt x="15522" y="4792"/>
                    <a:pt x="15534" y="4792"/>
                  </a:cubicBezTo>
                  <a:close/>
                  <a:moveTo>
                    <a:pt x="16561" y="4804"/>
                  </a:moveTo>
                  <a:cubicBezTo>
                    <a:pt x="16566" y="4804"/>
                    <a:pt x="16571" y="4804"/>
                    <a:pt x="16580" y="4808"/>
                  </a:cubicBezTo>
                  <a:lnTo>
                    <a:pt x="16580" y="4808"/>
                  </a:lnTo>
                  <a:cubicBezTo>
                    <a:pt x="16572" y="4806"/>
                    <a:pt x="16562" y="4804"/>
                    <a:pt x="16555" y="4804"/>
                  </a:cubicBezTo>
                  <a:close/>
                  <a:moveTo>
                    <a:pt x="16680" y="4828"/>
                  </a:moveTo>
                  <a:cubicBezTo>
                    <a:pt x="16692" y="4828"/>
                    <a:pt x="16704" y="4834"/>
                    <a:pt x="16716" y="4834"/>
                  </a:cubicBezTo>
                  <a:cubicBezTo>
                    <a:pt x="16704" y="4834"/>
                    <a:pt x="16686" y="4828"/>
                    <a:pt x="16674" y="4828"/>
                  </a:cubicBezTo>
                  <a:close/>
                  <a:moveTo>
                    <a:pt x="16799" y="4857"/>
                  </a:moveTo>
                  <a:cubicBezTo>
                    <a:pt x="16805" y="4857"/>
                    <a:pt x="16822" y="4863"/>
                    <a:pt x="16828" y="4863"/>
                  </a:cubicBezTo>
                  <a:cubicBezTo>
                    <a:pt x="16811" y="4863"/>
                    <a:pt x="16805" y="4857"/>
                    <a:pt x="16793" y="4857"/>
                  </a:cubicBezTo>
                  <a:close/>
                  <a:moveTo>
                    <a:pt x="16912" y="4887"/>
                  </a:moveTo>
                  <a:cubicBezTo>
                    <a:pt x="16918" y="4887"/>
                    <a:pt x="16923" y="4893"/>
                    <a:pt x="16929" y="4893"/>
                  </a:cubicBezTo>
                  <a:cubicBezTo>
                    <a:pt x="16923" y="4893"/>
                    <a:pt x="16912" y="4887"/>
                    <a:pt x="16900" y="4887"/>
                  </a:cubicBezTo>
                  <a:close/>
                  <a:moveTo>
                    <a:pt x="15023" y="4893"/>
                  </a:moveTo>
                  <a:cubicBezTo>
                    <a:pt x="15011" y="4893"/>
                    <a:pt x="14994" y="4899"/>
                    <a:pt x="14982" y="4899"/>
                  </a:cubicBezTo>
                  <a:cubicBezTo>
                    <a:pt x="14994" y="4893"/>
                    <a:pt x="15011" y="4893"/>
                    <a:pt x="15023" y="4893"/>
                  </a:cubicBezTo>
                  <a:close/>
                  <a:moveTo>
                    <a:pt x="17018" y="4923"/>
                  </a:moveTo>
                  <a:cubicBezTo>
                    <a:pt x="17030" y="4923"/>
                    <a:pt x="17030" y="4923"/>
                    <a:pt x="17036" y="4929"/>
                  </a:cubicBezTo>
                  <a:cubicBezTo>
                    <a:pt x="17030" y="4923"/>
                    <a:pt x="17018" y="4923"/>
                    <a:pt x="17018" y="4923"/>
                  </a:cubicBezTo>
                  <a:close/>
                  <a:moveTo>
                    <a:pt x="14893" y="4929"/>
                  </a:moveTo>
                  <a:cubicBezTo>
                    <a:pt x="14875" y="4941"/>
                    <a:pt x="14863" y="4941"/>
                    <a:pt x="14845" y="4947"/>
                  </a:cubicBezTo>
                  <a:cubicBezTo>
                    <a:pt x="14845" y="4941"/>
                    <a:pt x="14851" y="4941"/>
                    <a:pt x="14851" y="4941"/>
                  </a:cubicBezTo>
                  <a:cubicBezTo>
                    <a:pt x="14869" y="4941"/>
                    <a:pt x="14875" y="4929"/>
                    <a:pt x="14893" y="4929"/>
                  </a:cubicBezTo>
                  <a:close/>
                  <a:moveTo>
                    <a:pt x="14750" y="4970"/>
                  </a:moveTo>
                  <a:cubicBezTo>
                    <a:pt x="14744" y="4976"/>
                    <a:pt x="14726" y="4982"/>
                    <a:pt x="14715" y="4982"/>
                  </a:cubicBezTo>
                  <a:cubicBezTo>
                    <a:pt x="14726" y="4976"/>
                    <a:pt x="14732" y="4976"/>
                    <a:pt x="14750" y="4970"/>
                  </a:cubicBezTo>
                  <a:close/>
                  <a:moveTo>
                    <a:pt x="14607" y="5016"/>
                  </a:moveTo>
                  <a:lnTo>
                    <a:pt x="14607" y="5016"/>
                  </a:lnTo>
                  <a:cubicBezTo>
                    <a:pt x="14599" y="5022"/>
                    <a:pt x="14593" y="5030"/>
                    <a:pt x="14584" y="5030"/>
                  </a:cubicBezTo>
                  <a:cubicBezTo>
                    <a:pt x="14592" y="5021"/>
                    <a:pt x="14601" y="5019"/>
                    <a:pt x="14607" y="5016"/>
                  </a:cubicBezTo>
                  <a:close/>
                  <a:moveTo>
                    <a:pt x="14483" y="5065"/>
                  </a:moveTo>
                  <a:cubicBezTo>
                    <a:pt x="14465" y="5071"/>
                    <a:pt x="14459" y="5077"/>
                    <a:pt x="14447" y="5077"/>
                  </a:cubicBezTo>
                  <a:cubicBezTo>
                    <a:pt x="14459" y="5071"/>
                    <a:pt x="14465" y="5071"/>
                    <a:pt x="14483" y="5065"/>
                  </a:cubicBezTo>
                  <a:close/>
                  <a:moveTo>
                    <a:pt x="17466" y="5131"/>
                  </a:moveTo>
                  <a:lnTo>
                    <a:pt x="17476" y="5137"/>
                  </a:lnTo>
                  <a:cubicBezTo>
                    <a:pt x="17476" y="5132"/>
                    <a:pt x="17469" y="5131"/>
                    <a:pt x="17466" y="5131"/>
                  </a:cubicBezTo>
                  <a:close/>
                  <a:moveTo>
                    <a:pt x="14177" y="5192"/>
                  </a:moveTo>
                  <a:lnTo>
                    <a:pt x="14177" y="5192"/>
                  </a:lnTo>
                  <a:cubicBezTo>
                    <a:pt x="14174" y="5193"/>
                    <a:pt x="14171" y="5194"/>
                    <a:pt x="14168" y="5196"/>
                  </a:cubicBezTo>
                  <a:cubicBezTo>
                    <a:pt x="14170" y="5194"/>
                    <a:pt x="14173" y="5193"/>
                    <a:pt x="14177" y="5192"/>
                  </a:cubicBezTo>
                  <a:close/>
                  <a:moveTo>
                    <a:pt x="8123" y="15552"/>
                  </a:moveTo>
                  <a:cubicBezTo>
                    <a:pt x="8129" y="15575"/>
                    <a:pt x="8129" y="15599"/>
                    <a:pt x="8129" y="15617"/>
                  </a:cubicBezTo>
                  <a:cubicBezTo>
                    <a:pt x="8129" y="15599"/>
                    <a:pt x="8123" y="15575"/>
                    <a:pt x="8123" y="15552"/>
                  </a:cubicBezTo>
                  <a:close/>
                  <a:moveTo>
                    <a:pt x="8135" y="15700"/>
                  </a:moveTo>
                  <a:cubicBezTo>
                    <a:pt x="8141" y="15724"/>
                    <a:pt x="8141" y="15736"/>
                    <a:pt x="8141" y="15754"/>
                  </a:cubicBezTo>
                  <a:cubicBezTo>
                    <a:pt x="8141" y="15736"/>
                    <a:pt x="8135" y="15718"/>
                    <a:pt x="8135" y="15700"/>
                  </a:cubicBezTo>
                  <a:close/>
                  <a:moveTo>
                    <a:pt x="8159" y="15849"/>
                  </a:moveTo>
                  <a:cubicBezTo>
                    <a:pt x="8165" y="15855"/>
                    <a:pt x="8165" y="15872"/>
                    <a:pt x="8165" y="15884"/>
                  </a:cubicBezTo>
                  <a:cubicBezTo>
                    <a:pt x="8165" y="15872"/>
                    <a:pt x="8159" y="15855"/>
                    <a:pt x="8159" y="15849"/>
                  </a:cubicBezTo>
                  <a:close/>
                  <a:moveTo>
                    <a:pt x="8242" y="16258"/>
                  </a:moveTo>
                  <a:lnTo>
                    <a:pt x="8242" y="16258"/>
                  </a:lnTo>
                  <a:cubicBezTo>
                    <a:pt x="8242" y="16270"/>
                    <a:pt x="8248" y="16288"/>
                    <a:pt x="8248" y="16300"/>
                  </a:cubicBezTo>
                  <a:cubicBezTo>
                    <a:pt x="8242" y="16288"/>
                    <a:pt x="8242" y="16270"/>
                    <a:pt x="8242" y="16258"/>
                  </a:cubicBezTo>
                  <a:close/>
                  <a:moveTo>
                    <a:pt x="8308" y="16508"/>
                  </a:moveTo>
                  <a:cubicBezTo>
                    <a:pt x="8312" y="16522"/>
                    <a:pt x="8313" y="16539"/>
                    <a:pt x="8316" y="16552"/>
                  </a:cubicBezTo>
                  <a:lnTo>
                    <a:pt x="8316" y="16552"/>
                  </a:lnTo>
                  <a:cubicBezTo>
                    <a:pt x="8316" y="16551"/>
                    <a:pt x="8315" y="16550"/>
                    <a:pt x="8313" y="16549"/>
                  </a:cubicBezTo>
                  <a:cubicBezTo>
                    <a:pt x="8313" y="16531"/>
                    <a:pt x="8308" y="16525"/>
                    <a:pt x="8308" y="16508"/>
                  </a:cubicBezTo>
                  <a:close/>
                  <a:moveTo>
                    <a:pt x="8391" y="16761"/>
                  </a:moveTo>
                  <a:cubicBezTo>
                    <a:pt x="8399" y="16777"/>
                    <a:pt x="8403" y="16794"/>
                    <a:pt x="8403" y="16799"/>
                  </a:cubicBezTo>
                  <a:cubicBezTo>
                    <a:pt x="8398" y="16784"/>
                    <a:pt x="8397" y="16774"/>
                    <a:pt x="8391" y="16761"/>
                  </a:cubicBezTo>
                  <a:close/>
                  <a:moveTo>
                    <a:pt x="8438" y="16887"/>
                  </a:moveTo>
                  <a:lnTo>
                    <a:pt x="8438" y="16887"/>
                  </a:lnTo>
                  <a:cubicBezTo>
                    <a:pt x="8440" y="16891"/>
                    <a:pt x="8443" y="16895"/>
                    <a:pt x="8444" y="16899"/>
                  </a:cubicBezTo>
                  <a:lnTo>
                    <a:pt x="8444" y="16899"/>
                  </a:lnTo>
                  <a:cubicBezTo>
                    <a:pt x="8442" y="16895"/>
                    <a:pt x="8440" y="16891"/>
                    <a:pt x="8438" y="16887"/>
                  </a:cubicBezTo>
                  <a:close/>
                  <a:moveTo>
                    <a:pt x="8485" y="17000"/>
                  </a:moveTo>
                  <a:cubicBezTo>
                    <a:pt x="8487" y="17004"/>
                    <a:pt x="8490" y="17008"/>
                    <a:pt x="8492" y="17012"/>
                  </a:cubicBezTo>
                  <a:lnTo>
                    <a:pt x="8492" y="17012"/>
                  </a:lnTo>
                  <a:cubicBezTo>
                    <a:pt x="8489" y="17009"/>
                    <a:pt x="8487" y="17005"/>
                    <a:pt x="8485" y="17000"/>
                  </a:cubicBezTo>
                  <a:close/>
                  <a:moveTo>
                    <a:pt x="8492" y="17012"/>
                  </a:moveTo>
                  <a:cubicBezTo>
                    <a:pt x="8498" y="17025"/>
                    <a:pt x="8503" y="17035"/>
                    <a:pt x="8509" y="17042"/>
                  </a:cubicBezTo>
                  <a:cubicBezTo>
                    <a:pt x="8498" y="17036"/>
                    <a:pt x="8498" y="17030"/>
                    <a:pt x="8492" y="17012"/>
                  </a:cubicBezTo>
                  <a:close/>
                  <a:moveTo>
                    <a:pt x="8527" y="17096"/>
                  </a:moveTo>
                  <a:cubicBezTo>
                    <a:pt x="8539" y="17119"/>
                    <a:pt x="8551" y="17131"/>
                    <a:pt x="8551" y="17143"/>
                  </a:cubicBezTo>
                  <a:lnTo>
                    <a:pt x="8527" y="17096"/>
                  </a:lnTo>
                  <a:close/>
                  <a:moveTo>
                    <a:pt x="8551" y="17143"/>
                  </a:moveTo>
                  <a:cubicBezTo>
                    <a:pt x="8554" y="17146"/>
                    <a:pt x="8554" y="17147"/>
                    <a:pt x="8553" y="17147"/>
                  </a:cubicBezTo>
                  <a:cubicBezTo>
                    <a:pt x="8552" y="17147"/>
                    <a:pt x="8551" y="17146"/>
                    <a:pt x="8551" y="17143"/>
                  </a:cubicBezTo>
                  <a:close/>
                  <a:moveTo>
                    <a:pt x="8587" y="17202"/>
                  </a:moveTo>
                  <a:lnTo>
                    <a:pt x="8610" y="17244"/>
                  </a:lnTo>
                  <a:cubicBezTo>
                    <a:pt x="8604" y="17244"/>
                    <a:pt x="8604" y="17244"/>
                    <a:pt x="8604" y="17238"/>
                  </a:cubicBezTo>
                  <a:cubicBezTo>
                    <a:pt x="8598" y="17220"/>
                    <a:pt x="8587" y="17214"/>
                    <a:pt x="8587" y="17202"/>
                  </a:cubicBezTo>
                  <a:close/>
                  <a:moveTo>
                    <a:pt x="8644" y="17312"/>
                  </a:moveTo>
                  <a:cubicBezTo>
                    <a:pt x="8650" y="17325"/>
                    <a:pt x="8659" y="17334"/>
                    <a:pt x="8664" y="17339"/>
                  </a:cubicBezTo>
                  <a:cubicBezTo>
                    <a:pt x="8664" y="17343"/>
                    <a:pt x="8664" y="17344"/>
                    <a:pt x="8664" y="17344"/>
                  </a:cubicBezTo>
                  <a:cubicBezTo>
                    <a:pt x="8663" y="17344"/>
                    <a:pt x="8662" y="17337"/>
                    <a:pt x="8658" y="17333"/>
                  </a:cubicBezTo>
                  <a:cubicBezTo>
                    <a:pt x="8649" y="17329"/>
                    <a:pt x="8647" y="17321"/>
                    <a:pt x="8644" y="17312"/>
                  </a:cubicBezTo>
                  <a:close/>
                  <a:moveTo>
                    <a:pt x="8699" y="17410"/>
                  </a:moveTo>
                  <a:lnTo>
                    <a:pt x="8699" y="17410"/>
                  </a:lnTo>
                  <a:cubicBezTo>
                    <a:pt x="8717" y="17428"/>
                    <a:pt x="8723" y="17446"/>
                    <a:pt x="8729" y="17458"/>
                  </a:cubicBezTo>
                  <a:cubicBezTo>
                    <a:pt x="8723" y="17452"/>
                    <a:pt x="8723" y="17446"/>
                    <a:pt x="8717" y="17440"/>
                  </a:cubicBezTo>
                  <a:cubicBezTo>
                    <a:pt x="8705" y="17428"/>
                    <a:pt x="8699" y="17416"/>
                    <a:pt x="8699" y="17410"/>
                  </a:cubicBezTo>
                  <a:close/>
                  <a:moveTo>
                    <a:pt x="8765" y="17511"/>
                  </a:moveTo>
                  <a:cubicBezTo>
                    <a:pt x="8767" y="17519"/>
                    <a:pt x="8772" y="17525"/>
                    <a:pt x="8777" y="17531"/>
                  </a:cubicBezTo>
                  <a:lnTo>
                    <a:pt x="8777" y="17531"/>
                  </a:lnTo>
                  <a:cubicBezTo>
                    <a:pt x="8772" y="17526"/>
                    <a:pt x="8768" y="17520"/>
                    <a:pt x="8765" y="17511"/>
                  </a:cubicBezTo>
                  <a:close/>
                  <a:moveTo>
                    <a:pt x="8788" y="17547"/>
                  </a:moveTo>
                  <a:cubicBezTo>
                    <a:pt x="8791" y="17551"/>
                    <a:pt x="8793" y="17554"/>
                    <a:pt x="8794" y="17559"/>
                  </a:cubicBezTo>
                  <a:lnTo>
                    <a:pt x="8788" y="17547"/>
                  </a:lnTo>
                  <a:close/>
                  <a:moveTo>
                    <a:pt x="8901" y="17689"/>
                  </a:moveTo>
                  <a:lnTo>
                    <a:pt x="8901" y="17689"/>
                  </a:lnTo>
                  <a:cubicBezTo>
                    <a:pt x="8907" y="17707"/>
                    <a:pt x="8919" y="17719"/>
                    <a:pt x="8931" y="17725"/>
                  </a:cubicBezTo>
                  <a:cubicBezTo>
                    <a:pt x="8919" y="17725"/>
                    <a:pt x="8913" y="17719"/>
                    <a:pt x="8913" y="17713"/>
                  </a:cubicBezTo>
                  <a:cubicBezTo>
                    <a:pt x="8907" y="17707"/>
                    <a:pt x="8901" y="17695"/>
                    <a:pt x="8901" y="17689"/>
                  </a:cubicBezTo>
                  <a:close/>
                  <a:moveTo>
                    <a:pt x="8964" y="17779"/>
                  </a:moveTo>
                  <a:cubicBezTo>
                    <a:pt x="8976" y="17798"/>
                    <a:pt x="8991" y="17809"/>
                    <a:pt x="8996" y="17814"/>
                  </a:cubicBezTo>
                  <a:lnTo>
                    <a:pt x="8978" y="17802"/>
                  </a:lnTo>
                  <a:cubicBezTo>
                    <a:pt x="8974" y="17793"/>
                    <a:pt x="8969" y="17787"/>
                    <a:pt x="8964" y="17779"/>
                  </a:cubicBezTo>
                  <a:close/>
                  <a:moveTo>
                    <a:pt x="9032" y="17862"/>
                  </a:moveTo>
                  <a:cubicBezTo>
                    <a:pt x="9041" y="17867"/>
                    <a:pt x="9047" y="17875"/>
                    <a:pt x="9052" y="17882"/>
                  </a:cubicBezTo>
                  <a:lnTo>
                    <a:pt x="9052" y="17882"/>
                  </a:lnTo>
                  <a:lnTo>
                    <a:pt x="9032" y="17862"/>
                  </a:lnTo>
                  <a:close/>
                  <a:moveTo>
                    <a:pt x="9353" y="18158"/>
                  </a:moveTo>
                  <a:lnTo>
                    <a:pt x="9353" y="18158"/>
                  </a:lnTo>
                  <a:cubicBezTo>
                    <a:pt x="9356" y="18160"/>
                    <a:pt x="9360" y="18163"/>
                    <a:pt x="9364" y="18166"/>
                  </a:cubicBezTo>
                  <a:lnTo>
                    <a:pt x="9364" y="18166"/>
                  </a:lnTo>
                  <a:cubicBezTo>
                    <a:pt x="9359" y="18163"/>
                    <a:pt x="9355" y="18161"/>
                    <a:pt x="9353" y="18158"/>
                  </a:cubicBezTo>
                  <a:close/>
                  <a:moveTo>
                    <a:pt x="9463" y="18238"/>
                  </a:moveTo>
                  <a:lnTo>
                    <a:pt x="9463" y="18238"/>
                  </a:lnTo>
                  <a:cubicBezTo>
                    <a:pt x="9468" y="18243"/>
                    <a:pt x="9472" y="18248"/>
                    <a:pt x="9477" y="18253"/>
                  </a:cubicBezTo>
                  <a:cubicBezTo>
                    <a:pt x="9471" y="18247"/>
                    <a:pt x="9465" y="18247"/>
                    <a:pt x="9465" y="18242"/>
                  </a:cubicBezTo>
                  <a:cubicBezTo>
                    <a:pt x="9465" y="18240"/>
                    <a:pt x="9464" y="18239"/>
                    <a:pt x="9463" y="18238"/>
                  </a:cubicBezTo>
                  <a:close/>
                  <a:moveTo>
                    <a:pt x="9596" y="18378"/>
                  </a:moveTo>
                  <a:cubicBezTo>
                    <a:pt x="9612" y="18389"/>
                    <a:pt x="9618" y="18394"/>
                    <a:pt x="9632" y="18400"/>
                  </a:cubicBezTo>
                  <a:lnTo>
                    <a:pt x="9632" y="18400"/>
                  </a:lnTo>
                  <a:cubicBezTo>
                    <a:pt x="9620" y="18393"/>
                    <a:pt x="9608" y="18385"/>
                    <a:pt x="9596" y="18378"/>
                  </a:cubicBezTo>
                  <a:close/>
                  <a:moveTo>
                    <a:pt x="7785" y="0"/>
                  </a:moveTo>
                  <a:cubicBezTo>
                    <a:pt x="7755" y="0"/>
                    <a:pt x="7732" y="0"/>
                    <a:pt x="7708" y="12"/>
                  </a:cubicBezTo>
                  <a:lnTo>
                    <a:pt x="7654" y="12"/>
                  </a:lnTo>
                  <a:cubicBezTo>
                    <a:pt x="7625" y="12"/>
                    <a:pt x="7601" y="18"/>
                    <a:pt x="7571" y="18"/>
                  </a:cubicBezTo>
                  <a:cubicBezTo>
                    <a:pt x="7559" y="18"/>
                    <a:pt x="7542" y="18"/>
                    <a:pt x="7518" y="24"/>
                  </a:cubicBezTo>
                  <a:cubicBezTo>
                    <a:pt x="7488" y="24"/>
                    <a:pt x="7458" y="30"/>
                    <a:pt x="7423" y="42"/>
                  </a:cubicBezTo>
                  <a:cubicBezTo>
                    <a:pt x="7417" y="42"/>
                    <a:pt x="7399" y="42"/>
                    <a:pt x="7393" y="48"/>
                  </a:cubicBezTo>
                  <a:lnTo>
                    <a:pt x="7363" y="48"/>
                  </a:lnTo>
                  <a:cubicBezTo>
                    <a:pt x="7334" y="54"/>
                    <a:pt x="7304" y="54"/>
                    <a:pt x="7268" y="60"/>
                  </a:cubicBezTo>
                  <a:cubicBezTo>
                    <a:pt x="7262" y="60"/>
                    <a:pt x="7251" y="60"/>
                    <a:pt x="7239" y="71"/>
                  </a:cubicBezTo>
                  <a:lnTo>
                    <a:pt x="7126" y="89"/>
                  </a:lnTo>
                  <a:cubicBezTo>
                    <a:pt x="7120" y="89"/>
                    <a:pt x="7114" y="89"/>
                    <a:pt x="7102" y="101"/>
                  </a:cubicBezTo>
                  <a:cubicBezTo>
                    <a:pt x="7072" y="107"/>
                    <a:pt x="7037" y="113"/>
                    <a:pt x="7007" y="119"/>
                  </a:cubicBezTo>
                  <a:cubicBezTo>
                    <a:pt x="7001" y="119"/>
                    <a:pt x="6995" y="131"/>
                    <a:pt x="6983" y="131"/>
                  </a:cubicBezTo>
                  <a:cubicBezTo>
                    <a:pt x="6948" y="137"/>
                    <a:pt x="6912" y="149"/>
                    <a:pt x="6876" y="161"/>
                  </a:cubicBezTo>
                  <a:cubicBezTo>
                    <a:pt x="6865" y="161"/>
                    <a:pt x="6859" y="166"/>
                    <a:pt x="6853" y="166"/>
                  </a:cubicBezTo>
                  <a:cubicBezTo>
                    <a:pt x="6817" y="172"/>
                    <a:pt x="6787" y="190"/>
                    <a:pt x="6746" y="196"/>
                  </a:cubicBezTo>
                  <a:cubicBezTo>
                    <a:pt x="6740" y="196"/>
                    <a:pt x="6734" y="202"/>
                    <a:pt x="6728" y="202"/>
                  </a:cubicBezTo>
                  <a:cubicBezTo>
                    <a:pt x="6686" y="220"/>
                    <a:pt x="6645" y="226"/>
                    <a:pt x="6609" y="238"/>
                  </a:cubicBezTo>
                  <a:cubicBezTo>
                    <a:pt x="6597" y="238"/>
                    <a:pt x="6591" y="250"/>
                    <a:pt x="6580" y="250"/>
                  </a:cubicBezTo>
                  <a:cubicBezTo>
                    <a:pt x="6538" y="261"/>
                    <a:pt x="6508" y="267"/>
                    <a:pt x="6473" y="285"/>
                  </a:cubicBezTo>
                  <a:cubicBezTo>
                    <a:pt x="6467" y="285"/>
                    <a:pt x="6461" y="291"/>
                    <a:pt x="6449" y="291"/>
                  </a:cubicBezTo>
                  <a:cubicBezTo>
                    <a:pt x="6413" y="309"/>
                    <a:pt x="6372" y="321"/>
                    <a:pt x="6330" y="339"/>
                  </a:cubicBezTo>
                  <a:cubicBezTo>
                    <a:pt x="6324" y="339"/>
                    <a:pt x="6312" y="345"/>
                    <a:pt x="6300" y="351"/>
                  </a:cubicBezTo>
                  <a:cubicBezTo>
                    <a:pt x="6265" y="368"/>
                    <a:pt x="6229" y="380"/>
                    <a:pt x="6200" y="398"/>
                  </a:cubicBezTo>
                  <a:cubicBezTo>
                    <a:pt x="6194" y="398"/>
                    <a:pt x="6182" y="404"/>
                    <a:pt x="6182" y="404"/>
                  </a:cubicBezTo>
                  <a:cubicBezTo>
                    <a:pt x="6146" y="416"/>
                    <a:pt x="6105" y="440"/>
                    <a:pt x="6063" y="457"/>
                  </a:cubicBezTo>
                  <a:cubicBezTo>
                    <a:pt x="6057" y="463"/>
                    <a:pt x="6045" y="463"/>
                    <a:pt x="6033" y="469"/>
                  </a:cubicBezTo>
                  <a:cubicBezTo>
                    <a:pt x="6021" y="475"/>
                    <a:pt x="6015" y="475"/>
                    <a:pt x="5998" y="487"/>
                  </a:cubicBezTo>
                  <a:lnTo>
                    <a:pt x="5956" y="505"/>
                  </a:lnTo>
                  <a:cubicBezTo>
                    <a:pt x="5932" y="517"/>
                    <a:pt x="5915" y="523"/>
                    <a:pt x="5897" y="535"/>
                  </a:cubicBezTo>
                  <a:cubicBezTo>
                    <a:pt x="5867" y="552"/>
                    <a:pt x="5843" y="564"/>
                    <a:pt x="5814" y="576"/>
                  </a:cubicBezTo>
                  <a:cubicBezTo>
                    <a:pt x="5796" y="582"/>
                    <a:pt x="5778" y="588"/>
                    <a:pt x="5760" y="606"/>
                  </a:cubicBezTo>
                  <a:lnTo>
                    <a:pt x="5671" y="647"/>
                  </a:lnTo>
                  <a:lnTo>
                    <a:pt x="5629" y="671"/>
                  </a:lnTo>
                  <a:cubicBezTo>
                    <a:pt x="5582" y="695"/>
                    <a:pt x="5540" y="725"/>
                    <a:pt x="5493" y="742"/>
                  </a:cubicBezTo>
                  <a:cubicBezTo>
                    <a:pt x="5451" y="766"/>
                    <a:pt x="5404" y="796"/>
                    <a:pt x="5362" y="820"/>
                  </a:cubicBezTo>
                  <a:lnTo>
                    <a:pt x="5315" y="843"/>
                  </a:lnTo>
                  <a:cubicBezTo>
                    <a:pt x="5285" y="855"/>
                    <a:pt x="5255" y="879"/>
                    <a:pt x="5226" y="891"/>
                  </a:cubicBezTo>
                  <a:cubicBezTo>
                    <a:pt x="5214" y="903"/>
                    <a:pt x="5196" y="915"/>
                    <a:pt x="5172" y="921"/>
                  </a:cubicBezTo>
                  <a:cubicBezTo>
                    <a:pt x="5143" y="938"/>
                    <a:pt x="5113" y="962"/>
                    <a:pt x="5095" y="974"/>
                  </a:cubicBezTo>
                  <a:cubicBezTo>
                    <a:pt x="5077" y="980"/>
                    <a:pt x="5065" y="998"/>
                    <a:pt x="5042" y="1004"/>
                  </a:cubicBezTo>
                  <a:cubicBezTo>
                    <a:pt x="5012" y="1027"/>
                    <a:pt x="4982" y="1039"/>
                    <a:pt x="4959" y="1063"/>
                  </a:cubicBezTo>
                  <a:cubicBezTo>
                    <a:pt x="4947" y="1069"/>
                    <a:pt x="4929" y="1087"/>
                    <a:pt x="4917" y="1093"/>
                  </a:cubicBezTo>
                  <a:cubicBezTo>
                    <a:pt x="4887" y="1117"/>
                    <a:pt x="4858" y="1140"/>
                    <a:pt x="4816" y="1158"/>
                  </a:cubicBezTo>
                  <a:cubicBezTo>
                    <a:pt x="4804" y="1170"/>
                    <a:pt x="4798" y="1176"/>
                    <a:pt x="4780" y="1182"/>
                  </a:cubicBezTo>
                  <a:lnTo>
                    <a:pt x="4537" y="1360"/>
                  </a:lnTo>
                  <a:lnTo>
                    <a:pt x="4531" y="1366"/>
                  </a:lnTo>
                  <a:cubicBezTo>
                    <a:pt x="4478" y="1413"/>
                    <a:pt x="4424" y="1449"/>
                    <a:pt x="4371" y="1497"/>
                  </a:cubicBezTo>
                  <a:cubicBezTo>
                    <a:pt x="4359" y="1502"/>
                    <a:pt x="4341" y="1514"/>
                    <a:pt x="4335" y="1526"/>
                  </a:cubicBezTo>
                  <a:cubicBezTo>
                    <a:pt x="4299" y="1556"/>
                    <a:pt x="4252" y="1592"/>
                    <a:pt x="4216" y="1621"/>
                  </a:cubicBezTo>
                  <a:cubicBezTo>
                    <a:pt x="4204" y="1633"/>
                    <a:pt x="4181" y="1651"/>
                    <a:pt x="4163" y="1663"/>
                  </a:cubicBezTo>
                  <a:cubicBezTo>
                    <a:pt x="4127" y="1704"/>
                    <a:pt x="4086" y="1734"/>
                    <a:pt x="4044" y="1770"/>
                  </a:cubicBezTo>
                  <a:cubicBezTo>
                    <a:pt x="4032" y="1776"/>
                    <a:pt x="4026" y="1793"/>
                    <a:pt x="4008" y="1799"/>
                  </a:cubicBezTo>
                  <a:cubicBezTo>
                    <a:pt x="3955" y="1841"/>
                    <a:pt x="3907" y="1888"/>
                    <a:pt x="3854" y="1942"/>
                  </a:cubicBezTo>
                  <a:lnTo>
                    <a:pt x="3818" y="1978"/>
                  </a:lnTo>
                  <a:cubicBezTo>
                    <a:pt x="3777" y="2013"/>
                    <a:pt x="3735" y="2049"/>
                    <a:pt x="3700" y="2090"/>
                  </a:cubicBezTo>
                  <a:cubicBezTo>
                    <a:pt x="3682" y="2102"/>
                    <a:pt x="3670" y="2120"/>
                    <a:pt x="3646" y="2132"/>
                  </a:cubicBezTo>
                  <a:lnTo>
                    <a:pt x="3527" y="2251"/>
                  </a:lnTo>
                  <a:lnTo>
                    <a:pt x="3492" y="2286"/>
                  </a:lnTo>
                  <a:cubicBezTo>
                    <a:pt x="3438" y="2340"/>
                    <a:pt x="3391" y="2393"/>
                    <a:pt x="3343" y="2435"/>
                  </a:cubicBezTo>
                  <a:lnTo>
                    <a:pt x="3302" y="2476"/>
                  </a:lnTo>
                  <a:cubicBezTo>
                    <a:pt x="3266" y="2512"/>
                    <a:pt x="3231" y="2554"/>
                    <a:pt x="3195" y="2595"/>
                  </a:cubicBezTo>
                  <a:cubicBezTo>
                    <a:pt x="3177" y="2607"/>
                    <a:pt x="3165" y="2631"/>
                    <a:pt x="3147" y="2643"/>
                  </a:cubicBezTo>
                  <a:cubicBezTo>
                    <a:pt x="3112" y="2690"/>
                    <a:pt x="3076" y="2726"/>
                    <a:pt x="3035" y="2773"/>
                  </a:cubicBezTo>
                  <a:lnTo>
                    <a:pt x="2999" y="2809"/>
                  </a:lnTo>
                  <a:cubicBezTo>
                    <a:pt x="2957" y="2862"/>
                    <a:pt x="2904" y="2922"/>
                    <a:pt x="2856" y="2969"/>
                  </a:cubicBezTo>
                  <a:cubicBezTo>
                    <a:pt x="2851" y="2987"/>
                    <a:pt x="2839" y="2993"/>
                    <a:pt x="2827" y="3011"/>
                  </a:cubicBezTo>
                  <a:lnTo>
                    <a:pt x="2720" y="3141"/>
                  </a:lnTo>
                  <a:cubicBezTo>
                    <a:pt x="2702" y="3159"/>
                    <a:pt x="2690" y="3177"/>
                    <a:pt x="2672" y="3195"/>
                  </a:cubicBezTo>
                  <a:cubicBezTo>
                    <a:pt x="2637" y="3236"/>
                    <a:pt x="2601" y="3284"/>
                    <a:pt x="2571" y="3325"/>
                  </a:cubicBezTo>
                  <a:cubicBezTo>
                    <a:pt x="2560" y="3343"/>
                    <a:pt x="2548" y="3355"/>
                    <a:pt x="2542" y="3367"/>
                  </a:cubicBezTo>
                  <a:cubicBezTo>
                    <a:pt x="2494" y="3426"/>
                    <a:pt x="2453" y="3486"/>
                    <a:pt x="2405" y="3533"/>
                  </a:cubicBezTo>
                  <a:cubicBezTo>
                    <a:pt x="2399" y="3551"/>
                    <a:pt x="2381" y="3557"/>
                    <a:pt x="2376" y="3575"/>
                  </a:cubicBezTo>
                  <a:cubicBezTo>
                    <a:pt x="2340" y="3616"/>
                    <a:pt x="2310" y="3670"/>
                    <a:pt x="2275" y="3711"/>
                  </a:cubicBezTo>
                  <a:cubicBezTo>
                    <a:pt x="2257" y="3729"/>
                    <a:pt x="2251" y="3753"/>
                    <a:pt x="2233" y="3765"/>
                  </a:cubicBezTo>
                  <a:cubicBezTo>
                    <a:pt x="2197" y="3812"/>
                    <a:pt x="2168" y="3860"/>
                    <a:pt x="2138" y="3907"/>
                  </a:cubicBezTo>
                  <a:cubicBezTo>
                    <a:pt x="2132" y="3919"/>
                    <a:pt x="2114" y="3937"/>
                    <a:pt x="2108" y="3943"/>
                  </a:cubicBezTo>
                  <a:cubicBezTo>
                    <a:pt x="2067" y="4002"/>
                    <a:pt x="2025" y="4062"/>
                    <a:pt x="1984" y="4127"/>
                  </a:cubicBezTo>
                  <a:cubicBezTo>
                    <a:pt x="1978" y="4145"/>
                    <a:pt x="1966" y="4151"/>
                    <a:pt x="1960" y="4169"/>
                  </a:cubicBezTo>
                  <a:cubicBezTo>
                    <a:pt x="1930" y="4216"/>
                    <a:pt x="1895" y="4264"/>
                    <a:pt x="1865" y="4317"/>
                  </a:cubicBezTo>
                  <a:cubicBezTo>
                    <a:pt x="1847" y="4329"/>
                    <a:pt x="1841" y="4353"/>
                    <a:pt x="1829" y="4365"/>
                  </a:cubicBezTo>
                  <a:cubicBezTo>
                    <a:pt x="1800" y="4418"/>
                    <a:pt x="1770" y="4466"/>
                    <a:pt x="1728" y="4513"/>
                  </a:cubicBezTo>
                  <a:lnTo>
                    <a:pt x="1710" y="4561"/>
                  </a:lnTo>
                  <a:cubicBezTo>
                    <a:pt x="1669" y="4626"/>
                    <a:pt x="1633" y="4685"/>
                    <a:pt x="1598" y="4751"/>
                  </a:cubicBezTo>
                  <a:cubicBezTo>
                    <a:pt x="1592" y="4768"/>
                    <a:pt x="1580" y="4774"/>
                    <a:pt x="1574" y="4792"/>
                  </a:cubicBezTo>
                  <a:lnTo>
                    <a:pt x="1485" y="4947"/>
                  </a:lnTo>
                  <a:cubicBezTo>
                    <a:pt x="1479" y="4970"/>
                    <a:pt x="1461" y="4982"/>
                    <a:pt x="1455" y="5006"/>
                  </a:cubicBezTo>
                  <a:cubicBezTo>
                    <a:pt x="1425" y="5059"/>
                    <a:pt x="1396" y="5107"/>
                    <a:pt x="1372" y="5160"/>
                  </a:cubicBezTo>
                  <a:lnTo>
                    <a:pt x="1354" y="5208"/>
                  </a:lnTo>
                  <a:cubicBezTo>
                    <a:pt x="1313" y="5273"/>
                    <a:pt x="1283" y="5338"/>
                    <a:pt x="1247" y="5404"/>
                  </a:cubicBezTo>
                  <a:cubicBezTo>
                    <a:pt x="1241" y="5422"/>
                    <a:pt x="1235" y="5427"/>
                    <a:pt x="1235" y="5445"/>
                  </a:cubicBezTo>
                  <a:cubicBezTo>
                    <a:pt x="1206" y="5493"/>
                    <a:pt x="1182" y="5552"/>
                    <a:pt x="1152" y="5606"/>
                  </a:cubicBezTo>
                  <a:cubicBezTo>
                    <a:pt x="1146" y="5629"/>
                    <a:pt x="1129" y="5641"/>
                    <a:pt x="1123" y="5665"/>
                  </a:cubicBezTo>
                  <a:cubicBezTo>
                    <a:pt x="1099" y="5718"/>
                    <a:pt x="1069" y="5772"/>
                    <a:pt x="1045" y="5819"/>
                  </a:cubicBezTo>
                  <a:lnTo>
                    <a:pt x="1028" y="5867"/>
                  </a:lnTo>
                  <a:lnTo>
                    <a:pt x="939" y="6069"/>
                  </a:lnTo>
                  <a:cubicBezTo>
                    <a:pt x="927" y="6081"/>
                    <a:pt x="927" y="6087"/>
                    <a:pt x="921" y="6104"/>
                  </a:cubicBezTo>
                  <a:cubicBezTo>
                    <a:pt x="897" y="6164"/>
                    <a:pt x="867" y="6217"/>
                    <a:pt x="849" y="6277"/>
                  </a:cubicBezTo>
                  <a:cubicBezTo>
                    <a:pt x="838" y="6294"/>
                    <a:pt x="832" y="6312"/>
                    <a:pt x="826" y="6336"/>
                  </a:cubicBezTo>
                  <a:cubicBezTo>
                    <a:pt x="802" y="6383"/>
                    <a:pt x="778" y="6437"/>
                    <a:pt x="760" y="6496"/>
                  </a:cubicBezTo>
                  <a:cubicBezTo>
                    <a:pt x="749" y="6514"/>
                    <a:pt x="743" y="6526"/>
                    <a:pt x="743" y="6544"/>
                  </a:cubicBezTo>
                  <a:cubicBezTo>
                    <a:pt x="713" y="6609"/>
                    <a:pt x="689" y="6674"/>
                    <a:pt x="659" y="6752"/>
                  </a:cubicBezTo>
                  <a:cubicBezTo>
                    <a:pt x="654" y="6764"/>
                    <a:pt x="654" y="6769"/>
                    <a:pt x="648" y="6787"/>
                  </a:cubicBezTo>
                  <a:cubicBezTo>
                    <a:pt x="624" y="6847"/>
                    <a:pt x="600" y="6900"/>
                    <a:pt x="588" y="6959"/>
                  </a:cubicBezTo>
                  <a:cubicBezTo>
                    <a:pt x="582" y="6977"/>
                    <a:pt x="570" y="6995"/>
                    <a:pt x="564" y="7019"/>
                  </a:cubicBezTo>
                  <a:cubicBezTo>
                    <a:pt x="541" y="7066"/>
                    <a:pt x="529" y="7126"/>
                    <a:pt x="511" y="7179"/>
                  </a:cubicBezTo>
                  <a:cubicBezTo>
                    <a:pt x="505" y="7197"/>
                    <a:pt x="505" y="7209"/>
                    <a:pt x="499" y="7227"/>
                  </a:cubicBezTo>
                  <a:cubicBezTo>
                    <a:pt x="475" y="7292"/>
                    <a:pt x="452" y="7357"/>
                    <a:pt x="434" y="7434"/>
                  </a:cubicBezTo>
                  <a:cubicBezTo>
                    <a:pt x="434" y="7446"/>
                    <a:pt x="422" y="7452"/>
                    <a:pt x="422" y="7470"/>
                  </a:cubicBezTo>
                  <a:cubicBezTo>
                    <a:pt x="410" y="7530"/>
                    <a:pt x="386" y="7583"/>
                    <a:pt x="374" y="7642"/>
                  </a:cubicBezTo>
                  <a:cubicBezTo>
                    <a:pt x="374" y="7648"/>
                    <a:pt x="363" y="7660"/>
                    <a:pt x="363" y="7672"/>
                  </a:cubicBezTo>
                  <a:lnTo>
                    <a:pt x="345" y="7737"/>
                  </a:lnTo>
                  <a:cubicBezTo>
                    <a:pt x="345" y="7749"/>
                    <a:pt x="333" y="7761"/>
                    <a:pt x="333" y="7773"/>
                  </a:cubicBezTo>
                  <a:cubicBezTo>
                    <a:pt x="321" y="7826"/>
                    <a:pt x="303" y="7868"/>
                    <a:pt x="297" y="7921"/>
                  </a:cubicBezTo>
                  <a:cubicBezTo>
                    <a:pt x="297" y="7939"/>
                    <a:pt x="291" y="7951"/>
                    <a:pt x="291" y="7957"/>
                  </a:cubicBezTo>
                  <a:cubicBezTo>
                    <a:pt x="285" y="8005"/>
                    <a:pt x="268" y="8040"/>
                    <a:pt x="262" y="8088"/>
                  </a:cubicBezTo>
                  <a:cubicBezTo>
                    <a:pt x="262" y="8094"/>
                    <a:pt x="256" y="8105"/>
                    <a:pt x="256" y="8117"/>
                  </a:cubicBezTo>
                  <a:cubicBezTo>
                    <a:pt x="238" y="8165"/>
                    <a:pt x="232" y="8212"/>
                    <a:pt x="214" y="8266"/>
                  </a:cubicBezTo>
                  <a:cubicBezTo>
                    <a:pt x="214" y="8278"/>
                    <a:pt x="208" y="8284"/>
                    <a:pt x="208" y="8301"/>
                  </a:cubicBezTo>
                  <a:cubicBezTo>
                    <a:pt x="202" y="8343"/>
                    <a:pt x="196" y="8385"/>
                    <a:pt x="178" y="8426"/>
                  </a:cubicBezTo>
                  <a:cubicBezTo>
                    <a:pt x="178" y="8432"/>
                    <a:pt x="173" y="8450"/>
                    <a:pt x="173" y="8456"/>
                  </a:cubicBezTo>
                  <a:cubicBezTo>
                    <a:pt x="167" y="8509"/>
                    <a:pt x="149" y="8551"/>
                    <a:pt x="143" y="8604"/>
                  </a:cubicBezTo>
                  <a:cubicBezTo>
                    <a:pt x="143" y="8622"/>
                    <a:pt x="137" y="8628"/>
                    <a:pt x="137" y="8640"/>
                  </a:cubicBezTo>
                  <a:cubicBezTo>
                    <a:pt x="125" y="8687"/>
                    <a:pt x="119" y="8723"/>
                    <a:pt x="113" y="8771"/>
                  </a:cubicBezTo>
                  <a:cubicBezTo>
                    <a:pt x="113" y="8776"/>
                    <a:pt x="113" y="8782"/>
                    <a:pt x="107" y="8788"/>
                  </a:cubicBezTo>
                  <a:cubicBezTo>
                    <a:pt x="95" y="8842"/>
                    <a:pt x="89" y="8889"/>
                    <a:pt x="83" y="8937"/>
                  </a:cubicBezTo>
                  <a:cubicBezTo>
                    <a:pt x="83" y="8955"/>
                    <a:pt x="83" y="8961"/>
                    <a:pt x="78" y="8978"/>
                  </a:cubicBezTo>
                  <a:cubicBezTo>
                    <a:pt x="66" y="9020"/>
                    <a:pt x="60" y="9067"/>
                    <a:pt x="60" y="9109"/>
                  </a:cubicBezTo>
                  <a:lnTo>
                    <a:pt x="60" y="9133"/>
                  </a:lnTo>
                  <a:cubicBezTo>
                    <a:pt x="54" y="9186"/>
                    <a:pt x="48" y="9228"/>
                    <a:pt x="48" y="9281"/>
                  </a:cubicBezTo>
                  <a:lnTo>
                    <a:pt x="48" y="9311"/>
                  </a:lnTo>
                  <a:cubicBezTo>
                    <a:pt x="36" y="9352"/>
                    <a:pt x="36" y="9400"/>
                    <a:pt x="30" y="9442"/>
                  </a:cubicBezTo>
                  <a:lnTo>
                    <a:pt x="30" y="9459"/>
                  </a:lnTo>
                  <a:lnTo>
                    <a:pt x="30" y="9465"/>
                  </a:lnTo>
                  <a:cubicBezTo>
                    <a:pt x="30" y="9495"/>
                    <a:pt x="24" y="9525"/>
                    <a:pt x="24" y="9560"/>
                  </a:cubicBezTo>
                  <a:cubicBezTo>
                    <a:pt x="24" y="9584"/>
                    <a:pt x="24" y="9608"/>
                    <a:pt x="18" y="9620"/>
                  </a:cubicBezTo>
                  <a:cubicBezTo>
                    <a:pt x="18" y="9661"/>
                    <a:pt x="6" y="9691"/>
                    <a:pt x="6" y="9727"/>
                  </a:cubicBezTo>
                  <a:lnTo>
                    <a:pt x="6" y="9786"/>
                  </a:lnTo>
                  <a:cubicBezTo>
                    <a:pt x="6" y="9822"/>
                    <a:pt x="6" y="9869"/>
                    <a:pt x="0" y="9905"/>
                  </a:cubicBezTo>
                  <a:lnTo>
                    <a:pt x="0" y="9940"/>
                  </a:lnTo>
                  <a:lnTo>
                    <a:pt x="0" y="10107"/>
                  </a:lnTo>
                  <a:lnTo>
                    <a:pt x="0" y="10255"/>
                  </a:lnTo>
                  <a:lnTo>
                    <a:pt x="0" y="10297"/>
                  </a:lnTo>
                  <a:lnTo>
                    <a:pt x="0" y="10403"/>
                  </a:lnTo>
                  <a:lnTo>
                    <a:pt x="0" y="10445"/>
                  </a:lnTo>
                  <a:cubicBezTo>
                    <a:pt x="0" y="10481"/>
                    <a:pt x="0" y="10510"/>
                    <a:pt x="6" y="10540"/>
                  </a:cubicBezTo>
                  <a:lnTo>
                    <a:pt x="6" y="10588"/>
                  </a:lnTo>
                  <a:cubicBezTo>
                    <a:pt x="6" y="10623"/>
                    <a:pt x="18" y="10659"/>
                    <a:pt x="18" y="10700"/>
                  </a:cubicBezTo>
                  <a:lnTo>
                    <a:pt x="18" y="10730"/>
                  </a:lnTo>
                  <a:cubicBezTo>
                    <a:pt x="24" y="10772"/>
                    <a:pt x="24" y="10819"/>
                    <a:pt x="30" y="10867"/>
                  </a:cubicBezTo>
                  <a:lnTo>
                    <a:pt x="30" y="10896"/>
                  </a:lnTo>
                  <a:cubicBezTo>
                    <a:pt x="36" y="10938"/>
                    <a:pt x="36" y="10974"/>
                    <a:pt x="48" y="11003"/>
                  </a:cubicBezTo>
                  <a:cubicBezTo>
                    <a:pt x="48" y="11015"/>
                    <a:pt x="54" y="11033"/>
                    <a:pt x="54" y="11045"/>
                  </a:cubicBezTo>
                  <a:cubicBezTo>
                    <a:pt x="54" y="11063"/>
                    <a:pt x="60" y="11086"/>
                    <a:pt x="60" y="11098"/>
                  </a:cubicBezTo>
                  <a:cubicBezTo>
                    <a:pt x="60" y="11116"/>
                    <a:pt x="66" y="11122"/>
                    <a:pt x="66" y="11134"/>
                  </a:cubicBezTo>
                  <a:cubicBezTo>
                    <a:pt x="66" y="11152"/>
                    <a:pt x="78" y="11164"/>
                    <a:pt x="78" y="11181"/>
                  </a:cubicBezTo>
                  <a:cubicBezTo>
                    <a:pt x="83" y="11211"/>
                    <a:pt x="83" y="11241"/>
                    <a:pt x="89" y="11276"/>
                  </a:cubicBezTo>
                  <a:cubicBezTo>
                    <a:pt x="89" y="11294"/>
                    <a:pt x="95" y="11300"/>
                    <a:pt x="95" y="11312"/>
                  </a:cubicBezTo>
                  <a:cubicBezTo>
                    <a:pt x="107" y="11359"/>
                    <a:pt x="113" y="11395"/>
                    <a:pt x="119" y="11443"/>
                  </a:cubicBezTo>
                  <a:cubicBezTo>
                    <a:pt x="119" y="11449"/>
                    <a:pt x="119" y="11454"/>
                    <a:pt x="125" y="11460"/>
                  </a:cubicBezTo>
                  <a:cubicBezTo>
                    <a:pt x="137" y="11502"/>
                    <a:pt x="143" y="11532"/>
                    <a:pt x="149" y="11561"/>
                  </a:cubicBezTo>
                  <a:cubicBezTo>
                    <a:pt x="149" y="11573"/>
                    <a:pt x="155" y="11591"/>
                    <a:pt x="155" y="11597"/>
                  </a:cubicBezTo>
                  <a:cubicBezTo>
                    <a:pt x="167" y="11627"/>
                    <a:pt x="173" y="11650"/>
                    <a:pt x="178" y="11680"/>
                  </a:cubicBezTo>
                  <a:cubicBezTo>
                    <a:pt x="178" y="11692"/>
                    <a:pt x="184" y="11710"/>
                    <a:pt x="184" y="11716"/>
                  </a:cubicBezTo>
                  <a:lnTo>
                    <a:pt x="208" y="11805"/>
                  </a:lnTo>
                  <a:cubicBezTo>
                    <a:pt x="208" y="11811"/>
                    <a:pt x="214" y="11829"/>
                    <a:pt x="214" y="11835"/>
                  </a:cubicBezTo>
                  <a:cubicBezTo>
                    <a:pt x="232" y="11870"/>
                    <a:pt x="238" y="11906"/>
                    <a:pt x="256" y="11947"/>
                  </a:cubicBezTo>
                  <a:cubicBezTo>
                    <a:pt x="256" y="11953"/>
                    <a:pt x="262" y="11959"/>
                    <a:pt x="262" y="11965"/>
                  </a:cubicBezTo>
                  <a:cubicBezTo>
                    <a:pt x="268" y="11995"/>
                    <a:pt x="285" y="12025"/>
                    <a:pt x="291" y="12054"/>
                  </a:cubicBezTo>
                  <a:cubicBezTo>
                    <a:pt x="297" y="12072"/>
                    <a:pt x="297" y="12078"/>
                    <a:pt x="303" y="12096"/>
                  </a:cubicBezTo>
                  <a:cubicBezTo>
                    <a:pt x="315" y="12114"/>
                    <a:pt x="327" y="12143"/>
                    <a:pt x="333" y="12167"/>
                  </a:cubicBezTo>
                  <a:cubicBezTo>
                    <a:pt x="345" y="12185"/>
                    <a:pt x="345" y="12191"/>
                    <a:pt x="351" y="12203"/>
                  </a:cubicBezTo>
                  <a:cubicBezTo>
                    <a:pt x="363" y="12232"/>
                    <a:pt x="374" y="12256"/>
                    <a:pt x="386" y="12286"/>
                  </a:cubicBezTo>
                  <a:cubicBezTo>
                    <a:pt x="386" y="12292"/>
                    <a:pt x="392" y="12304"/>
                    <a:pt x="392" y="12310"/>
                  </a:cubicBezTo>
                  <a:cubicBezTo>
                    <a:pt x="410" y="12345"/>
                    <a:pt x="422" y="12375"/>
                    <a:pt x="440" y="12405"/>
                  </a:cubicBezTo>
                  <a:cubicBezTo>
                    <a:pt x="446" y="12410"/>
                    <a:pt x="446" y="12422"/>
                    <a:pt x="452" y="12428"/>
                  </a:cubicBezTo>
                  <a:cubicBezTo>
                    <a:pt x="469" y="12452"/>
                    <a:pt x="475" y="12482"/>
                    <a:pt x="493" y="12500"/>
                  </a:cubicBezTo>
                  <a:cubicBezTo>
                    <a:pt x="499" y="12511"/>
                    <a:pt x="505" y="12523"/>
                    <a:pt x="505" y="12529"/>
                  </a:cubicBezTo>
                  <a:cubicBezTo>
                    <a:pt x="523" y="12553"/>
                    <a:pt x="529" y="12577"/>
                    <a:pt x="541" y="12601"/>
                  </a:cubicBezTo>
                  <a:cubicBezTo>
                    <a:pt x="553" y="12606"/>
                    <a:pt x="559" y="12618"/>
                    <a:pt x="559" y="12630"/>
                  </a:cubicBezTo>
                  <a:cubicBezTo>
                    <a:pt x="570" y="12648"/>
                    <a:pt x="588" y="12678"/>
                    <a:pt x="600" y="12701"/>
                  </a:cubicBezTo>
                  <a:cubicBezTo>
                    <a:pt x="600" y="12707"/>
                    <a:pt x="612" y="12707"/>
                    <a:pt x="612" y="12719"/>
                  </a:cubicBezTo>
                  <a:cubicBezTo>
                    <a:pt x="630" y="12749"/>
                    <a:pt x="648" y="12779"/>
                    <a:pt x="671" y="12808"/>
                  </a:cubicBezTo>
                  <a:cubicBezTo>
                    <a:pt x="677" y="12814"/>
                    <a:pt x="677" y="12820"/>
                    <a:pt x="683" y="12826"/>
                  </a:cubicBezTo>
                  <a:lnTo>
                    <a:pt x="731" y="12897"/>
                  </a:lnTo>
                  <a:cubicBezTo>
                    <a:pt x="737" y="12903"/>
                    <a:pt x="743" y="12909"/>
                    <a:pt x="749" y="12927"/>
                  </a:cubicBezTo>
                  <a:cubicBezTo>
                    <a:pt x="766" y="12945"/>
                    <a:pt x="778" y="12963"/>
                    <a:pt x="796" y="12986"/>
                  </a:cubicBezTo>
                  <a:lnTo>
                    <a:pt x="820" y="13004"/>
                  </a:lnTo>
                  <a:cubicBezTo>
                    <a:pt x="832" y="13028"/>
                    <a:pt x="855" y="13052"/>
                    <a:pt x="879" y="13076"/>
                  </a:cubicBezTo>
                  <a:lnTo>
                    <a:pt x="885" y="13081"/>
                  </a:lnTo>
                  <a:cubicBezTo>
                    <a:pt x="909" y="13105"/>
                    <a:pt x="927" y="13135"/>
                    <a:pt x="950" y="13153"/>
                  </a:cubicBezTo>
                  <a:lnTo>
                    <a:pt x="974" y="13176"/>
                  </a:lnTo>
                  <a:lnTo>
                    <a:pt x="1028" y="13230"/>
                  </a:lnTo>
                  <a:lnTo>
                    <a:pt x="1045" y="13254"/>
                  </a:lnTo>
                  <a:cubicBezTo>
                    <a:pt x="1063" y="13266"/>
                    <a:pt x="1087" y="13283"/>
                    <a:pt x="1099" y="13295"/>
                  </a:cubicBezTo>
                  <a:lnTo>
                    <a:pt x="1123" y="13319"/>
                  </a:lnTo>
                  <a:cubicBezTo>
                    <a:pt x="1146" y="13343"/>
                    <a:pt x="1164" y="13355"/>
                    <a:pt x="1188" y="13378"/>
                  </a:cubicBezTo>
                  <a:cubicBezTo>
                    <a:pt x="1188" y="13378"/>
                    <a:pt x="1194" y="13378"/>
                    <a:pt x="1194" y="13384"/>
                  </a:cubicBezTo>
                  <a:cubicBezTo>
                    <a:pt x="1218" y="13408"/>
                    <a:pt x="1247" y="13432"/>
                    <a:pt x="1271" y="13444"/>
                  </a:cubicBezTo>
                  <a:cubicBezTo>
                    <a:pt x="1277" y="13450"/>
                    <a:pt x="1283" y="13462"/>
                    <a:pt x="1295" y="13462"/>
                  </a:cubicBezTo>
                  <a:cubicBezTo>
                    <a:pt x="1313" y="13473"/>
                    <a:pt x="1330" y="13491"/>
                    <a:pt x="1354" y="13503"/>
                  </a:cubicBezTo>
                  <a:cubicBezTo>
                    <a:pt x="1360" y="13509"/>
                    <a:pt x="1366" y="13521"/>
                    <a:pt x="1384" y="13527"/>
                  </a:cubicBezTo>
                  <a:cubicBezTo>
                    <a:pt x="1402" y="13539"/>
                    <a:pt x="1420" y="13551"/>
                    <a:pt x="1443" y="13562"/>
                  </a:cubicBezTo>
                  <a:cubicBezTo>
                    <a:pt x="1449" y="13568"/>
                    <a:pt x="1455" y="13568"/>
                    <a:pt x="1461" y="13580"/>
                  </a:cubicBezTo>
                  <a:cubicBezTo>
                    <a:pt x="1491" y="13592"/>
                    <a:pt x="1515" y="13616"/>
                    <a:pt x="1544" y="13628"/>
                  </a:cubicBezTo>
                  <a:lnTo>
                    <a:pt x="9638" y="18402"/>
                  </a:lnTo>
                  <a:cubicBezTo>
                    <a:pt x="9636" y="18401"/>
                    <a:pt x="9634" y="18400"/>
                    <a:pt x="9632" y="18400"/>
                  </a:cubicBezTo>
                  <a:lnTo>
                    <a:pt x="9632" y="18400"/>
                  </a:lnTo>
                  <a:cubicBezTo>
                    <a:pt x="10055" y="18652"/>
                    <a:pt x="10548" y="18783"/>
                    <a:pt x="11093" y="18783"/>
                  </a:cubicBezTo>
                  <a:cubicBezTo>
                    <a:pt x="11821" y="18783"/>
                    <a:pt x="12643" y="18548"/>
                    <a:pt x="13515" y="18052"/>
                  </a:cubicBezTo>
                  <a:cubicBezTo>
                    <a:pt x="16537" y="16341"/>
                    <a:pt x="19002" y="12143"/>
                    <a:pt x="19025" y="8687"/>
                  </a:cubicBezTo>
                  <a:cubicBezTo>
                    <a:pt x="19049" y="6918"/>
                    <a:pt x="18444" y="5701"/>
                    <a:pt x="17464" y="5131"/>
                  </a:cubicBezTo>
                  <a:lnTo>
                    <a:pt x="17464" y="5131"/>
                  </a:lnTo>
                  <a:cubicBezTo>
                    <a:pt x="17464" y="5131"/>
                    <a:pt x="17465" y="5131"/>
                    <a:pt x="17466" y="5131"/>
                  </a:cubicBezTo>
                  <a:lnTo>
                    <a:pt x="17466" y="5131"/>
                  </a:lnTo>
                  <a:lnTo>
                    <a:pt x="9382" y="368"/>
                  </a:lnTo>
                  <a:cubicBezTo>
                    <a:pt x="9353" y="345"/>
                    <a:pt x="9317" y="327"/>
                    <a:pt x="9287" y="309"/>
                  </a:cubicBezTo>
                  <a:cubicBezTo>
                    <a:pt x="9281" y="297"/>
                    <a:pt x="9264" y="291"/>
                    <a:pt x="9252" y="291"/>
                  </a:cubicBezTo>
                  <a:cubicBezTo>
                    <a:pt x="9228" y="279"/>
                    <a:pt x="9204" y="267"/>
                    <a:pt x="9180" y="256"/>
                  </a:cubicBezTo>
                  <a:lnTo>
                    <a:pt x="9139" y="232"/>
                  </a:lnTo>
                  <a:cubicBezTo>
                    <a:pt x="9115" y="226"/>
                    <a:pt x="9091" y="208"/>
                    <a:pt x="9068" y="202"/>
                  </a:cubicBezTo>
                  <a:cubicBezTo>
                    <a:pt x="9056" y="196"/>
                    <a:pt x="9038" y="190"/>
                    <a:pt x="9026" y="190"/>
                  </a:cubicBezTo>
                  <a:lnTo>
                    <a:pt x="8961" y="166"/>
                  </a:lnTo>
                  <a:cubicBezTo>
                    <a:pt x="8943" y="161"/>
                    <a:pt x="8931" y="149"/>
                    <a:pt x="8913" y="149"/>
                  </a:cubicBezTo>
                  <a:lnTo>
                    <a:pt x="8848" y="131"/>
                  </a:lnTo>
                  <a:cubicBezTo>
                    <a:pt x="8830" y="119"/>
                    <a:pt x="8818" y="119"/>
                    <a:pt x="8806" y="113"/>
                  </a:cubicBezTo>
                  <a:lnTo>
                    <a:pt x="8735" y="89"/>
                  </a:lnTo>
                  <a:cubicBezTo>
                    <a:pt x="8723" y="83"/>
                    <a:pt x="8705" y="83"/>
                    <a:pt x="8693" y="77"/>
                  </a:cubicBezTo>
                  <a:cubicBezTo>
                    <a:pt x="8670" y="71"/>
                    <a:pt x="8646" y="60"/>
                    <a:pt x="8616" y="60"/>
                  </a:cubicBezTo>
                  <a:cubicBezTo>
                    <a:pt x="8604" y="60"/>
                    <a:pt x="8587" y="54"/>
                    <a:pt x="8575" y="54"/>
                  </a:cubicBezTo>
                  <a:cubicBezTo>
                    <a:pt x="8545" y="48"/>
                    <a:pt x="8515" y="42"/>
                    <a:pt x="8486" y="42"/>
                  </a:cubicBezTo>
                  <a:cubicBezTo>
                    <a:pt x="8480" y="42"/>
                    <a:pt x="8462" y="30"/>
                    <a:pt x="8456" y="30"/>
                  </a:cubicBezTo>
                  <a:cubicBezTo>
                    <a:pt x="8420" y="24"/>
                    <a:pt x="8373" y="18"/>
                    <a:pt x="8337" y="18"/>
                  </a:cubicBezTo>
                  <a:lnTo>
                    <a:pt x="8308" y="18"/>
                  </a:lnTo>
                  <a:cubicBezTo>
                    <a:pt x="8278" y="12"/>
                    <a:pt x="8248" y="12"/>
                    <a:pt x="8218" y="12"/>
                  </a:cubicBezTo>
                  <a:lnTo>
                    <a:pt x="8171" y="12"/>
                  </a:lnTo>
                  <a:cubicBezTo>
                    <a:pt x="8141" y="12"/>
                    <a:pt x="8123" y="0"/>
                    <a:pt x="80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5">
              <a:extLst>
                <a:ext uri="{FF2B5EF4-FFF2-40B4-BE49-F238E27FC236}">
                  <a16:creationId xmlns:a16="http://schemas.microsoft.com/office/drawing/2014/main" id="{2121BFF5-110B-BA86-9F57-6E1C7AF814F2}"/>
                </a:ext>
              </a:extLst>
            </p:cNvPr>
            <p:cNvSpPr/>
            <p:nvPr/>
          </p:nvSpPr>
          <p:spPr>
            <a:xfrm>
              <a:off x="8246507" y="74659"/>
              <a:ext cx="3213691" cy="3186284"/>
            </a:xfrm>
            <a:custGeom>
              <a:avLst/>
              <a:gdLst/>
              <a:ahLst/>
              <a:cxnLst/>
              <a:rect l="l" t="t" r="r" b="b"/>
              <a:pathLst>
                <a:path w="14811" h="15138" extrusionOk="0">
                  <a:moveTo>
                    <a:pt x="7911" y="1"/>
                  </a:moveTo>
                  <a:cubicBezTo>
                    <a:pt x="7322" y="1"/>
                    <a:pt x="6672" y="154"/>
                    <a:pt x="5986" y="473"/>
                  </a:cubicBezTo>
                  <a:cubicBezTo>
                    <a:pt x="5980" y="473"/>
                    <a:pt x="5969" y="485"/>
                    <a:pt x="5963" y="485"/>
                  </a:cubicBezTo>
                  <a:lnTo>
                    <a:pt x="5743" y="592"/>
                  </a:lnTo>
                  <a:cubicBezTo>
                    <a:pt x="5731" y="604"/>
                    <a:pt x="5725" y="604"/>
                    <a:pt x="5707" y="610"/>
                  </a:cubicBezTo>
                  <a:cubicBezTo>
                    <a:pt x="5630" y="651"/>
                    <a:pt x="5553" y="693"/>
                    <a:pt x="5470" y="734"/>
                  </a:cubicBezTo>
                  <a:cubicBezTo>
                    <a:pt x="2453" y="2462"/>
                    <a:pt x="13" y="6666"/>
                    <a:pt x="1" y="10122"/>
                  </a:cubicBezTo>
                  <a:cubicBezTo>
                    <a:pt x="1" y="11844"/>
                    <a:pt x="601" y="13056"/>
                    <a:pt x="1574" y="13626"/>
                  </a:cubicBezTo>
                  <a:lnTo>
                    <a:pt x="8255" y="14879"/>
                  </a:lnTo>
                  <a:cubicBezTo>
                    <a:pt x="8249" y="14873"/>
                    <a:pt x="8243" y="14873"/>
                    <a:pt x="8237" y="14867"/>
                  </a:cubicBezTo>
                  <a:lnTo>
                    <a:pt x="8237" y="14867"/>
                  </a:lnTo>
                  <a:cubicBezTo>
                    <a:pt x="8532" y="15045"/>
                    <a:pt x="8880" y="15138"/>
                    <a:pt x="9265" y="15138"/>
                  </a:cubicBezTo>
                  <a:cubicBezTo>
                    <a:pt x="9779" y="15138"/>
                    <a:pt x="10360" y="14973"/>
                    <a:pt x="10974" y="14623"/>
                  </a:cubicBezTo>
                  <a:cubicBezTo>
                    <a:pt x="13088" y="13412"/>
                    <a:pt x="14804" y="10473"/>
                    <a:pt x="14804" y="8044"/>
                  </a:cubicBezTo>
                  <a:cubicBezTo>
                    <a:pt x="14810" y="6850"/>
                    <a:pt x="14388" y="5995"/>
                    <a:pt x="13700" y="5603"/>
                  </a:cubicBezTo>
                  <a:lnTo>
                    <a:pt x="9353" y="372"/>
                  </a:lnTo>
                  <a:cubicBezTo>
                    <a:pt x="8936" y="128"/>
                    <a:pt x="8449" y="1"/>
                    <a:pt x="79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5">
              <a:extLst>
                <a:ext uri="{FF2B5EF4-FFF2-40B4-BE49-F238E27FC236}">
                  <a16:creationId xmlns:a16="http://schemas.microsoft.com/office/drawing/2014/main" id="{19D1F4CA-CD20-9088-8F3C-A09D7ED213B2}"/>
                </a:ext>
              </a:extLst>
            </p:cNvPr>
            <p:cNvSpPr/>
            <p:nvPr/>
          </p:nvSpPr>
          <p:spPr>
            <a:xfrm>
              <a:off x="9476992" y="111704"/>
              <a:ext cx="4583052" cy="5620725"/>
            </a:xfrm>
            <a:custGeom>
              <a:avLst/>
              <a:gdLst/>
              <a:ahLst/>
              <a:cxnLst/>
              <a:rect l="l" t="t" r="r" b="b"/>
              <a:pathLst>
                <a:path w="21122" h="26704" extrusionOk="0">
                  <a:moveTo>
                    <a:pt x="15077" y="0"/>
                  </a:moveTo>
                  <a:cubicBezTo>
                    <a:pt x="14798" y="0"/>
                    <a:pt x="14430" y="24"/>
                    <a:pt x="14157" y="54"/>
                  </a:cubicBezTo>
                  <a:cubicBezTo>
                    <a:pt x="13658" y="107"/>
                    <a:pt x="12999" y="238"/>
                    <a:pt x="12518" y="386"/>
                  </a:cubicBezTo>
                  <a:cubicBezTo>
                    <a:pt x="12215" y="481"/>
                    <a:pt x="11805" y="624"/>
                    <a:pt x="11502" y="742"/>
                  </a:cubicBezTo>
                  <a:cubicBezTo>
                    <a:pt x="11241" y="849"/>
                    <a:pt x="10897" y="998"/>
                    <a:pt x="10647" y="1122"/>
                  </a:cubicBezTo>
                  <a:cubicBezTo>
                    <a:pt x="10154" y="1366"/>
                    <a:pt x="9513" y="1716"/>
                    <a:pt x="9050" y="2019"/>
                  </a:cubicBezTo>
                  <a:cubicBezTo>
                    <a:pt x="8807" y="2185"/>
                    <a:pt x="8480" y="2399"/>
                    <a:pt x="8242" y="2577"/>
                  </a:cubicBezTo>
                  <a:cubicBezTo>
                    <a:pt x="7957" y="2791"/>
                    <a:pt x="7583" y="3076"/>
                    <a:pt x="7316" y="3308"/>
                  </a:cubicBezTo>
                  <a:cubicBezTo>
                    <a:pt x="7091" y="3498"/>
                    <a:pt x="6794" y="3753"/>
                    <a:pt x="6580" y="3949"/>
                  </a:cubicBezTo>
                  <a:cubicBezTo>
                    <a:pt x="6336" y="4181"/>
                    <a:pt x="6016" y="4483"/>
                    <a:pt x="5784" y="4727"/>
                  </a:cubicBezTo>
                  <a:cubicBezTo>
                    <a:pt x="5570" y="4958"/>
                    <a:pt x="5279" y="5261"/>
                    <a:pt x="5078" y="5499"/>
                  </a:cubicBezTo>
                  <a:cubicBezTo>
                    <a:pt x="4893" y="5724"/>
                    <a:pt x="4644" y="6021"/>
                    <a:pt x="4466" y="6241"/>
                  </a:cubicBezTo>
                  <a:cubicBezTo>
                    <a:pt x="4276" y="6473"/>
                    <a:pt x="4038" y="6787"/>
                    <a:pt x="3872" y="7031"/>
                  </a:cubicBezTo>
                  <a:cubicBezTo>
                    <a:pt x="3546" y="7500"/>
                    <a:pt x="3136" y="8135"/>
                    <a:pt x="2833" y="8616"/>
                  </a:cubicBezTo>
                  <a:cubicBezTo>
                    <a:pt x="2673" y="8866"/>
                    <a:pt x="2506" y="9204"/>
                    <a:pt x="2364" y="9453"/>
                  </a:cubicBezTo>
                  <a:cubicBezTo>
                    <a:pt x="2239" y="9673"/>
                    <a:pt x="1824" y="10504"/>
                    <a:pt x="1544" y="11164"/>
                  </a:cubicBezTo>
                  <a:cubicBezTo>
                    <a:pt x="1426" y="11431"/>
                    <a:pt x="1289" y="11805"/>
                    <a:pt x="1182" y="12078"/>
                  </a:cubicBezTo>
                  <a:cubicBezTo>
                    <a:pt x="1081" y="12351"/>
                    <a:pt x="969" y="12713"/>
                    <a:pt x="873" y="12992"/>
                  </a:cubicBezTo>
                  <a:cubicBezTo>
                    <a:pt x="784" y="13266"/>
                    <a:pt x="683" y="13646"/>
                    <a:pt x="606" y="13925"/>
                  </a:cubicBezTo>
                  <a:cubicBezTo>
                    <a:pt x="523" y="14228"/>
                    <a:pt x="434" y="14637"/>
                    <a:pt x="369" y="14952"/>
                  </a:cubicBezTo>
                  <a:cubicBezTo>
                    <a:pt x="309" y="15237"/>
                    <a:pt x="238" y="15635"/>
                    <a:pt x="197" y="15920"/>
                  </a:cubicBezTo>
                  <a:cubicBezTo>
                    <a:pt x="137" y="16258"/>
                    <a:pt x="90" y="16704"/>
                    <a:pt x="60" y="17036"/>
                  </a:cubicBezTo>
                  <a:cubicBezTo>
                    <a:pt x="42" y="17327"/>
                    <a:pt x="18" y="17719"/>
                    <a:pt x="12" y="18016"/>
                  </a:cubicBezTo>
                  <a:cubicBezTo>
                    <a:pt x="1" y="18366"/>
                    <a:pt x="12" y="18823"/>
                    <a:pt x="24" y="19174"/>
                  </a:cubicBezTo>
                  <a:cubicBezTo>
                    <a:pt x="36" y="19459"/>
                    <a:pt x="72" y="19833"/>
                    <a:pt x="108" y="20112"/>
                  </a:cubicBezTo>
                  <a:cubicBezTo>
                    <a:pt x="149" y="20456"/>
                    <a:pt x="238" y="21169"/>
                    <a:pt x="505" y="22030"/>
                  </a:cubicBezTo>
                  <a:cubicBezTo>
                    <a:pt x="755" y="22832"/>
                    <a:pt x="1010" y="23324"/>
                    <a:pt x="1200" y="23681"/>
                  </a:cubicBezTo>
                  <a:cubicBezTo>
                    <a:pt x="1325" y="23918"/>
                    <a:pt x="1509" y="24227"/>
                    <a:pt x="1681" y="24435"/>
                  </a:cubicBezTo>
                  <a:cubicBezTo>
                    <a:pt x="1717" y="24482"/>
                    <a:pt x="1752" y="24536"/>
                    <a:pt x="1800" y="24583"/>
                  </a:cubicBezTo>
                  <a:cubicBezTo>
                    <a:pt x="1919" y="24726"/>
                    <a:pt x="2037" y="24880"/>
                    <a:pt x="2150" y="24999"/>
                  </a:cubicBezTo>
                  <a:cubicBezTo>
                    <a:pt x="2310" y="25171"/>
                    <a:pt x="2542" y="25385"/>
                    <a:pt x="2726" y="25545"/>
                  </a:cubicBezTo>
                  <a:cubicBezTo>
                    <a:pt x="3647" y="26302"/>
                    <a:pt x="4799" y="26703"/>
                    <a:pt x="6110" y="26703"/>
                  </a:cubicBezTo>
                  <a:cubicBezTo>
                    <a:pt x="7455" y="26703"/>
                    <a:pt x="8968" y="26281"/>
                    <a:pt x="10570" y="25385"/>
                  </a:cubicBezTo>
                  <a:cubicBezTo>
                    <a:pt x="16294" y="22202"/>
                    <a:pt x="20991" y="14245"/>
                    <a:pt x="21074" y="7619"/>
                  </a:cubicBezTo>
                  <a:cubicBezTo>
                    <a:pt x="21122" y="3842"/>
                    <a:pt x="19655" y="1307"/>
                    <a:pt x="17322" y="404"/>
                  </a:cubicBezTo>
                  <a:cubicBezTo>
                    <a:pt x="17215" y="362"/>
                    <a:pt x="17090" y="321"/>
                    <a:pt x="16965" y="285"/>
                  </a:cubicBezTo>
                  <a:cubicBezTo>
                    <a:pt x="16852" y="244"/>
                    <a:pt x="16740" y="208"/>
                    <a:pt x="16645" y="184"/>
                  </a:cubicBezTo>
                  <a:cubicBezTo>
                    <a:pt x="16407" y="137"/>
                    <a:pt x="16081" y="77"/>
                    <a:pt x="15837" y="48"/>
                  </a:cubicBezTo>
                  <a:cubicBezTo>
                    <a:pt x="15605" y="24"/>
                    <a:pt x="15303" y="0"/>
                    <a:pt x="150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5">
              <a:extLst>
                <a:ext uri="{FF2B5EF4-FFF2-40B4-BE49-F238E27FC236}">
                  <a16:creationId xmlns:a16="http://schemas.microsoft.com/office/drawing/2014/main" id="{C8E7089A-19A2-E8EB-BB7E-4A9FEC9A5F2C}"/>
                </a:ext>
              </a:extLst>
            </p:cNvPr>
            <p:cNvSpPr/>
            <p:nvPr/>
          </p:nvSpPr>
          <p:spPr>
            <a:xfrm>
              <a:off x="9480897" y="111704"/>
              <a:ext cx="4000677" cy="5224386"/>
            </a:xfrm>
            <a:custGeom>
              <a:avLst/>
              <a:gdLst/>
              <a:ahLst/>
              <a:cxnLst/>
              <a:rect l="l" t="t" r="r" b="b"/>
              <a:pathLst>
                <a:path w="18438" h="24821" extrusionOk="0">
                  <a:moveTo>
                    <a:pt x="15077" y="0"/>
                  </a:moveTo>
                  <a:cubicBezTo>
                    <a:pt x="14792" y="0"/>
                    <a:pt x="14430" y="24"/>
                    <a:pt x="14156" y="54"/>
                  </a:cubicBezTo>
                  <a:cubicBezTo>
                    <a:pt x="13658" y="107"/>
                    <a:pt x="12999" y="238"/>
                    <a:pt x="12512" y="386"/>
                  </a:cubicBezTo>
                  <a:cubicBezTo>
                    <a:pt x="12209" y="481"/>
                    <a:pt x="11799" y="624"/>
                    <a:pt x="11496" y="742"/>
                  </a:cubicBezTo>
                  <a:cubicBezTo>
                    <a:pt x="11235" y="849"/>
                    <a:pt x="10897" y="998"/>
                    <a:pt x="10641" y="1122"/>
                  </a:cubicBezTo>
                  <a:cubicBezTo>
                    <a:pt x="10154" y="1366"/>
                    <a:pt x="9507" y="1716"/>
                    <a:pt x="9050" y="2019"/>
                  </a:cubicBezTo>
                  <a:cubicBezTo>
                    <a:pt x="8800" y="2185"/>
                    <a:pt x="8474" y="2399"/>
                    <a:pt x="8236" y="2577"/>
                  </a:cubicBezTo>
                  <a:cubicBezTo>
                    <a:pt x="7957" y="2791"/>
                    <a:pt x="7577" y="3076"/>
                    <a:pt x="7310" y="3308"/>
                  </a:cubicBezTo>
                  <a:cubicBezTo>
                    <a:pt x="7090" y="3498"/>
                    <a:pt x="6793" y="3753"/>
                    <a:pt x="6574" y="3949"/>
                  </a:cubicBezTo>
                  <a:cubicBezTo>
                    <a:pt x="6330" y="4181"/>
                    <a:pt x="6010" y="4483"/>
                    <a:pt x="5778" y="4727"/>
                  </a:cubicBezTo>
                  <a:cubicBezTo>
                    <a:pt x="5564" y="4958"/>
                    <a:pt x="5279" y="5261"/>
                    <a:pt x="5077" y="5499"/>
                  </a:cubicBezTo>
                  <a:cubicBezTo>
                    <a:pt x="4887" y="5724"/>
                    <a:pt x="4638" y="6021"/>
                    <a:pt x="4460" y="6241"/>
                  </a:cubicBezTo>
                  <a:cubicBezTo>
                    <a:pt x="4276" y="6473"/>
                    <a:pt x="4038" y="6787"/>
                    <a:pt x="3866" y="7031"/>
                  </a:cubicBezTo>
                  <a:cubicBezTo>
                    <a:pt x="3539" y="7500"/>
                    <a:pt x="3130" y="8135"/>
                    <a:pt x="2827" y="8616"/>
                  </a:cubicBezTo>
                  <a:cubicBezTo>
                    <a:pt x="2673" y="8866"/>
                    <a:pt x="2500" y="9204"/>
                    <a:pt x="2358" y="9453"/>
                  </a:cubicBezTo>
                  <a:cubicBezTo>
                    <a:pt x="2233" y="9673"/>
                    <a:pt x="1817" y="10504"/>
                    <a:pt x="1544" y="11164"/>
                  </a:cubicBezTo>
                  <a:cubicBezTo>
                    <a:pt x="1426" y="11431"/>
                    <a:pt x="1283" y="11805"/>
                    <a:pt x="1176" y="12078"/>
                  </a:cubicBezTo>
                  <a:cubicBezTo>
                    <a:pt x="1075" y="12351"/>
                    <a:pt x="962" y="12713"/>
                    <a:pt x="867" y="12992"/>
                  </a:cubicBezTo>
                  <a:cubicBezTo>
                    <a:pt x="778" y="13266"/>
                    <a:pt x="683" y="13646"/>
                    <a:pt x="600" y="13925"/>
                  </a:cubicBezTo>
                  <a:cubicBezTo>
                    <a:pt x="517" y="14228"/>
                    <a:pt x="428" y="14637"/>
                    <a:pt x="363" y="14952"/>
                  </a:cubicBezTo>
                  <a:cubicBezTo>
                    <a:pt x="303" y="15237"/>
                    <a:pt x="238" y="15635"/>
                    <a:pt x="190" y="15920"/>
                  </a:cubicBezTo>
                  <a:cubicBezTo>
                    <a:pt x="131" y="16258"/>
                    <a:pt x="90" y="16704"/>
                    <a:pt x="60" y="17036"/>
                  </a:cubicBezTo>
                  <a:cubicBezTo>
                    <a:pt x="36" y="17327"/>
                    <a:pt x="12" y="17719"/>
                    <a:pt x="6" y="18016"/>
                  </a:cubicBezTo>
                  <a:cubicBezTo>
                    <a:pt x="0" y="18366"/>
                    <a:pt x="6" y="18823"/>
                    <a:pt x="18" y="19174"/>
                  </a:cubicBezTo>
                  <a:cubicBezTo>
                    <a:pt x="36" y="19459"/>
                    <a:pt x="66" y="19833"/>
                    <a:pt x="101" y="20112"/>
                  </a:cubicBezTo>
                  <a:cubicBezTo>
                    <a:pt x="149" y="20456"/>
                    <a:pt x="238" y="21169"/>
                    <a:pt x="505" y="22030"/>
                  </a:cubicBezTo>
                  <a:cubicBezTo>
                    <a:pt x="749" y="22832"/>
                    <a:pt x="1010" y="23324"/>
                    <a:pt x="1194" y="23681"/>
                  </a:cubicBezTo>
                  <a:cubicBezTo>
                    <a:pt x="1319" y="23918"/>
                    <a:pt x="1509" y="24227"/>
                    <a:pt x="1675" y="24435"/>
                  </a:cubicBezTo>
                  <a:cubicBezTo>
                    <a:pt x="1716" y="24482"/>
                    <a:pt x="1752" y="24536"/>
                    <a:pt x="1794" y="24583"/>
                  </a:cubicBezTo>
                  <a:cubicBezTo>
                    <a:pt x="2310" y="24740"/>
                    <a:pt x="2865" y="24820"/>
                    <a:pt x="3450" y="24820"/>
                  </a:cubicBezTo>
                  <a:cubicBezTo>
                    <a:pt x="4797" y="24820"/>
                    <a:pt x="6308" y="24396"/>
                    <a:pt x="7910" y="23503"/>
                  </a:cubicBezTo>
                  <a:cubicBezTo>
                    <a:pt x="13628" y="20308"/>
                    <a:pt x="18325" y="12363"/>
                    <a:pt x="18408" y="5730"/>
                  </a:cubicBezTo>
                  <a:cubicBezTo>
                    <a:pt x="18438" y="3432"/>
                    <a:pt x="17903" y="1592"/>
                    <a:pt x="16959" y="285"/>
                  </a:cubicBezTo>
                  <a:cubicBezTo>
                    <a:pt x="16846" y="244"/>
                    <a:pt x="16739" y="208"/>
                    <a:pt x="16639" y="184"/>
                  </a:cubicBezTo>
                  <a:cubicBezTo>
                    <a:pt x="16401" y="137"/>
                    <a:pt x="16074" y="77"/>
                    <a:pt x="15831" y="48"/>
                  </a:cubicBezTo>
                  <a:cubicBezTo>
                    <a:pt x="15599" y="24"/>
                    <a:pt x="15297" y="0"/>
                    <a:pt x="15077" y="0"/>
                  </a:cubicBez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5">
              <a:extLst>
                <a:ext uri="{FF2B5EF4-FFF2-40B4-BE49-F238E27FC236}">
                  <a16:creationId xmlns:a16="http://schemas.microsoft.com/office/drawing/2014/main" id="{702236C9-D3A1-C189-609A-8777CD70C42C}"/>
                </a:ext>
              </a:extLst>
            </p:cNvPr>
            <p:cNvSpPr/>
            <p:nvPr/>
          </p:nvSpPr>
          <p:spPr>
            <a:xfrm>
              <a:off x="9327494" y="12988"/>
              <a:ext cx="3954461" cy="5553160"/>
            </a:xfrm>
            <a:custGeom>
              <a:avLst/>
              <a:gdLst/>
              <a:ahLst/>
              <a:cxnLst/>
              <a:rect l="l" t="t" r="r" b="b"/>
              <a:pathLst>
                <a:path w="18225" h="26383" extrusionOk="0">
                  <a:moveTo>
                    <a:pt x="17813" y="343"/>
                  </a:moveTo>
                  <a:cubicBezTo>
                    <a:pt x="17955" y="390"/>
                    <a:pt x="18102" y="440"/>
                    <a:pt x="18224" y="481"/>
                  </a:cubicBezTo>
                  <a:cubicBezTo>
                    <a:pt x="18090" y="430"/>
                    <a:pt x="17953" y="383"/>
                    <a:pt x="17813" y="343"/>
                  </a:cubicBezTo>
                  <a:close/>
                  <a:moveTo>
                    <a:pt x="15695" y="0"/>
                  </a:moveTo>
                  <a:cubicBezTo>
                    <a:pt x="15338" y="0"/>
                    <a:pt x="14863" y="24"/>
                    <a:pt x="14507" y="65"/>
                  </a:cubicBezTo>
                  <a:cubicBezTo>
                    <a:pt x="14252" y="83"/>
                    <a:pt x="13913" y="137"/>
                    <a:pt x="13658" y="190"/>
                  </a:cubicBezTo>
                  <a:cubicBezTo>
                    <a:pt x="13278" y="273"/>
                    <a:pt x="12773" y="398"/>
                    <a:pt x="12405" y="511"/>
                  </a:cubicBezTo>
                  <a:cubicBezTo>
                    <a:pt x="11871" y="665"/>
                    <a:pt x="11182" y="956"/>
                    <a:pt x="10665" y="1188"/>
                  </a:cubicBezTo>
                  <a:cubicBezTo>
                    <a:pt x="10576" y="1229"/>
                    <a:pt x="9781" y="1597"/>
                    <a:pt x="8884" y="2179"/>
                  </a:cubicBezTo>
                  <a:cubicBezTo>
                    <a:pt x="8641" y="2334"/>
                    <a:pt x="8314" y="2559"/>
                    <a:pt x="8076" y="2726"/>
                  </a:cubicBezTo>
                  <a:cubicBezTo>
                    <a:pt x="7780" y="2939"/>
                    <a:pt x="7394" y="3230"/>
                    <a:pt x="7120" y="3468"/>
                  </a:cubicBezTo>
                  <a:cubicBezTo>
                    <a:pt x="6841" y="3699"/>
                    <a:pt x="6129" y="4317"/>
                    <a:pt x="5618" y="4863"/>
                  </a:cubicBezTo>
                  <a:cubicBezTo>
                    <a:pt x="5410" y="5089"/>
                    <a:pt x="5131" y="5374"/>
                    <a:pt x="4935" y="5606"/>
                  </a:cubicBezTo>
                  <a:cubicBezTo>
                    <a:pt x="4579" y="6039"/>
                    <a:pt x="4104" y="6615"/>
                    <a:pt x="3777" y="7066"/>
                  </a:cubicBezTo>
                  <a:cubicBezTo>
                    <a:pt x="3178" y="7909"/>
                    <a:pt x="2762" y="8628"/>
                    <a:pt x="2756" y="8634"/>
                  </a:cubicBezTo>
                  <a:cubicBezTo>
                    <a:pt x="2477" y="9115"/>
                    <a:pt x="2138" y="9774"/>
                    <a:pt x="1883" y="10267"/>
                  </a:cubicBezTo>
                  <a:cubicBezTo>
                    <a:pt x="1758" y="10522"/>
                    <a:pt x="1610" y="10861"/>
                    <a:pt x="1509" y="11116"/>
                  </a:cubicBezTo>
                  <a:cubicBezTo>
                    <a:pt x="1396" y="11383"/>
                    <a:pt x="1254" y="11728"/>
                    <a:pt x="1159" y="11995"/>
                  </a:cubicBezTo>
                  <a:cubicBezTo>
                    <a:pt x="1064" y="12262"/>
                    <a:pt x="945" y="12618"/>
                    <a:pt x="856" y="12885"/>
                  </a:cubicBezTo>
                  <a:cubicBezTo>
                    <a:pt x="767" y="13153"/>
                    <a:pt x="666" y="13527"/>
                    <a:pt x="589" y="13800"/>
                  </a:cubicBezTo>
                  <a:cubicBezTo>
                    <a:pt x="589" y="13806"/>
                    <a:pt x="339" y="14691"/>
                    <a:pt x="185" y="15753"/>
                  </a:cubicBezTo>
                  <a:cubicBezTo>
                    <a:pt x="66" y="16537"/>
                    <a:pt x="7" y="17309"/>
                    <a:pt x="1" y="18063"/>
                  </a:cubicBezTo>
                  <a:cubicBezTo>
                    <a:pt x="1" y="18348"/>
                    <a:pt x="1" y="18746"/>
                    <a:pt x="13" y="19031"/>
                  </a:cubicBezTo>
                  <a:cubicBezTo>
                    <a:pt x="36" y="19417"/>
                    <a:pt x="84" y="19922"/>
                    <a:pt x="131" y="20308"/>
                  </a:cubicBezTo>
                  <a:cubicBezTo>
                    <a:pt x="173" y="20587"/>
                    <a:pt x="232" y="20943"/>
                    <a:pt x="292" y="21216"/>
                  </a:cubicBezTo>
                  <a:cubicBezTo>
                    <a:pt x="369" y="21585"/>
                    <a:pt x="506" y="22083"/>
                    <a:pt x="618" y="22451"/>
                  </a:cubicBezTo>
                  <a:cubicBezTo>
                    <a:pt x="767" y="22932"/>
                    <a:pt x="1040" y="23544"/>
                    <a:pt x="1272" y="24001"/>
                  </a:cubicBezTo>
                  <a:cubicBezTo>
                    <a:pt x="1432" y="24310"/>
                    <a:pt x="1687" y="24702"/>
                    <a:pt x="1883" y="24999"/>
                  </a:cubicBezTo>
                  <a:cubicBezTo>
                    <a:pt x="2020" y="25195"/>
                    <a:pt x="2222" y="25426"/>
                    <a:pt x="2370" y="25610"/>
                  </a:cubicBezTo>
                  <a:cubicBezTo>
                    <a:pt x="2499" y="25772"/>
                    <a:pt x="2677" y="25948"/>
                    <a:pt x="2853" y="26108"/>
                  </a:cubicBezTo>
                  <a:lnTo>
                    <a:pt x="2853" y="26108"/>
                  </a:lnTo>
                  <a:cubicBezTo>
                    <a:pt x="1490" y="24795"/>
                    <a:pt x="698" y="22636"/>
                    <a:pt x="737" y="19791"/>
                  </a:cubicBezTo>
                  <a:cubicBezTo>
                    <a:pt x="814" y="12957"/>
                    <a:pt x="5672" y="4745"/>
                    <a:pt x="11562" y="1461"/>
                  </a:cubicBezTo>
                  <a:cubicBezTo>
                    <a:pt x="13215" y="551"/>
                    <a:pt x="14776" y="116"/>
                    <a:pt x="16163" y="116"/>
                  </a:cubicBezTo>
                  <a:cubicBezTo>
                    <a:pt x="16745" y="116"/>
                    <a:pt x="17297" y="192"/>
                    <a:pt x="17813" y="343"/>
                  </a:cubicBezTo>
                  <a:lnTo>
                    <a:pt x="17813" y="343"/>
                  </a:lnTo>
                  <a:cubicBezTo>
                    <a:pt x="17707" y="308"/>
                    <a:pt x="17603" y="275"/>
                    <a:pt x="17512" y="250"/>
                  </a:cubicBezTo>
                  <a:cubicBezTo>
                    <a:pt x="17209" y="172"/>
                    <a:pt x="16793" y="89"/>
                    <a:pt x="16479" y="54"/>
                  </a:cubicBezTo>
                  <a:cubicBezTo>
                    <a:pt x="16241" y="24"/>
                    <a:pt x="15932" y="0"/>
                    <a:pt x="15695" y="0"/>
                  </a:cubicBezTo>
                  <a:close/>
                  <a:moveTo>
                    <a:pt x="2853" y="26108"/>
                  </a:moveTo>
                  <a:lnTo>
                    <a:pt x="2853" y="26108"/>
                  </a:lnTo>
                  <a:cubicBezTo>
                    <a:pt x="2952" y="26204"/>
                    <a:pt x="3054" y="26296"/>
                    <a:pt x="3160" y="26382"/>
                  </a:cubicBezTo>
                  <a:cubicBezTo>
                    <a:pt x="3067" y="26301"/>
                    <a:pt x="2961" y="26207"/>
                    <a:pt x="2853" y="2610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5">
              <a:extLst>
                <a:ext uri="{FF2B5EF4-FFF2-40B4-BE49-F238E27FC236}">
                  <a16:creationId xmlns:a16="http://schemas.microsoft.com/office/drawing/2014/main" id="{8FF24087-F81D-08E2-6B8E-8EB59B0AC054}"/>
                </a:ext>
              </a:extLst>
            </p:cNvPr>
            <p:cNvSpPr/>
            <p:nvPr/>
          </p:nvSpPr>
          <p:spPr>
            <a:xfrm>
              <a:off x="9473520" y="36562"/>
              <a:ext cx="4660947" cy="5784691"/>
            </a:xfrm>
            <a:custGeom>
              <a:avLst/>
              <a:gdLst/>
              <a:ahLst/>
              <a:cxnLst/>
              <a:rect l="l" t="t" r="r" b="b"/>
              <a:pathLst>
                <a:path w="21481" h="27483" extrusionOk="0">
                  <a:moveTo>
                    <a:pt x="15352" y="425"/>
                  </a:moveTo>
                  <a:cubicBezTo>
                    <a:pt x="18802" y="425"/>
                    <a:pt x="21150" y="3210"/>
                    <a:pt x="21090" y="7976"/>
                  </a:cubicBezTo>
                  <a:cubicBezTo>
                    <a:pt x="21007" y="14602"/>
                    <a:pt x="16310" y="22559"/>
                    <a:pt x="10598" y="25742"/>
                  </a:cubicBezTo>
                  <a:cubicBezTo>
                    <a:pt x="8991" y="26640"/>
                    <a:pt x="7474" y="27065"/>
                    <a:pt x="6126" y="27065"/>
                  </a:cubicBezTo>
                  <a:cubicBezTo>
                    <a:pt x="2677" y="27065"/>
                    <a:pt x="331" y="24283"/>
                    <a:pt x="391" y="19519"/>
                  </a:cubicBezTo>
                  <a:cubicBezTo>
                    <a:pt x="462" y="12886"/>
                    <a:pt x="5171" y="4929"/>
                    <a:pt x="10883" y="1747"/>
                  </a:cubicBezTo>
                  <a:cubicBezTo>
                    <a:pt x="12489" y="850"/>
                    <a:pt x="14004" y="425"/>
                    <a:pt x="15352" y="425"/>
                  </a:cubicBezTo>
                  <a:close/>
                  <a:moveTo>
                    <a:pt x="15501" y="0"/>
                  </a:moveTo>
                  <a:cubicBezTo>
                    <a:pt x="14112" y="0"/>
                    <a:pt x="12550" y="437"/>
                    <a:pt x="10895" y="1361"/>
                  </a:cubicBezTo>
                  <a:cubicBezTo>
                    <a:pt x="4999" y="4650"/>
                    <a:pt x="147" y="12857"/>
                    <a:pt x="64" y="19697"/>
                  </a:cubicBezTo>
                  <a:cubicBezTo>
                    <a:pt x="0" y="24613"/>
                    <a:pt x="2421" y="27483"/>
                    <a:pt x="5979" y="27483"/>
                  </a:cubicBezTo>
                  <a:cubicBezTo>
                    <a:pt x="7368" y="27483"/>
                    <a:pt x="8931" y="27046"/>
                    <a:pt x="10586" y="26122"/>
                  </a:cubicBezTo>
                  <a:cubicBezTo>
                    <a:pt x="16482" y="22832"/>
                    <a:pt x="21334" y="14632"/>
                    <a:pt x="21417" y="7792"/>
                  </a:cubicBezTo>
                  <a:cubicBezTo>
                    <a:pt x="21481" y="2871"/>
                    <a:pt x="19060" y="0"/>
                    <a:pt x="15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5">
              <a:extLst>
                <a:ext uri="{FF2B5EF4-FFF2-40B4-BE49-F238E27FC236}">
                  <a16:creationId xmlns:a16="http://schemas.microsoft.com/office/drawing/2014/main" id="{3558A47E-72D8-67E7-C091-D4900511993D}"/>
                </a:ext>
              </a:extLst>
            </p:cNvPr>
            <p:cNvSpPr/>
            <p:nvPr/>
          </p:nvSpPr>
          <p:spPr>
            <a:xfrm>
              <a:off x="11382496" y="3155055"/>
              <a:ext cx="274697" cy="316355"/>
            </a:xfrm>
            <a:custGeom>
              <a:avLst/>
              <a:gdLst/>
              <a:ahLst/>
              <a:cxnLst/>
              <a:rect l="l" t="t" r="r" b="b"/>
              <a:pathLst>
                <a:path w="1266" h="1503" extrusionOk="0">
                  <a:moveTo>
                    <a:pt x="1" y="0"/>
                  </a:moveTo>
                  <a:lnTo>
                    <a:pt x="939" y="1306"/>
                  </a:lnTo>
                  <a:lnTo>
                    <a:pt x="1266" y="1502"/>
                  </a:lnTo>
                  <a:lnTo>
                    <a:pt x="1266" y="1502"/>
                  </a:lnTo>
                  <a:lnTo>
                    <a:pt x="333" y="19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5">
              <a:extLst>
                <a:ext uri="{FF2B5EF4-FFF2-40B4-BE49-F238E27FC236}">
                  <a16:creationId xmlns:a16="http://schemas.microsoft.com/office/drawing/2014/main" id="{33379D8B-4FE2-491A-3143-571E5D49A259}"/>
                </a:ext>
              </a:extLst>
            </p:cNvPr>
            <p:cNvSpPr/>
            <p:nvPr/>
          </p:nvSpPr>
          <p:spPr>
            <a:xfrm>
              <a:off x="11382496" y="2653688"/>
              <a:ext cx="272093" cy="541571"/>
            </a:xfrm>
            <a:custGeom>
              <a:avLst/>
              <a:gdLst/>
              <a:ahLst/>
              <a:cxnLst/>
              <a:rect l="l" t="t" r="r" b="b"/>
              <a:pathLst>
                <a:path w="1254" h="2573" extrusionOk="0">
                  <a:moveTo>
                    <a:pt x="927" y="1"/>
                  </a:moveTo>
                  <a:lnTo>
                    <a:pt x="1" y="2382"/>
                  </a:lnTo>
                  <a:lnTo>
                    <a:pt x="333" y="2572"/>
                  </a:lnTo>
                  <a:lnTo>
                    <a:pt x="1254" y="185"/>
                  </a:lnTo>
                  <a:lnTo>
                    <a:pt x="9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5">
              <a:extLst>
                <a:ext uri="{FF2B5EF4-FFF2-40B4-BE49-F238E27FC236}">
                  <a16:creationId xmlns:a16="http://schemas.microsoft.com/office/drawing/2014/main" id="{195D7F17-D617-362D-A371-EA40BC3942C9}"/>
                </a:ext>
              </a:extLst>
            </p:cNvPr>
            <p:cNvSpPr/>
            <p:nvPr/>
          </p:nvSpPr>
          <p:spPr>
            <a:xfrm>
              <a:off x="11583635" y="2427631"/>
              <a:ext cx="474318" cy="265208"/>
            </a:xfrm>
            <a:custGeom>
              <a:avLst/>
              <a:gdLst/>
              <a:ahLst/>
              <a:cxnLst/>
              <a:rect l="l" t="t" r="r" b="b"/>
              <a:pathLst>
                <a:path w="2186" h="1260" extrusionOk="0">
                  <a:moveTo>
                    <a:pt x="1859" y="0"/>
                  </a:moveTo>
                  <a:lnTo>
                    <a:pt x="0" y="1075"/>
                  </a:lnTo>
                  <a:lnTo>
                    <a:pt x="327" y="1259"/>
                  </a:lnTo>
                  <a:lnTo>
                    <a:pt x="2185" y="190"/>
                  </a:lnTo>
                  <a:lnTo>
                    <a:pt x="18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5">
              <a:extLst>
                <a:ext uri="{FF2B5EF4-FFF2-40B4-BE49-F238E27FC236}">
                  <a16:creationId xmlns:a16="http://schemas.microsoft.com/office/drawing/2014/main" id="{64B6FAD4-FBD9-E437-D2B2-5B641C1706DB}"/>
                </a:ext>
              </a:extLst>
            </p:cNvPr>
            <p:cNvSpPr/>
            <p:nvPr/>
          </p:nvSpPr>
          <p:spPr>
            <a:xfrm>
              <a:off x="11454750" y="2467623"/>
              <a:ext cx="805430" cy="1003791"/>
            </a:xfrm>
            <a:custGeom>
              <a:avLst/>
              <a:gdLst/>
              <a:ahLst/>
              <a:cxnLst/>
              <a:rect l="l" t="t" r="r" b="b"/>
              <a:pathLst>
                <a:path w="3712" h="4769" extrusionOk="0">
                  <a:moveTo>
                    <a:pt x="2779" y="0"/>
                  </a:moveTo>
                  <a:lnTo>
                    <a:pt x="921" y="1069"/>
                  </a:lnTo>
                  <a:lnTo>
                    <a:pt x="0" y="3456"/>
                  </a:lnTo>
                  <a:lnTo>
                    <a:pt x="933" y="4768"/>
                  </a:lnTo>
                  <a:lnTo>
                    <a:pt x="2791" y="3700"/>
                  </a:lnTo>
                  <a:lnTo>
                    <a:pt x="3712" y="1318"/>
                  </a:lnTo>
                  <a:lnTo>
                    <a:pt x="27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5">
              <a:extLst>
                <a:ext uri="{FF2B5EF4-FFF2-40B4-BE49-F238E27FC236}">
                  <a16:creationId xmlns:a16="http://schemas.microsoft.com/office/drawing/2014/main" id="{77D3A590-8BBE-3D28-ABA1-5BB12BFAF70B}"/>
                </a:ext>
              </a:extLst>
            </p:cNvPr>
            <p:cNvSpPr/>
            <p:nvPr/>
          </p:nvSpPr>
          <p:spPr>
            <a:xfrm>
              <a:off x="6449275" y="1983936"/>
              <a:ext cx="770713" cy="503685"/>
            </a:xfrm>
            <a:custGeom>
              <a:avLst/>
              <a:gdLst/>
              <a:ahLst/>
              <a:cxnLst/>
              <a:rect l="l" t="t" r="r" b="b"/>
              <a:pathLst>
                <a:path w="3552" h="2393" extrusionOk="0">
                  <a:moveTo>
                    <a:pt x="3159" y="0"/>
                  </a:moveTo>
                  <a:cubicBezTo>
                    <a:pt x="3148" y="0"/>
                    <a:pt x="3142" y="6"/>
                    <a:pt x="3142" y="6"/>
                  </a:cubicBezTo>
                  <a:lnTo>
                    <a:pt x="78" y="1788"/>
                  </a:lnTo>
                  <a:cubicBezTo>
                    <a:pt x="30" y="1811"/>
                    <a:pt x="12" y="1871"/>
                    <a:pt x="0" y="1942"/>
                  </a:cubicBezTo>
                  <a:cubicBezTo>
                    <a:pt x="0" y="2096"/>
                    <a:pt x="107" y="2286"/>
                    <a:pt x="238" y="2358"/>
                  </a:cubicBezTo>
                  <a:cubicBezTo>
                    <a:pt x="281" y="2379"/>
                    <a:pt x="323" y="2392"/>
                    <a:pt x="358" y="2392"/>
                  </a:cubicBezTo>
                  <a:cubicBezTo>
                    <a:pt x="380" y="2392"/>
                    <a:pt x="400" y="2387"/>
                    <a:pt x="416" y="2375"/>
                  </a:cubicBezTo>
                  <a:lnTo>
                    <a:pt x="410" y="2375"/>
                  </a:lnTo>
                  <a:lnTo>
                    <a:pt x="3474" y="594"/>
                  </a:lnTo>
                  <a:cubicBezTo>
                    <a:pt x="3486" y="594"/>
                    <a:pt x="3486" y="582"/>
                    <a:pt x="3492" y="582"/>
                  </a:cubicBezTo>
                  <a:lnTo>
                    <a:pt x="3498" y="582"/>
                  </a:lnTo>
                  <a:lnTo>
                    <a:pt x="3504" y="576"/>
                  </a:lnTo>
                  <a:lnTo>
                    <a:pt x="3516" y="570"/>
                  </a:lnTo>
                  <a:cubicBezTo>
                    <a:pt x="3522" y="547"/>
                    <a:pt x="3522" y="547"/>
                    <a:pt x="3528" y="541"/>
                  </a:cubicBezTo>
                  <a:cubicBezTo>
                    <a:pt x="3534" y="535"/>
                    <a:pt x="3545" y="517"/>
                    <a:pt x="3545" y="505"/>
                  </a:cubicBezTo>
                  <a:lnTo>
                    <a:pt x="3545" y="499"/>
                  </a:lnTo>
                  <a:cubicBezTo>
                    <a:pt x="3545" y="487"/>
                    <a:pt x="3545" y="487"/>
                    <a:pt x="3551" y="481"/>
                  </a:cubicBezTo>
                  <a:lnTo>
                    <a:pt x="3551" y="475"/>
                  </a:lnTo>
                  <a:lnTo>
                    <a:pt x="3551" y="463"/>
                  </a:lnTo>
                  <a:lnTo>
                    <a:pt x="3551" y="452"/>
                  </a:lnTo>
                  <a:lnTo>
                    <a:pt x="3551" y="446"/>
                  </a:lnTo>
                  <a:lnTo>
                    <a:pt x="3551" y="422"/>
                  </a:lnTo>
                  <a:lnTo>
                    <a:pt x="3551" y="392"/>
                  </a:lnTo>
                  <a:cubicBezTo>
                    <a:pt x="3551" y="374"/>
                    <a:pt x="3551" y="368"/>
                    <a:pt x="3545" y="357"/>
                  </a:cubicBezTo>
                  <a:lnTo>
                    <a:pt x="3545" y="345"/>
                  </a:lnTo>
                  <a:cubicBezTo>
                    <a:pt x="3545" y="339"/>
                    <a:pt x="3545" y="333"/>
                    <a:pt x="3534" y="327"/>
                  </a:cubicBezTo>
                  <a:lnTo>
                    <a:pt x="3534" y="315"/>
                  </a:lnTo>
                  <a:lnTo>
                    <a:pt x="3534" y="309"/>
                  </a:lnTo>
                  <a:cubicBezTo>
                    <a:pt x="3534" y="303"/>
                    <a:pt x="3528" y="285"/>
                    <a:pt x="3528" y="279"/>
                  </a:cubicBezTo>
                  <a:lnTo>
                    <a:pt x="3528" y="273"/>
                  </a:lnTo>
                  <a:cubicBezTo>
                    <a:pt x="3522" y="256"/>
                    <a:pt x="3522" y="250"/>
                    <a:pt x="3516" y="238"/>
                  </a:cubicBezTo>
                  <a:cubicBezTo>
                    <a:pt x="3516" y="238"/>
                    <a:pt x="3516" y="226"/>
                    <a:pt x="3504" y="226"/>
                  </a:cubicBezTo>
                  <a:cubicBezTo>
                    <a:pt x="3498" y="220"/>
                    <a:pt x="3498" y="214"/>
                    <a:pt x="3492" y="208"/>
                  </a:cubicBezTo>
                  <a:lnTo>
                    <a:pt x="3486" y="196"/>
                  </a:lnTo>
                  <a:cubicBezTo>
                    <a:pt x="3474" y="190"/>
                    <a:pt x="3468" y="178"/>
                    <a:pt x="3468" y="167"/>
                  </a:cubicBezTo>
                  <a:cubicBezTo>
                    <a:pt x="3462" y="161"/>
                    <a:pt x="3456" y="149"/>
                    <a:pt x="3444" y="137"/>
                  </a:cubicBezTo>
                  <a:lnTo>
                    <a:pt x="3439" y="131"/>
                  </a:lnTo>
                  <a:cubicBezTo>
                    <a:pt x="3433" y="125"/>
                    <a:pt x="3427" y="119"/>
                    <a:pt x="3427" y="113"/>
                  </a:cubicBezTo>
                  <a:lnTo>
                    <a:pt x="3415" y="101"/>
                  </a:lnTo>
                  <a:lnTo>
                    <a:pt x="3397" y="83"/>
                  </a:lnTo>
                  <a:cubicBezTo>
                    <a:pt x="3385" y="71"/>
                    <a:pt x="3379" y="66"/>
                    <a:pt x="3367" y="60"/>
                  </a:cubicBezTo>
                  <a:cubicBezTo>
                    <a:pt x="3355" y="60"/>
                    <a:pt x="3355" y="54"/>
                    <a:pt x="3349" y="54"/>
                  </a:cubicBezTo>
                  <a:cubicBezTo>
                    <a:pt x="3349" y="54"/>
                    <a:pt x="3344" y="54"/>
                    <a:pt x="3344" y="42"/>
                  </a:cubicBezTo>
                  <a:cubicBezTo>
                    <a:pt x="3338" y="36"/>
                    <a:pt x="3326" y="36"/>
                    <a:pt x="3320" y="30"/>
                  </a:cubicBezTo>
                  <a:cubicBezTo>
                    <a:pt x="3314" y="18"/>
                    <a:pt x="3308" y="18"/>
                    <a:pt x="3296" y="12"/>
                  </a:cubicBezTo>
                  <a:cubicBezTo>
                    <a:pt x="3290" y="6"/>
                    <a:pt x="3278" y="6"/>
                    <a:pt x="3266" y="6"/>
                  </a:cubicBezTo>
                  <a:lnTo>
                    <a:pt x="3260" y="6"/>
                  </a:lnTo>
                  <a:cubicBezTo>
                    <a:pt x="3254" y="6"/>
                    <a:pt x="3249" y="6"/>
                    <a:pt x="32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5">
              <a:extLst>
                <a:ext uri="{FF2B5EF4-FFF2-40B4-BE49-F238E27FC236}">
                  <a16:creationId xmlns:a16="http://schemas.microsoft.com/office/drawing/2014/main" id="{FE5033BB-B645-F145-1A76-593E68AC2532}"/>
                </a:ext>
              </a:extLst>
            </p:cNvPr>
            <p:cNvSpPr/>
            <p:nvPr/>
          </p:nvSpPr>
          <p:spPr>
            <a:xfrm>
              <a:off x="6261154" y="711576"/>
              <a:ext cx="772015" cy="504527"/>
            </a:xfrm>
            <a:custGeom>
              <a:avLst/>
              <a:gdLst/>
              <a:ahLst/>
              <a:cxnLst/>
              <a:rect l="l" t="t" r="r" b="b"/>
              <a:pathLst>
                <a:path w="3558" h="2397" extrusionOk="0">
                  <a:moveTo>
                    <a:pt x="232" y="1776"/>
                  </a:moveTo>
                  <a:cubicBezTo>
                    <a:pt x="238" y="1776"/>
                    <a:pt x="244" y="1782"/>
                    <a:pt x="256" y="1794"/>
                  </a:cubicBezTo>
                  <a:cubicBezTo>
                    <a:pt x="244" y="1782"/>
                    <a:pt x="238" y="1782"/>
                    <a:pt x="232" y="1776"/>
                  </a:cubicBezTo>
                  <a:close/>
                  <a:moveTo>
                    <a:pt x="482" y="2275"/>
                  </a:moveTo>
                  <a:cubicBezTo>
                    <a:pt x="493" y="2275"/>
                    <a:pt x="493" y="2275"/>
                    <a:pt x="482" y="2281"/>
                  </a:cubicBezTo>
                  <a:lnTo>
                    <a:pt x="482" y="2275"/>
                  </a:lnTo>
                  <a:close/>
                  <a:moveTo>
                    <a:pt x="476" y="2298"/>
                  </a:moveTo>
                  <a:cubicBezTo>
                    <a:pt x="482" y="2298"/>
                    <a:pt x="476" y="2298"/>
                    <a:pt x="476" y="2304"/>
                  </a:cubicBezTo>
                  <a:lnTo>
                    <a:pt x="476" y="2298"/>
                  </a:lnTo>
                  <a:close/>
                  <a:moveTo>
                    <a:pt x="3154" y="0"/>
                  </a:moveTo>
                  <a:cubicBezTo>
                    <a:pt x="3148" y="0"/>
                    <a:pt x="3142" y="6"/>
                    <a:pt x="3142" y="6"/>
                  </a:cubicBezTo>
                  <a:lnTo>
                    <a:pt x="78" y="1788"/>
                  </a:lnTo>
                  <a:cubicBezTo>
                    <a:pt x="30" y="1811"/>
                    <a:pt x="6" y="1871"/>
                    <a:pt x="1" y="1948"/>
                  </a:cubicBezTo>
                  <a:cubicBezTo>
                    <a:pt x="1" y="2102"/>
                    <a:pt x="107" y="2287"/>
                    <a:pt x="238" y="2364"/>
                  </a:cubicBezTo>
                  <a:cubicBezTo>
                    <a:pt x="280" y="2386"/>
                    <a:pt x="317" y="2397"/>
                    <a:pt x="348" y="2397"/>
                  </a:cubicBezTo>
                  <a:cubicBezTo>
                    <a:pt x="372" y="2397"/>
                    <a:pt x="393" y="2391"/>
                    <a:pt x="411" y="2379"/>
                  </a:cubicBezTo>
                  <a:lnTo>
                    <a:pt x="411" y="2379"/>
                  </a:lnTo>
                  <a:cubicBezTo>
                    <a:pt x="410" y="2380"/>
                    <a:pt x="410" y="2381"/>
                    <a:pt x="410" y="2382"/>
                  </a:cubicBezTo>
                  <a:lnTo>
                    <a:pt x="3492" y="582"/>
                  </a:lnTo>
                  <a:cubicBezTo>
                    <a:pt x="3498" y="582"/>
                    <a:pt x="3498" y="576"/>
                    <a:pt x="3504" y="576"/>
                  </a:cubicBezTo>
                  <a:lnTo>
                    <a:pt x="3510" y="576"/>
                  </a:lnTo>
                  <a:lnTo>
                    <a:pt x="3522" y="565"/>
                  </a:lnTo>
                  <a:lnTo>
                    <a:pt x="3528" y="559"/>
                  </a:lnTo>
                  <a:lnTo>
                    <a:pt x="3534" y="553"/>
                  </a:lnTo>
                  <a:cubicBezTo>
                    <a:pt x="3540" y="541"/>
                    <a:pt x="3545" y="529"/>
                    <a:pt x="3545" y="511"/>
                  </a:cubicBezTo>
                  <a:lnTo>
                    <a:pt x="3545" y="505"/>
                  </a:lnTo>
                  <a:cubicBezTo>
                    <a:pt x="3545" y="499"/>
                    <a:pt x="3545" y="499"/>
                    <a:pt x="3557" y="493"/>
                  </a:cubicBezTo>
                  <a:lnTo>
                    <a:pt x="3557" y="481"/>
                  </a:lnTo>
                  <a:lnTo>
                    <a:pt x="3557" y="475"/>
                  </a:lnTo>
                  <a:lnTo>
                    <a:pt x="3557" y="470"/>
                  </a:lnTo>
                  <a:lnTo>
                    <a:pt x="3557" y="464"/>
                  </a:lnTo>
                  <a:lnTo>
                    <a:pt x="3557" y="440"/>
                  </a:lnTo>
                  <a:lnTo>
                    <a:pt x="3557" y="410"/>
                  </a:lnTo>
                  <a:cubicBezTo>
                    <a:pt x="3557" y="392"/>
                    <a:pt x="3557" y="386"/>
                    <a:pt x="3545" y="375"/>
                  </a:cubicBezTo>
                  <a:lnTo>
                    <a:pt x="3545" y="363"/>
                  </a:lnTo>
                  <a:cubicBezTo>
                    <a:pt x="3545" y="357"/>
                    <a:pt x="3540" y="351"/>
                    <a:pt x="3540" y="333"/>
                  </a:cubicBezTo>
                  <a:lnTo>
                    <a:pt x="3540" y="327"/>
                  </a:lnTo>
                  <a:lnTo>
                    <a:pt x="3540" y="321"/>
                  </a:lnTo>
                  <a:cubicBezTo>
                    <a:pt x="3540" y="303"/>
                    <a:pt x="3534" y="297"/>
                    <a:pt x="3528" y="285"/>
                  </a:cubicBezTo>
                  <a:cubicBezTo>
                    <a:pt x="3522" y="268"/>
                    <a:pt x="3522" y="262"/>
                    <a:pt x="3510" y="244"/>
                  </a:cubicBezTo>
                  <a:cubicBezTo>
                    <a:pt x="3510" y="244"/>
                    <a:pt x="3510" y="238"/>
                    <a:pt x="3504" y="238"/>
                  </a:cubicBezTo>
                  <a:cubicBezTo>
                    <a:pt x="3498" y="232"/>
                    <a:pt x="3498" y="226"/>
                    <a:pt x="3486" y="208"/>
                  </a:cubicBezTo>
                  <a:cubicBezTo>
                    <a:pt x="3486" y="208"/>
                    <a:pt x="3486" y="202"/>
                    <a:pt x="3480" y="202"/>
                  </a:cubicBezTo>
                  <a:cubicBezTo>
                    <a:pt x="3474" y="196"/>
                    <a:pt x="3468" y="179"/>
                    <a:pt x="3468" y="173"/>
                  </a:cubicBezTo>
                  <a:cubicBezTo>
                    <a:pt x="3462" y="167"/>
                    <a:pt x="3450" y="149"/>
                    <a:pt x="3445" y="143"/>
                  </a:cubicBezTo>
                  <a:lnTo>
                    <a:pt x="3439" y="137"/>
                  </a:lnTo>
                  <a:cubicBezTo>
                    <a:pt x="3433" y="125"/>
                    <a:pt x="3421" y="119"/>
                    <a:pt x="3421" y="113"/>
                  </a:cubicBezTo>
                  <a:lnTo>
                    <a:pt x="3415" y="107"/>
                  </a:lnTo>
                  <a:lnTo>
                    <a:pt x="3391" y="84"/>
                  </a:lnTo>
                  <a:cubicBezTo>
                    <a:pt x="3385" y="78"/>
                    <a:pt x="3379" y="66"/>
                    <a:pt x="3361" y="60"/>
                  </a:cubicBezTo>
                  <a:cubicBezTo>
                    <a:pt x="3355" y="60"/>
                    <a:pt x="3355" y="54"/>
                    <a:pt x="3350" y="54"/>
                  </a:cubicBezTo>
                  <a:cubicBezTo>
                    <a:pt x="3350" y="54"/>
                    <a:pt x="3344" y="54"/>
                    <a:pt x="3344" y="48"/>
                  </a:cubicBezTo>
                  <a:cubicBezTo>
                    <a:pt x="3332" y="36"/>
                    <a:pt x="3326" y="36"/>
                    <a:pt x="3320" y="30"/>
                  </a:cubicBezTo>
                  <a:cubicBezTo>
                    <a:pt x="3314" y="24"/>
                    <a:pt x="3302" y="24"/>
                    <a:pt x="3296" y="18"/>
                  </a:cubicBezTo>
                  <a:cubicBezTo>
                    <a:pt x="3290" y="6"/>
                    <a:pt x="3272" y="6"/>
                    <a:pt x="3266" y="6"/>
                  </a:cubicBezTo>
                  <a:lnTo>
                    <a:pt x="3260" y="6"/>
                  </a:lnTo>
                  <a:cubicBezTo>
                    <a:pt x="3255" y="6"/>
                    <a:pt x="3243" y="6"/>
                    <a:pt x="32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5">
              <a:extLst>
                <a:ext uri="{FF2B5EF4-FFF2-40B4-BE49-F238E27FC236}">
                  <a16:creationId xmlns:a16="http://schemas.microsoft.com/office/drawing/2014/main" id="{E684BFDD-7C03-BB5C-4579-21B9FC14B909}"/>
                </a:ext>
              </a:extLst>
            </p:cNvPr>
            <p:cNvSpPr/>
            <p:nvPr/>
          </p:nvSpPr>
          <p:spPr>
            <a:xfrm>
              <a:off x="1880577" y="2777451"/>
              <a:ext cx="130405" cy="2623664"/>
            </a:xfrm>
            <a:custGeom>
              <a:avLst/>
              <a:gdLst/>
              <a:ahLst/>
              <a:cxnLst/>
              <a:rect l="l" t="t" r="r" b="b"/>
              <a:pathLst>
                <a:path w="601" h="12465" extrusionOk="0">
                  <a:moveTo>
                    <a:pt x="1" y="1"/>
                  </a:moveTo>
                  <a:lnTo>
                    <a:pt x="30" y="12126"/>
                  </a:lnTo>
                  <a:lnTo>
                    <a:pt x="600" y="12465"/>
                  </a:lnTo>
                  <a:lnTo>
                    <a:pt x="571"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5">
              <a:extLst>
                <a:ext uri="{FF2B5EF4-FFF2-40B4-BE49-F238E27FC236}">
                  <a16:creationId xmlns:a16="http://schemas.microsoft.com/office/drawing/2014/main" id="{CFD5416C-9340-F658-5415-7C55A9509E81}"/>
                </a:ext>
              </a:extLst>
            </p:cNvPr>
            <p:cNvSpPr/>
            <p:nvPr/>
          </p:nvSpPr>
          <p:spPr>
            <a:xfrm>
              <a:off x="1880577" y="202842"/>
              <a:ext cx="4719749" cy="2643660"/>
            </a:xfrm>
            <a:custGeom>
              <a:avLst/>
              <a:gdLst/>
              <a:ahLst/>
              <a:cxnLst/>
              <a:rect l="l" t="t" r="r" b="b"/>
              <a:pathLst>
                <a:path w="21752" h="12560" extrusionOk="0">
                  <a:moveTo>
                    <a:pt x="21175" y="1"/>
                  </a:moveTo>
                  <a:lnTo>
                    <a:pt x="1" y="12233"/>
                  </a:lnTo>
                  <a:lnTo>
                    <a:pt x="571" y="12559"/>
                  </a:lnTo>
                  <a:lnTo>
                    <a:pt x="21751" y="333"/>
                  </a:lnTo>
                  <a:lnTo>
                    <a:pt x="211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5">
              <a:extLst>
                <a:ext uri="{FF2B5EF4-FFF2-40B4-BE49-F238E27FC236}">
                  <a16:creationId xmlns:a16="http://schemas.microsoft.com/office/drawing/2014/main" id="{8EFD0E16-0CCC-82B7-B7B2-B3E37ABAFEFC}"/>
                </a:ext>
              </a:extLst>
            </p:cNvPr>
            <p:cNvSpPr/>
            <p:nvPr/>
          </p:nvSpPr>
          <p:spPr>
            <a:xfrm>
              <a:off x="2004254" y="272932"/>
              <a:ext cx="4602363" cy="5128196"/>
            </a:xfrm>
            <a:custGeom>
              <a:avLst/>
              <a:gdLst/>
              <a:ahLst/>
              <a:cxnLst/>
              <a:rect l="l" t="t" r="r" b="b"/>
              <a:pathLst>
                <a:path w="21211" h="24364" extrusionOk="0">
                  <a:moveTo>
                    <a:pt x="21181" y="0"/>
                  </a:moveTo>
                  <a:lnTo>
                    <a:pt x="1" y="12226"/>
                  </a:lnTo>
                  <a:lnTo>
                    <a:pt x="30" y="24364"/>
                  </a:lnTo>
                  <a:lnTo>
                    <a:pt x="21211" y="12137"/>
                  </a:lnTo>
                  <a:lnTo>
                    <a:pt x="211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5">
              <a:extLst>
                <a:ext uri="{FF2B5EF4-FFF2-40B4-BE49-F238E27FC236}">
                  <a16:creationId xmlns:a16="http://schemas.microsoft.com/office/drawing/2014/main" id="{ACB21B86-50AC-70D4-6B65-95913488358D}"/>
                </a:ext>
              </a:extLst>
            </p:cNvPr>
            <p:cNvSpPr/>
            <p:nvPr/>
          </p:nvSpPr>
          <p:spPr>
            <a:xfrm>
              <a:off x="2107319" y="421532"/>
              <a:ext cx="4396232" cy="4830784"/>
            </a:xfrm>
            <a:custGeom>
              <a:avLst/>
              <a:gdLst/>
              <a:ahLst/>
              <a:cxnLst/>
              <a:rect l="l" t="t" r="r" b="b"/>
              <a:pathLst>
                <a:path w="20261" h="22951" extrusionOk="0">
                  <a:moveTo>
                    <a:pt x="20261" y="1"/>
                  </a:moveTo>
                  <a:lnTo>
                    <a:pt x="1" y="11699"/>
                  </a:lnTo>
                  <a:lnTo>
                    <a:pt x="1" y="22951"/>
                  </a:lnTo>
                  <a:lnTo>
                    <a:pt x="20261" y="11253"/>
                  </a:lnTo>
                  <a:lnTo>
                    <a:pt x="2026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5">
              <a:extLst>
                <a:ext uri="{FF2B5EF4-FFF2-40B4-BE49-F238E27FC236}">
                  <a16:creationId xmlns:a16="http://schemas.microsoft.com/office/drawing/2014/main" id="{312EBFA0-FA6C-F3CB-856F-09A0ABDBA663}"/>
                </a:ext>
              </a:extLst>
            </p:cNvPr>
            <p:cNvSpPr/>
            <p:nvPr/>
          </p:nvSpPr>
          <p:spPr>
            <a:xfrm>
              <a:off x="2050688" y="960365"/>
              <a:ext cx="4509712" cy="2543471"/>
            </a:xfrm>
            <a:custGeom>
              <a:avLst/>
              <a:gdLst/>
              <a:ahLst/>
              <a:cxnLst/>
              <a:rect l="l" t="t" r="r" b="b"/>
              <a:pathLst>
                <a:path w="20784" h="12084" extrusionOk="0">
                  <a:moveTo>
                    <a:pt x="20700" y="0"/>
                  </a:moveTo>
                  <a:lnTo>
                    <a:pt x="0" y="11941"/>
                  </a:lnTo>
                  <a:lnTo>
                    <a:pt x="84" y="12084"/>
                  </a:lnTo>
                  <a:lnTo>
                    <a:pt x="20783" y="137"/>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5">
              <a:extLst>
                <a:ext uri="{FF2B5EF4-FFF2-40B4-BE49-F238E27FC236}">
                  <a16:creationId xmlns:a16="http://schemas.microsoft.com/office/drawing/2014/main" id="{4FF10ADF-A149-2677-77DB-7499C44C1D49}"/>
                </a:ext>
              </a:extLst>
            </p:cNvPr>
            <p:cNvSpPr/>
            <p:nvPr/>
          </p:nvSpPr>
          <p:spPr>
            <a:xfrm>
              <a:off x="2050688" y="1564026"/>
              <a:ext cx="4509712" cy="2544733"/>
            </a:xfrm>
            <a:custGeom>
              <a:avLst/>
              <a:gdLst/>
              <a:ahLst/>
              <a:cxnLst/>
              <a:rect l="l" t="t" r="r" b="b"/>
              <a:pathLst>
                <a:path w="20784" h="12090" extrusionOk="0">
                  <a:moveTo>
                    <a:pt x="20700" y="0"/>
                  </a:moveTo>
                  <a:lnTo>
                    <a:pt x="0" y="11947"/>
                  </a:lnTo>
                  <a:lnTo>
                    <a:pt x="84" y="12090"/>
                  </a:lnTo>
                  <a:lnTo>
                    <a:pt x="20783" y="143"/>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5">
              <a:extLst>
                <a:ext uri="{FF2B5EF4-FFF2-40B4-BE49-F238E27FC236}">
                  <a16:creationId xmlns:a16="http://schemas.microsoft.com/office/drawing/2014/main" id="{F566C814-3D0F-5F94-193B-788B99CB5406}"/>
                </a:ext>
              </a:extLst>
            </p:cNvPr>
            <p:cNvSpPr/>
            <p:nvPr/>
          </p:nvSpPr>
          <p:spPr>
            <a:xfrm>
              <a:off x="2050688" y="2168949"/>
              <a:ext cx="4509712" cy="2544733"/>
            </a:xfrm>
            <a:custGeom>
              <a:avLst/>
              <a:gdLst/>
              <a:ahLst/>
              <a:cxnLst/>
              <a:rect l="l" t="t" r="r" b="b"/>
              <a:pathLst>
                <a:path w="20784" h="12090" extrusionOk="0">
                  <a:moveTo>
                    <a:pt x="20700" y="0"/>
                  </a:moveTo>
                  <a:lnTo>
                    <a:pt x="0" y="11947"/>
                  </a:lnTo>
                  <a:lnTo>
                    <a:pt x="84" y="12090"/>
                  </a:lnTo>
                  <a:lnTo>
                    <a:pt x="20783" y="143"/>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5">
              <a:extLst>
                <a:ext uri="{FF2B5EF4-FFF2-40B4-BE49-F238E27FC236}">
                  <a16:creationId xmlns:a16="http://schemas.microsoft.com/office/drawing/2014/main" id="{94C4A4C4-ED5F-6A53-8D82-371E81BBE9AC}"/>
                </a:ext>
              </a:extLst>
            </p:cNvPr>
            <p:cNvSpPr/>
            <p:nvPr/>
          </p:nvSpPr>
          <p:spPr>
            <a:xfrm>
              <a:off x="5784453" y="787770"/>
              <a:ext cx="36236" cy="2421180"/>
            </a:xfrm>
            <a:custGeom>
              <a:avLst/>
              <a:gdLst/>
              <a:ahLst/>
              <a:cxnLst/>
              <a:rect l="l" t="t" r="r" b="b"/>
              <a:pathLst>
                <a:path w="167" h="11503" extrusionOk="0">
                  <a:moveTo>
                    <a:pt x="1" y="1"/>
                  </a:moveTo>
                  <a:lnTo>
                    <a:pt x="1" y="11502"/>
                  </a:lnTo>
                  <a:lnTo>
                    <a:pt x="167" y="11502"/>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5">
              <a:extLst>
                <a:ext uri="{FF2B5EF4-FFF2-40B4-BE49-F238E27FC236}">
                  <a16:creationId xmlns:a16="http://schemas.microsoft.com/office/drawing/2014/main" id="{2E04B76C-C969-09BC-C3E9-2E84DBF26F60}"/>
                </a:ext>
              </a:extLst>
            </p:cNvPr>
            <p:cNvSpPr/>
            <p:nvPr/>
          </p:nvSpPr>
          <p:spPr>
            <a:xfrm>
              <a:off x="5035877" y="1207681"/>
              <a:ext cx="34934" cy="2419917"/>
            </a:xfrm>
            <a:custGeom>
              <a:avLst/>
              <a:gdLst/>
              <a:ahLst/>
              <a:cxnLst/>
              <a:rect l="l" t="t" r="r" b="b"/>
              <a:pathLst>
                <a:path w="161" h="11497" extrusionOk="0">
                  <a:moveTo>
                    <a:pt x="1" y="1"/>
                  </a:moveTo>
                  <a:lnTo>
                    <a:pt x="1" y="11497"/>
                  </a:lnTo>
                  <a:lnTo>
                    <a:pt x="161" y="11497"/>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5">
              <a:extLst>
                <a:ext uri="{FF2B5EF4-FFF2-40B4-BE49-F238E27FC236}">
                  <a16:creationId xmlns:a16="http://schemas.microsoft.com/office/drawing/2014/main" id="{4F49FD27-A698-F203-F863-5126C5CDDD58}"/>
                </a:ext>
              </a:extLst>
            </p:cNvPr>
            <p:cNvSpPr/>
            <p:nvPr/>
          </p:nvSpPr>
          <p:spPr>
            <a:xfrm>
              <a:off x="4286000" y="1626328"/>
              <a:ext cx="36236" cy="2419917"/>
            </a:xfrm>
            <a:custGeom>
              <a:avLst/>
              <a:gdLst/>
              <a:ahLst/>
              <a:cxnLst/>
              <a:rect l="l" t="t" r="r" b="b"/>
              <a:pathLst>
                <a:path w="167" h="11497" extrusionOk="0">
                  <a:moveTo>
                    <a:pt x="1" y="1"/>
                  </a:moveTo>
                  <a:lnTo>
                    <a:pt x="1" y="11497"/>
                  </a:lnTo>
                  <a:lnTo>
                    <a:pt x="167" y="11497"/>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5">
              <a:extLst>
                <a:ext uri="{FF2B5EF4-FFF2-40B4-BE49-F238E27FC236}">
                  <a16:creationId xmlns:a16="http://schemas.microsoft.com/office/drawing/2014/main" id="{E7096987-BF66-19F4-9A53-2E3B49091BA3}"/>
                </a:ext>
              </a:extLst>
            </p:cNvPr>
            <p:cNvSpPr/>
            <p:nvPr/>
          </p:nvSpPr>
          <p:spPr>
            <a:xfrm>
              <a:off x="3540028" y="2046449"/>
              <a:ext cx="34934" cy="2419707"/>
            </a:xfrm>
            <a:custGeom>
              <a:avLst/>
              <a:gdLst/>
              <a:ahLst/>
              <a:cxnLst/>
              <a:rect l="l" t="t" r="r" b="b"/>
              <a:pathLst>
                <a:path w="161" h="11496" extrusionOk="0">
                  <a:moveTo>
                    <a:pt x="1" y="0"/>
                  </a:moveTo>
                  <a:lnTo>
                    <a:pt x="1" y="11496"/>
                  </a:lnTo>
                  <a:lnTo>
                    <a:pt x="161" y="11496"/>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5">
              <a:extLst>
                <a:ext uri="{FF2B5EF4-FFF2-40B4-BE49-F238E27FC236}">
                  <a16:creationId xmlns:a16="http://schemas.microsoft.com/office/drawing/2014/main" id="{866277E1-A19F-8403-B63B-883541DEBD3E}"/>
                </a:ext>
              </a:extLst>
            </p:cNvPr>
            <p:cNvSpPr/>
            <p:nvPr/>
          </p:nvSpPr>
          <p:spPr>
            <a:xfrm>
              <a:off x="2790150" y="2465097"/>
              <a:ext cx="36453" cy="2419917"/>
            </a:xfrm>
            <a:custGeom>
              <a:avLst/>
              <a:gdLst/>
              <a:ahLst/>
              <a:cxnLst/>
              <a:rect l="l" t="t" r="r" b="b"/>
              <a:pathLst>
                <a:path w="168" h="11497" extrusionOk="0">
                  <a:moveTo>
                    <a:pt x="1" y="0"/>
                  </a:moveTo>
                  <a:lnTo>
                    <a:pt x="1" y="11496"/>
                  </a:lnTo>
                  <a:lnTo>
                    <a:pt x="167" y="11496"/>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5">
              <a:extLst>
                <a:ext uri="{FF2B5EF4-FFF2-40B4-BE49-F238E27FC236}">
                  <a16:creationId xmlns:a16="http://schemas.microsoft.com/office/drawing/2014/main" id="{B3EF62DC-DD2B-DDB6-21FB-498819502D28}"/>
                </a:ext>
              </a:extLst>
            </p:cNvPr>
            <p:cNvSpPr/>
            <p:nvPr/>
          </p:nvSpPr>
          <p:spPr>
            <a:xfrm>
              <a:off x="11650465" y="3098646"/>
              <a:ext cx="686959" cy="476532"/>
            </a:xfrm>
            <a:custGeom>
              <a:avLst/>
              <a:gdLst/>
              <a:ahLst/>
              <a:cxnLst/>
              <a:rect l="l" t="t" r="r" b="b"/>
              <a:pathLst>
                <a:path w="3166" h="2264" extrusionOk="0">
                  <a:moveTo>
                    <a:pt x="1" y="1"/>
                  </a:moveTo>
                  <a:lnTo>
                    <a:pt x="512" y="725"/>
                  </a:lnTo>
                  <a:lnTo>
                    <a:pt x="3166" y="2263"/>
                  </a:lnTo>
                  <a:lnTo>
                    <a:pt x="3166" y="2263"/>
                  </a:lnTo>
                  <a:lnTo>
                    <a:pt x="2655" y="154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5">
              <a:extLst>
                <a:ext uri="{FF2B5EF4-FFF2-40B4-BE49-F238E27FC236}">
                  <a16:creationId xmlns:a16="http://schemas.microsoft.com/office/drawing/2014/main" id="{03B3B59C-2CF3-F23A-96AC-E888D3A58A6E}"/>
                </a:ext>
              </a:extLst>
            </p:cNvPr>
            <p:cNvSpPr/>
            <p:nvPr/>
          </p:nvSpPr>
          <p:spPr>
            <a:xfrm>
              <a:off x="11650465" y="2823757"/>
              <a:ext cx="685657" cy="600086"/>
            </a:xfrm>
            <a:custGeom>
              <a:avLst/>
              <a:gdLst/>
              <a:ahLst/>
              <a:cxnLst/>
              <a:rect l="l" t="t" r="r" b="b"/>
              <a:pathLst>
                <a:path w="3160" h="2851" extrusionOk="0">
                  <a:moveTo>
                    <a:pt x="506" y="1"/>
                  </a:moveTo>
                  <a:lnTo>
                    <a:pt x="1" y="1307"/>
                  </a:lnTo>
                  <a:lnTo>
                    <a:pt x="2655" y="2851"/>
                  </a:lnTo>
                  <a:lnTo>
                    <a:pt x="3160" y="1544"/>
                  </a:lnTo>
                  <a:lnTo>
                    <a:pt x="5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5">
              <a:extLst>
                <a:ext uri="{FF2B5EF4-FFF2-40B4-BE49-F238E27FC236}">
                  <a16:creationId xmlns:a16="http://schemas.microsoft.com/office/drawing/2014/main" id="{8F363A94-1D75-06EB-63FE-793708A0E2E9}"/>
                </a:ext>
              </a:extLst>
            </p:cNvPr>
            <p:cNvSpPr/>
            <p:nvPr/>
          </p:nvSpPr>
          <p:spPr>
            <a:xfrm>
              <a:off x="11760039" y="2699994"/>
              <a:ext cx="796534" cy="448959"/>
            </a:xfrm>
            <a:custGeom>
              <a:avLst/>
              <a:gdLst/>
              <a:ahLst/>
              <a:cxnLst/>
              <a:rect l="l" t="t" r="r" b="b"/>
              <a:pathLst>
                <a:path w="3671" h="2133" extrusionOk="0">
                  <a:moveTo>
                    <a:pt x="1016" y="1"/>
                  </a:moveTo>
                  <a:lnTo>
                    <a:pt x="1" y="589"/>
                  </a:lnTo>
                  <a:lnTo>
                    <a:pt x="2655" y="2132"/>
                  </a:lnTo>
                  <a:lnTo>
                    <a:pt x="3670" y="1550"/>
                  </a:lnTo>
                  <a:lnTo>
                    <a:pt x="10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5">
              <a:extLst>
                <a:ext uri="{FF2B5EF4-FFF2-40B4-BE49-F238E27FC236}">
                  <a16:creationId xmlns:a16="http://schemas.microsoft.com/office/drawing/2014/main" id="{3191F3B9-62AD-64E0-65B2-8860E72A5322}"/>
                </a:ext>
              </a:extLst>
            </p:cNvPr>
            <p:cNvSpPr/>
            <p:nvPr/>
          </p:nvSpPr>
          <p:spPr>
            <a:xfrm>
              <a:off x="12226542" y="3026241"/>
              <a:ext cx="441988" cy="548938"/>
            </a:xfrm>
            <a:custGeom>
              <a:avLst/>
              <a:gdLst/>
              <a:ahLst/>
              <a:cxnLst/>
              <a:rect l="l" t="t" r="r" b="b"/>
              <a:pathLst>
                <a:path w="2037" h="2608" extrusionOk="0">
                  <a:moveTo>
                    <a:pt x="1520" y="0"/>
                  </a:moveTo>
                  <a:lnTo>
                    <a:pt x="505" y="582"/>
                  </a:lnTo>
                  <a:lnTo>
                    <a:pt x="0" y="1889"/>
                  </a:lnTo>
                  <a:lnTo>
                    <a:pt x="511" y="2607"/>
                  </a:lnTo>
                  <a:lnTo>
                    <a:pt x="1532" y="2025"/>
                  </a:lnTo>
                  <a:lnTo>
                    <a:pt x="2037" y="719"/>
                  </a:lnTo>
                  <a:lnTo>
                    <a:pt x="15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5">
              <a:extLst>
                <a:ext uri="{FF2B5EF4-FFF2-40B4-BE49-F238E27FC236}">
                  <a16:creationId xmlns:a16="http://schemas.microsoft.com/office/drawing/2014/main" id="{64A277F9-7601-B71E-79B5-3FC918CDC895}"/>
                </a:ext>
              </a:extLst>
            </p:cNvPr>
            <p:cNvSpPr/>
            <p:nvPr/>
          </p:nvSpPr>
          <p:spPr>
            <a:xfrm>
              <a:off x="12355211" y="3371220"/>
              <a:ext cx="1094230" cy="661336"/>
            </a:xfrm>
            <a:custGeom>
              <a:avLst/>
              <a:gdLst/>
              <a:ahLst/>
              <a:cxnLst/>
              <a:rect l="l" t="t" r="r" b="b"/>
              <a:pathLst>
                <a:path w="5043" h="3142" extrusionOk="0">
                  <a:moveTo>
                    <a:pt x="1" y="0"/>
                  </a:moveTo>
                  <a:lnTo>
                    <a:pt x="262" y="357"/>
                  </a:lnTo>
                  <a:lnTo>
                    <a:pt x="5042" y="3142"/>
                  </a:lnTo>
                  <a:lnTo>
                    <a:pt x="4787" y="278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5">
              <a:extLst>
                <a:ext uri="{FF2B5EF4-FFF2-40B4-BE49-F238E27FC236}">
                  <a16:creationId xmlns:a16="http://schemas.microsoft.com/office/drawing/2014/main" id="{245ECDCD-1E6F-7172-E5E5-76C6CA279112}"/>
                </a:ext>
              </a:extLst>
            </p:cNvPr>
            <p:cNvSpPr/>
            <p:nvPr/>
          </p:nvSpPr>
          <p:spPr>
            <a:xfrm>
              <a:off x="12355211" y="3235038"/>
              <a:ext cx="1094230" cy="722586"/>
            </a:xfrm>
            <a:custGeom>
              <a:avLst/>
              <a:gdLst/>
              <a:ahLst/>
              <a:cxnLst/>
              <a:rect l="l" t="t" r="r" b="b"/>
              <a:pathLst>
                <a:path w="5043" h="3433" extrusionOk="0">
                  <a:moveTo>
                    <a:pt x="256" y="0"/>
                  </a:moveTo>
                  <a:lnTo>
                    <a:pt x="1" y="647"/>
                  </a:lnTo>
                  <a:lnTo>
                    <a:pt x="4787" y="3432"/>
                  </a:lnTo>
                  <a:lnTo>
                    <a:pt x="5042" y="2779"/>
                  </a:lnTo>
                  <a:lnTo>
                    <a:pt x="2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5">
              <a:extLst>
                <a:ext uri="{FF2B5EF4-FFF2-40B4-BE49-F238E27FC236}">
                  <a16:creationId xmlns:a16="http://schemas.microsoft.com/office/drawing/2014/main" id="{93A8760F-1885-E9B0-DA17-C23F98934900}"/>
                </a:ext>
              </a:extLst>
            </p:cNvPr>
            <p:cNvSpPr/>
            <p:nvPr/>
          </p:nvSpPr>
          <p:spPr>
            <a:xfrm>
              <a:off x="12410757" y="3172525"/>
              <a:ext cx="1148041" cy="647655"/>
            </a:xfrm>
            <a:custGeom>
              <a:avLst/>
              <a:gdLst/>
              <a:ahLst/>
              <a:cxnLst/>
              <a:rect l="l" t="t" r="r" b="b"/>
              <a:pathLst>
                <a:path w="5291" h="3077" extrusionOk="0">
                  <a:moveTo>
                    <a:pt x="505" y="0"/>
                  </a:moveTo>
                  <a:lnTo>
                    <a:pt x="0" y="297"/>
                  </a:lnTo>
                  <a:lnTo>
                    <a:pt x="4786" y="3076"/>
                  </a:lnTo>
                  <a:lnTo>
                    <a:pt x="5291" y="2785"/>
                  </a:lnTo>
                  <a:lnTo>
                    <a:pt x="5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5">
              <a:extLst>
                <a:ext uri="{FF2B5EF4-FFF2-40B4-BE49-F238E27FC236}">
                  <a16:creationId xmlns:a16="http://schemas.microsoft.com/office/drawing/2014/main" id="{6D8B3E16-0C5D-AC04-F8E4-DB4401EB7798}"/>
                </a:ext>
              </a:extLst>
            </p:cNvPr>
            <p:cNvSpPr/>
            <p:nvPr/>
          </p:nvSpPr>
          <p:spPr>
            <a:xfrm>
              <a:off x="13393669" y="3758716"/>
              <a:ext cx="219367" cy="273838"/>
            </a:xfrm>
            <a:custGeom>
              <a:avLst/>
              <a:gdLst/>
              <a:ahLst/>
              <a:cxnLst/>
              <a:rect l="l" t="t" r="r" b="b"/>
              <a:pathLst>
                <a:path w="1011" h="1301" extrusionOk="0">
                  <a:moveTo>
                    <a:pt x="761" y="0"/>
                  </a:moveTo>
                  <a:lnTo>
                    <a:pt x="256" y="291"/>
                  </a:lnTo>
                  <a:lnTo>
                    <a:pt x="1" y="944"/>
                  </a:lnTo>
                  <a:lnTo>
                    <a:pt x="256" y="1301"/>
                  </a:lnTo>
                  <a:lnTo>
                    <a:pt x="761" y="1010"/>
                  </a:lnTo>
                  <a:lnTo>
                    <a:pt x="1010" y="356"/>
                  </a:lnTo>
                  <a:lnTo>
                    <a:pt x="7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5">
              <a:extLst>
                <a:ext uri="{FF2B5EF4-FFF2-40B4-BE49-F238E27FC236}">
                  <a16:creationId xmlns:a16="http://schemas.microsoft.com/office/drawing/2014/main" id="{C7C8AFAE-07D8-D77F-08CC-7824D55FCD8F}"/>
                </a:ext>
              </a:extLst>
            </p:cNvPr>
            <p:cNvSpPr/>
            <p:nvPr/>
          </p:nvSpPr>
          <p:spPr>
            <a:xfrm>
              <a:off x="13464621" y="3821229"/>
              <a:ext cx="1318154" cy="811831"/>
            </a:xfrm>
            <a:custGeom>
              <a:avLst/>
              <a:gdLst/>
              <a:ahLst/>
              <a:cxnLst/>
              <a:rect l="l" t="t" r="r" b="b"/>
              <a:pathLst>
                <a:path w="6075" h="3857" extrusionOk="0">
                  <a:moveTo>
                    <a:pt x="5535" y="3741"/>
                  </a:moveTo>
                  <a:cubicBezTo>
                    <a:pt x="5541" y="3741"/>
                    <a:pt x="5541" y="3747"/>
                    <a:pt x="5541" y="3753"/>
                  </a:cubicBezTo>
                  <a:cubicBezTo>
                    <a:pt x="5541" y="3747"/>
                    <a:pt x="5541" y="3747"/>
                    <a:pt x="5535" y="3741"/>
                  </a:cubicBezTo>
                  <a:close/>
                  <a:moveTo>
                    <a:pt x="5541" y="3765"/>
                  </a:moveTo>
                  <a:cubicBezTo>
                    <a:pt x="5544" y="3768"/>
                    <a:pt x="5546" y="3772"/>
                    <a:pt x="5546" y="3774"/>
                  </a:cubicBezTo>
                  <a:lnTo>
                    <a:pt x="5546" y="3774"/>
                  </a:lnTo>
                  <a:cubicBezTo>
                    <a:pt x="5545" y="3771"/>
                    <a:pt x="5541" y="3770"/>
                    <a:pt x="5541" y="3765"/>
                  </a:cubicBezTo>
                  <a:close/>
                  <a:moveTo>
                    <a:pt x="345" y="0"/>
                  </a:moveTo>
                  <a:cubicBezTo>
                    <a:pt x="339" y="0"/>
                    <a:pt x="327" y="6"/>
                    <a:pt x="321" y="6"/>
                  </a:cubicBezTo>
                  <a:lnTo>
                    <a:pt x="315" y="6"/>
                  </a:lnTo>
                  <a:cubicBezTo>
                    <a:pt x="309" y="6"/>
                    <a:pt x="297" y="12"/>
                    <a:pt x="291" y="12"/>
                  </a:cubicBezTo>
                  <a:cubicBezTo>
                    <a:pt x="286" y="24"/>
                    <a:pt x="280" y="24"/>
                    <a:pt x="268" y="30"/>
                  </a:cubicBezTo>
                  <a:cubicBezTo>
                    <a:pt x="262" y="36"/>
                    <a:pt x="256" y="36"/>
                    <a:pt x="238" y="42"/>
                  </a:cubicBezTo>
                  <a:cubicBezTo>
                    <a:pt x="238" y="42"/>
                    <a:pt x="232" y="42"/>
                    <a:pt x="232" y="53"/>
                  </a:cubicBezTo>
                  <a:cubicBezTo>
                    <a:pt x="226" y="53"/>
                    <a:pt x="226" y="59"/>
                    <a:pt x="220" y="59"/>
                  </a:cubicBezTo>
                  <a:cubicBezTo>
                    <a:pt x="208" y="65"/>
                    <a:pt x="196" y="71"/>
                    <a:pt x="191" y="89"/>
                  </a:cubicBezTo>
                  <a:lnTo>
                    <a:pt x="179" y="95"/>
                  </a:lnTo>
                  <a:lnTo>
                    <a:pt x="161" y="119"/>
                  </a:lnTo>
                  <a:lnTo>
                    <a:pt x="149" y="125"/>
                  </a:lnTo>
                  <a:lnTo>
                    <a:pt x="131" y="148"/>
                  </a:lnTo>
                  <a:lnTo>
                    <a:pt x="119" y="154"/>
                  </a:lnTo>
                  <a:cubicBezTo>
                    <a:pt x="113" y="172"/>
                    <a:pt x="107" y="178"/>
                    <a:pt x="101" y="190"/>
                  </a:cubicBezTo>
                  <a:cubicBezTo>
                    <a:pt x="90" y="208"/>
                    <a:pt x="84" y="214"/>
                    <a:pt x="78" y="232"/>
                  </a:cubicBezTo>
                  <a:cubicBezTo>
                    <a:pt x="78" y="238"/>
                    <a:pt x="72" y="238"/>
                    <a:pt x="72" y="243"/>
                  </a:cubicBezTo>
                  <a:cubicBezTo>
                    <a:pt x="60" y="249"/>
                    <a:pt x="60" y="267"/>
                    <a:pt x="54" y="273"/>
                  </a:cubicBezTo>
                  <a:cubicBezTo>
                    <a:pt x="54" y="273"/>
                    <a:pt x="54" y="279"/>
                    <a:pt x="48" y="279"/>
                  </a:cubicBezTo>
                  <a:cubicBezTo>
                    <a:pt x="42" y="297"/>
                    <a:pt x="30" y="309"/>
                    <a:pt x="30" y="321"/>
                  </a:cubicBezTo>
                  <a:cubicBezTo>
                    <a:pt x="24" y="333"/>
                    <a:pt x="24" y="338"/>
                    <a:pt x="18" y="356"/>
                  </a:cubicBezTo>
                  <a:lnTo>
                    <a:pt x="18" y="362"/>
                  </a:lnTo>
                  <a:lnTo>
                    <a:pt x="18" y="368"/>
                  </a:lnTo>
                  <a:cubicBezTo>
                    <a:pt x="18" y="380"/>
                    <a:pt x="12" y="392"/>
                    <a:pt x="12" y="398"/>
                  </a:cubicBezTo>
                  <a:lnTo>
                    <a:pt x="12" y="410"/>
                  </a:lnTo>
                  <a:cubicBezTo>
                    <a:pt x="12" y="422"/>
                    <a:pt x="1" y="439"/>
                    <a:pt x="1" y="445"/>
                  </a:cubicBezTo>
                  <a:lnTo>
                    <a:pt x="1" y="475"/>
                  </a:lnTo>
                  <a:lnTo>
                    <a:pt x="1" y="505"/>
                  </a:lnTo>
                  <a:lnTo>
                    <a:pt x="1" y="511"/>
                  </a:lnTo>
                  <a:lnTo>
                    <a:pt x="1" y="528"/>
                  </a:lnTo>
                  <a:lnTo>
                    <a:pt x="1" y="534"/>
                  </a:lnTo>
                  <a:lnTo>
                    <a:pt x="1" y="540"/>
                  </a:lnTo>
                  <a:cubicBezTo>
                    <a:pt x="1" y="546"/>
                    <a:pt x="1" y="546"/>
                    <a:pt x="12" y="558"/>
                  </a:cubicBezTo>
                  <a:lnTo>
                    <a:pt x="12" y="564"/>
                  </a:lnTo>
                  <a:cubicBezTo>
                    <a:pt x="12" y="570"/>
                    <a:pt x="18" y="576"/>
                    <a:pt x="18" y="588"/>
                  </a:cubicBezTo>
                  <a:cubicBezTo>
                    <a:pt x="18" y="594"/>
                    <a:pt x="24" y="600"/>
                    <a:pt x="24" y="606"/>
                  </a:cubicBezTo>
                  <a:lnTo>
                    <a:pt x="24" y="618"/>
                  </a:lnTo>
                  <a:cubicBezTo>
                    <a:pt x="24" y="624"/>
                    <a:pt x="30" y="624"/>
                    <a:pt x="30" y="629"/>
                  </a:cubicBezTo>
                  <a:lnTo>
                    <a:pt x="42" y="635"/>
                  </a:lnTo>
                  <a:lnTo>
                    <a:pt x="48" y="647"/>
                  </a:lnTo>
                  <a:lnTo>
                    <a:pt x="54" y="653"/>
                  </a:lnTo>
                  <a:cubicBezTo>
                    <a:pt x="60" y="659"/>
                    <a:pt x="60" y="659"/>
                    <a:pt x="72" y="659"/>
                  </a:cubicBezTo>
                  <a:lnTo>
                    <a:pt x="5554" y="3796"/>
                  </a:lnTo>
                  <a:lnTo>
                    <a:pt x="5554" y="3796"/>
                  </a:lnTo>
                  <a:cubicBezTo>
                    <a:pt x="5555" y="3798"/>
                    <a:pt x="5557" y="3800"/>
                    <a:pt x="5561" y="3800"/>
                  </a:cubicBezTo>
                  <a:lnTo>
                    <a:pt x="5561" y="3800"/>
                  </a:lnTo>
                  <a:lnTo>
                    <a:pt x="5624" y="3836"/>
                  </a:lnTo>
                  <a:cubicBezTo>
                    <a:pt x="5612" y="3836"/>
                    <a:pt x="5612" y="3830"/>
                    <a:pt x="5606" y="3830"/>
                  </a:cubicBezTo>
                  <a:lnTo>
                    <a:pt x="5606" y="3830"/>
                  </a:lnTo>
                  <a:cubicBezTo>
                    <a:pt x="5632" y="3847"/>
                    <a:pt x="5661" y="3856"/>
                    <a:pt x="5694" y="3856"/>
                  </a:cubicBezTo>
                  <a:cubicBezTo>
                    <a:pt x="5729" y="3856"/>
                    <a:pt x="5768" y="3846"/>
                    <a:pt x="5808" y="3824"/>
                  </a:cubicBezTo>
                  <a:cubicBezTo>
                    <a:pt x="5956" y="3735"/>
                    <a:pt x="6075" y="3527"/>
                    <a:pt x="6075" y="3355"/>
                  </a:cubicBezTo>
                  <a:cubicBezTo>
                    <a:pt x="6069" y="3272"/>
                    <a:pt x="6039" y="3212"/>
                    <a:pt x="5992" y="3183"/>
                  </a:cubicBezTo>
                  <a:lnTo>
                    <a:pt x="446" y="6"/>
                  </a:lnTo>
                  <a:cubicBezTo>
                    <a:pt x="440" y="0"/>
                    <a:pt x="434" y="0"/>
                    <a:pt x="4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5">
              <a:extLst>
                <a:ext uri="{FF2B5EF4-FFF2-40B4-BE49-F238E27FC236}">
                  <a16:creationId xmlns:a16="http://schemas.microsoft.com/office/drawing/2014/main" id="{1D9CB244-C453-897A-FED4-EDA90C7F85A9}"/>
                </a:ext>
              </a:extLst>
            </p:cNvPr>
            <p:cNvSpPr/>
            <p:nvPr/>
          </p:nvSpPr>
          <p:spPr>
            <a:xfrm>
              <a:off x="14383308" y="4721037"/>
              <a:ext cx="212640" cy="243949"/>
            </a:xfrm>
            <a:custGeom>
              <a:avLst/>
              <a:gdLst/>
              <a:ahLst/>
              <a:cxnLst/>
              <a:rect l="l" t="t" r="r" b="b"/>
              <a:pathLst>
                <a:path w="980" h="1159" extrusionOk="0">
                  <a:moveTo>
                    <a:pt x="0" y="0"/>
                  </a:moveTo>
                  <a:lnTo>
                    <a:pt x="725" y="1010"/>
                  </a:lnTo>
                  <a:lnTo>
                    <a:pt x="980" y="1158"/>
                  </a:lnTo>
                  <a:lnTo>
                    <a:pt x="262" y="149"/>
                  </a:lnTo>
                  <a:lnTo>
                    <a:pt x="0" y="0"/>
                  </a:lnTo>
                  <a:close/>
                  <a:moveTo>
                    <a:pt x="980" y="1158"/>
                  </a:moveTo>
                  <a:lnTo>
                    <a:pt x="980" y="1158"/>
                  </a:lnTo>
                  <a:lnTo>
                    <a:pt x="980" y="115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5">
              <a:extLst>
                <a:ext uri="{FF2B5EF4-FFF2-40B4-BE49-F238E27FC236}">
                  <a16:creationId xmlns:a16="http://schemas.microsoft.com/office/drawing/2014/main" id="{9AD14E0F-255D-BB3A-C74E-6EF3C0AABD26}"/>
                </a:ext>
              </a:extLst>
            </p:cNvPr>
            <p:cNvSpPr/>
            <p:nvPr/>
          </p:nvSpPr>
          <p:spPr>
            <a:xfrm>
              <a:off x="14383308" y="4332278"/>
              <a:ext cx="211555" cy="420123"/>
            </a:xfrm>
            <a:custGeom>
              <a:avLst/>
              <a:gdLst/>
              <a:ahLst/>
              <a:cxnLst/>
              <a:rect l="l" t="t" r="r" b="b"/>
              <a:pathLst>
                <a:path w="975" h="1996" extrusionOk="0">
                  <a:moveTo>
                    <a:pt x="719" y="1"/>
                  </a:moveTo>
                  <a:lnTo>
                    <a:pt x="0" y="1847"/>
                  </a:lnTo>
                  <a:lnTo>
                    <a:pt x="262" y="1996"/>
                  </a:lnTo>
                  <a:lnTo>
                    <a:pt x="974" y="149"/>
                  </a:lnTo>
                  <a:lnTo>
                    <a:pt x="7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5">
              <a:extLst>
                <a:ext uri="{FF2B5EF4-FFF2-40B4-BE49-F238E27FC236}">
                  <a16:creationId xmlns:a16="http://schemas.microsoft.com/office/drawing/2014/main" id="{6B79B1B0-DCB6-D9EA-8F1B-0749803D4F0D}"/>
                </a:ext>
              </a:extLst>
            </p:cNvPr>
            <p:cNvSpPr/>
            <p:nvPr/>
          </p:nvSpPr>
          <p:spPr>
            <a:xfrm>
              <a:off x="14539099" y="4158631"/>
              <a:ext cx="366262" cy="205220"/>
            </a:xfrm>
            <a:custGeom>
              <a:avLst/>
              <a:gdLst/>
              <a:ahLst/>
              <a:cxnLst/>
              <a:rect l="l" t="t" r="r" b="b"/>
              <a:pathLst>
                <a:path w="1688" h="975" extrusionOk="0">
                  <a:moveTo>
                    <a:pt x="1432" y="0"/>
                  </a:moveTo>
                  <a:lnTo>
                    <a:pt x="1" y="826"/>
                  </a:lnTo>
                  <a:lnTo>
                    <a:pt x="256" y="974"/>
                  </a:lnTo>
                  <a:lnTo>
                    <a:pt x="1687" y="149"/>
                  </a:lnTo>
                  <a:lnTo>
                    <a:pt x="14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5">
              <a:extLst>
                <a:ext uri="{FF2B5EF4-FFF2-40B4-BE49-F238E27FC236}">
                  <a16:creationId xmlns:a16="http://schemas.microsoft.com/office/drawing/2014/main" id="{47D99C48-F97F-B826-0A68-366976F1E32E}"/>
                </a:ext>
              </a:extLst>
            </p:cNvPr>
            <p:cNvSpPr/>
            <p:nvPr/>
          </p:nvSpPr>
          <p:spPr>
            <a:xfrm>
              <a:off x="14439939" y="4189782"/>
              <a:ext cx="622516" cy="775207"/>
            </a:xfrm>
            <a:custGeom>
              <a:avLst/>
              <a:gdLst/>
              <a:ahLst/>
              <a:cxnLst/>
              <a:rect l="l" t="t" r="r" b="b"/>
              <a:pathLst>
                <a:path w="2869" h="3683" extrusionOk="0">
                  <a:moveTo>
                    <a:pt x="2144" y="1"/>
                  </a:moveTo>
                  <a:lnTo>
                    <a:pt x="713" y="826"/>
                  </a:lnTo>
                  <a:lnTo>
                    <a:pt x="1" y="2673"/>
                  </a:lnTo>
                  <a:lnTo>
                    <a:pt x="719" y="3682"/>
                  </a:lnTo>
                  <a:lnTo>
                    <a:pt x="2150" y="2857"/>
                  </a:lnTo>
                  <a:lnTo>
                    <a:pt x="2869" y="1010"/>
                  </a:lnTo>
                  <a:lnTo>
                    <a:pt x="2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5">
              <a:extLst>
                <a:ext uri="{FF2B5EF4-FFF2-40B4-BE49-F238E27FC236}">
                  <a16:creationId xmlns:a16="http://schemas.microsoft.com/office/drawing/2014/main" id="{95D3E6AA-9EB9-5094-C6DF-05396D8EFB25}"/>
                </a:ext>
              </a:extLst>
            </p:cNvPr>
            <p:cNvSpPr/>
            <p:nvPr/>
          </p:nvSpPr>
          <p:spPr>
            <a:xfrm>
              <a:off x="11382496" y="3160618"/>
              <a:ext cx="274697" cy="316355"/>
            </a:xfrm>
            <a:custGeom>
              <a:avLst/>
              <a:gdLst/>
              <a:ahLst/>
              <a:cxnLst/>
              <a:rect l="l" t="t" r="r" b="b"/>
              <a:pathLst>
                <a:path w="1266" h="1503" extrusionOk="0">
                  <a:moveTo>
                    <a:pt x="1" y="0"/>
                  </a:moveTo>
                  <a:lnTo>
                    <a:pt x="939" y="1306"/>
                  </a:lnTo>
                  <a:lnTo>
                    <a:pt x="1266" y="1502"/>
                  </a:lnTo>
                  <a:lnTo>
                    <a:pt x="1266" y="1502"/>
                  </a:lnTo>
                  <a:lnTo>
                    <a:pt x="333" y="190"/>
                  </a:lnTo>
                  <a:lnTo>
                    <a:pt x="1"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5">
              <a:extLst>
                <a:ext uri="{FF2B5EF4-FFF2-40B4-BE49-F238E27FC236}">
                  <a16:creationId xmlns:a16="http://schemas.microsoft.com/office/drawing/2014/main" id="{96129F64-9277-03E1-AA2F-2A162D19388F}"/>
                </a:ext>
              </a:extLst>
            </p:cNvPr>
            <p:cNvSpPr/>
            <p:nvPr/>
          </p:nvSpPr>
          <p:spPr>
            <a:xfrm>
              <a:off x="11382496" y="2659251"/>
              <a:ext cx="272093" cy="541571"/>
            </a:xfrm>
            <a:custGeom>
              <a:avLst/>
              <a:gdLst/>
              <a:ahLst/>
              <a:cxnLst/>
              <a:rect l="l" t="t" r="r" b="b"/>
              <a:pathLst>
                <a:path w="1254" h="2573" extrusionOk="0">
                  <a:moveTo>
                    <a:pt x="927" y="1"/>
                  </a:moveTo>
                  <a:lnTo>
                    <a:pt x="1" y="2382"/>
                  </a:lnTo>
                  <a:lnTo>
                    <a:pt x="333" y="2572"/>
                  </a:lnTo>
                  <a:lnTo>
                    <a:pt x="1254" y="185"/>
                  </a:lnTo>
                  <a:lnTo>
                    <a:pt x="927"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5">
              <a:extLst>
                <a:ext uri="{FF2B5EF4-FFF2-40B4-BE49-F238E27FC236}">
                  <a16:creationId xmlns:a16="http://schemas.microsoft.com/office/drawing/2014/main" id="{7047F229-1D16-4B7C-F421-1021AC93A109}"/>
                </a:ext>
              </a:extLst>
            </p:cNvPr>
            <p:cNvSpPr/>
            <p:nvPr/>
          </p:nvSpPr>
          <p:spPr>
            <a:xfrm>
              <a:off x="11583635" y="2433194"/>
              <a:ext cx="474318" cy="265208"/>
            </a:xfrm>
            <a:custGeom>
              <a:avLst/>
              <a:gdLst/>
              <a:ahLst/>
              <a:cxnLst/>
              <a:rect l="l" t="t" r="r" b="b"/>
              <a:pathLst>
                <a:path w="2186" h="1260" extrusionOk="0">
                  <a:moveTo>
                    <a:pt x="1859" y="0"/>
                  </a:moveTo>
                  <a:lnTo>
                    <a:pt x="0" y="1075"/>
                  </a:lnTo>
                  <a:lnTo>
                    <a:pt x="327" y="1259"/>
                  </a:lnTo>
                  <a:lnTo>
                    <a:pt x="2185" y="190"/>
                  </a:lnTo>
                  <a:lnTo>
                    <a:pt x="1859"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5">
              <a:extLst>
                <a:ext uri="{FF2B5EF4-FFF2-40B4-BE49-F238E27FC236}">
                  <a16:creationId xmlns:a16="http://schemas.microsoft.com/office/drawing/2014/main" id="{DA0ECFB2-91AD-A6BB-E6DD-877AA9CC9A17}"/>
                </a:ext>
              </a:extLst>
            </p:cNvPr>
            <p:cNvSpPr/>
            <p:nvPr/>
          </p:nvSpPr>
          <p:spPr>
            <a:xfrm>
              <a:off x="11650465" y="3104209"/>
              <a:ext cx="686959" cy="476532"/>
            </a:xfrm>
            <a:custGeom>
              <a:avLst/>
              <a:gdLst/>
              <a:ahLst/>
              <a:cxnLst/>
              <a:rect l="l" t="t" r="r" b="b"/>
              <a:pathLst>
                <a:path w="3166" h="2264" extrusionOk="0">
                  <a:moveTo>
                    <a:pt x="1" y="1"/>
                  </a:moveTo>
                  <a:lnTo>
                    <a:pt x="512" y="725"/>
                  </a:lnTo>
                  <a:lnTo>
                    <a:pt x="3166" y="2263"/>
                  </a:lnTo>
                  <a:lnTo>
                    <a:pt x="3166" y="2263"/>
                  </a:lnTo>
                  <a:lnTo>
                    <a:pt x="2655" y="1545"/>
                  </a:lnTo>
                  <a:lnTo>
                    <a:pt x="1" y="1"/>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5">
              <a:extLst>
                <a:ext uri="{FF2B5EF4-FFF2-40B4-BE49-F238E27FC236}">
                  <a16:creationId xmlns:a16="http://schemas.microsoft.com/office/drawing/2014/main" id="{D0AAE4A7-AFA2-44FC-E6A3-AC29D156BB13}"/>
                </a:ext>
              </a:extLst>
            </p:cNvPr>
            <p:cNvSpPr/>
            <p:nvPr/>
          </p:nvSpPr>
          <p:spPr>
            <a:xfrm>
              <a:off x="11650465" y="2829320"/>
              <a:ext cx="685657" cy="600086"/>
            </a:xfrm>
            <a:custGeom>
              <a:avLst/>
              <a:gdLst/>
              <a:ahLst/>
              <a:cxnLst/>
              <a:rect l="l" t="t" r="r" b="b"/>
              <a:pathLst>
                <a:path w="3160" h="2851" extrusionOk="0">
                  <a:moveTo>
                    <a:pt x="506" y="1"/>
                  </a:moveTo>
                  <a:lnTo>
                    <a:pt x="1" y="1307"/>
                  </a:lnTo>
                  <a:lnTo>
                    <a:pt x="2655" y="2851"/>
                  </a:lnTo>
                  <a:lnTo>
                    <a:pt x="3160" y="1544"/>
                  </a:lnTo>
                  <a:lnTo>
                    <a:pt x="506"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5">
              <a:extLst>
                <a:ext uri="{FF2B5EF4-FFF2-40B4-BE49-F238E27FC236}">
                  <a16:creationId xmlns:a16="http://schemas.microsoft.com/office/drawing/2014/main" id="{33FA6862-9AC0-7D91-1FA7-C8F68CBDAADE}"/>
                </a:ext>
              </a:extLst>
            </p:cNvPr>
            <p:cNvSpPr/>
            <p:nvPr/>
          </p:nvSpPr>
          <p:spPr>
            <a:xfrm>
              <a:off x="11760039" y="2705557"/>
              <a:ext cx="796534" cy="448959"/>
            </a:xfrm>
            <a:custGeom>
              <a:avLst/>
              <a:gdLst/>
              <a:ahLst/>
              <a:cxnLst/>
              <a:rect l="l" t="t" r="r" b="b"/>
              <a:pathLst>
                <a:path w="3671" h="2133" extrusionOk="0">
                  <a:moveTo>
                    <a:pt x="1016" y="1"/>
                  </a:moveTo>
                  <a:lnTo>
                    <a:pt x="1" y="589"/>
                  </a:lnTo>
                  <a:lnTo>
                    <a:pt x="2655" y="2132"/>
                  </a:lnTo>
                  <a:lnTo>
                    <a:pt x="3670" y="1550"/>
                  </a:lnTo>
                  <a:lnTo>
                    <a:pt x="1016" y="1"/>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5">
              <a:extLst>
                <a:ext uri="{FF2B5EF4-FFF2-40B4-BE49-F238E27FC236}">
                  <a16:creationId xmlns:a16="http://schemas.microsoft.com/office/drawing/2014/main" id="{EEB8965B-E172-B3C4-F273-6458A8BD6D61}"/>
                </a:ext>
              </a:extLst>
            </p:cNvPr>
            <p:cNvSpPr/>
            <p:nvPr/>
          </p:nvSpPr>
          <p:spPr>
            <a:xfrm>
              <a:off x="12355211" y="3376783"/>
              <a:ext cx="1094230" cy="661336"/>
            </a:xfrm>
            <a:custGeom>
              <a:avLst/>
              <a:gdLst/>
              <a:ahLst/>
              <a:cxnLst/>
              <a:rect l="l" t="t" r="r" b="b"/>
              <a:pathLst>
                <a:path w="5043" h="3142" extrusionOk="0">
                  <a:moveTo>
                    <a:pt x="1" y="0"/>
                  </a:moveTo>
                  <a:lnTo>
                    <a:pt x="262" y="357"/>
                  </a:lnTo>
                  <a:lnTo>
                    <a:pt x="5042" y="3142"/>
                  </a:lnTo>
                  <a:lnTo>
                    <a:pt x="4787" y="2785"/>
                  </a:lnTo>
                  <a:lnTo>
                    <a:pt x="1"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5">
              <a:extLst>
                <a:ext uri="{FF2B5EF4-FFF2-40B4-BE49-F238E27FC236}">
                  <a16:creationId xmlns:a16="http://schemas.microsoft.com/office/drawing/2014/main" id="{0633B609-F45C-40C8-4529-E10436E18053}"/>
                </a:ext>
              </a:extLst>
            </p:cNvPr>
            <p:cNvSpPr/>
            <p:nvPr/>
          </p:nvSpPr>
          <p:spPr>
            <a:xfrm>
              <a:off x="12355211" y="3240601"/>
              <a:ext cx="1094230" cy="722586"/>
            </a:xfrm>
            <a:custGeom>
              <a:avLst/>
              <a:gdLst/>
              <a:ahLst/>
              <a:cxnLst/>
              <a:rect l="l" t="t" r="r" b="b"/>
              <a:pathLst>
                <a:path w="5043" h="3433" extrusionOk="0">
                  <a:moveTo>
                    <a:pt x="256" y="0"/>
                  </a:moveTo>
                  <a:lnTo>
                    <a:pt x="1" y="647"/>
                  </a:lnTo>
                  <a:lnTo>
                    <a:pt x="4787" y="3432"/>
                  </a:lnTo>
                  <a:lnTo>
                    <a:pt x="5042" y="2779"/>
                  </a:lnTo>
                  <a:lnTo>
                    <a:pt x="256" y="0"/>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5">
              <a:extLst>
                <a:ext uri="{FF2B5EF4-FFF2-40B4-BE49-F238E27FC236}">
                  <a16:creationId xmlns:a16="http://schemas.microsoft.com/office/drawing/2014/main" id="{64E2ED05-CAFC-A50B-10CE-2D6D1187C6A0}"/>
                </a:ext>
              </a:extLst>
            </p:cNvPr>
            <p:cNvSpPr/>
            <p:nvPr/>
          </p:nvSpPr>
          <p:spPr>
            <a:xfrm>
              <a:off x="12410757" y="3178088"/>
              <a:ext cx="1148041" cy="647655"/>
            </a:xfrm>
            <a:custGeom>
              <a:avLst/>
              <a:gdLst/>
              <a:ahLst/>
              <a:cxnLst/>
              <a:rect l="l" t="t" r="r" b="b"/>
              <a:pathLst>
                <a:path w="5291" h="3077" extrusionOk="0">
                  <a:moveTo>
                    <a:pt x="505" y="0"/>
                  </a:moveTo>
                  <a:lnTo>
                    <a:pt x="0" y="297"/>
                  </a:lnTo>
                  <a:lnTo>
                    <a:pt x="4786" y="3076"/>
                  </a:lnTo>
                  <a:lnTo>
                    <a:pt x="5291" y="2785"/>
                  </a:lnTo>
                  <a:lnTo>
                    <a:pt x="505"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5">
              <a:extLst>
                <a:ext uri="{FF2B5EF4-FFF2-40B4-BE49-F238E27FC236}">
                  <a16:creationId xmlns:a16="http://schemas.microsoft.com/office/drawing/2014/main" id="{A1826178-C08A-72BC-CF0D-320C9B3049C8}"/>
                </a:ext>
              </a:extLst>
            </p:cNvPr>
            <p:cNvSpPr/>
            <p:nvPr/>
          </p:nvSpPr>
          <p:spPr>
            <a:xfrm>
              <a:off x="14383308" y="4726600"/>
              <a:ext cx="212640" cy="243949"/>
            </a:xfrm>
            <a:custGeom>
              <a:avLst/>
              <a:gdLst/>
              <a:ahLst/>
              <a:cxnLst/>
              <a:rect l="l" t="t" r="r" b="b"/>
              <a:pathLst>
                <a:path w="980" h="1159" extrusionOk="0">
                  <a:moveTo>
                    <a:pt x="0" y="0"/>
                  </a:moveTo>
                  <a:lnTo>
                    <a:pt x="725" y="1010"/>
                  </a:lnTo>
                  <a:lnTo>
                    <a:pt x="980" y="1158"/>
                  </a:lnTo>
                  <a:lnTo>
                    <a:pt x="262" y="149"/>
                  </a:lnTo>
                  <a:lnTo>
                    <a:pt x="0" y="0"/>
                  </a:lnTo>
                  <a:close/>
                  <a:moveTo>
                    <a:pt x="980" y="1158"/>
                  </a:moveTo>
                  <a:lnTo>
                    <a:pt x="980" y="1158"/>
                  </a:lnTo>
                  <a:lnTo>
                    <a:pt x="980" y="1158"/>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5">
              <a:extLst>
                <a:ext uri="{FF2B5EF4-FFF2-40B4-BE49-F238E27FC236}">
                  <a16:creationId xmlns:a16="http://schemas.microsoft.com/office/drawing/2014/main" id="{3AB54AA1-07C4-49DC-5841-00C97BA55CFC}"/>
                </a:ext>
              </a:extLst>
            </p:cNvPr>
            <p:cNvSpPr/>
            <p:nvPr/>
          </p:nvSpPr>
          <p:spPr>
            <a:xfrm>
              <a:off x="14383308" y="4337841"/>
              <a:ext cx="211555" cy="420123"/>
            </a:xfrm>
            <a:custGeom>
              <a:avLst/>
              <a:gdLst/>
              <a:ahLst/>
              <a:cxnLst/>
              <a:rect l="l" t="t" r="r" b="b"/>
              <a:pathLst>
                <a:path w="975" h="1996" extrusionOk="0">
                  <a:moveTo>
                    <a:pt x="719" y="1"/>
                  </a:moveTo>
                  <a:lnTo>
                    <a:pt x="0" y="1847"/>
                  </a:lnTo>
                  <a:lnTo>
                    <a:pt x="262" y="1996"/>
                  </a:lnTo>
                  <a:lnTo>
                    <a:pt x="974" y="149"/>
                  </a:lnTo>
                  <a:lnTo>
                    <a:pt x="719"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5">
              <a:extLst>
                <a:ext uri="{FF2B5EF4-FFF2-40B4-BE49-F238E27FC236}">
                  <a16:creationId xmlns:a16="http://schemas.microsoft.com/office/drawing/2014/main" id="{E3CB3828-BD46-0FD4-62A2-C6B784FA1A3E}"/>
                </a:ext>
              </a:extLst>
            </p:cNvPr>
            <p:cNvSpPr/>
            <p:nvPr/>
          </p:nvSpPr>
          <p:spPr>
            <a:xfrm>
              <a:off x="14539099" y="4164194"/>
              <a:ext cx="366262" cy="205220"/>
            </a:xfrm>
            <a:custGeom>
              <a:avLst/>
              <a:gdLst/>
              <a:ahLst/>
              <a:cxnLst/>
              <a:rect l="l" t="t" r="r" b="b"/>
              <a:pathLst>
                <a:path w="1688" h="975" extrusionOk="0">
                  <a:moveTo>
                    <a:pt x="1432" y="0"/>
                  </a:moveTo>
                  <a:lnTo>
                    <a:pt x="1" y="826"/>
                  </a:lnTo>
                  <a:lnTo>
                    <a:pt x="256" y="974"/>
                  </a:lnTo>
                  <a:lnTo>
                    <a:pt x="1687" y="149"/>
                  </a:lnTo>
                  <a:lnTo>
                    <a:pt x="1432"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5">
              <a:extLst>
                <a:ext uri="{FF2B5EF4-FFF2-40B4-BE49-F238E27FC236}">
                  <a16:creationId xmlns:a16="http://schemas.microsoft.com/office/drawing/2014/main" id="{CBA5E60E-A8AC-272C-1757-DC0282EBF00C}"/>
                </a:ext>
              </a:extLst>
            </p:cNvPr>
            <p:cNvSpPr/>
            <p:nvPr/>
          </p:nvSpPr>
          <p:spPr>
            <a:xfrm>
              <a:off x="1882175" y="2775750"/>
              <a:ext cx="122900" cy="74550"/>
            </a:xfrm>
            <a:custGeom>
              <a:avLst/>
              <a:gdLst/>
              <a:ahLst/>
              <a:cxnLst/>
              <a:rect l="l" t="t" r="r" b="b"/>
              <a:pathLst>
                <a:path w="4916" h="2982" extrusionOk="0">
                  <a:moveTo>
                    <a:pt x="119" y="0"/>
                  </a:moveTo>
                  <a:lnTo>
                    <a:pt x="4916" y="2391"/>
                  </a:lnTo>
                  <a:lnTo>
                    <a:pt x="4916" y="2833"/>
                  </a:lnTo>
                  <a:lnTo>
                    <a:pt x="4076" y="2982"/>
                  </a:lnTo>
                  <a:lnTo>
                    <a:pt x="0" y="238"/>
                  </a:lnTo>
                  <a:close/>
                </a:path>
              </a:pathLst>
            </a:custGeom>
            <a:solidFill>
              <a:schemeClr val="lt1"/>
            </a:solidFill>
            <a:ln>
              <a:noFill/>
            </a:ln>
          </p:spPr>
          <p:txBody>
            <a:bodyPr/>
            <a:lstStyle/>
            <a:p>
              <a:endParaRPr lang="en-PK"/>
            </a:p>
          </p:txBody>
        </p:sp>
        <p:sp>
          <p:nvSpPr>
            <p:cNvPr id="1299" name="Google Shape;1299;p45">
              <a:extLst>
                <a:ext uri="{FF2B5EF4-FFF2-40B4-BE49-F238E27FC236}">
                  <a16:creationId xmlns:a16="http://schemas.microsoft.com/office/drawing/2014/main" id="{2ED56AD1-BCB5-3902-C415-C741E018DAA0}"/>
                </a:ext>
              </a:extLst>
            </p:cNvPr>
            <p:cNvSpPr/>
            <p:nvPr/>
          </p:nvSpPr>
          <p:spPr>
            <a:xfrm>
              <a:off x="9708860" y="-1666675"/>
              <a:ext cx="121106" cy="76743"/>
            </a:xfrm>
            <a:custGeom>
              <a:avLst/>
              <a:gdLst/>
              <a:ahLst/>
              <a:cxnLst/>
              <a:rect l="l" t="t" r="r" b="b"/>
              <a:pathLst>
                <a:path w="3025" h="1976" extrusionOk="0">
                  <a:moveTo>
                    <a:pt x="0" y="0"/>
                  </a:moveTo>
                  <a:lnTo>
                    <a:pt x="3025" y="1476"/>
                  </a:lnTo>
                  <a:lnTo>
                    <a:pt x="2953" y="1786"/>
                  </a:lnTo>
                  <a:lnTo>
                    <a:pt x="2215" y="1976"/>
                  </a:lnTo>
                  <a:lnTo>
                    <a:pt x="24" y="286"/>
                  </a:lnTo>
                  <a:close/>
                </a:path>
              </a:pathLst>
            </a:custGeom>
            <a:solidFill>
              <a:schemeClr val="lt1"/>
            </a:solidFill>
            <a:ln>
              <a:noFill/>
            </a:ln>
          </p:spPr>
          <p:txBody>
            <a:bodyPr/>
            <a:lstStyle/>
            <a:p>
              <a:endParaRPr lang="en-PK"/>
            </a:p>
          </p:txBody>
        </p:sp>
      </p:grpSp>
    </p:spTree>
    <p:extLst>
      <p:ext uri="{BB962C8B-B14F-4D97-AF65-F5344CB8AC3E}">
        <p14:creationId xmlns:p14="http://schemas.microsoft.com/office/powerpoint/2010/main" val="35150980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10">
          <a:extLst>
            <a:ext uri="{FF2B5EF4-FFF2-40B4-BE49-F238E27FC236}">
              <a16:creationId xmlns:a16="http://schemas.microsoft.com/office/drawing/2014/main" id="{D53BCD48-5DB3-047D-69A3-093E0EA27C41}"/>
            </a:ext>
          </a:extLst>
        </p:cNvPr>
        <p:cNvGrpSpPr/>
        <p:nvPr/>
      </p:nvGrpSpPr>
      <p:grpSpPr>
        <a:xfrm>
          <a:off x="0" y="0"/>
          <a:ext cx="0" cy="0"/>
          <a:chOff x="0" y="0"/>
          <a:chExt cx="0" cy="0"/>
        </a:xfrm>
      </p:grpSpPr>
      <p:sp>
        <p:nvSpPr>
          <p:cNvPr id="511" name="Google Shape;511;p24">
            <a:extLst>
              <a:ext uri="{FF2B5EF4-FFF2-40B4-BE49-F238E27FC236}">
                <a16:creationId xmlns:a16="http://schemas.microsoft.com/office/drawing/2014/main" id="{B86D684B-6D4A-412D-FE9D-9F05836283B5}"/>
              </a:ext>
            </a:extLst>
          </p:cNvPr>
          <p:cNvSpPr txBox="1">
            <a:spLocks noGrp="1"/>
          </p:cNvSpPr>
          <p:nvPr>
            <p:ph type="title"/>
          </p:nvPr>
        </p:nvSpPr>
        <p:spPr>
          <a:xfrm>
            <a:off x="-1376864" y="416808"/>
            <a:ext cx="7341729"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b="1" dirty="0">
                <a:solidFill>
                  <a:srgbClr val="00B050"/>
                </a:solidFill>
              </a:rPr>
              <a:t>Why Emerging Trends Matter</a:t>
            </a:r>
            <a:endParaRPr b="1" dirty="0">
              <a:solidFill>
                <a:srgbClr val="00B050"/>
              </a:solidFill>
            </a:endParaRPr>
          </a:p>
        </p:txBody>
      </p:sp>
      <p:sp>
        <p:nvSpPr>
          <p:cNvPr id="14" name="Google Shape;1047;p34">
            <a:extLst>
              <a:ext uri="{FF2B5EF4-FFF2-40B4-BE49-F238E27FC236}">
                <a16:creationId xmlns:a16="http://schemas.microsoft.com/office/drawing/2014/main" id="{E268AF6B-358D-BE9D-A366-53ADDBB02C78}"/>
              </a:ext>
            </a:extLst>
          </p:cNvPr>
          <p:cNvSpPr txBox="1"/>
          <p:nvPr/>
        </p:nvSpPr>
        <p:spPr>
          <a:xfrm>
            <a:off x="1310489" y="4397042"/>
            <a:ext cx="6523021" cy="429600"/>
          </a:xfrm>
          <a:prstGeom prst="rect">
            <a:avLst/>
          </a:prstGeom>
          <a:noFill/>
          <a:ln>
            <a:noFill/>
          </a:ln>
        </p:spPr>
        <p:txBody>
          <a:bodyPr spcFirstLastPara="1" wrap="square" lIns="91425" tIns="91425" rIns="91425" bIns="91425" anchor="ctr" anchorCtr="0">
            <a:noAutofit/>
          </a:bodyPr>
          <a:lstStyle/>
          <a:p>
            <a:pPr lvl="0" algn="ctr"/>
            <a:r>
              <a:rPr lang="en-US" sz="1700" b="1" dirty="0">
                <a:solidFill>
                  <a:schemeClr val="accent3"/>
                </a:solidFill>
                <a:latin typeface="Fira Sans Extra Condensed Medium"/>
                <a:ea typeface="Fira Sans Extra Condensed Medium"/>
                <a:cs typeface="Fira Sans Extra Condensed Medium"/>
                <a:sym typeface="Fira Sans Extra Condensed Medium"/>
              </a:rPr>
              <a:t>“Future megaprojects must integrate emerging tools continuously,  not only at project start.”</a:t>
            </a:r>
            <a:endParaRPr sz="1700" b="1" dirty="0">
              <a:solidFill>
                <a:schemeClr val="accent3"/>
              </a:solidFill>
              <a:latin typeface="Fira Sans Extra Condensed Medium"/>
              <a:ea typeface="Fira Sans Extra Condensed Medium"/>
              <a:cs typeface="Fira Sans Extra Condensed Medium"/>
              <a:sym typeface="Fira Sans Extra Condensed Medium"/>
            </a:endParaRPr>
          </a:p>
        </p:txBody>
      </p:sp>
      <p:sp>
        <p:nvSpPr>
          <p:cNvPr id="5" name="TextBox 4">
            <a:extLst>
              <a:ext uri="{FF2B5EF4-FFF2-40B4-BE49-F238E27FC236}">
                <a16:creationId xmlns:a16="http://schemas.microsoft.com/office/drawing/2014/main" id="{8EE0194B-4DC2-E64A-AC76-E81138E1ED17}"/>
              </a:ext>
            </a:extLst>
          </p:cNvPr>
          <p:cNvSpPr txBox="1"/>
          <p:nvPr/>
        </p:nvSpPr>
        <p:spPr>
          <a:xfrm>
            <a:off x="528972" y="1176977"/>
            <a:ext cx="7894674" cy="738664"/>
          </a:xfrm>
          <a:prstGeom prst="rect">
            <a:avLst/>
          </a:prstGeom>
          <a:noFill/>
        </p:spPr>
        <p:txBody>
          <a:bodyPr wrap="square">
            <a:spAutoFit/>
          </a:bodyPr>
          <a:lstStyle/>
          <a:p>
            <a:pPr algn="just"/>
            <a:r>
              <a:rPr lang="en-PK" dirty="0"/>
              <a:t>JWST was conceived in 1996, but built over 25 years — during a time when project management tools and technologies evolved rapidly. Some trends were successfully adopted, while others emerged too late and would have significantly improved performance if available earlier.</a:t>
            </a:r>
          </a:p>
        </p:txBody>
      </p:sp>
      <p:sp>
        <p:nvSpPr>
          <p:cNvPr id="8" name="TextBox 7">
            <a:extLst>
              <a:ext uri="{FF2B5EF4-FFF2-40B4-BE49-F238E27FC236}">
                <a16:creationId xmlns:a16="http://schemas.microsoft.com/office/drawing/2014/main" id="{A8208F55-71EB-3BC8-AAB6-1C45ACC662DB}"/>
              </a:ext>
            </a:extLst>
          </p:cNvPr>
          <p:cNvSpPr txBox="1"/>
          <p:nvPr/>
        </p:nvSpPr>
        <p:spPr>
          <a:xfrm>
            <a:off x="696433" y="2194610"/>
            <a:ext cx="5066413" cy="1600438"/>
          </a:xfrm>
          <a:prstGeom prst="rect">
            <a:avLst/>
          </a:prstGeom>
          <a:noFill/>
        </p:spPr>
        <p:txBody>
          <a:bodyPr wrap="square">
            <a:spAutoFit/>
          </a:bodyPr>
          <a:lstStyle/>
          <a:p>
            <a:pPr marL="285750" indent="-285750" algn="just">
              <a:buFont typeface="Arial" panose="020B0604020202020204" pitchFamily="34" charset="0"/>
              <a:buChar char="•"/>
            </a:pPr>
            <a:r>
              <a:rPr lang="en-PK" dirty="0"/>
              <a:t>Long-duration projects must evolve with new PM practices</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Modern methodologies reduce risk, improve alignment, and enhance transparency</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JWST provides a case study of both applied and missing trends</a:t>
            </a:r>
          </a:p>
        </p:txBody>
      </p:sp>
      <p:grpSp>
        <p:nvGrpSpPr>
          <p:cNvPr id="10" name="Google Shape;310;p20">
            <a:extLst>
              <a:ext uri="{FF2B5EF4-FFF2-40B4-BE49-F238E27FC236}">
                <a16:creationId xmlns:a16="http://schemas.microsoft.com/office/drawing/2014/main" id="{7641BDA1-519D-F29D-FC2C-90ED146137EB}"/>
              </a:ext>
            </a:extLst>
          </p:cNvPr>
          <p:cNvGrpSpPr/>
          <p:nvPr/>
        </p:nvGrpSpPr>
        <p:grpSpPr>
          <a:xfrm rot="2285319">
            <a:off x="6789637" y="1434904"/>
            <a:ext cx="1291561" cy="3119850"/>
            <a:chOff x="1846275" y="1586263"/>
            <a:chExt cx="1118370" cy="2983155"/>
          </a:xfrm>
        </p:grpSpPr>
        <p:sp>
          <p:nvSpPr>
            <p:cNvPr id="11" name="Google Shape;311;p20">
              <a:extLst>
                <a:ext uri="{FF2B5EF4-FFF2-40B4-BE49-F238E27FC236}">
                  <a16:creationId xmlns:a16="http://schemas.microsoft.com/office/drawing/2014/main" id="{8925E4EA-84BE-0473-6467-24A814A4BD76}"/>
                </a:ext>
              </a:extLst>
            </p:cNvPr>
            <p:cNvSpPr/>
            <p:nvPr/>
          </p:nvSpPr>
          <p:spPr>
            <a:xfrm>
              <a:off x="2531112" y="2959697"/>
              <a:ext cx="433533" cy="1037249"/>
            </a:xfrm>
            <a:custGeom>
              <a:avLst/>
              <a:gdLst/>
              <a:ahLst/>
              <a:cxnLst/>
              <a:rect l="l" t="t" r="r" b="b"/>
              <a:pathLst>
                <a:path w="26231" h="62759" extrusionOk="0">
                  <a:moveTo>
                    <a:pt x="4216" y="3942"/>
                  </a:moveTo>
                  <a:cubicBezTo>
                    <a:pt x="5192" y="536"/>
                    <a:pt x="7835" y="1"/>
                    <a:pt x="10074" y="2739"/>
                  </a:cubicBezTo>
                  <a:lnTo>
                    <a:pt x="22849" y="18360"/>
                  </a:lnTo>
                  <a:cubicBezTo>
                    <a:pt x="25087" y="21099"/>
                    <a:pt x="26230" y="26159"/>
                    <a:pt x="25373" y="29600"/>
                  </a:cubicBezTo>
                  <a:lnTo>
                    <a:pt x="18003" y="59317"/>
                  </a:lnTo>
                  <a:cubicBezTo>
                    <a:pt x="17158" y="62758"/>
                    <a:pt x="16110" y="62687"/>
                    <a:pt x="15681" y="59175"/>
                  </a:cubicBezTo>
                  <a:lnTo>
                    <a:pt x="13455" y="40827"/>
                  </a:lnTo>
                  <a:cubicBezTo>
                    <a:pt x="13026" y="37315"/>
                    <a:pt x="10597" y="32421"/>
                    <a:pt x="8061" y="29957"/>
                  </a:cubicBezTo>
                  <a:lnTo>
                    <a:pt x="3823" y="25837"/>
                  </a:lnTo>
                  <a:cubicBezTo>
                    <a:pt x="1275" y="23373"/>
                    <a:pt x="1" y="18574"/>
                    <a:pt x="977" y="1516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12;p20">
              <a:extLst>
                <a:ext uri="{FF2B5EF4-FFF2-40B4-BE49-F238E27FC236}">
                  <a16:creationId xmlns:a16="http://schemas.microsoft.com/office/drawing/2014/main" id="{4333F54D-E911-2FA9-F75F-84216509D016}"/>
                </a:ext>
              </a:extLst>
            </p:cNvPr>
            <p:cNvSpPr/>
            <p:nvPr/>
          </p:nvSpPr>
          <p:spPr>
            <a:xfrm>
              <a:off x="1846275" y="2959697"/>
              <a:ext cx="433516" cy="1037249"/>
            </a:xfrm>
            <a:custGeom>
              <a:avLst/>
              <a:gdLst/>
              <a:ahLst/>
              <a:cxnLst/>
              <a:rect l="l" t="t" r="r" b="b"/>
              <a:pathLst>
                <a:path w="26230" h="62759" extrusionOk="0">
                  <a:moveTo>
                    <a:pt x="22015" y="3942"/>
                  </a:moveTo>
                  <a:cubicBezTo>
                    <a:pt x="21038" y="536"/>
                    <a:pt x="18395" y="1"/>
                    <a:pt x="16157" y="2739"/>
                  </a:cubicBezTo>
                  <a:lnTo>
                    <a:pt x="3382" y="18360"/>
                  </a:lnTo>
                  <a:cubicBezTo>
                    <a:pt x="1143" y="21099"/>
                    <a:pt x="0" y="26159"/>
                    <a:pt x="857" y="29600"/>
                  </a:cubicBezTo>
                  <a:lnTo>
                    <a:pt x="8215" y="59317"/>
                  </a:lnTo>
                  <a:cubicBezTo>
                    <a:pt x="9073" y="62758"/>
                    <a:pt x="10120" y="62687"/>
                    <a:pt x="10549" y="59175"/>
                  </a:cubicBezTo>
                  <a:lnTo>
                    <a:pt x="12776" y="40827"/>
                  </a:lnTo>
                  <a:cubicBezTo>
                    <a:pt x="13204" y="37315"/>
                    <a:pt x="15633" y="32421"/>
                    <a:pt x="18169" y="29957"/>
                  </a:cubicBezTo>
                  <a:lnTo>
                    <a:pt x="22408" y="25837"/>
                  </a:lnTo>
                  <a:cubicBezTo>
                    <a:pt x="24956" y="23373"/>
                    <a:pt x="26230" y="18574"/>
                    <a:pt x="25253" y="1516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13;p20">
              <a:extLst>
                <a:ext uri="{FF2B5EF4-FFF2-40B4-BE49-F238E27FC236}">
                  <a16:creationId xmlns:a16="http://schemas.microsoft.com/office/drawing/2014/main" id="{C202CB24-6397-A0E3-43AA-7D5D90A7CC2F}"/>
                </a:ext>
              </a:extLst>
            </p:cNvPr>
            <p:cNvSpPr/>
            <p:nvPr/>
          </p:nvSpPr>
          <p:spPr>
            <a:xfrm>
              <a:off x="1961795" y="1586263"/>
              <a:ext cx="881197" cy="2262202"/>
            </a:xfrm>
            <a:custGeom>
              <a:avLst/>
              <a:gdLst/>
              <a:ahLst/>
              <a:cxnLst/>
              <a:rect l="l" t="t" r="r" b="b"/>
              <a:pathLst>
                <a:path w="53317" h="136875" extrusionOk="0">
                  <a:moveTo>
                    <a:pt x="26658" y="0"/>
                  </a:moveTo>
                  <a:cubicBezTo>
                    <a:pt x="26658" y="0"/>
                    <a:pt x="2870" y="29706"/>
                    <a:pt x="1441" y="46875"/>
                  </a:cubicBezTo>
                  <a:cubicBezTo>
                    <a:pt x="0" y="64056"/>
                    <a:pt x="21300" y="136874"/>
                    <a:pt x="21300" y="136874"/>
                  </a:cubicBezTo>
                  <a:lnTo>
                    <a:pt x="32028" y="136874"/>
                  </a:lnTo>
                  <a:cubicBezTo>
                    <a:pt x="32028" y="136874"/>
                    <a:pt x="53316" y="64056"/>
                    <a:pt x="51888" y="46875"/>
                  </a:cubicBezTo>
                  <a:cubicBezTo>
                    <a:pt x="50459" y="29706"/>
                    <a:pt x="26658" y="0"/>
                    <a:pt x="266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4;p20">
              <a:extLst>
                <a:ext uri="{FF2B5EF4-FFF2-40B4-BE49-F238E27FC236}">
                  <a16:creationId xmlns:a16="http://schemas.microsoft.com/office/drawing/2014/main" id="{482E0EE5-678F-F588-DEA6-BA9A3C96F1CD}"/>
                </a:ext>
              </a:extLst>
            </p:cNvPr>
            <p:cNvSpPr/>
            <p:nvPr/>
          </p:nvSpPr>
          <p:spPr>
            <a:xfrm>
              <a:off x="2283941" y="3757712"/>
              <a:ext cx="237137" cy="90934"/>
            </a:xfrm>
            <a:custGeom>
              <a:avLst/>
              <a:gdLst/>
              <a:ahLst/>
              <a:cxnLst/>
              <a:rect l="l" t="t" r="r" b="b"/>
              <a:pathLst>
                <a:path w="14348" h="5502" extrusionOk="0">
                  <a:moveTo>
                    <a:pt x="1" y="0"/>
                  </a:moveTo>
                  <a:cubicBezTo>
                    <a:pt x="1120" y="3453"/>
                    <a:pt x="1810" y="5501"/>
                    <a:pt x="1810" y="5501"/>
                  </a:cubicBezTo>
                  <a:lnTo>
                    <a:pt x="7168" y="5501"/>
                  </a:lnTo>
                  <a:lnTo>
                    <a:pt x="12538" y="5501"/>
                  </a:lnTo>
                  <a:cubicBezTo>
                    <a:pt x="12538" y="5501"/>
                    <a:pt x="13228" y="3453"/>
                    <a:pt x="143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15;p20">
              <a:extLst>
                <a:ext uri="{FF2B5EF4-FFF2-40B4-BE49-F238E27FC236}">
                  <a16:creationId xmlns:a16="http://schemas.microsoft.com/office/drawing/2014/main" id="{492AD646-6C53-041E-3879-664EF23F9844}"/>
                </a:ext>
              </a:extLst>
            </p:cNvPr>
            <p:cNvSpPr/>
            <p:nvPr/>
          </p:nvSpPr>
          <p:spPr>
            <a:xfrm>
              <a:off x="2136339" y="2422839"/>
              <a:ext cx="523459" cy="523442"/>
            </a:xfrm>
            <a:custGeom>
              <a:avLst/>
              <a:gdLst/>
              <a:ahLst/>
              <a:cxnLst/>
              <a:rect l="l" t="t" r="r" b="b"/>
              <a:pathLst>
                <a:path w="31672" h="31671" extrusionOk="0">
                  <a:moveTo>
                    <a:pt x="31672" y="15836"/>
                  </a:moveTo>
                  <a:cubicBezTo>
                    <a:pt x="31672" y="24575"/>
                    <a:pt x="24575" y="31671"/>
                    <a:pt x="15836" y="31671"/>
                  </a:cubicBezTo>
                  <a:cubicBezTo>
                    <a:pt x="7085" y="31671"/>
                    <a:pt x="1" y="24575"/>
                    <a:pt x="1" y="15836"/>
                  </a:cubicBezTo>
                  <a:cubicBezTo>
                    <a:pt x="1" y="7085"/>
                    <a:pt x="7085" y="0"/>
                    <a:pt x="15836" y="0"/>
                  </a:cubicBezTo>
                  <a:cubicBezTo>
                    <a:pt x="24575" y="0"/>
                    <a:pt x="31672" y="7085"/>
                    <a:pt x="31672" y="1583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16;p20">
              <a:extLst>
                <a:ext uri="{FF2B5EF4-FFF2-40B4-BE49-F238E27FC236}">
                  <a16:creationId xmlns:a16="http://schemas.microsoft.com/office/drawing/2014/main" id="{D20B28CA-47F7-1A29-88AA-65B11A8DA28B}"/>
                </a:ext>
              </a:extLst>
            </p:cNvPr>
            <p:cNvSpPr/>
            <p:nvPr/>
          </p:nvSpPr>
          <p:spPr>
            <a:xfrm>
              <a:off x="2213693" y="2500178"/>
              <a:ext cx="368778" cy="368778"/>
            </a:xfrm>
            <a:custGeom>
              <a:avLst/>
              <a:gdLst/>
              <a:ahLst/>
              <a:cxnLst/>
              <a:rect l="l" t="t" r="r" b="b"/>
              <a:pathLst>
                <a:path w="22313" h="22313" extrusionOk="0">
                  <a:moveTo>
                    <a:pt x="11156" y="1"/>
                  </a:moveTo>
                  <a:cubicBezTo>
                    <a:pt x="4989" y="1"/>
                    <a:pt x="0" y="4989"/>
                    <a:pt x="0" y="11157"/>
                  </a:cubicBezTo>
                  <a:cubicBezTo>
                    <a:pt x="0" y="17312"/>
                    <a:pt x="4989" y="22313"/>
                    <a:pt x="11156" y="22313"/>
                  </a:cubicBezTo>
                  <a:cubicBezTo>
                    <a:pt x="17324" y="22313"/>
                    <a:pt x="22312" y="17312"/>
                    <a:pt x="22312" y="11157"/>
                  </a:cubicBezTo>
                  <a:cubicBezTo>
                    <a:pt x="22312" y="4989"/>
                    <a:pt x="17324" y="1"/>
                    <a:pt x="11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17;p20">
              <a:extLst>
                <a:ext uri="{FF2B5EF4-FFF2-40B4-BE49-F238E27FC236}">
                  <a16:creationId xmlns:a16="http://schemas.microsoft.com/office/drawing/2014/main" id="{672403D8-7523-7D22-DCE7-4C77293BA3D2}"/>
                </a:ext>
              </a:extLst>
            </p:cNvPr>
            <p:cNvSpPr/>
            <p:nvPr/>
          </p:nvSpPr>
          <p:spPr>
            <a:xfrm>
              <a:off x="2140091" y="3877528"/>
              <a:ext cx="524831" cy="691891"/>
            </a:xfrm>
            <a:custGeom>
              <a:avLst/>
              <a:gdLst/>
              <a:ahLst/>
              <a:cxnLst/>
              <a:rect l="l" t="t" r="r" b="b"/>
              <a:pathLst>
                <a:path w="31755" h="41863" extrusionOk="0">
                  <a:moveTo>
                    <a:pt x="21420" y="0"/>
                  </a:moveTo>
                  <a:lnTo>
                    <a:pt x="15871" y="0"/>
                  </a:lnTo>
                  <a:lnTo>
                    <a:pt x="10335" y="0"/>
                  </a:lnTo>
                  <a:cubicBezTo>
                    <a:pt x="10335" y="0"/>
                    <a:pt x="0" y="8585"/>
                    <a:pt x="4453" y="22896"/>
                  </a:cubicBezTo>
                  <a:lnTo>
                    <a:pt x="10335" y="14074"/>
                  </a:lnTo>
                  <a:cubicBezTo>
                    <a:pt x="10335" y="14074"/>
                    <a:pt x="7465" y="26123"/>
                    <a:pt x="15871" y="41863"/>
                  </a:cubicBezTo>
                  <a:cubicBezTo>
                    <a:pt x="24289" y="26123"/>
                    <a:pt x="21420" y="14074"/>
                    <a:pt x="21420" y="14074"/>
                  </a:cubicBezTo>
                  <a:lnTo>
                    <a:pt x="27301" y="22896"/>
                  </a:lnTo>
                  <a:cubicBezTo>
                    <a:pt x="31754" y="8585"/>
                    <a:pt x="21420" y="0"/>
                    <a:pt x="21420" y="0"/>
                  </a:cubicBezTo>
                  <a:close/>
                </a:path>
              </a:pathLst>
            </a:custGeom>
            <a:gradFill>
              <a:gsLst>
                <a:gs pos="0">
                  <a:srgbClr val="FCBD24"/>
                </a:gs>
                <a:gs pos="100000">
                  <a:srgbClr val="FF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18;p20">
              <a:extLst>
                <a:ext uri="{FF2B5EF4-FFF2-40B4-BE49-F238E27FC236}">
                  <a16:creationId xmlns:a16="http://schemas.microsoft.com/office/drawing/2014/main" id="{9AD4682D-40F8-1B70-CE91-2D5C0BD7DF64}"/>
                </a:ext>
              </a:extLst>
            </p:cNvPr>
            <p:cNvSpPr/>
            <p:nvPr/>
          </p:nvSpPr>
          <p:spPr>
            <a:xfrm>
              <a:off x="2122570" y="1586263"/>
              <a:ext cx="559853" cy="681065"/>
            </a:xfrm>
            <a:custGeom>
              <a:avLst/>
              <a:gdLst/>
              <a:ahLst/>
              <a:cxnLst/>
              <a:rect l="l" t="t" r="r" b="b"/>
              <a:pathLst>
                <a:path w="33874" h="41208" extrusionOk="0">
                  <a:moveTo>
                    <a:pt x="1" y="25063"/>
                  </a:moveTo>
                  <a:lnTo>
                    <a:pt x="16931" y="41208"/>
                  </a:lnTo>
                  <a:lnTo>
                    <a:pt x="33862" y="25063"/>
                  </a:lnTo>
                  <a:lnTo>
                    <a:pt x="33874" y="25063"/>
                  </a:lnTo>
                  <a:cubicBezTo>
                    <a:pt x="26504" y="11942"/>
                    <a:pt x="16931" y="0"/>
                    <a:pt x="16931" y="0"/>
                  </a:cubicBezTo>
                  <a:cubicBezTo>
                    <a:pt x="16931" y="0"/>
                    <a:pt x="7370" y="11942"/>
                    <a:pt x="1" y="2506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46335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10">
          <a:extLst>
            <a:ext uri="{FF2B5EF4-FFF2-40B4-BE49-F238E27FC236}">
              <a16:creationId xmlns:a16="http://schemas.microsoft.com/office/drawing/2014/main" id="{6A58FFF1-B62C-0D1D-8EAB-280DC698E239}"/>
            </a:ext>
          </a:extLst>
        </p:cNvPr>
        <p:cNvGrpSpPr/>
        <p:nvPr/>
      </p:nvGrpSpPr>
      <p:grpSpPr>
        <a:xfrm>
          <a:off x="0" y="0"/>
          <a:ext cx="0" cy="0"/>
          <a:chOff x="0" y="0"/>
          <a:chExt cx="0" cy="0"/>
        </a:xfrm>
      </p:grpSpPr>
      <p:sp>
        <p:nvSpPr>
          <p:cNvPr id="511" name="Google Shape;511;p24">
            <a:extLst>
              <a:ext uri="{FF2B5EF4-FFF2-40B4-BE49-F238E27FC236}">
                <a16:creationId xmlns:a16="http://schemas.microsoft.com/office/drawing/2014/main" id="{51253AD1-0DDA-2505-37AE-0E48CD156821}"/>
              </a:ext>
            </a:extLst>
          </p:cNvPr>
          <p:cNvSpPr txBox="1">
            <a:spLocks noGrp="1"/>
          </p:cNvSpPr>
          <p:nvPr>
            <p:ph type="title"/>
          </p:nvPr>
        </p:nvSpPr>
        <p:spPr>
          <a:xfrm>
            <a:off x="-1440659" y="338257"/>
            <a:ext cx="8638901"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b="1" dirty="0">
                <a:solidFill>
                  <a:srgbClr val="00B050"/>
                </a:solidFill>
              </a:rPr>
              <a:t>Trends That JWST Successfully Applied</a:t>
            </a:r>
            <a:endParaRPr b="1" dirty="0">
              <a:solidFill>
                <a:srgbClr val="00B050"/>
              </a:solidFill>
            </a:endParaRPr>
          </a:p>
        </p:txBody>
      </p:sp>
      <p:sp>
        <p:nvSpPr>
          <p:cNvPr id="4" name="TextBox 3">
            <a:extLst>
              <a:ext uri="{FF2B5EF4-FFF2-40B4-BE49-F238E27FC236}">
                <a16:creationId xmlns:a16="http://schemas.microsoft.com/office/drawing/2014/main" id="{ADD60237-7CD4-04F3-A5F7-D1A2B7787999}"/>
              </a:ext>
            </a:extLst>
          </p:cNvPr>
          <p:cNvSpPr txBox="1"/>
          <p:nvPr/>
        </p:nvSpPr>
        <p:spPr>
          <a:xfrm>
            <a:off x="365492" y="1059728"/>
            <a:ext cx="8413011" cy="523220"/>
          </a:xfrm>
          <a:prstGeom prst="rect">
            <a:avLst/>
          </a:prstGeom>
          <a:noFill/>
        </p:spPr>
        <p:txBody>
          <a:bodyPr wrap="square">
            <a:spAutoFit/>
          </a:bodyPr>
          <a:lstStyle/>
          <a:p>
            <a:pPr algn="just"/>
            <a:r>
              <a:rPr lang="en-PK" dirty="0"/>
              <a:t>Although JWST began in an older PM era, the team adopted several modern practices during re-planning phases, which contributed to successful execution.</a:t>
            </a:r>
          </a:p>
        </p:txBody>
      </p:sp>
      <p:sp>
        <p:nvSpPr>
          <p:cNvPr id="7" name="TextBox 6">
            <a:extLst>
              <a:ext uri="{FF2B5EF4-FFF2-40B4-BE49-F238E27FC236}">
                <a16:creationId xmlns:a16="http://schemas.microsoft.com/office/drawing/2014/main" id="{B9661360-A489-A9C5-9079-68BBF869A403}"/>
              </a:ext>
            </a:extLst>
          </p:cNvPr>
          <p:cNvSpPr txBox="1"/>
          <p:nvPr/>
        </p:nvSpPr>
        <p:spPr>
          <a:xfrm>
            <a:off x="664801" y="1823219"/>
            <a:ext cx="7814395" cy="2462213"/>
          </a:xfrm>
          <a:prstGeom prst="rect">
            <a:avLst/>
          </a:prstGeom>
          <a:noFill/>
        </p:spPr>
        <p:txBody>
          <a:bodyPr wrap="square">
            <a:spAutoFit/>
          </a:bodyPr>
          <a:lstStyle/>
          <a:p>
            <a:pPr algn="just"/>
            <a:r>
              <a:rPr lang="en-PK" dirty="0"/>
              <a:t>1. </a:t>
            </a:r>
            <a:r>
              <a:rPr lang="en-PK" b="1" dirty="0"/>
              <a:t>Digital Modelling &amp; Early Prototyping</a:t>
            </a:r>
            <a:r>
              <a:rPr lang="en-US" b="1" dirty="0"/>
              <a:t>:</a:t>
            </a:r>
            <a:r>
              <a:rPr lang="en-US" dirty="0"/>
              <a:t> </a:t>
            </a:r>
            <a:r>
              <a:rPr lang="en-PK" dirty="0"/>
              <a:t>Used physical and digital prototypes to validate mirror segments, sunshield </a:t>
            </a:r>
            <a:r>
              <a:rPr lang="en-PK" dirty="0" err="1"/>
              <a:t>behavior</a:t>
            </a:r>
            <a:r>
              <a:rPr lang="en-PK" dirty="0"/>
              <a:t>, and deployment mechanisms.</a:t>
            </a:r>
          </a:p>
          <a:p>
            <a:pPr algn="just"/>
            <a:endParaRPr lang="en-PK" dirty="0"/>
          </a:p>
          <a:p>
            <a:pPr algn="just"/>
            <a:r>
              <a:rPr lang="en-PK" dirty="0"/>
              <a:t>2. </a:t>
            </a:r>
            <a:r>
              <a:rPr lang="en-PK" b="1" dirty="0"/>
              <a:t>Rigorous Systems Engineering Integration</a:t>
            </a:r>
            <a:r>
              <a:rPr lang="en-US" b="1" dirty="0"/>
              <a:t>: </a:t>
            </a:r>
            <a:r>
              <a:rPr lang="en-PK" dirty="0"/>
              <a:t>Systems engineering became the core coordination framework across international teams.</a:t>
            </a:r>
          </a:p>
          <a:p>
            <a:pPr algn="just"/>
            <a:endParaRPr lang="en-PK" dirty="0"/>
          </a:p>
          <a:p>
            <a:pPr algn="just"/>
            <a:r>
              <a:rPr lang="en-PK" dirty="0"/>
              <a:t>3. </a:t>
            </a:r>
            <a:r>
              <a:rPr lang="en-PK" b="1" dirty="0"/>
              <a:t>Independent Technical &amp; Risk Review Boards</a:t>
            </a:r>
            <a:r>
              <a:rPr lang="en-US" b="1" dirty="0"/>
              <a:t>: </a:t>
            </a:r>
            <a:r>
              <a:rPr lang="en-PK" dirty="0"/>
              <a:t>External review panels acted much like today’s independent quality governance structures.</a:t>
            </a:r>
          </a:p>
          <a:p>
            <a:pPr algn="just"/>
            <a:endParaRPr lang="en-PK" dirty="0"/>
          </a:p>
          <a:p>
            <a:pPr algn="just"/>
            <a:r>
              <a:rPr lang="en-PK" dirty="0"/>
              <a:t>4. </a:t>
            </a:r>
            <a:r>
              <a:rPr lang="en-PK" b="1" dirty="0"/>
              <a:t>Enhanced Testing Culture (Iterative Testing)</a:t>
            </a:r>
            <a:r>
              <a:rPr lang="en-US" b="1" dirty="0"/>
              <a:t>: </a:t>
            </a:r>
            <a:r>
              <a:rPr lang="en-PK" dirty="0"/>
              <a:t>Shift from “test at the end” to “test every component repeatedly” (modern trend in aerospace).</a:t>
            </a:r>
          </a:p>
        </p:txBody>
      </p:sp>
    </p:spTree>
    <p:extLst>
      <p:ext uri="{BB962C8B-B14F-4D97-AF65-F5344CB8AC3E}">
        <p14:creationId xmlns:p14="http://schemas.microsoft.com/office/powerpoint/2010/main" val="4877212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10">
          <a:extLst>
            <a:ext uri="{FF2B5EF4-FFF2-40B4-BE49-F238E27FC236}">
              <a16:creationId xmlns:a16="http://schemas.microsoft.com/office/drawing/2014/main" id="{6C3210AA-3DC7-CB00-E7CB-1352E523F9CF}"/>
            </a:ext>
          </a:extLst>
        </p:cNvPr>
        <p:cNvGrpSpPr/>
        <p:nvPr/>
      </p:nvGrpSpPr>
      <p:grpSpPr>
        <a:xfrm>
          <a:off x="0" y="0"/>
          <a:ext cx="0" cy="0"/>
          <a:chOff x="0" y="0"/>
          <a:chExt cx="0" cy="0"/>
        </a:xfrm>
      </p:grpSpPr>
      <p:sp>
        <p:nvSpPr>
          <p:cNvPr id="511" name="Google Shape;511;p24">
            <a:extLst>
              <a:ext uri="{FF2B5EF4-FFF2-40B4-BE49-F238E27FC236}">
                <a16:creationId xmlns:a16="http://schemas.microsoft.com/office/drawing/2014/main" id="{FA37BF72-8377-C231-73B9-D74FD93C8C4F}"/>
              </a:ext>
            </a:extLst>
          </p:cNvPr>
          <p:cNvSpPr txBox="1">
            <a:spLocks noGrp="1"/>
          </p:cNvSpPr>
          <p:nvPr>
            <p:ph type="title"/>
          </p:nvPr>
        </p:nvSpPr>
        <p:spPr>
          <a:xfrm>
            <a:off x="-1270538" y="581357"/>
            <a:ext cx="8370402"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b="1" dirty="0">
                <a:solidFill>
                  <a:srgbClr val="00B050"/>
                </a:solidFill>
              </a:rPr>
              <a:t>Trends We Suggest For JWST Like Projects</a:t>
            </a:r>
            <a:endParaRPr b="1" dirty="0">
              <a:solidFill>
                <a:srgbClr val="00B050"/>
              </a:solidFill>
            </a:endParaRPr>
          </a:p>
        </p:txBody>
      </p:sp>
      <p:sp>
        <p:nvSpPr>
          <p:cNvPr id="7" name="TextBox 6">
            <a:extLst>
              <a:ext uri="{FF2B5EF4-FFF2-40B4-BE49-F238E27FC236}">
                <a16:creationId xmlns:a16="http://schemas.microsoft.com/office/drawing/2014/main" id="{C2F7EA6F-D9F6-E50F-D23D-F713CF3F354D}"/>
              </a:ext>
            </a:extLst>
          </p:cNvPr>
          <p:cNvSpPr txBox="1"/>
          <p:nvPr/>
        </p:nvSpPr>
        <p:spPr>
          <a:xfrm>
            <a:off x="412012" y="1207720"/>
            <a:ext cx="8030240" cy="523220"/>
          </a:xfrm>
          <a:prstGeom prst="rect">
            <a:avLst/>
          </a:prstGeom>
          <a:noFill/>
        </p:spPr>
        <p:txBody>
          <a:bodyPr wrap="square">
            <a:spAutoFit/>
          </a:bodyPr>
          <a:lstStyle/>
          <a:p>
            <a:pPr algn="just"/>
            <a:r>
              <a:rPr lang="en-PK" dirty="0"/>
              <a:t>Many PM innovations matured after JWST had already started. Their absence contributed to early failures, delays, and cost escalations.</a:t>
            </a:r>
          </a:p>
        </p:txBody>
      </p:sp>
      <p:sp>
        <p:nvSpPr>
          <p:cNvPr id="9" name="TextBox 8">
            <a:extLst>
              <a:ext uri="{FF2B5EF4-FFF2-40B4-BE49-F238E27FC236}">
                <a16:creationId xmlns:a16="http://schemas.microsoft.com/office/drawing/2014/main" id="{979B5A09-DA87-9085-4518-08551536AADA}"/>
              </a:ext>
            </a:extLst>
          </p:cNvPr>
          <p:cNvSpPr txBox="1"/>
          <p:nvPr/>
        </p:nvSpPr>
        <p:spPr>
          <a:xfrm>
            <a:off x="843959" y="1884487"/>
            <a:ext cx="7868094" cy="2677656"/>
          </a:xfrm>
          <a:prstGeom prst="rect">
            <a:avLst/>
          </a:prstGeom>
          <a:noFill/>
        </p:spPr>
        <p:txBody>
          <a:bodyPr wrap="square">
            <a:spAutoFit/>
          </a:bodyPr>
          <a:lstStyle/>
          <a:p>
            <a:pPr algn="just"/>
            <a:r>
              <a:rPr lang="en-PK" dirty="0"/>
              <a:t>1. </a:t>
            </a:r>
            <a:r>
              <a:rPr lang="en-PK" b="1" dirty="0"/>
              <a:t>Digital Twins</a:t>
            </a:r>
            <a:r>
              <a:rPr lang="en-US" b="1" dirty="0"/>
              <a:t>: </a:t>
            </a:r>
            <a:r>
              <a:rPr lang="en-PK" dirty="0"/>
              <a:t>A full digital twin of JWST would've reduced integration failures, sunshield deployment issues, and vibration-test damages.</a:t>
            </a:r>
          </a:p>
          <a:p>
            <a:pPr algn="just"/>
            <a:endParaRPr lang="en-PK" dirty="0"/>
          </a:p>
          <a:p>
            <a:pPr algn="just"/>
            <a:r>
              <a:rPr lang="en-PK" dirty="0"/>
              <a:t>2. </a:t>
            </a:r>
            <a:r>
              <a:rPr lang="en-PK" b="1" dirty="0"/>
              <a:t>Agile-Based Iteration for Hardware Projects</a:t>
            </a:r>
            <a:r>
              <a:rPr lang="en-US" b="1" dirty="0"/>
              <a:t>: </a:t>
            </a:r>
            <a:r>
              <a:rPr lang="en-PK" dirty="0"/>
              <a:t>Earlier adoption of hybrid agile–waterfall models could have improved responsiveness to scientific requirement changes.</a:t>
            </a:r>
          </a:p>
          <a:p>
            <a:pPr algn="just"/>
            <a:endParaRPr lang="en-PK" dirty="0"/>
          </a:p>
          <a:p>
            <a:pPr algn="just"/>
            <a:r>
              <a:rPr lang="en-PK" dirty="0"/>
              <a:t>3. </a:t>
            </a:r>
            <a:r>
              <a:rPr lang="en-PK" b="1" dirty="0"/>
              <a:t>Advanced Collaboration &amp; PM Software</a:t>
            </a:r>
            <a:r>
              <a:rPr lang="en-US" b="1" dirty="0"/>
              <a:t>: </a:t>
            </a:r>
            <a:r>
              <a:rPr lang="en-PK" dirty="0"/>
              <a:t>Modern cloud-based PM tools (Jira, Confluence, DevOps dashboards, digital PMIS) would have improved documentation, communication, and alignment.</a:t>
            </a:r>
          </a:p>
          <a:p>
            <a:pPr algn="just"/>
            <a:endParaRPr lang="en-PK" dirty="0"/>
          </a:p>
          <a:p>
            <a:pPr algn="just"/>
            <a:r>
              <a:rPr lang="en-PK" dirty="0"/>
              <a:t>4. </a:t>
            </a:r>
            <a:r>
              <a:rPr lang="en-PK" b="1" dirty="0"/>
              <a:t>Predictive Analytics &amp; AI-Based Risk Monitoring</a:t>
            </a:r>
            <a:r>
              <a:rPr lang="en-US" b="1" dirty="0"/>
              <a:t>: </a:t>
            </a:r>
            <a:r>
              <a:rPr lang="en-PK" dirty="0"/>
              <a:t>Today’s AI models could have predicted high-probability failure points and testing conflicts.</a:t>
            </a:r>
          </a:p>
        </p:txBody>
      </p:sp>
    </p:spTree>
    <p:extLst>
      <p:ext uri="{BB962C8B-B14F-4D97-AF65-F5344CB8AC3E}">
        <p14:creationId xmlns:p14="http://schemas.microsoft.com/office/powerpoint/2010/main" val="21703632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13">
          <a:extLst>
            <a:ext uri="{FF2B5EF4-FFF2-40B4-BE49-F238E27FC236}">
              <a16:creationId xmlns:a16="http://schemas.microsoft.com/office/drawing/2014/main" id="{9E96E3F3-A422-3902-61D0-C5B1E8913D85}"/>
            </a:ext>
          </a:extLst>
        </p:cNvPr>
        <p:cNvGrpSpPr/>
        <p:nvPr/>
      </p:nvGrpSpPr>
      <p:grpSpPr>
        <a:xfrm>
          <a:off x="0" y="0"/>
          <a:ext cx="0" cy="0"/>
          <a:chOff x="0" y="0"/>
          <a:chExt cx="0" cy="0"/>
        </a:xfrm>
      </p:grpSpPr>
      <p:sp>
        <p:nvSpPr>
          <p:cNvPr id="1214" name="Google Shape;1214;p45">
            <a:extLst>
              <a:ext uri="{FF2B5EF4-FFF2-40B4-BE49-F238E27FC236}">
                <a16:creationId xmlns:a16="http://schemas.microsoft.com/office/drawing/2014/main" id="{C36E24D2-5E76-AA9B-0F39-B7BEE9500892}"/>
              </a:ext>
            </a:extLst>
          </p:cNvPr>
          <p:cNvSpPr txBox="1">
            <a:spLocks noGrp="1"/>
          </p:cNvSpPr>
          <p:nvPr>
            <p:ph type="title"/>
          </p:nvPr>
        </p:nvSpPr>
        <p:spPr>
          <a:xfrm>
            <a:off x="0" y="1356045"/>
            <a:ext cx="4731300" cy="530700"/>
          </a:xfrm>
          <a:prstGeom prst="rect">
            <a:avLst/>
          </a:prstGeom>
        </p:spPr>
        <p:txBody>
          <a:bodyPr spcFirstLastPara="1" wrap="square" lIns="91425" tIns="91425" rIns="91425" bIns="91425" anchor="t" anchorCtr="0">
            <a:noAutofit/>
          </a:bodyPr>
          <a:lstStyle/>
          <a:p>
            <a:pPr lvl="0"/>
            <a:r>
              <a:rPr lang="en-US" dirty="0"/>
              <a:t>Conclusion</a:t>
            </a:r>
            <a:endParaRPr dirty="0"/>
          </a:p>
        </p:txBody>
      </p:sp>
      <p:sp>
        <p:nvSpPr>
          <p:cNvPr id="1216" name="Google Shape;1216;p45">
            <a:extLst>
              <a:ext uri="{FF2B5EF4-FFF2-40B4-BE49-F238E27FC236}">
                <a16:creationId xmlns:a16="http://schemas.microsoft.com/office/drawing/2014/main" id="{39A783A1-1DE7-5E58-055E-A6364CEBA8B2}"/>
              </a:ext>
            </a:extLst>
          </p:cNvPr>
          <p:cNvSpPr txBox="1">
            <a:spLocks noGrp="1"/>
          </p:cNvSpPr>
          <p:nvPr>
            <p:ph type="title" idx="2"/>
          </p:nvPr>
        </p:nvSpPr>
        <p:spPr>
          <a:xfrm>
            <a:off x="1445850" y="533018"/>
            <a:ext cx="1839600" cy="115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08</a:t>
            </a:r>
            <a:endParaRPr dirty="0"/>
          </a:p>
        </p:txBody>
      </p:sp>
      <p:grpSp>
        <p:nvGrpSpPr>
          <p:cNvPr id="1217" name="Google Shape;1217;p45">
            <a:extLst>
              <a:ext uri="{FF2B5EF4-FFF2-40B4-BE49-F238E27FC236}">
                <a16:creationId xmlns:a16="http://schemas.microsoft.com/office/drawing/2014/main" id="{9312B8EB-E8C2-BCDA-9AA5-D50EFCC024F1}"/>
              </a:ext>
            </a:extLst>
          </p:cNvPr>
          <p:cNvGrpSpPr/>
          <p:nvPr/>
        </p:nvGrpSpPr>
        <p:grpSpPr>
          <a:xfrm>
            <a:off x="2229327" y="0"/>
            <a:ext cx="7831882" cy="5214329"/>
            <a:chOff x="-2287178" y="355461"/>
            <a:chExt cx="7831882" cy="5214329"/>
          </a:xfrm>
        </p:grpSpPr>
        <p:grpSp>
          <p:nvGrpSpPr>
            <p:cNvPr id="1218" name="Google Shape;1218;p45">
              <a:extLst>
                <a:ext uri="{FF2B5EF4-FFF2-40B4-BE49-F238E27FC236}">
                  <a16:creationId xmlns:a16="http://schemas.microsoft.com/office/drawing/2014/main" id="{71B0F812-759A-4F1F-0512-1E297BF438D8}"/>
                </a:ext>
              </a:extLst>
            </p:cNvPr>
            <p:cNvGrpSpPr/>
            <p:nvPr/>
          </p:nvGrpSpPr>
          <p:grpSpPr>
            <a:xfrm rot="-1389532">
              <a:off x="766951" y="2008871"/>
              <a:ext cx="1659012" cy="1653911"/>
              <a:chOff x="991825" y="1680713"/>
              <a:chExt cx="1787560" cy="1782064"/>
            </a:xfrm>
          </p:grpSpPr>
          <p:sp>
            <p:nvSpPr>
              <p:cNvPr id="1219" name="Google Shape;1219;p45">
                <a:extLst>
                  <a:ext uri="{FF2B5EF4-FFF2-40B4-BE49-F238E27FC236}">
                    <a16:creationId xmlns:a16="http://schemas.microsoft.com/office/drawing/2014/main" id="{CBF70DDE-8157-BC33-FEE0-94342CE85C5D}"/>
                  </a:ext>
                </a:extLst>
              </p:cNvPr>
              <p:cNvSpPr/>
              <p:nvPr/>
            </p:nvSpPr>
            <p:spPr>
              <a:xfrm>
                <a:off x="997314" y="1680713"/>
                <a:ext cx="1782071" cy="1778380"/>
              </a:xfrm>
              <a:custGeom>
                <a:avLst/>
                <a:gdLst/>
                <a:ahLst/>
                <a:cxnLst/>
                <a:rect l="l" t="t" r="r" b="b"/>
                <a:pathLst>
                  <a:path w="18830" h="18791" extrusionOk="0">
                    <a:moveTo>
                      <a:pt x="9438" y="0"/>
                    </a:moveTo>
                    <a:cubicBezTo>
                      <a:pt x="9414" y="0"/>
                      <a:pt x="9390" y="0"/>
                      <a:pt x="9366" y="0"/>
                    </a:cubicBezTo>
                    <a:cubicBezTo>
                      <a:pt x="4176" y="20"/>
                      <a:pt x="1" y="4254"/>
                      <a:pt x="1" y="9425"/>
                    </a:cubicBezTo>
                    <a:cubicBezTo>
                      <a:pt x="20" y="14610"/>
                      <a:pt x="4196" y="18790"/>
                      <a:pt x="9372" y="18790"/>
                    </a:cubicBezTo>
                    <a:cubicBezTo>
                      <a:pt x="9396" y="18790"/>
                      <a:pt x="9420" y="18790"/>
                      <a:pt x="9445" y="18790"/>
                    </a:cubicBezTo>
                    <a:cubicBezTo>
                      <a:pt x="14635" y="18771"/>
                      <a:pt x="18830" y="14556"/>
                      <a:pt x="18810" y="9366"/>
                    </a:cubicBezTo>
                    <a:cubicBezTo>
                      <a:pt x="18771" y="4180"/>
                      <a:pt x="14595" y="0"/>
                      <a:pt x="94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5">
                <a:extLst>
                  <a:ext uri="{FF2B5EF4-FFF2-40B4-BE49-F238E27FC236}">
                    <a16:creationId xmlns:a16="http://schemas.microsoft.com/office/drawing/2014/main" id="{0563BE2C-B34B-DDEA-48A9-73D75E6A9F75}"/>
                  </a:ext>
                </a:extLst>
              </p:cNvPr>
              <p:cNvSpPr/>
              <p:nvPr/>
            </p:nvSpPr>
            <p:spPr>
              <a:xfrm>
                <a:off x="1036115" y="1682511"/>
                <a:ext cx="1743269" cy="927093"/>
              </a:xfrm>
              <a:custGeom>
                <a:avLst/>
                <a:gdLst/>
                <a:ahLst/>
                <a:cxnLst/>
                <a:rect l="l" t="t" r="r" b="b"/>
                <a:pathLst>
                  <a:path w="18420" h="9796" extrusionOk="0">
                    <a:moveTo>
                      <a:pt x="9012" y="1"/>
                    </a:moveTo>
                    <a:cubicBezTo>
                      <a:pt x="9000" y="1"/>
                      <a:pt x="8988" y="1"/>
                      <a:pt x="8976" y="1"/>
                    </a:cubicBezTo>
                    <a:cubicBezTo>
                      <a:pt x="4722" y="20"/>
                      <a:pt x="1152" y="2850"/>
                      <a:pt x="1" y="6732"/>
                    </a:cubicBezTo>
                    <a:lnTo>
                      <a:pt x="1" y="6732"/>
                    </a:lnTo>
                    <a:cubicBezTo>
                      <a:pt x="1425" y="3318"/>
                      <a:pt x="4839" y="898"/>
                      <a:pt x="8800" y="879"/>
                    </a:cubicBezTo>
                    <a:cubicBezTo>
                      <a:pt x="8813" y="879"/>
                      <a:pt x="8826" y="879"/>
                      <a:pt x="8838" y="879"/>
                    </a:cubicBezTo>
                    <a:cubicBezTo>
                      <a:pt x="13953" y="879"/>
                      <a:pt x="18128" y="4813"/>
                      <a:pt x="18420" y="9796"/>
                    </a:cubicBezTo>
                    <a:lnTo>
                      <a:pt x="18420" y="9367"/>
                    </a:lnTo>
                    <a:cubicBezTo>
                      <a:pt x="18400" y="4188"/>
                      <a:pt x="14186" y="1"/>
                      <a:pt x="9012" y="1"/>
                    </a:cubicBez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5">
                <a:extLst>
                  <a:ext uri="{FF2B5EF4-FFF2-40B4-BE49-F238E27FC236}">
                    <a16:creationId xmlns:a16="http://schemas.microsoft.com/office/drawing/2014/main" id="{7F44BF75-16BD-96D7-9528-212D22F282C3}"/>
                  </a:ext>
                </a:extLst>
              </p:cNvPr>
              <p:cNvSpPr/>
              <p:nvPr/>
            </p:nvSpPr>
            <p:spPr>
              <a:xfrm>
                <a:off x="997314" y="1926296"/>
                <a:ext cx="1673141" cy="1536480"/>
              </a:xfrm>
              <a:custGeom>
                <a:avLst/>
                <a:gdLst/>
                <a:ahLst/>
                <a:cxnLst/>
                <a:rect l="l" t="t" r="r" b="b"/>
                <a:pathLst>
                  <a:path w="17679" h="16235" extrusionOk="0">
                    <a:moveTo>
                      <a:pt x="2928" y="0"/>
                    </a:moveTo>
                    <a:lnTo>
                      <a:pt x="2928" y="0"/>
                    </a:lnTo>
                    <a:cubicBezTo>
                      <a:pt x="1113" y="1737"/>
                      <a:pt x="1" y="4156"/>
                      <a:pt x="1" y="6869"/>
                    </a:cubicBezTo>
                    <a:cubicBezTo>
                      <a:pt x="20" y="12047"/>
                      <a:pt x="4215" y="16234"/>
                      <a:pt x="9408" y="16234"/>
                    </a:cubicBezTo>
                    <a:cubicBezTo>
                      <a:pt x="9420" y="16234"/>
                      <a:pt x="9432" y="16234"/>
                      <a:pt x="9445" y="16234"/>
                    </a:cubicBezTo>
                    <a:cubicBezTo>
                      <a:pt x="12996" y="16234"/>
                      <a:pt x="16098" y="14224"/>
                      <a:pt x="17678" y="11278"/>
                    </a:cubicBezTo>
                    <a:lnTo>
                      <a:pt x="17678" y="11278"/>
                    </a:lnTo>
                    <a:cubicBezTo>
                      <a:pt x="16020" y="12859"/>
                      <a:pt x="13757" y="13854"/>
                      <a:pt x="11240" y="13854"/>
                    </a:cubicBezTo>
                    <a:cubicBezTo>
                      <a:pt x="11216" y="13854"/>
                      <a:pt x="11192" y="13854"/>
                      <a:pt x="11168" y="13854"/>
                    </a:cubicBezTo>
                    <a:cubicBezTo>
                      <a:pt x="6011" y="13854"/>
                      <a:pt x="1835" y="9674"/>
                      <a:pt x="1796" y="4488"/>
                    </a:cubicBezTo>
                    <a:cubicBezTo>
                      <a:pt x="1796" y="2869"/>
                      <a:pt x="2225" y="1347"/>
                      <a:pt x="2928" y="0"/>
                    </a:cubicBezTo>
                    <a:close/>
                  </a:path>
                </a:pathLst>
              </a:custGeom>
              <a:solidFill>
                <a:srgbClr val="052E3A">
                  <a:alpha val="21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5">
                <a:extLst>
                  <a:ext uri="{FF2B5EF4-FFF2-40B4-BE49-F238E27FC236}">
                    <a16:creationId xmlns:a16="http://schemas.microsoft.com/office/drawing/2014/main" id="{0AB8E00C-0656-ADC8-2158-27D2DF3645BD}"/>
                  </a:ext>
                </a:extLst>
              </p:cNvPr>
              <p:cNvSpPr/>
              <p:nvPr/>
            </p:nvSpPr>
            <p:spPr>
              <a:xfrm>
                <a:off x="997314" y="1841312"/>
                <a:ext cx="871729" cy="1412786"/>
              </a:xfrm>
              <a:custGeom>
                <a:avLst/>
                <a:gdLst/>
                <a:ahLst/>
                <a:cxnLst/>
                <a:rect l="l" t="t" r="r" b="b"/>
                <a:pathLst>
                  <a:path w="9211" h="14928" extrusionOk="0">
                    <a:moveTo>
                      <a:pt x="4098" y="1"/>
                    </a:moveTo>
                    <a:lnTo>
                      <a:pt x="3884" y="137"/>
                    </a:lnTo>
                    <a:lnTo>
                      <a:pt x="3825" y="196"/>
                    </a:lnTo>
                    <a:cubicBezTo>
                      <a:pt x="3747" y="235"/>
                      <a:pt x="3708" y="274"/>
                      <a:pt x="3650" y="313"/>
                    </a:cubicBezTo>
                    <a:cubicBezTo>
                      <a:pt x="3650" y="333"/>
                      <a:pt x="3630" y="333"/>
                      <a:pt x="3610" y="372"/>
                    </a:cubicBezTo>
                    <a:cubicBezTo>
                      <a:pt x="3552" y="391"/>
                      <a:pt x="3493" y="430"/>
                      <a:pt x="3435" y="489"/>
                    </a:cubicBezTo>
                    <a:cubicBezTo>
                      <a:pt x="3415" y="489"/>
                      <a:pt x="3415" y="508"/>
                      <a:pt x="3396" y="508"/>
                    </a:cubicBezTo>
                    <a:cubicBezTo>
                      <a:pt x="3259" y="606"/>
                      <a:pt x="3123" y="723"/>
                      <a:pt x="3006" y="859"/>
                    </a:cubicBezTo>
                    <a:lnTo>
                      <a:pt x="2947" y="898"/>
                    </a:lnTo>
                    <a:lnTo>
                      <a:pt x="2811" y="1055"/>
                    </a:lnTo>
                    <a:lnTo>
                      <a:pt x="2752" y="1094"/>
                    </a:lnTo>
                    <a:lnTo>
                      <a:pt x="2615" y="1250"/>
                    </a:lnTo>
                    <a:cubicBezTo>
                      <a:pt x="2576" y="1269"/>
                      <a:pt x="2557" y="1269"/>
                      <a:pt x="2557" y="1289"/>
                    </a:cubicBezTo>
                    <a:cubicBezTo>
                      <a:pt x="2440" y="1406"/>
                      <a:pt x="2323" y="1562"/>
                      <a:pt x="2186" y="1679"/>
                    </a:cubicBezTo>
                    <a:lnTo>
                      <a:pt x="2147" y="1737"/>
                    </a:lnTo>
                    <a:cubicBezTo>
                      <a:pt x="2089" y="1776"/>
                      <a:pt x="2069" y="1835"/>
                      <a:pt x="2030" y="1874"/>
                    </a:cubicBezTo>
                    <a:cubicBezTo>
                      <a:pt x="1991" y="1874"/>
                      <a:pt x="1991" y="1894"/>
                      <a:pt x="1971" y="1933"/>
                    </a:cubicBezTo>
                    <a:cubicBezTo>
                      <a:pt x="1932" y="1991"/>
                      <a:pt x="1893" y="2050"/>
                      <a:pt x="1854" y="2089"/>
                    </a:cubicBezTo>
                    <a:cubicBezTo>
                      <a:pt x="1854" y="2128"/>
                      <a:pt x="1835" y="2128"/>
                      <a:pt x="1835" y="2147"/>
                    </a:cubicBezTo>
                    <a:lnTo>
                      <a:pt x="1542" y="2576"/>
                    </a:lnTo>
                    <a:cubicBezTo>
                      <a:pt x="1503" y="2576"/>
                      <a:pt x="1503" y="2615"/>
                      <a:pt x="1484" y="2635"/>
                    </a:cubicBezTo>
                    <a:cubicBezTo>
                      <a:pt x="1464" y="2713"/>
                      <a:pt x="1406" y="2752"/>
                      <a:pt x="1386" y="2811"/>
                    </a:cubicBezTo>
                    <a:cubicBezTo>
                      <a:pt x="1367" y="2830"/>
                      <a:pt x="1367" y="2850"/>
                      <a:pt x="1347" y="2869"/>
                    </a:cubicBezTo>
                    <a:cubicBezTo>
                      <a:pt x="1308" y="2928"/>
                      <a:pt x="1269" y="3006"/>
                      <a:pt x="1250" y="3045"/>
                    </a:cubicBezTo>
                    <a:cubicBezTo>
                      <a:pt x="1250" y="3045"/>
                      <a:pt x="1211" y="3064"/>
                      <a:pt x="1211" y="3103"/>
                    </a:cubicBezTo>
                    <a:cubicBezTo>
                      <a:pt x="1172" y="3162"/>
                      <a:pt x="1152" y="3240"/>
                      <a:pt x="1093" y="3318"/>
                    </a:cubicBezTo>
                    <a:cubicBezTo>
                      <a:pt x="1054" y="3396"/>
                      <a:pt x="1015" y="3454"/>
                      <a:pt x="976" y="3533"/>
                    </a:cubicBezTo>
                    <a:cubicBezTo>
                      <a:pt x="976" y="3552"/>
                      <a:pt x="957" y="3591"/>
                      <a:pt x="957" y="3611"/>
                    </a:cubicBezTo>
                    <a:cubicBezTo>
                      <a:pt x="918" y="3650"/>
                      <a:pt x="898" y="3728"/>
                      <a:pt x="879" y="3786"/>
                    </a:cubicBezTo>
                    <a:cubicBezTo>
                      <a:pt x="879" y="3806"/>
                      <a:pt x="859" y="3825"/>
                      <a:pt x="859" y="3845"/>
                    </a:cubicBezTo>
                    <a:cubicBezTo>
                      <a:pt x="820" y="3903"/>
                      <a:pt x="801" y="3981"/>
                      <a:pt x="781" y="4020"/>
                    </a:cubicBezTo>
                    <a:cubicBezTo>
                      <a:pt x="781" y="4040"/>
                      <a:pt x="762" y="4079"/>
                      <a:pt x="762" y="4098"/>
                    </a:cubicBezTo>
                    <a:cubicBezTo>
                      <a:pt x="723" y="4176"/>
                      <a:pt x="684" y="4274"/>
                      <a:pt x="664" y="4333"/>
                    </a:cubicBezTo>
                    <a:cubicBezTo>
                      <a:pt x="606" y="4411"/>
                      <a:pt x="586" y="4508"/>
                      <a:pt x="567" y="4586"/>
                    </a:cubicBezTo>
                    <a:cubicBezTo>
                      <a:pt x="567" y="4606"/>
                      <a:pt x="528" y="4625"/>
                      <a:pt x="528" y="4664"/>
                    </a:cubicBezTo>
                    <a:cubicBezTo>
                      <a:pt x="528" y="4703"/>
                      <a:pt x="508" y="4781"/>
                      <a:pt x="489" y="4820"/>
                    </a:cubicBezTo>
                    <a:cubicBezTo>
                      <a:pt x="489" y="4859"/>
                      <a:pt x="469" y="4879"/>
                      <a:pt x="469" y="4898"/>
                    </a:cubicBezTo>
                    <a:cubicBezTo>
                      <a:pt x="430" y="4957"/>
                      <a:pt x="430" y="5015"/>
                      <a:pt x="411" y="5074"/>
                    </a:cubicBezTo>
                    <a:cubicBezTo>
                      <a:pt x="411" y="5093"/>
                      <a:pt x="391" y="5113"/>
                      <a:pt x="391" y="5152"/>
                    </a:cubicBezTo>
                    <a:cubicBezTo>
                      <a:pt x="372" y="5250"/>
                      <a:pt x="333" y="5308"/>
                      <a:pt x="313" y="5406"/>
                    </a:cubicBezTo>
                    <a:cubicBezTo>
                      <a:pt x="313" y="5484"/>
                      <a:pt x="293" y="5581"/>
                      <a:pt x="274" y="5659"/>
                    </a:cubicBezTo>
                    <a:cubicBezTo>
                      <a:pt x="235" y="5679"/>
                      <a:pt x="235" y="5698"/>
                      <a:pt x="235" y="5737"/>
                    </a:cubicBezTo>
                    <a:cubicBezTo>
                      <a:pt x="215" y="5796"/>
                      <a:pt x="215" y="5854"/>
                      <a:pt x="196" y="5932"/>
                    </a:cubicBezTo>
                    <a:cubicBezTo>
                      <a:pt x="176" y="5952"/>
                      <a:pt x="176" y="5991"/>
                      <a:pt x="176" y="6030"/>
                    </a:cubicBezTo>
                    <a:cubicBezTo>
                      <a:pt x="176" y="6089"/>
                      <a:pt x="137" y="6147"/>
                      <a:pt x="137" y="6225"/>
                    </a:cubicBezTo>
                    <a:cubicBezTo>
                      <a:pt x="118" y="6245"/>
                      <a:pt x="118" y="6264"/>
                      <a:pt x="118" y="6284"/>
                    </a:cubicBezTo>
                    <a:cubicBezTo>
                      <a:pt x="98" y="6381"/>
                      <a:pt x="79" y="6459"/>
                      <a:pt x="79" y="6557"/>
                    </a:cubicBezTo>
                    <a:cubicBezTo>
                      <a:pt x="79" y="6654"/>
                      <a:pt x="40" y="6732"/>
                      <a:pt x="40" y="6830"/>
                    </a:cubicBezTo>
                    <a:lnTo>
                      <a:pt x="40" y="6908"/>
                    </a:lnTo>
                    <a:cubicBezTo>
                      <a:pt x="20" y="6986"/>
                      <a:pt x="20" y="7025"/>
                      <a:pt x="20" y="7103"/>
                    </a:cubicBezTo>
                    <a:lnTo>
                      <a:pt x="20" y="7201"/>
                    </a:lnTo>
                    <a:lnTo>
                      <a:pt x="20" y="7396"/>
                    </a:lnTo>
                    <a:cubicBezTo>
                      <a:pt x="20" y="7415"/>
                      <a:pt x="1" y="7435"/>
                      <a:pt x="40" y="7630"/>
                    </a:cubicBezTo>
                    <a:lnTo>
                      <a:pt x="40" y="7903"/>
                    </a:lnTo>
                    <a:lnTo>
                      <a:pt x="40" y="8137"/>
                    </a:lnTo>
                    <a:lnTo>
                      <a:pt x="40" y="8215"/>
                    </a:lnTo>
                    <a:lnTo>
                      <a:pt x="40" y="8391"/>
                    </a:lnTo>
                    <a:lnTo>
                      <a:pt x="40" y="8489"/>
                    </a:lnTo>
                    <a:lnTo>
                      <a:pt x="40" y="8625"/>
                    </a:lnTo>
                    <a:lnTo>
                      <a:pt x="40" y="8723"/>
                    </a:lnTo>
                    <a:cubicBezTo>
                      <a:pt x="59" y="8781"/>
                      <a:pt x="59" y="8820"/>
                      <a:pt x="59" y="8879"/>
                    </a:cubicBezTo>
                    <a:lnTo>
                      <a:pt x="59" y="8976"/>
                    </a:lnTo>
                    <a:cubicBezTo>
                      <a:pt x="59" y="9015"/>
                      <a:pt x="98" y="9074"/>
                      <a:pt x="98" y="9113"/>
                    </a:cubicBezTo>
                    <a:cubicBezTo>
                      <a:pt x="118" y="9152"/>
                      <a:pt x="118" y="9191"/>
                      <a:pt x="118" y="9210"/>
                    </a:cubicBezTo>
                    <a:cubicBezTo>
                      <a:pt x="118" y="9269"/>
                      <a:pt x="137" y="9308"/>
                      <a:pt x="137" y="9367"/>
                    </a:cubicBezTo>
                    <a:cubicBezTo>
                      <a:pt x="157" y="9386"/>
                      <a:pt x="157" y="9445"/>
                      <a:pt x="157" y="9464"/>
                    </a:cubicBezTo>
                    <a:cubicBezTo>
                      <a:pt x="157" y="9503"/>
                      <a:pt x="196" y="9562"/>
                      <a:pt x="196" y="9601"/>
                    </a:cubicBezTo>
                    <a:cubicBezTo>
                      <a:pt x="196" y="9640"/>
                      <a:pt x="215" y="9679"/>
                      <a:pt x="215" y="9698"/>
                    </a:cubicBezTo>
                    <a:cubicBezTo>
                      <a:pt x="215" y="9757"/>
                      <a:pt x="235" y="9796"/>
                      <a:pt x="235" y="9854"/>
                    </a:cubicBezTo>
                    <a:cubicBezTo>
                      <a:pt x="254" y="9874"/>
                      <a:pt x="254" y="9893"/>
                      <a:pt x="254" y="9932"/>
                    </a:cubicBezTo>
                    <a:cubicBezTo>
                      <a:pt x="293" y="9971"/>
                      <a:pt x="293" y="10049"/>
                      <a:pt x="313" y="10088"/>
                    </a:cubicBezTo>
                    <a:cubicBezTo>
                      <a:pt x="333" y="10088"/>
                      <a:pt x="333" y="10127"/>
                      <a:pt x="333" y="10147"/>
                    </a:cubicBezTo>
                    <a:cubicBezTo>
                      <a:pt x="391" y="10323"/>
                      <a:pt x="430" y="10479"/>
                      <a:pt x="489" y="10635"/>
                    </a:cubicBezTo>
                    <a:cubicBezTo>
                      <a:pt x="508" y="10654"/>
                      <a:pt x="508" y="10654"/>
                      <a:pt x="508" y="10674"/>
                    </a:cubicBezTo>
                    <a:cubicBezTo>
                      <a:pt x="528" y="10752"/>
                      <a:pt x="547" y="10810"/>
                      <a:pt x="586" y="10869"/>
                    </a:cubicBezTo>
                    <a:cubicBezTo>
                      <a:pt x="586" y="10908"/>
                      <a:pt x="606" y="10927"/>
                      <a:pt x="606" y="10947"/>
                    </a:cubicBezTo>
                    <a:cubicBezTo>
                      <a:pt x="606" y="11025"/>
                      <a:pt x="625" y="11064"/>
                      <a:pt x="645" y="11123"/>
                    </a:cubicBezTo>
                    <a:cubicBezTo>
                      <a:pt x="645" y="11142"/>
                      <a:pt x="684" y="11162"/>
                      <a:pt x="684" y="11201"/>
                    </a:cubicBezTo>
                    <a:cubicBezTo>
                      <a:pt x="684" y="11240"/>
                      <a:pt x="703" y="11298"/>
                      <a:pt x="723" y="11337"/>
                    </a:cubicBezTo>
                    <a:cubicBezTo>
                      <a:pt x="723" y="11357"/>
                      <a:pt x="742" y="11396"/>
                      <a:pt x="742" y="11415"/>
                    </a:cubicBezTo>
                    <a:lnTo>
                      <a:pt x="820" y="11552"/>
                    </a:lnTo>
                    <a:cubicBezTo>
                      <a:pt x="820" y="11591"/>
                      <a:pt x="840" y="11610"/>
                      <a:pt x="840" y="11630"/>
                    </a:cubicBezTo>
                    <a:lnTo>
                      <a:pt x="918" y="11786"/>
                    </a:lnTo>
                    <a:cubicBezTo>
                      <a:pt x="918" y="11805"/>
                      <a:pt x="937" y="11825"/>
                      <a:pt x="937" y="11845"/>
                    </a:cubicBezTo>
                    <a:cubicBezTo>
                      <a:pt x="976" y="11923"/>
                      <a:pt x="996" y="11981"/>
                      <a:pt x="1015" y="12020"/>
                    </a:cubicBezTo>
                    <a:cubicBezTo>
                      <a:pt x="1015" y="12020"/>
                      <a:pt x="1054" y="12040"/>
                      <a:pt x="1054" y="12079"/>
                    </a:cubicBezTo>
                    <a:cubicBezTo>
                      <a:pt x="1074" y="12118"/>
                      <a:pt x="1113" y="12196"/>
                      <a:pt x="1152" y="12235"/>
                    </a:cubicBezTo>
                    <a:cubicBezTo>
                      <a:pt x="1152" y="12274"/>
                      <a:pt x="1172" y="12274"/>
                      <a:pt x="1172" y="12293"/>
                    </a:cubicBezTo>
                    <a:cubicBezTo>
                      <a:pt x="1308" y="12566"/>
                      <a:pt x="1484" y="12859"/>
                      <a:pt x="1679" y="13113"/>
                    </a:cubicBezTo>
                    <a:lnTo>
                      <a:pt x="1698" y="13152"/>
                    </a:lnTo>
                    <a:cubicBezTo>
                      <a:pt x="1757" y="13191"/>
                      <a:pt x="1776" y="13269"/>
                      <a:pt x="1835" y="13308"/>
                    </a:cubicBezTo>
                    <a:lnTo>
                      <a:pt x="1854" y="13347"/>
                    </a:lnTo>
                    <a:cubicBezTo>
                      <a:pt x="1893" y="13405"/>
                      <a:pt x="1932" y="13464"/>
                      <a:pt x="1971" y="13503"/>
                    </a:cubicBezTo>
                    <a:lnTo>
                      <a:pt x="1991" y="13542"/>
                    </a:lnTo>
                    <a:cubicBezTo>
                      <a:pt x="2050" y="13581"/>
                      <a:pt x="2069" y="13640"/>
                      <a:pt x="2128" y="13679"/>
                    </a:cubicBezTo>
                    <a:lnTo>
                      <a:pt x="2147" y="13698"/>
                    </a:lnTo>
                    <a:cubicBezTo>
                      <a:pt x="2167" y="13757"/>
                      <a:pt x="2225" y="13796"/>
                      <a:pt x="2264" y="13854"/>
                    </a:cubicBezTo>
                    <a:lnTo>
                      <a:pt x="2284" y="13874"/>
                    </a:lnTo>
                    <a:cubicBezTo>
                      <a:pt x="2342" y="13952"/>
                      <a:pt x="2381" y="13991"/>
                      <a:pt x="2440" y="14049"/>
                    </a:cubicBezTo>
                    <a:lnTo>
                      <a:pt x="2459" y="14069"/>
                    </a:lnTo>
                    <a:cubicBezTo>
                      <a:pt x="2537" y="14127"/>
                      <a:pt x="2576" y="14186"/>
                      <a:pt x="2635" y="14244"/>
                    </a:cubicBezTo>
                    <a:cubicBezTo>
                      <a:pt x="2850" y="14479"/>
                      <a:pt x="3103" y="14713"/>
                      <a:pt x="3337" y="14927"/>
                    </a:cubicBezTo>
                    <a:cubicBezTo>
                      <a:pt x="3259" y="14420"/>
                      <a:pt x="3025" y="13854"/>
                      <a:pt x="2752" y="13171"/>
                    </a:cubicBezTo>
                    <a:cubicBezTo>
                      <a:pt x="2342" y="12118"/>
                      <a:pt x="2811" y="12079"/>
                      <a:pt x="3240" y="11240"/>
                    </a:cubicBezTo>
                    <a:cubicBezTo>
                      <a:pt x="3689" y="10420"/>
                      <a:pt x="4469" y="10908"/>
                      <a:pt x="5308" y="9893"/>
                    </a:cubicBezTo>
                    <a:cubicBezTo>
                      <a:pt x="6167" y="8879"/>
                      <a:pt x="5464" y="7942"/>
                      <a:pt x="5796" y="7513"/>
                    </a:cubicBezTo>
                    <a:cubicBezTo>
                      <a:pt x="5863" y="7424"/>
                      <a:pt x="5946" y="7393"/>
                      <a:pt x="6045" y="7393"/>
                    </a:cubicBezTo>
                    <a:cubicBezTo>
                      <a:pt x="6255" y="7393"/>
                      <a:pt x="6536" y="7530"/>
                      <a:pt x="6881" y="7530"/>
                    </a:cubicBezTo>
                    <a:cubicBezTo>
                      <a:pt x="7225" y="7530"/>
                      <a:pt x="7633" y="7394"/>
                      <a:pt x="8098" y="6850"/>
                    </a:cubicBezTo>
                    <a:cubicBezTo>
                      <a:pt x="9210" y="5503"/>
                      <a:pt x="8313" y="4801"/>
                      <a:pt x="7786" y="4176"/>
                    </a:cubicBezTo>
                    <a:cubicBezTo>
                      <a:pt x="7220" y="3533"/>
                      <a:pt x="6674" y="4020"/>
                      <a:pt x="6362" y="2947"/>
                    </a:cubicBezTo>
                    <a:cubicBezTo>
                      <a:pt x="6049" y="1874"/>
                      <a:pt x="4996" y="2089"/>
                      <a:pt x="4508" y="1991"/>
                    </a:cubicBezTo>
                    <a:cubicBezTo>
                      <a:pt x="4020" y="1894"/>
                      <a:pt x="4098" y="1"/>
                      <a:pt x="40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5">
                <a:extLst>
                  <a:ext uri="{FF2B5EF4-FFF2-40B4-BE49-F238E27FC236}">
                    <a16:creationId xmlns:a16="http://schemas.microsoft.com/office/drawing/2014/main" id="{26DE978F-45A6-21A4-1A5A-5AAAF8D22C76}"/>
                  </a:ext>
                </a:extLst>
              </p:cNvPr>
              <p:cNvSpPr/>
              <p:nvPr/>
            </p:nvSpPr>
            <p:spPr>
              <a:xfrm>
                <a:off x="991825" y="1931785"/>
                <a:ext cx="330578" cy="1320417"/>
              </a:xfrm>
              <a:custGeom>
                <a:avLst/>
                <a:gdLst/>
                <a:ahLst/>
                <a:cxnLst/>
                <a:rect l="l" t="t" r="r" b="b"/>
                <a:pathLst>
                  <a:path w="3493" h="13952" extrusionOk="0">
                    <a:moveTo>
                      <a:pt x="2869" y="1"/>
                    </a:moveTo>
                    <a:cubicBezTo>
                      <a:pt x="2866" y="5"/>
                      <a:pt x="2864" y="9"/>
                      <a:pt x="2862" y="12"/>
                    </a:cubicBezTo>
                    <a:lnTo>
                      <a:pt x="2862" y="12"/>
                    </a:lnTo>
                    <a:cubicBezTo>
                      <a:pt x="2866" y="9"/>
                      <a:pt x="2869" y="6"/>
                      <a:pt x="2869" y="1"/>
                    </a:cubicBezTo>
                    <a:close/>
                    <a:moveTo>
                      <a:pt x="2862" y="12"/>
                    </a:moveTo>
                    <a:cubicBezTo>
                      <a:pt x="2851" y="22"/>
                      <a:pt x="2825" y="25"/>
                      <a:pt x="2810" y="40"/>
                    </a:cubicBezTo>
                    <a:lnTo>
                      <a:pt x="2712" y="138"/>
                    </a:lnTo>
                    <a:lnTo>
                      <a:pt x="2615" y="235"/>
                    </a:lnTo>
                    <a:lnTo>
                      <a:pt x="2537" y="313"/>
                    </a:lnTo>
                    <a:cubicBezTo>
                      <a:pt x="2498" y="372"/>
                      <a:pt x="2420" y="411"/>
                      <a:pt x="2381" y="489"/>
                    </a:cubicBezTo>
                    <a:cubicBezTo>
                      <a:pt x="2381" y="508"/>
                      <a:pt x="2342" y="508"/>
                      <a:pt x="2342" y="528"/>
                    </a:cubicBezTo>
                    <a:cubicBezTo>
                      <a:pt x="2322" y="586"/>
                      <a:pt x="2283" y="625"/>
                      <a:pt x="2225" y="684"/>
                    </a:cubicBezTo>
                    <a:cubicBezTo>
                      <a:pt x="2205" y="703"/>
                      <a:pt x="2186" y="762"/>
                      <a:pt x="2147" y="781"/>
                    </a:cubicBezTo>
                    <a:cubicBezTo>
                      <a:pt x="2108" y="801"/>
                      <a:pt x="2088" y="859"/>
                      <a:pt x="2049" y="879"/>
                    </a:cubicBezTo>
                    <a:cubicBezTo>
                      <a:pt x="2029" y="899"/>
                      <a:pt x="2010" y="957"/>
                      <a:pt x="1990" y="977"/>
                    </a:cubicBezTo>
                    <a:cubicBezTo>
                      <a:pt x="1951" y="996"/>
                      <a:pt x="1932" y="1055"/>
                      <a:pt x="1912" y="1074"/>
                    </a:cubicBezTo>
                    <a:cubicBezTo>
                      <a:pt x="1893" y="1094"/>
                      <a:pt x="1854" y="1152"/>
                      <a:pt x="1834" y="1172"/>
                    </a:cubicBezTo>
                    <a:cubicBezTo>
                      <a:pt x="1815" y="1211"/>
                      <a:pt x="1756" y="1269"/>
                      <a:pt x="1737" y="1308"/>
                    </a:cubicBezTo>
                    <a:cubicBezTo>
                      <a:pt x="1717" y="1347"/>
                      <a:pt x="1698" y="1347"/>
                      <a:pt x="1698" y="1367"/>
                    </a:cubicBezTo>
                    <a:lnTo>
                      <a:pt x="1542" y="1581"/>
                    </a:lnTo>
                    <a:cubicBezTo>
                      <a:pt x="1542" y="1601"/>
                      <a:pt x="1522" y="1640"/>
                      <a:pt x="1503" y="1659"/>
                    </a:cubicBezTo>
                    <a:cubicBezTo>
                      <a:pt x="1464" y="1698"/>
                      <a:pt x="1444" y="1738"/>
                      <a:pt x="1425" y="1777"/>
                    </a:cubicBezTo>
                    <a:cubicBezTo>
                      <a:pt x="1405" y="1796"/>
                      <a:pt x="1366" y="1855"/>
                      <a:pt x="1347" y="1874"/>
                    </a:cubicBezTo>
                    <a:cubicBezTo>
                      <a:pt x="1327" y="1933"/>
                      <a:pt x="1308" y="1952"/>
                      <a:pt x="1269" y="1991"/>
                    </a:cubicBezTo>
                    <a:cubicBezTo>
                      <a:pt x="1269" y="2030"/>
                      <a:pt x="1249" y="2069"/>
                      <a:pt x="1230" y="2089"/>
                    </a:cubicBezTo>
                    <a:cubicBezTo>
                      <a:pt x="1210" y="2147"/>
                      <a:pt x="1171" y="2167"/>
                      <a:pt x="1151" y="2225"/>
                    </a:cubicBezTo>
                    <a:cubicBezTo>
                      <a:pt x="1151" y="2245"/>
                      <a:pt x="1132" y="2284"/>
                      <a:pt x="1112" y="2323"/>
                    </a:cubicBezTo>
                    <a:lnTo>
                      <a:pt x="1034" y="2459"/>
                    </a:lnTo>
                    <a:cubicBezTo>
                      <a:pt x="1034" y="2479"/>
                      <a:pt x="1015" y="2518"/>
                      <a:pt x="1015" y="2537"/>
                    </a:cubicBezTo>
                    <a:cubicBezTo>
                      <a:pt x="1015" y="2557"/>
                      <a:pt x="976" y="2557"/>
                      <a:pt x="976" y="2577"/>
                    </a:cubicBezTo>
                    <a:cubicBezTo>
                      <a:pt x="956" y="2635"/>
                      <a:pt x="937" y="2713"/>
                      <a:pt x="917" y="2752"/>
                    </a:cubicBezTo>
                    <a:cubicBezTo>
                      <a:pt x="917" y="2752"/>
                      <a:pt x="878" y="2772"/>
                      <a:pt x="878" y="2811"/>
                    </a:cubicBezTo>
                    <a:cubicBezTo>
                      <a:pt x="878" y="2830"/>
                      <a:pt x="859" y="2830"/>
                      <a:pt x="859" y="2850"/>
                    </a:cubicBezTo>
                    <a:lnTo>
                      <a:pt x="781" y="3006"/>
                    </a:lnTo>
                    <a:lnTo>
                      <a:pt x="781" y="3025"/>
                    </a:lnTo>
                    <a:cubicBezTo>
                      <a:pt x="761" y="3045"/>
                      <a:pt x="761" y="3103"/>
                      <a:pt x="742" y="3123"/>
                    </a:cubicBezTo>
                    <a:cubicBezTo>
                      <a:pt x="742" y="3162"/>
                      <a:pt x="722" y="3220"/>
                      <a:pt x="683" y="3259"/>
                    </a:cubicBezTo>
                    <a:cubicBezTo>
                      <a:pt x="664" y="3298"/>
                      <a:pt x="664" y="3337"/>
                      <a:pt x="644" y="3357"/>
                    </a:cubicBezTo>
                    <a:cubicBezTo>
                      <a:pt x="644" y="3416"/>
                      <a:pt x="625" y="3455"/>
                      <a:pt x="586" y="3513"/>
                    </a:cubicBezTo>
                    <a:cubicBezTo>
                      <a:pt x="586" y="3533"/>
                      <a:pt x="566" y="3552"/>
                      <a:pt x="566" y="3591"/>
                    </a:cubicBezTo>
                    <a:cubicBezTo>
                      <a:pt x="547" y="3611"/>
                      <a:pt x="547" y="3611"/>
                      <a:pt x="547" y="3630"/>
                    </a:cubicBezTo>
                    <a:cubicBezTo>
                      <a:pt x="547" y="3689"/>
                      <a:pt x="527" y="3747"/>
                      <a:pt x="488" y="3806"/>
                    </a:cubicBezTo>
                    <a:lnTo>
                      <a:pt x="488" y="3825"/>
                    </a:lnTo>
                    <a:cubicBezTo>
                      <a:pt x="488" y="3845"/>
                      <a:pt x="469" y="3884"/>
                      <a:pt x="469" y="3903"/>
                    </a:cubicBezTo>
                    <a:cubicBezTo>
                      <a:pt x="449" y="3942"/>
                      <a:pt x="449" y="4020"/>
                      <a:pt x="430" y="4079"/>
                    </a:cubicBezTo>
                    <a:cubicBezTo>
                      <a:pt x="391" y="4098"/>
                      <a:pt x="391" y="4098"/>
                      <a:pt x="391" y="4118"/>
                    </a:cubicBezTo>
                    <a:cubicBezTo>
                      <a:pt x="391" y="4137"/>
                      <a:pt x="371" y="4176"/>
                      <a:pt x="371" y="4196"/>
                    </a:cubicBezTo>
                    <a:cubicBezTo>
                      <a:pt x="351" y="4235"/>
                      <a:pt x="351" y="4313"/>
                      <a:pt x="332" y="4372"/>
                    </a:cubicBezTo>
                    <a:cubicBezTo>
                      <a:pt x="332" y="4391"/>
                      <a:pt x="293" y="4430"/>
                      <a:pt x="293" y="4469"/>
                    </a:cubicBezTo>
                    <a:cubicBezTo>
                      <a:pt x="273" y="4508"/>
                      <a:pt x="273" y="4586"/>
                      <a:pt x="254" y="4625"/>
                    </a:cubicBezTo>
                    <a:cubicBezTo>
                      <a:pt x="254" y="4684"/>
                      <a:pt x="234" y="4703"/>
                      <a:pt x="234" y="4723"/>
                    </a:cubicBezTo>
                    <a:lnTo>
                      <a:pt x="234" y="4762"/>
                    </a:lnTo>
                    <a:cubicBezTo>
                      <a:pt x="234" y="4820"/>
                      <a:pt x="195" y="4879"/>
                      <a:pt x="195" y="4918"/>
                    </a:cubicBezTo>
                    <a:lnTo>
                      <a:pt x="195" y="4976"/>
                    </a:lnTo>
                    <a:lnTo>
                      <a:pt x="195" y="5055"/>
                    </a:lnTo>
                    <a:cubicBezTo>
                      <a:pt x="195" y="5113"/>
                      <a:pt x="176" y="5172"/>
                      <a:pt x="176" y="5250"/>
                    </a:cubicBezTo>
                    <a:cubicBezTo>
                      <a:pt x="156" y="5269"/>
                      <a:pt x="156" y="5289"/>
                      <a:pt x="156" y="5308"/>
                    </a:cubicBezTo>
                    <a:cubicBezTo>
                      <a:pt x="156" y="5386"/>
                      <a:pt x="137" y="5484"/>
                      <a:pt x="137" y="5562"/>
                    </a:cubicBezTo>
                    <a:lnTo>
                      <a:pt x="137" y="5659"/>
                    </a:lnTo>
                    <a:cubicBezTo>
                      <a:pt x="137" y="5737"/>
                      <a:pt x="98" y="5776"/>
                      <a:pt x="98" y="5854"/>
                    </a:cubicBezTo>
                    <a:lnTo>
                      <a:pt x="98" y="5952"/>
                    </a:lnTo>
                    <a:cubicBezTo>
                      <a:pt x="78" y="5991"/>
                      <a:pt x="78" y="6069"/>
                      <a:pt x="78" y="6108"/>
                    </a:cubicBezTo>
                    <a:lnTo>
                      <a:pt x="78" y="6186"/>
                    </a:lnTo>
                    <a:lnTo>
                      <a:pt x="78" y="6225"/>
                    </a:lnTo>
                    <a:lnTo>
                      <a:pt x="78" y="6420"/>
                    </a:lnTo>
                    <a:lnTo>
                      <a:pt x="78" y="6459"/>
                    </a:lnTo>
                    <a:cubicBezTo>
                      <a:pt x="78" y="6479"/>
                      <a:pt x="59" y="6479"/>
                      <a:pt x="0" y="6596"/>
                    </a:cubicBezTo>
                    <a:lnTo>
                      <a:pt x="0" y="6869"/>
                    </a:lnTo>
                    <a:lnTo>
                      <a:pt x="0" y="7123"/>
                    </a:lnTo>
                    <a:lnTo>
                      <a:pt x="0" y="7201"/>
                    </a:lnTo>
                    <a:lnTo>
                      <a:pt x="0" y="7357"/>
                    </a:lnTo>
                    <a:lnTo>
                      <a:pt x="0" y="7415"/>
                    </a:lnTo>
                    <a:lnTo>
                      <a:pt x="0" y="7454"/>
                    </a:lnTo>
                    <a:lnTo>
                      <a:pt x="0" y="7611"/>
                    </a:lnTo>
                    <a:lnTo>
                      <a:pt x="0" y="7708"/>
                    </a:lnTo>
                    <a:cubicBezTo>
                      <a:pt x="20" y="7747"/>
                      <a:pt x="20" y="7806"/>
                      <a:pt x="20" y="7845"/>
                    </a:cubicBezTo>
                    <a:lnTo>
                      <a:pt x="20" y="7942"/>
                    </a:lnTo>
                    <a:cubicBezTo>
                      <a:pt x="20" y="8001"/>
                      <a:pt x="59" y="8040"/>
                      <a:pt x="59" y="8098"/>
                    </a:cubicBezTo>
                    <a:cubicBezTo>
                      <a:pt x="78" y="8118"/>
                      <a:pt x="78" y="8157"/>
                      <a:pt x="78" y="8196"/>
                    </a:cubicBezTo>
                    <a:cubicBezTo>
                      <a:pt x="78" y="8235"/>
                      <a:pt x="98" y="8293"/>
                      <a:pt x="98" y="8332"/>
                    </a:cubicBezTo>
                    <a:cubicBezTo>
                      <a:pt x="117" y="8352"/>
                      <a:pt x="117" y="8411"/>
                      <a:pt x="117" y="8430"/>
                    </a:cubicBezTo>
                    <a:cubicBezTo>
                      <a:pt x="117" y="8489"/>
                      <a:pt x="156" y="8528"/>
                      <a:pt x="156" y="8586"/>
                    </a:cubicBezTo>
                    <a:cubicBezTo>
                      <a:pt x="156" y="8606"/>
                      <a:pt x="176" y="8645"/>
                      <a:pt x="176" y="8684"/>
                    </a:cubicBezTo>
                    <a:cubicBezTo>
                      <a:pt x="176" y="8723"/>
                      <a:pt x="195" y="8781"/>
                      <a:pt x="195" y="8820"/>
                    </a:cubicBezTo>
                    <a:lnTo>
                      <a:pt x="195" y="8879"/>
                    </a:lnTo>
                    <a:lnTo>
                      <a:pt x="195" y="8918"/>
                    </a:lnTo>
                    <a:cubicBezTo>
                      <a:pt x="215" y="8976"/>
                      <a:pt x="215" y="9035"/>
                      <a:pt x="254" y="9093"/>
                    </a:cubicBezTo>
                    <a:cubicBezTo>
                      <a:pt x="273" y="9093"/>
                      <a:pt x="273" y="9113"/>
                      <a:pt x="273" y="9132"/>
                    </a:cubicBezTo>
                    <a:cubicBezTo>
                      <a:pt x="312" y="9308"/>
                      <a:pt x="371" y="9484"/>
                      <a:pt x="410" y="9620"/>
                    </a:cubicBezTo>
                    <a:cubicBezTo>
                      <a:pt x="449" y="9659"/>
                      <a:pt x="449" y="9659"/>
                      <a:pt x="449" y="9679"/>
                    </a:cubicBezTo>
                    <a:cubicBezTo>
                      <a:pt x="469" y="9757"/>
                      <a:pt x="488" y="9796"/>
                      <a:pt x="508" y="9874"/>
                    </a:cubicBezTo>
                    <a:cubicBezTo>
                      <a:pt x="508" y="9893"/>
                      <a:pt x="547" y="9913"/>
                      <a:pt x="547" y="9952"/>
                    </a:cubicBezTo>
                    <a:cubicBezTo>
                      <a:pt x="547" y="10010"/>
                      <a:pt x="566" y="10069"/>
                      <a:pt x="586" y="10108"/>
                    </a:cubicBezTo>
                    <a:lnTo>
                      <a:pt x="586" y="10147"/>
                    </a:lnTo>
                    <a:cubicBezTo>
                      <a:pt x="586" y="10167"/>
                      <a:pt x="625" y="10167"/>
                      <a:pt x="625" y="10186"/>
                    </a:cubicBezTo>
                    <a:cubicBezTo>
                      <a:pt x="625" y="10245"/>
                      <a:pt x="644" y="10284"/>
                      <a:pt x="664" y="10342"/>
                    </a:cubicBezTo>
                    <a:cubicBezTo>
                      <a:pt x="664" y="10362"/>
                      <a:pt x="683" y="10381"/>
                      <a:pt x="683" y="10420"/>
                    </a:cubicBezTo>
                    <a:lnTo>
                      <a:pt x="761" y="10557"/>
                    </a:lnTo>
                    <a:cubicBezTo>
                      <a:pt x="761" y="10576"/>
                      <a:pt x="781" y="10615"/>
                      <a:pt x="781" y="10635"/>
                    </a:cubicBezTo>
                    <a:lnTo>
                      <a:pt x="859" y="10771"/>
                    </a:lnTo>
                    <a:cubicBezTo>
                      <a:pt x="859" y="10810"/>
                      <a:pt x="878" y="10810"/>
                      <a:pt x="878" y="10830"/>
                    </a:cubicBezTo>
                    <a:lnTo>
                      <a:pt x="878" y="10849"/>
                    </a:lnTo>
                    <a:cubicBezTo>
                      <a:pt x="917" y="10928"/>
                      <a:pt x="937" y="10967"/>
                      <a:pt x="956" y="11025"/>
                    </a:cubicBezTo>
                    <a:cubicBezTo>
                      <a:pt x="956" y="11025"/>
                      <a:pt x="976" y="11045"/>
                      <a:pt x="976" y="11064"/>
                    </a:cubicBezTo>
                    <a:cubicBezTo>
                      <a:pt x="1034" y="11123"/>
                      <a:pt x="1054" y="11201"/>
                      <a:pt x="1073" y="11240"/>
                    </a:cubicBezTo>
                    <a:lnTo>
                      <a:pt x="1073" y="11259"/>
                    </a:lnTo>
                    <a:lnTo>
                      <a:pt x="1073" y="11298"/>
                    </a:lnTo>
                    <a:cubicBezTo>
                      <a:pt x="1230" y="11552"/>
                      <a:pt x="1405" y="11845"/>
                      <a:pt x="1600" y="12118"/>
                    </a:cubicBezTo>
                    <a:lnTo>
                      <a:pt x="1620" y="12137"/>
                    </a:lnTo>
                    <a:cubicBezTo>
                      <a:pt x="1659" y="12196"/>
                      <a:pt x="1698" y="12274"/>
                      <a:pt x="1737" y="12313"/>
                    </a:cubicBezTo>
                    <a:lnTo>
                      <a:pt x="1756" y="12332"/>
                    </a:lnTo>
                    <a:cubicBezTo>
                      <a:pt x="1815" y="12410"/>
                      <a:pt x="1834" y="12469"/>
                      <a:pt x="1893" y="12508"/>
                    </a:cubicBezTo>
                    <a:cubicBezTo>
                      <a:pt x="1912" y="12508"/>
                      <a:pt x="1912" y="12528"/>
                      <a:pt x="1912" y="12528"/>
                    </a:cubicBezTo>
                    <a:lnTo>
                      <a:pt x="1912" y="12567"/>
                    </a:lnTo>
                    <a:cubicBezTo>
                      <a:pt x="1951" y="12606"/>
                      <a:pt x="1990" y="12664"/>
                      <a:pt x="2029" y="12703"/>
                    </a:cubicBezTo>
                    <a:lnTo>
                      <a:pt x="2049" y="12723"/>
                    </a:lnTo>
                    <a:cubicBezTo>
                      <a:pt x="2088" y="12781"/>
                      <a:pt x="2127" y="12820"/>
                      <a:pt x="2186" y="12879"/>
                    </a:cubicBezTo>
                    <a:lnTo>
                      <a:pt x="2205" y="12898"/>
                    </a:lnTo>
                    <a:cubicBezTo>
                      <a:pt x="2244" y="12976"/>
                      <a:pt x="2303" y="13015"/>
                      <a:pt x="2342" y="13074"/>
                    </a:cubicBezTo>
                    <a:lnTo>
                      <a:pt x="2381" y="13093"/>
                    </a:lnTo>
                    <a:cubicBezTo>
                      <a:pt x="2439" y="13152"/>
                      <a:pt x="2498" y="13210"/>
                      <a:pt x="2537" y="13269"/>
                    </a:cubicBezTo>
                    <a:cubicBezTo>
                      <a:pt x="2790" y="13503"/>
                      <a:pt x="3025" y="13737"/>
                      <a:pt x="3278" y="13952"/>
                    </a:cubicBezTo>
                    <a:cubicBezTo>
                      <a:pt x="3200" y="13445"/>
                      <a:pt x="2966" y="12879"/>
                      <a:pt x="2693" y="12196"/>
                    </a:cubicBezTo>
                    <a:cubicBezTo>
                      <a:pt x="2283" y="11142"/>
                      <a:pt x="2732" y="11103"/>
                      <a:pt x="3181" y="10264"/>
                    </a:cubicBezTo>
                    <a:cubicBezTo>
                      <a:pt x="3278" y="10089"/>
                      <a:pt x="3376" y="9971"/>
                      <a:pt x="3493" y="9893"/>
                    </a:cubicBezTo>
                    <a:cubicBezTo>
                      <a:pt x="2400" y="8372"/>
                      <a:pt x="1737" y="6479"/>
                      <a:pt x="1737" y="4469"/>
                    </a:cubicBezTo>
                    <a:cubicBezTo>
                      <a:pt x="1737" y="2854"/>
                      <a:pt x="2144" y="1356"/>
                      <a:pt x="2862" y="12"/>
                    </a:cubicBezTo>
                    <a:close/>
                  </a:path>
                </a:pathLst>
              </a:custGeom>
              <a:solidFill>
                <a:srgbClr val="052E3A">
                  <a:alpha val="21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5">
                <a:extLst>
                  <a:ext uri="{FF2B5EF4-FFF2-40B4-BE49-F238E27FC236}">
                    <a16:creationId xmlns:a16="http://schemas.microsoft.com/office/drawing/2014/main" id="{7813613E-0AA9-45A7-2926-901F5721E356}"/>
                  </a:ext>
                </a:extLst>
              </p:cNvPr>
              <p:cNvSpPr/>
              <p:nvPr/>
            </p:nvSpPr>
            <p:spPr>
              <a:xfrm>
                <a:off x="2044289" y="1917021"/>
                <a:ext cx="733271" cy="1108045"/>
              </a:xfrm>
              <a:custGeom>
                <a:avLst/>
                <a:gdLst/>
                <a:ahLst/>
                <a:cxnLst/>
                <a:rect l="l" t="t" r="r" b="b"/>
                <a:pathLst>
                  <a:path w="7748" h="11708" extrusionOk="0">
                    <a:moveTo>
                      <a:pt x="4781" y="1"/>
                    </a:moveTo>
                    <a:cubicBezTo>
                      <a:pt x="4567" y="625"/>
                      <a:pt x="4157" y="1328"/>
                      <a:pt x="3338" y="1542"/>
                    </a:cubicBezTo>
                    <a:cubicBezTo>
                      <a:pt x="1855" y="1933"/>
                      <a:pt x="1" y="2889"/>
                      <a:pt x="703" y="4040"/>
                    </a:cubicBezTo>
                    <a:cubicBezTo>
                      <a:pt x="946" y="4431"/>
                      <a:pt x="1189" y="4521"/>
                      <a:pt x="1459" y="4521"/>
                    </a:cubicBezTo>
                    <a:cubicBezTo>
                      <a:pt x="1690" y="4521"/>
                      <a:pt x="1941" y="4455"/>
                      <a:pt x="2229" y="4455"/>
                    </a:cubicBezTo>
                    <a:cubicBezTo>
                      <a:pt x="2575" y="4455"/>
                      <a:pt x="2974" y="4551"/>
                      <a:pt x="3455" y="4976"/>
                    </a:cubicBezTo>
                    <a:cubicBezTo>
                      <a:pt x="4781" y="6167"/>
                      <a:pt x="2967" y="6713"/>
                      <a:pt x="4059" y="7767"/>
                    </a:cubicBezTo>
                    <a:cubicBezTo>
                      <a:pt x="4294" y="7989"/>
                      <a:pt x="4501" y="8072"/>
                      <a:pt x="4687" y="8072"/>
                    </a:cubicBezTo>
                    <a:cubicBezTo>
                      <a:pt x="5253" y="8072"/>
                      <a:pt x="5634" y="7304"/>
                      <a:pt x="6044" y="7304"/>
                    </a:cubicBezTo>
                    <a:cubicBezTo>
                      <a:pt x="6129" y="7304"/>
                      <a:pt x="6214" y="7337"/>
                      <a:pt x="6303" y="7415"/>
                    </a:cubicBezTo>
                    <a:cubicBezTo>
                      <a:pt x="6928" y="8020"/>
                      <a:pt x="7084" y="9464"/>
                      <a:pt x="6420" y="11708"/>
                    </a:cubicBezTo>
                    <a:cubicBezTo>
                      <a:pt x="7279" y="10303"/>
                      <a:pt x="7747" y="8645"/>
                      <a:pt x="7747" y="6889"/>
                    </a:cubicBezTo>
                    <a:cubicBezTo>
                      <a:pt x="7747" y="4176"/>
                      <a:pt x="6596" y="1757"/>
                      <a:pt x="47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5">
                <a:extLst>
                  <a:ext uri="{FF2B5EF4-FFF2-40B4-BE49-F238E27FC236}">
                    <a16:creationId xmlns:a16="http://schemas.microsoft.com/office/drawing/2014/main" id="{87BC055F-0C30-4B20-33A3-6B2150C07CFB}"/>
                  </a:ext>
                </a:extLst>
              </p:cNvPr>
              <p:cNvSpPr/>
              <p:nvPr/>
            </p:nvSpPr>
            <p:spPr>
              <a:xfrm>
                <a:off x="1663941" y="2486358"/>
                <a:ext cx="688885" cy="731094"/>
              </a:xfrm>
              <a:custGeom>
                <a:avLst/>
                <a:gdLst/>
                <a:ahLst/>
                <a:cxnLst/>
                <a:rect l="l" t="t" r="r" b="b"/>
                <a:pathLst>
                  <a:path w="7279" h="7725" extrusionOk="0">
                    <a:moveTo>
                      <a:pt x="4341" y="1"/>
                    </a:moveTo>
                    <a:cubicBezTo>
                      <a:pt x="4027" y="1"/>
                      <a:pt x="3675" y="188"/>
                      <a:pt x="3298" y="580"/>
                    </a:cubicBezTo>
                    <a:cubicBezTo>
                      <a:pt x="2303" y="1594"/>
                      <a:pt x="1913" y="599"/>
                      <a:pt x="1054" y="1887"/>
                    </a:cubicBezTo>
                    <a:cubicBezTo>
                      <a:pt x="215" y="3175"/>
                      <a:pt x="1" y="3546"/>
                      <a:pt x="1054" y="4033"/>
                    </a:cubicBezTo>
                    <a:cubicBezTo>
                      <a:pt x="2108" y="4521"/>
                      <a:pt x="3493" y="4424"/>
                      <a:pt x="3142" y="5711"/>
                    </a:cubicBezTo>
                    <a:cubicBezTo>
                      <a:pt x="2899" y="6671"/>
                      <a:pt x="2781" y="7724"/>
                      <a:pt x="3306" y="7724"/>
                    </a:cubicBezTo>
                    <a:cubicBezTo>
                      <a:pt x="3497" y="7724"/>
                      <a:pt x="3772" y="7585"/>
                      <a:pt x="4157" y="7253"/>
                    </a:cubicBezTo>
                    <a:cubicBezTo>
                      <a:pt x="5581" y="6004"/>
                      <a:pt x="7278" y="5672"/>
                      <a:pt x="6635" y="3838"/>
                    </a:cubicBezTo>
                    <a:cubicBezTo>
                      <a:pt x="5971" y="2024"/>
                      <a:pt x="5542" y="1438"/>
                      <a:pt x="5542" y="1438"/>
                    </a:cubicBezTo>
                    <a:cubicBezTo>
                      <a:pt x="5275" y="505"/>
                      <a:pt x="4858" y="1"/>
                      <a:pt x="43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5">
                <a:extLst>
                  <a:ext uri="{FF2B5EF4-FFF2-40B4-BE49-F238E27FC236}">
                    <a16:creationId xmlns:a16="http://schemas.microsoft.com/office/drawing/2014/main" id="{81A47239-5F74-6BE0-8E42-69B9B0F817BE}"/>
                  </a:ext>
                </a:extLst>
              </p:cNvPr>
              <p:cNvSpPr/>
              <p:nvPr/>
            </p:nvSpPr>
            <p:spPr>
              <a:xfrm>
                <a:off x="2209810" y="3011310"/>
                <a:ext cx="259219" cy="258556"/>
              </a:xfrm>
              <a:custGeom>
                <a:avLst/>
                <a:gdLst/>
                <a:ahLst/>
                <a:cxnLst/>
                <a:rect l="l" t="t" r="r" b="b"/>
                <a:pathLst>
                  <a:path w="2739" h="2732" extrusionOk="0">
                    <a:moveTo>
                      <a:pt x="2476" y="0"/>
                    </a:moveTo>
                    <a:cubicBezTo>
                      <a:pt x="2278" y="0"/>
                      <a:pt x="1972" y="237"/>
                      <a:pt x="1784" y="613"/>
                    </a:cubicBezTo>
                    <a:cubicBezTo>
                      <a:pt x="1452" y="1316"/>
                      <a:pt x="964" y="1706"/>
                      <a:pt x="964" y="1706"/>
                    </a:cubicBezTo>
                    <a:cubicBezTo>
                      <a:pt x="332" y="2193"/>
                      <a:pt x="1" y="2731"/>
                      <a:pt x="512" y="2731"/>
                    </a:cubicBezTo>
                    <a:cubicBezTo>
                      <a:pt x="553" y="2731"/>
                      <a:pt x="600" y="2728"/>
                      <a:pt x="652" y="2720"/>
                    </a:cubicBezTo>
                    <a:cubicBezTo>
                      <a:pt x="1374" y="2584"/>
                      <a:pt x="2310" y="1491"/>
                      <a:pt x="2603" y="594"/>
                    </a:cubicBezTo>
                    <a:cubicBezTo>
                      <a:pt x="2739" y="177"/>
                      <a:pt x="2648" y="0"/>
                      <a:pt x="2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5">
                <a:extLst>
                  <a:ext uri="{FF2B5EF4-FFF2-40B4-BE49-F238E27FC236}">
                    <a16:creationId xmlns:a16="http://schemas.microsoft.com/office/drawing/2014/main" id="{7A05F60A-5EE3-3DF6-44B4-9F1300ED48B7}"/>
                  </a:ext>
                </a:extLst>
              </p:cNvPr>
              <p:cNvSpPr/>
              <p:nvPr/>
            </p:nvSpPr>
            <p:spPr>
              <a:xfrm>
                <a:off x="1628830" y="1682511"/>
                <a:ext cx="543044" cy="191362"/>
              </a:xfrm>
              <a:custGeom>
                <a:avLst/>
                <a:gdLst/>
                <a:ahLst/>
                <a:cxnLst/>
                <a:rect l="l" t="t" r="r" b="b"/>
                <a:pathLst>
                  <a:path w="5738" h="2022" extrusionOk="0">
                    <a:moveTo>
                      <a:pt x="2693" y="1"/>
                    </a:moveTo>
                    <a:cubicBezTo>
                      <a:pt x="1757" y="1"/>
                      <a:pt x="859" y="137"/>
                      <a:pt x="1" y="391"/>
                    </a:cubicBezTo>
                    <a:cubicBezTo>
                      <a:pt x="196" y="567"/>
                      <a:pt x="450" y="703"/>
                      <a:pt x="664" y="820"/>
                    </a:cubicBezTo>
                    <a:cubicBezTo>
                      <a:pt x="1351" y="1190"/>
                      <a:pt x="1020" y="2022"/>
                      <a:pt x="1682" y="2022"/>
                    </a:cubicBezTo>
                    <a:cubicBezTo>
                      <a:pt x="1753" y="2022"/>
                      <a:pt x="1836" y="2012"/>
                      <a:pt x="1933" y="1991"/>
                    </a:cubicBezTo>
                    <a:cubicBezTo>
                      <a:pt x="2624" y="1842"/>
                      <a:pt x="2816" y="1711"/>
                      <a:pt x="3204" y="1711"/>
                    </a:cubicBezTo>
                    <a:cubicBezTo>
                      <a:pt x="3373" y="1711"/>
                      <a:pt x="3580" y="1737"/>
                      <a:pt x="3884" y="1796"/>
                    </a:cubicBezTo>
                    <a:cubicBezTo>
                      <a:pt x="3993" y="1817"/>
                      <a:pt x="4094" y="1826"/>
                      <a:pt x="4188" y="1826"/>
                    </a:cubicBezTo>
                    <a:cubicBezTo>
                      <a:pt x="4979" y="1826"/>
                      <a:pt x="5249" y="1134"/>
                      <a:pt x="5737" y="489"/>
                    </a:cubicBezTo>
                    <a:cubicBezTo>
                      <a:pt x="4781" y="176"/>
                      <a:pt x="3767" y="1"/>
                      <a:pt x="26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5">
                <a:extLst>
                  <a:ext uri="{FF2B5EF4-FFF2-40B4-BE49-F238E27FC236}">
                    <a16:creationId xmlns:a16="http://schemas.microsoft.com/office/drawing/2014/main" id="{981AB8F2-3DA4-C55B-1B85-3D237C0EA7DB}"/>
                  </a:ext>
                </a:extLst>
              </p:cNvPr>
              <p:cNvSpPr/>
              <p:nvPr/>
            </p:nvSpPr>
            <p:spPr>
              <a:xfrm>
                <a:off x="1571575" y="3269859"/>
                <a:ext cx="358402" cy="189185"/>
              </a:xfrm>
              <a:custGeom>
                <a:avLst/>
                <a:gdLst/>
                <a:ahLst/>
                <a:cxnLst/>
                <a:rect l="l" t="t" r="r" b="b"/>
                <a:pathLst>
                  <a:path w="3787" h="1999" extrusionOk="0">
                    <a:moveTo>
                      <a:pt x="2394" y="0"/>
                    </a:moveTo>
                    <a:cubicBezTo>
                      <a:pt x="2150" y="0"/>
                      <a:pt x="1928" y="202"/>
                      <a:pt x="1757" y="535"/>
                    </a:cubicBezTo>
                    <a:cubicBezTo>
                      <a:pt x="1573" y="884"/>
                      <a:pt x="1415" y="982"/>
                      <a:pt x="1249" y="982"/>
                    </a:cubicBezTo>
                    <a:cubicBezTo>
                      <a:pt x="1062" y="982"/>
                      <a:pt x="864" y="858"/>
                      <a:pt x="606" y="827"/>
                    </a:cubicBezTo>
                    <a:cubicBezTo>
                      <a:pt x="598" y="827"/>
                      <a:pt x="590" y="827"/>
                      <a:pt x="582" y="827"/>
                    </a:cubicBezTo>
                    <a:cubicBezTo>
                      <a:pt x="341" y="827"/>
                      <a:pt x="171" y="1110"/>
                      <a:pt x="1" y="1393"/>
                    </a:cubicBezTo>
                    <a:cubicBezTo>
                      <a:pt x="1055" y="1784"/>
                      <a:pt x="2167" y="1998"/>
                      <a:pt x="3377" y="1998"/>
                    </a:cubicBezTo>
                    <a:lnTo>
                      <a:pt x="3786" y="1998"/>
                    </a:lnTo>
                    <a:cubicBezTo>
                      <a:pt x="3669" y="1842"/>
                      <a:pt x="3533" y="1569"/>
                      <a:pt x="3377" y="1159"/>
                    </a:cubicBezTo>
                    <a:cubicBezTo>
                      <a:pt x="3058" y="335"/>
                      <a:pt x="2709" y="0"/>
                      <a:pt x="23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9" name="Google Shape;1229;p45">
              <a:extLst>
                <a:ext uri="{FF2B5EF4-FFF2-40B4-BE49-F238E27FC236}">
                  <a16:creationId xmlns:a16="http://schemas.microsoft.com/office/drawing/2014/main" id="{25937DF3-B2DD-D9F4-6207-4C637773E5C1}"/>
                </a:ext>
              </a:extLst>
            </p:cNvPr>
            <p:cNvSpPr/>
            <p:nvPr/>
          </p:nvSpPr>
          <p:spPr>
            <a:xfrm rot="-1389276">
              <a:off x="-1299612" y="1933746"/>
              <a:ext cx="5856910" cy="1804153"/>
            </a:xfrm>
            <a:custGeom>
              <a:avLst/>
              <a:gdLst/>
              <a:ahLst/>
              <a:cxnLst/>
              <a:rect l="l" t="t" r="r" b="b"/>
              <a:pathLst>
                <a:path w="57561" h="17731" extrusionOk="0">
                  <a:moveTo>
                    <a:pt x="31512" y="92"/>
                  </a:moveTo>
                  <a:cubicBezTo>
                    <a:pt x="38049" y="92"/>
                    <a:pt x="44097" y="775"/>
                    <a:pt x="48839" y="2062"/>
                  </a:cubicBezTo>
                  <a:cubicBezTo>
                    <a:pt x="54263" y="3565"/>
                    <a:pt x="57326" y="5653"/>
                    <a:pt x="57385" y="7975"/>
                  </a:cubicBezTo>
                  <a:cubicBezTo>
                    <a:pt x="57560" y="12774"/>
                    <a:pt x="44839" y="17087"/>
                    <a:pt x="29054" y="17613"/>
                  </a:cubicBezTo>
                  <a:cubicBezTo>
                    <a:pt x="28067" y="17643"/>
                    <a:pt x="27087" y="17658"/>
                    <a:pt x="26118" y="17658"/>
                  </a:cubicBezTo>
                  <a:cubicBezTo>
                    <a:pt x="19556" y="17658"/>
                    <a:pt x="13463" y="16974"/>
                    <a:pt x="8703" y="15682"/>
                  </a:cubicBezTo>
                  <a:cubicBezTo>
                    <a:pt x="3279" y="14199"/>
                    <a:pt x="215" y="12092"/>
                    <a:pt x="157" y="9770"/>
                  </a:cubicBezTo>
                  <a:cubicBezTo>
                    <a:pt x="1" y="4950"/>
                    <a:pt x="12703" y="638"/>
                    <a:pt x="28488" y="150"/>
                  </a:cubicBezTo>
                  <a:cubicBezTo>
                    <a:pt x="29522" y="111"/>
                    <a:pt x="30517" y="92"/>
                    <a:pt x="31512" y="92"/>
                  </a:cubicBezTo>
                  <a:close/>
                  <a:moveTo>
                    <a:pt x="31601" y="1"/>
                  </a:moveTo>
                  <a:cubicBezTo>
                    <a:pt x="30573" y="1"/>
                    <a:pt x="29534" y="18"/>
                    <a:pt x="28488" y="53"/>
                  </a:cubicBezTo>
                  <a:cubicBezTo>
                    <a:pt x="20839" y="287"/>
                    <a:pt x="13659" y="1438"/>
                    <a:pt x="8293" y="3272"/>
                  </a:cubicBezTo>
                  <a:cubicBezTo>
                    <a:pt x="2908" y="5087"/>
                    <a:pt x="1" y="7409"/>
                    <a:pt x="59" y="9770"/>
                  </a:cubicBezTo>
                  <a:cubicBezTo>
                    <a:pt x="118" y="12150"/>
                    <a:pt x="3201" y="14257"/>
                    <a:pt x="8683" y="15760"/>
                  </a:cubicBezTo>
                  <a:cubicBezTo>
                    <a:pt x="13425" y="17047"/>
                    <a:pt x="19493" y="17730"/>
                    <a:pt x="26029" y="17730"/>
                  </a:cubicBezTo>
                  <a:cubicBezTo>
                    <a:pt x="27024" y="17730"/>
                    <a:pt x="28059" y="17691"/>
                    <a:pt x="29073" y="17672"/>
                  </a:cubicBezTo>
                  <a:cubicBezTo>
                    <a:pt x="36722" y="17438"/>
                    <a:pt x="43902" y="16287"/>
                    <a:pt x="49268" y="14452"/>
                  </a:cubicBezTo>
                  <a:cubicBezTo>
                    <a:pt x="54634" y="12638"/>
                    <a:pt x="57560" y="10316"/>
                    <a:pt x="57482" y="7955"/>
                  </a:cubicBezTo>
                  <a:cubicBezTo>
                    <a:pt x="57424" y="5575"/>
                    <a:pt x="54341" y="3467"/>
                    <a:pt x="48858" y="1965"/>
                  </a:cubicBezTo>
                  <a:cubicBezTo>
                    <a:pt x="44142" y="685"/>
                    <a:pt x="38088" y="1"/>
                    <a:pt x="3160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5">
              <a:extLst>
                <a:ext uri="{FF2B5EF4-FFF2-40B4-BE49-F238E27FC236}">
                  <a16:creationId xmlns:a16="http://schemas.microsoft.com/office/drawing/2014/main" id="{10E6458A-EDB3-76F1-BE1A-58FD1818BC58}"/>
                </a:ext>
              </a:extLst>
            </p:cNvPr>
            <p:cNvSpPr/>
            <p:nvPr/>
          </p:nvSpPr>
          <p:spPr>
            <a:xfrm rot="-1366029">
              <a:off x="-2085668" y="1694056"/>
              <a:ext cx="7428861" cy="2537137"/>
            </a:xfrm>
            <a:custGeom>
              <a:avLst/>
              <a:gdLst/>
              <a:ahLst/>
              <a:cxnLst/>
              <a:rect l="l" t="t" r="r" b="b"/>
              <a:pathLst>
                <a:path w="75570" h="25809" extrusionOk="0">
                  <a:moveTo>
                    <a:pt x="53443" y="92"/>
                  </a:moveTo>
                  <a:cubicBezTo>
                    <a:pt x="65619" y="92"/>
                    <a:pt x="74321" y="2570"/>
                    <a:pt x="75004" y="6940"/>
                  </a:cubicBezTo>
                  <a:cubicBezTo>
                    <a:pt x="75492" y="9965"/>
                    <a:pt x="72097" y="13418"/>
                    <a:pt x="65424" y="16696"/>
                  </a:cubicBezTo>
                  <a:cubicBezTo>
                    <a:pt x="58712" y="19994"/>
                    <a:pt x="49580" y="22667"/>
                    <a:pt x="39629" y="24247"/>
                  </a:cubicBezTo>
                  <a:cubicBezTo>
                    <a:pt x="33405" y="25262"/>
                    <a:pt x="27454" y="25711"/>
                    <a:pt x="22147" y="25711"/>
                  </a:cubicBezTo>
                  <a:cubicBezTo>
                    <a:pt x="10010" y="25711"/>
                    <a:pt x="1308" y="23233"/>
                    <a:pt x="606" y="18862"/>
                  </a:cubicBezTo>
                  <a:cubicBezTo>
                    <a:pt x="118" y="15838"/>
                    <a:pt x="3493" y="12384"/>
                    <a:pt x="10186" y="9106"/>
                  </a:cubicBezTo>
                  <a:cubicBezTo>
                    <a:pt x="16898" y="5809"/>
                    <a:pt x="26029" y="3136"/>
                    <a:pt x="35980" y="1555"/>
                  </a:cubicBezTo>
                  <a:cubicBezTo>
                    <a:pt x="42205" y="541"/>
                    <a:pt x="48156" y="92"/>
                    <a:pt x="53443" y="92"/>
                  </a:cubicBezTo>
                  <a:close/>
                  <a:moveTo>
                    <a:pt x="53399" y="0"/>
                  </a:moveTo>
                  <a:cubicBezTo>
                    <a:pt x="48008" y="0"/>
                    <a:pt x="42058" y="497"/>
                    <a:pt x="35961" y="1477"/>
                  </a:cubicBezTo>
                  <a:cubicBezTo>
                    <a:pt x="25990" y="3058"/>
                    <a:pt x="16820" y="5731"/>
                    <a:pt x="10127" y="9028"/>
                  </a:cubicBezTo>
                  <a:cubicBezTo>
                    <a:pt x="3415" y="12326"/>
                    <a:pt x="1" y="15818"/>
                    <a:pt x="488" y="18882"/>
                  </a:cubicBezTo>
                  <a:cubicBezTo>
                    <a:pt x="976" y="21965"/>
                    <a:pt x="5347" y="24208"/>
                    <a:pt x="12742" y="25223"/>
                  </a:cubicBezTo>
                  <a:cubicBezTo>
                    <a:pt x="15591" y="25613"/>
                    <a:pt x="18771" y="25808"/>
                    <a:pt x="22147" y="25808"/>
                  </a:cubicBezTo>
                  <a:cubicBezTo>
                    <a:pt x="27571" y="25808"/>
                    <a:pt x="33522" y="25301"/>
                    <a:pt x="39629" y="24345"/>
                  </a:cubicBezTo>
                  <a:cubicBezTo>
                    <a:pt x="49600" y="22765"/>
                    <a:pt x="58770" y="20091"/>
                    <a:pt x="65443" y="16794"/>
                  </a:cubicBezTo>
                  <a:cubicBezTo>
                    <a:pt x="72155" y="13496"/>
                    <a:pt x="75570" y="10004"/>
                    <a:pt x="75082" y="6940"/>
                  </a:cubicBezTo>
                  <a:cubicBezTo>
                    <a:pt x="74594" y="3858"/>
                    <a:pt x="70224" y="1614"/>
                    <a:pt x="62848" y="599"/>
                  </a:cubicBezTo>
                  <a:cubicBezTo>
                    <a:pt x="59991" y="199"/>
                    <a:pt x="56807" y="0"/>
                    <a:pt x="5339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5">
              <a:extLst>
                <a:ext uri="{FF2B5EF4-FFF2-40B4-BE49-F238E27FC236}">
                  <a16:creationId xmlns:a16="http://schemas.microsoft.com/office/drawing/2014/main" id="{2ABB5718-2DF7-0B35-414A-81DC67D2287B}"/>
                </a:ext>
              </a:extLst>
            </p:cNvPr>
            <p:cNvSpPr/>
            <p:nvPr/>
          </p:nvSpPr>
          <p:spPr>
            <a:xfrm rot="-1389221">
              <a:off x="339877" y="2551855"/>
              <a:ext cx="2685617" cy="849810"/>
            </a:xfrm>
            <a:custGeom>
              <a:avLst/>
              <a:gdLst/>
              <a:ahLst/>
              <a:cxnLst/>
              <a:rect l="l" t="t" r="r" b="b"/>
              <a:pathLst>
                <a:path w="22264" h="7045" extrusionOk="0">
                  <a:moveTo>
                    <a:pt x="4390" y="1"/>
                  </a:moveTo>
                  <a:cubicBezTo>
                    <a:pt x="4137" y="20"/>
                    <a:pt x="3883" y="79"/>
                    <a:pt x="3649" y="118"/>
                  </a:cubicBezTo>
                  <a:cubicBezTo>
                    <a:pt x="1483" y="547"/>
                    <a:pt x="234" y="1249"/>
                    <a:pt x="137" y="2166"/>
                  </a:cubicBezTo>
                  <a:cubicBezTo>
                    <a:pt x="39" y="3103"/>
                    <a:pt x="1093" y="4078"/>
                    <a:pt x="3122" y="4957"/>
                  </a:cubicBezTo>
                  <a:cubicBezTo>
                    <a:pt x="5112" y="5835"/>
                    <a:pt x="7844" y="6498"/>
                    <a:pt x="10771" y="6830"/>
                  </a:cubicBezTo>
                  <a:cubicBezTo>
                    <a:pt x="12098" y="6986"/>
                    <a:pt x="13405" y="7044"/>
                    <a:pt x="14634" y="7044"/>
                  </a:cubicBezTo>
                  <a:cubicBezTo>
                    <a:pt x="16117" y="7044"/>
                    <a:pt x="17483" y="6927"/>
                    <a:pt x="18673" y="6713"/>
                  </a:cubicBezTo>
                  <a:cubicBezTo>
                    <a:pt x="20858" y="6303"/>
                    <a:pt x="22088" y="5581"/>
                    <a:pt x="22185" y="4664"/>
                  </a:cubicBezTo>
                  <a:cubicBezTo>
                    <a:pt x="22263" y="3727"/>
                    <a:pt x="21210" y="2732"/>
                    <a:pt x="19200" y="1854"/>
                  </a:cubicBezTo>
                  <a:cubicBezTo>
                    <a:pt x="18751" y="1659"/>
                    <a:pt x="18263" y="1483"/>
                    <a:pt x="17756" y="1327"/>
                  </a:cubicBezTo>
                  <a:lnTo>
                    <a:pt x="17756" y="1327"/>
                  </a:lnTo>
                  <a:cubicBezTo>
                    <a:pt x="17756" y="1347"/>
                    <a:pt x="17756" y="1386"/>
                    <a:pt x="17776" y="1425"/>
                  </a:cubicBezTo>
                  <a:cubicBezTo>
                    <a:pt x="18263" y="1581"/>
                    <a:pt x="18732" y="1757"/>
                    <a:pt x="19161" y="1952"/>
                  </a:cubicBezTo>
                  <a:cubicBezTo>
                    <a:pt x="21151" y="2810"/>
                    <a:pt x="22185" y="3786"/>
                    <a:pt x="22088" y="4664"/>
                  </a:cubicBezTo>
                  <a:cubicBezTo>
                    <a:pt x="21990" y="5542"/>
                    <a:pt x="20780" y="6244"/>
                    <a:pt x="18634" y="6635"/>
                  </a:cubicBezTo>
                  <a:cubicBezTo>
                    <a:pt x="17459" y="6848"/>
                    <a:pt x="16092" y="6956"/>
                    <a:pt x="14615" y="6956"/>
                  </a:cubicBezTo>
                  <a:cubicBezTo>
                    <a:pt x="13393" y="6956"/>
                    <a:pt x="12096" y="6882"/>
                    <a:pt x="10771" y="6732"/>
                  </a:cubicBezTo>
                  <a:cubicBezTo>
                    <a:pt x="4742" y="6049"/>
                    <a:pt x="0" y="4000"/>
                    <a:pt x="215" y="2166"/>
                  </a:cubicBezTo>
                  <a:cubicBezTo>
                    <a:pt x="332" y="1152"/>
                    <a:pt x="1951" y="410"/>
                    <a:pt x="4410" y="79"/>
                  </a:cubicBezTo>
                  <a:cubicBezTo>
                    <a:pt x="4410" y="59"/>
                    <a:pt x="4390" y="20"/>
                    <a:pt x="439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2" name="Google Shape;1232;p45">
            <a:extLst>
              <a:ext uri="{FF2B5EF4-FFF2-40B4-BE49-F238E27FC236}">
                <a16:creationId xmlns:a16="http://schemas.microsoft.com/office/drawing/2014/main" id="{A5D77697-0EB0-D4A4-2B51-44A49DD2DB32}"/>
              </a:ext>
            </a:extLst>
          </p:cNvPr>
          <p:cNvGrpSpPr/>
          <p:nvPr/>
        </p:nvGrpSpPr>
        <p:grpSpPr>
          <a:xfrm>
            <a:off x="5426692" y="1933292"/>
            <a:ext cx="3825381" cy="2920203"/>
            <a:chOff x="1880577" y="-4241474"/>
            <a:chExt cx="13181878" cy="10062727"/>
          </a:xfrm>
        </p:grpSpPr>
        <p:sp>
          <p:nvSpPr>
            <p:cNvPr id="1233" name="Google Shape;1233;p45">
              <a:extLst>
                <a:ext uri="{FF2B5EF4-FFF2-40B4-BE49-F238E27FC236}">
                  <a16:creationId xmlns:a16="http://schemas.microsoft.com/office/drawing/2014/main" id="{38F6CCD6-EBC3-AD4B-0306-AE9FD699A54E}"/>
                </a:ext>
              </a:extLst>
            </p:cNvPr>
            <p:cNvSpPr/>
            <p:nvPr/>
          </p:nvSpPr>
          <p:spPr>
            <a:xfrm>
              <a:off x="9866545" y="3988184"/>
              <a:ext cx="3442573" cy="1796562"/>
            </a:xfrm>
            <a:custGeom>
              <a:avLst/>
              <a:gdLst/>
              <a:ahLst/>
              <a:cxnLst/>
              <a:rect l="l" t="t" r="r" b="b"/>
              <a:pathLst>
                <a:path w="63071" h="33931" extrusionOk="0">
                  <a:moveTo>
                    <a:pt x="2222" y="26391"/>
                  </a:moveTo>
                  <a:lnTo>
                    <a:pt x="9425" y="30127"/>
                  </a:lnTo>
                  <a:lnTo>
                    <a:pt x="20163" y="31507"/>
                  </a:lnTo>
                  <a:lnTo>
                    <a:pt x="28377" y="29622"/>
                  </a:lnTo>
                  <a:lnTo>
                    <a:pt x="33931" y="26088"/>
                  </a:lnTo>
                  <a:lnTo>
                    <a:pt x="42750" y="21431"/>
                  </a:lnTo>
                  <a:lnTo>
                    <a:pt x="48877" y="16113"/>
                  </a:lnTo>
                  <a:lnTo>
                    <a:pt x="52781" y="12073"/>
                  </a:lnTo>
                  <a:lnTo>
                    <a:pt x="55676" y="9178"/>
                  </a:lnTo>
                  <a:lnTo>
                    <a:pt x="59065" y="4275"/>
                  </a:lnTo>
                  <a:lnTo>
                    <a:pt x="61455" y="1178"/>
                  </a:lnTo>
                  <a:lnTo>
                    <a:pt x="62498" y="0"/>
                  </a:lnTo>
                  <a:lnTo>
                    <a:pt x="63071" y="471"/>
                  </a:lnTo>
                  <a:lnTo>
                    <a:pt x="57314" y="8819"/>
                  </a:lnTo>
                  <a:lnTo>
                    <a:pt x="52030" y="15047"/>
                  </a:lnTo>
                  <a:lnTo>
                    <a:pt x="47351" y="19456"/>
                  </a:lnTo>
                  <a:lnTo>
                    <a:pt x="38397" y="26413"/>
                  </a:lnTo>
                  <a:lnTo>
                    <a:pt x="31799" y="30385"/>
                  </a:lnTo>
                  <a:lnTo>
                    <a:pt x="23754" y="32943"/>
                  </a:lnTo>
                  <a:lnTo>
                    <a:pt x="18918" y="33931"/>
                  </a:lnTo>
                  <a:lnTo>
                    <a:pt x="11445" y="33325"/>
                  </a:lnTo>
                  <a:lnTo>
                    <a:pt x="6934" y="31911"/>
                  </a:lnTo>
                  <a:lnTo>
                    <a:pt x="2895" y="29723"/>
                  </a:lnTo>
                  <a:lnTo>
                    <a:pt x="404" y="26626"/>
                  </a:lnTo>
                  <a:lnTo>
                    <a:pt x="0" y="25583"/>
                  </a:lnTo>
                  <a:close/>
                </a:path>
              </a:pathLst>
            </a:custGeom>
            <a:solidFill>
              <a:schemeClr val="dk1"/>
            </a:solidFill>
            <a:ln>
              <a:noFill/>
            </a:ln>
          </p:spPr>
          <p:txBody>
            <a:bodyPr/>
            <a:lstStyle/>
            <a:p>
              <a:endParaRPr lang="en-PK"/>
            </a:p>
          </p:txBody>
        </p:sp>
        <p:sp>
          <p:nvSpPr>
            <p:cNvPr id="1234" name="Google Shape;1234;p45">
              <a:extLst>
                <a:ext uri="{FF2B5EF4-FFF2-40B4-BE49-F238E27FC236}">
                  <a16:creationId xmlns:a16="http://schemas.microsoft.com/office/drawing/2014/main" id="{334F2605-FB78-9CB4-FFE5-405FF1E21036}"/>
                </a:ext>
              </a:extLst>
            </p:cNvPr>
            <p:cNvSpPr/>
            <p:nvPr/>
          </p:nvSpPr>
          <p:spPr>
            <a:xfrm>
              <a:off x="5644068" y="-1391976"/>
              <a:ext cx="3720990" cy="3550419"/>
            </a:xfrm>
            <a:custGeom>
              <a:avLst/>
              <a:gdLst/>
              <a:ahLst/>
              <a:cxnLst/>
              <a:rect l="l" t="t" r="r" b="b"/>
              <a:pathLst>
                <a:path w="17149" h="16868" extrusionOk="0">
                  <a:moveTo>
                    <a:pt x="14002" y="4300"/>
                  </a:moveTo>
                  <a:cubicBezTo>
                    <a:pt x="13993" y="4302"/>
                    <a:pt x="13984" y="4304"/>
                    <a:pt x="13976" y="4305"/>
                  </a:cubicBezTo>
                  <a:lnTo>
                    <a:pt x="13976" y="4305"/>
                  </a:lnTo>
                  <a:cubicBezTo>
                    <a:pt x="13983" y="4302"/>
                    <a:pt x="13992" y="4300"/>
                    <a:pt x="14002" y="4300"/>
                  </a:cubicBezTo>
                  <a:close/>
                  <a:moveTo>
                    <a:pt x="14798" y="4294"/>
                  </a:moveTo>
                  <a:cubicBezTo>
                    <a:pt x="14809" y="4294"/>
                    <a:pt x="14815" y="4294"/>
                    <a:pt x="14827" y="4306"/>
                  </a:cubicBezTo>
                  <a:cubicBezTo>
                    <a:pt x="14815" y="4306"/>
                    <a:pt x="14809" y="4294"/>
                    <a:pt x="14798" y="4294"/>
                  </a:cubicBezTo>
                  <a:close/>
                  <a:moveTo>
                    <a:pt x="14899" y="4312"/>
                  </a:moveTo>
                  <a:cubicBezTo>
                    <a:pt x="14915" y="4312"/>
                    <a:pt x="14921" y="4317"/>
                    <a:pt x="14932" y="4318"/>
                  </a:cubicBezTo>
                  <a:lnTo>
                    <a:pt x="14932" y="4318"/>
                  </a:lnTo>
                  <a:cubicBezTo>
                    <a:pt x="14923" y="4317"/>
                    <a:pt x="14912" y="4316"/>
                    <a:pt x="14899" y="4312"/>
                  </a:cubicBezTo>
                  <a:close/>
                  <a:moveTo>
                    <a:pt x="13889" y="4318"/>
                  </a:moveTo>
                  <a:cubicBezTo>
                    <a:pt x="13878" y="4320"/>
                    <a:pt x="13867" y="4322"/>
                    <a:pt x="13857" y="4323"/>
                  </a:cubicBezTo>
                  <a:lnTo>
                    <a:pt x="13857" y="4323"/>
                  </a:lnTo>
                  <a:cubicBezTo>
                    <a:pt x="13868" y="4321"/>
                    <a:pt x="13880" y="4318"/>
                    <a:pt x="13889" y="4318"/>
                  </a:cubicBezTo>
                  <a:close/>
                  <a:moveTo>
                    <a:pt x="13764" y="4341"/>
                  </a:moveTo>
                  <a:cubicBezTo>
                    <a:pt x="13747" y="4341"/>
                    <a:pt x="13735" y="4347"/>
                    <a:pt x="13711" y="4347"/>
                  </a:cubicBezTo>
                  <a:cubicBezTo>
                    <a:pt x="13735" y="4341"/>
                    <a:pt x="13747" y="4341"/>
                    <a:pt x="13764" y="4341"/>
                  </a:cubicBezTo>
                  <a:close/>
                  <a:moveTo>
                    <a:pt x="15112" y="4353"/>
                  </a:moveTo>
                  <a:cubicBezTo>
                    <a:pt x="15130" y="4365"/>
                    <a:pt x="15136" y="4365"/>
                    <a:pt x="15142" y="4365"/>
                  </a:cubicBezTo>
                  <a:cubicBezTo>
                    <a:pt x="15130" y="4365"/>
                    <a:pt x="15124" y="4365"/>
                    <a:pt x="15112" y="4353"/>
                  </a:cubicBezTo>
                  <a:close/>
                  <a:moveTo>
                    <a:pt x="15213" y="4383"/>
                  </a:moveTo>
                  <a:cubicBezTo>
                    <a:pt x="15225" y="4383"/>
                    <a:pt x="15225" y="4395"/>
                    <a:pt x="15231" y="4395"/>
                  </a:cubicBezTo>
                  <a:cubicBezTo>
                    <a:pt x="15225" y="4395"/>
                    <a:pt x="15219" y="4395"/>
                    <a:pt x="15213" y="4383"/>
                  </a:cubicBezTo>
                  <a:close/>
                  <a:moveTo>
                    <a:pt x="13414" y="4425"/>
                  </a:moveTo>
                  <a:cubicBezTo>
                    <a:pt x="13398" y="4430"/>
                    <a:pt x="13383" y="4435"/>
                    <a:pt x="13367" y="4436"/>
                  </a:cubicBezTo>
                  <a:lnTo>
                    <a:pt x="13367" y="4436"/>
                  </a:lnTo>
                  <a:cubicBezTo>
                    <a:pt x="13385" y="4431"/>
                    <a:pt x="13397" y="4430"/>
                    <a:pt x="13414" y="4425"/>
                  </a:cubicBezTo>
                  <a:close/>
                  <a:moveTo>
                    <a:pt x="13276" y="4466"/>
                  </a:moveTo>
                  <a:cubicBezTo>
                    <a:pt x="13263" y="4469"/>
                    <a:pt x="13254" y="4472"/>
                    <a:pt x="13242" y="4472"/>
                  </a:cubicBezTo>
                  <a:cubicBezTo>
                    <a:pt x="13255" y="4469"/>
                    <a:pt x="13266" y="4467"/>
                    <a:pt x="13276" y="4466"/>
                  </a:cubicBezTo>
                  <a:close/>
                  <a:moveTo>
                    <a:pt x="13046" y="4549"/>
                  </a:moveTo>
                  <a:cubicBezTo>
                    <a:pt x="13034" y="4555"/>
                    <a:pt x="13022" y="4555"/>
                    <a:pt x="12998" y="4561"/>
                  </a:cubicBezTo>
                  <a:cubicBezTo>
                    <a:pt x="13016" y="4555"/>
                    <a:pt x="13028" y="4549"/>
                    <a:pt x="13046" y="4549"/>
                  </a:cubicBezTo>
                  <a:close/>
                  <a:moveTo>
                    <a:pt x="15724" y="4609"/>
                  </a:moveTo>
                  <a:lnTo>
                    <a:pt x="15724" y="4609"/>
                  </a:lnTo>
                  <a:cubicBezTo>
                    <a:pt x="15726" y="4610"/>
                    <a:pt x="15727" y="4611"/>
                    <a:pt x="15729" y="4612"/>
                  </a:cubicBezTo>
                  <a:lnTo>
                    <a:pt x="15729" y="4612"/>
                  </a:lnTo>
                  <a:cubicBezTo>
                    <a:pt x="15728" y="4609"/>
                    <a:pt x="15724" y="4609"/>
                    <a:pt x="15724" y="4609"/>
                  </a:cubicBezTo>
                  <a:close/>
                  <a:moveTo>
                    <a:pt x="7351" y="14228"/>
                  </a:moveTo>
                  <a:cubicBezTo>
                    <a:pt x="7357" y="14252"/>
                    <a:pt x="7357" y="14264"/>
                    <a:pt x="7357" y="14270"/>
                  </a:cubicBezTo>
                  <a:cubicBezTo>
                    <a:pt x="7357" y="14258"/>
                    <a:pt x="7351" y="14240"/>
                    <a:pt x="7351" y="14228"/>
                  </a:cubicBezTo>
                  <a:close/>
                  <a:moveTo>
                    <a:pt x="7393" y="14478"/>
                  </a:moveTo>
                  <a:lnTo>
                    <a:pt x="7393" y="14478"/>
                  </a:lnTo>
                  <a:cubicBezTo>
                    <a:pt x="7405" y="14501"/>
                    <a:pt x="7411" y="14525"/>
                    <a:pt x="7411" y="14537"/>
                  </a:cubicBezTo>
                  <a:cubicBezTo>
                    <a:pt x="7405" y="14519"/>
                    <a:pt x="7405" y="14501"/>
                    <a:pt x="7393" y="14478"/>
                  </a:cubicBezTo>
                  <a:close/>
                  <a:moveTo>
                    <a:pt x="7452" y="14715"/>
                  </a:moveTo>
                  <a:cubicBezTo>
                    <a:pt x="7458" y="14739"/>
                    <a:pt x="7458" y="14745"/>
                    <a:pt x="7458" y="14757"/>
                  </a:cubicBezTo>
                  <a:cubicBezTo>
                    <a:pt x="7458" y="14739"/>
                    <a:pt x="7452" y="14733"/>
                    <a:pt x="7452" y="14715"/>
                  </a:cubicBezTo>
                  <a:close/>
                  <a:moveTo>
                    <a:pt x="7494" y="14834"/>
                  </a:moveTo>
                  <a:lnTo>
                    <a:pt x="7494" y="14834"/>
                  </a:lnTo>
                  <a:cubicBezTo>
                    <a:pt x="7500" y="14852"/>
                    <a:pt x="7500" y="14864"/>
                    <a:pt x="7506" y="14881"/>
                  </a:cubicBezTo>
                  <a:cubicBezTo>
                    <a:pt x="7500" y="14881"/>
                    <a:pt x="7500" y="14875"/>
                    <a:pt x="7500" y="14864"/>
                  </a:cubicBezTo>
                  <a:cubicBezTo>
                    <a:pt x="7500" y="14858"/>
                    <a:pt x="7494" y="14846"/>
                    <a:pt x="7494" y="14834"/>
                  </a:cubicBezTo>
                  <a:close/>
                  <a:moveTo>
                    <a:pt x="7518" y="14947"/>
                  </a:moveTo>
                  <a:lnTo>
                    <a:pt x="7518" y="14947"/>
                  </a:lnTo>
                  <a:cubicBezTo>
                    <a:pt x="7530" y="14970"/>
                    <a:pt x="7536" y="14982"/>
                    <a:pt x="7536" y="15000"/>
                  </a:cubicBezTo>
                  <a:cubicBezTo>
                    <a:pt x="7530" y="14982"/>
                    <a:pt x="7530" y="14970"/>
                    <a:pt x="7518" y="14947"/>
                  </a:cubicBezTo>
                  <a:close/>
                  <a:moveTo>
                    <a:pt x="7559" y="15060"/>
                  </a:moveTo>
                  <a:lnTo>
                    <a:pt x="7559" y="15060"/>
                  </a:lnTo>
                  <a:cubicBezTo>
                    <a:pt x="7565" y="15071"/>
                    <a:pt x="7571" y="15089"/>
                    <a:pt x="7571" y="15095"/>
                  </a:cubicBezTo>
                  <a:cubicBezTo>
                    <a:pt x="7565" y="15083"/>
                    <a:pt x="7565" y="15071"/>
                    <a:pt x="7559" y="15060"/>
                  </a:cubicBezTo>
                  <a:close/>
                  <a:moveTo>
                    <a:pt x="7660" y="15301"/>
                  </a:moveTo>
                  <a:cubicBezTo>
                    <a:pt x="7664" y="15308"/>
                    <a:pt x="7667" y="15314"/>
                    <a:pt x="7672" y="15321"/>
                  </a:cubicBezTo>
                  <a:cubicBezTo>
                    <a:pt x="7663" y="15312"/>
                    <a:pt x="7661" y="15306"/>
                    <a:pt x="7660" y="15301"/>
                  </a:cubicBezTo>
                  <a:close/>
                  <a:moveTo>
                    <a:pt x="7684" y="15362"/>
                  </a:moveTo>
                  <a:cubicBezTo>
                    <a:pt x="7702" y="15386"/>
                    <a:pt x="7708" y="15398"/>
                    <a:pt x="7708" y="15410"/>
                  </a:cubicBezTo>
                  <a:lnTo>
                    <a:pt x="7684" y="15362"/>
                  </a:lnTo>
                  <a:close/>
                  <a:moveTo>
                    <a:pt x="7744" y="15484"/>
                  </a:moveTo>
                  <a:lnTo>
                    <a:pt x="7744" y="15484"/>
                  </a:lnTo>
                  <a:cubicBezTo>
                    <a:pt x="7746" y="15489"/>
                    <a:pt x="7749" y="15495"/>
                    <a:pt x="7751" y="15499"/>
                  </a:cubicBezTo>
                  <a:lnTo>
                    <a:pt x="7751" y="15499"/>
                  </a:lnTo>
                  <a:cubicBezTo>
                    <a:pt x="7751" y="15499"/>
                    <a:pt x="7750" y="15499"/>
                    <a:pt x="7749" y="15499"/>
                  </a:cubicBezTo>
                  <a:cubicBezTo>
                    <a:pt x="7747" y="15494"/>
                    <a:pt x="7745" y="15488"/>
                    <a:pt x="7744" y="15484"/>
                  </a:cubicBezTo>
                  <a:close/>
                  <a:moveTo>
                    <a:pt x="7803" y="15588"/>
                  </a:moveTo>
                  <a:cubicBezTo>
                    <a:pt x="7805" y="15592"/>
                    <a:pt x="7807" y="15596"/>
                    <a:pt x="7809" y="15600"/>
                  </a:cubicBezTo>
                  <a:cubicBezTo>
                    <a:pt x="7803" y="15594"/>
                    <a:pt x="7803" y="15588"/>
                    <a:pt x="7803" y="15588"/>
                  </a:cubicBezTo>
                  <a:close/>
                  <a:moveTo>
                    <a:pt x="7863" y="15682"/>
                  </a:moveTo>
                  <a:cubicBezTo>
                    <a:pt x="7865" y="15685"/>
                    <a:pt x="7866" y="15687"/>
                    <a:pt x="7868" y="15689"/>
                  </a:cubicBezTo>
                  <a:cubicBezTo>
                    <a:pt x="7865" y="15686"/>
                    <a:pt x="7864" y="15684"/>
                    <a:pt x="7863" y="15682"/>
                  </a:cubicBezTo>
                  <a:close/>
                  <a:moveTo>
                    <a:pt x="7957" y="15825"/>
                  </a:moveTo>
                  <a:cubicBezTo>
                    <a:pt x="7958" y="15828"/>
                    <a:pt x="7960" y="15831"/>
                    <a:pt x="7962" y="15833"/>
                  </a:cubicBezTo>
                  <a:lnTo>
                    <a:pt x="7962" y="15833"/>
                  </a:lnTo>
                  <a:cubicBezTo>
                    <a:pt x="7959" y="15830"/>
                    <a:pt x="7957" y="15828"/>
                    <a:pt x="7957" y="15825"/>
                  </a:cubicBezTo>
                  <a:close/>
                  <a:moveTo>
                    <a:pt x="8034" y="15922"/>
                  </a:moveTo>
                  <a:lnTo>
                    <a:pt x="8034" y="15922"/>
                  </a:lnTo>
                  <a:cubicBezTo>
                    <a:pt x="8038" y="15925"/>
                    <a:pt x="8042" y="15928"/>
                    <a:pt x="8046" y="15932"/>
                  </a:cubicBezTo>
                  <a:cubicBezTo>
                    <a:pt x="8041" y="15927"/>
                    <a:pt x="8035" y="15926"/>
                    <a:pt x="8034" y="15922"/>
                  </a:cubicBezTo>
                  <a:close/>
                  <a:moveTo>
                    <a:pt x="8076" y="15980"/>
                  </a:moveTo>
                  <a:cubicBezTo>
                    <a:pt x="8084" y="15985"/>
                    <a:pt x="8089" y="15992"/>
                    <a:pt x="8094" y="15998"/>
                  </a:cubicBezTo>
                  <a:lnTo>
                    <a:pt x="8094" y="15998"/>
                  </a:lnTo>
                  <a:lnTo>
                    <a:pt x="8076" y="15980"/>
                  </a:lnTo>
                  <a:close/>
                  <a:moveTo>
                    <a:pt x="8102" y="16010"/>
                  </a:moveTo>
                  <a:cubicBezTo>
                    <a:pt x="8103" y="16012"/>
                    <a:pt x="8104" y="16013"/>
                    <a:pt x="8105" y="16014"/>
                  </a:cubicBezTo>
                  <a:lnTo>
                    <a:pt x="8105" y="16014"/>
                  </a:lnTo>
                  <a:cubicBezTo>
                    <a:pt x="8104" y="16014"/>
                    <a:pt x="8103" y="16012"/>
                    <a:pt x="8102" y="16010"/>
                  </a:cubicBezTo>
                  <a:close/>
                  <a:moveTo>
                    <a:pt x="8147" y="16051"/>
                  </a:moveTo>
                  <a:cubicBezTo>
                    <a:pt x="8159" y="16069"/>
                    <a:pt x="8165" y="16075"/>
                    <a:pt x="8165" y="16081"/>
                  </a:cubicBezTo>
                  <a:cubicBezTo>
                    <a:pt x="8159" y="16075"/>
                    <a:pt x="8153" y="16069"/>
                    <a:pt x="8147" y="16051"/>
                  </a:cubicBezTo>
                  <a:close/>
                  <a:moveTo>
                    <a:pt x="8284" y="16194"/>
                  </a:moveTo>
                  <a:lnTo>
                    <a:pt x="8325" y="16229"/>
                  </a:lnTo>
                  <a:lnTo>
                    <a:pt x="8302" y="16211"/>
                  </a:lnTo>
                  <a:cubicBezTo>
                    <a:pt x="8296" y="16200"/>
                    <a:pt x="8284" y="16200"/>
                    <a:pt x="8284" y="16194"/>
                  </a:cubicBezTo>
                  <a:close/>
                  <a:moveTo>
                    <a:pt x="8503" y="16378"/>
                  </a:moveTo>
                  <a:cubicBezTo>
                    <a:pt x="8512" y="16386"/>
                    <a:pt x="8517" y="16391"/>
                    <a:pt x="8525" y="16396"/>
                  </a:cubicBezTo>
                  <a:lnTo>
                    <a:pt x="8525" y="16396"/>
                  </a:lnTo>
                  <a:cubicBezTo>
                    <a:pt x="8524" y="16396"/>
                    <a:pt x="8523" y="16396"/>
                    <a:pt x="8521" y="16396"/>
                  </a:cubicBezTo>
                  <a:cubicBezTo>
                    <a:pt x="8515" y="16390"/>
                    <a:pt x="8509" y="16390"/>
                    <a:pt x="8503" y="16378"/>
                  </a:cubicBezTo>
                  <a:close/>
                  <a:moveTo>
                    <a:pt x="8592" y="16431"/>
                  </a:moveTo>
                  <a:cubicBezTo>
                    <a:pt x="8593" y="16433"/>
                    <a:pt x="8594" y="16434"/>
                    <a:pt x="8594" y="16436"/>
                  </a:cubicBezTo>
                  <a:lnTo>
                    <a:pt x="8594" y="16436"/>
                  </a:lnTo>
                  <a:cubicBezTo>
                    <a:pt x="8593" y="16434"/>
                    <a:pt x="8592" y="16433"/>
                    <a:pt x="8592" y="16431"/>
                  </a:cubicBezTo>
                  <a:close/>
                  <a:moveTo>
                    <a:pt x="6930" y="1"/>
                  </a:moveTo>
                  <a:cubicBezTo>
                    <a:pt x="6906" y="1"/>
                    <a:pt x="6882" y="7"/>
                    <a:pt x="6853" y="7"/>
                  </a:cubicBezTo>
                  <a:cubicBezTo>
                    <a:pt x="6841" y="7"/>
                    <a:pt x="6823" y="7"/>
                    <a:pt x="6811" y="13"/>
                  </a:cubicBezTo>
                  <a:cubicBezTo>
                    <a:pt x="6787" y="13"/>
                    <a:pt x="6758" y="19"/>
                    <a:pt x="6728" y="19"/>
                  </a:cubicBezTo>
                  <a:cubicBezTo>
                    <a:pt x="6710" y="19"/>
                    <a:pt x="6704" y="19"/>
                    <a:pt x="6692" y="31"/>
                  </a:cubicBezTo>
                  <a:lnTo>
                    <a:pt x="6669" y="31"/>
                  </a:lnTo>
                  <a:cubicBezTo>
                    <a:pt x="6639" y="36"/>
                    <a:pt x="6609" y="36"/>
                    <a:pt x="6580" y="42"/>
                  </a:cubicBezTo>
                  <a:lnTo>
                    <a:pt x="6556" y="42"/>
                  </a:lnTo>
                  <a:cubicBezTo>
                    <a:pt x="6520" y="48"/>
                    <a:pt x="6490" y="60"/>
                    <a:pt x="6455" y="66"/>
                  </a:cubicBezTo>
                  <a:lnTo>
                    <a:pt x="6437" y="66"/>
                  </a:lnTo>
                  <a:cubicBezTo>
                    <a:pt x="6407" y="72"/>
                    <a:pt x="6372" y="78"/>
                    <a:pt x="6342" y="90"/>
                  </a:cubicBezTo>
                  <a:cubicBezTo>
                    <a:pt x="6336" y="90"/>
                    <a:pt x="6336" y="90"/>
                    <a:pt x="6324" y="96"/>
                  </a:cubicBezTo>
                  <a:cubicBezTo>
                    <a:pt x="6289" y="102"/>
                    <a:pt x="6253" y="108"/>
                    <a:pt x="6223" y="126"/>
                  </a:cubicBezTo>
                  <a:cubicBezTo>
                    <a:pt x="6217" y="126"/>
                    <a:pt x="6205" y="126"/>
                    <a:pt x="6205" y="131"/>
                  </a:cubicBezTo>
                  <a:cubicBezTo>
                    <a:pt x="6176" y="137"/>
                    <a:pt x="6140" y="149"/>
                    <a:pt x="6110" y="161"/>
                  </a:cubicBezTo>
                  <a:cubicBezTo>
                    <a:pt x="6104" y="161"/>
                    <a:pt x="6104" y="161"/>
                    <a:pt x="6099" y="167"/>
                  </a:cubicBezTo>
                  <a:cubicBezTo>
                    <a:pt x="6057" y="179"/>
                    <a:pt x="6021" y="191"/>
                    <a:pt x="5986" y="209"/>
                  </a:cubicBezTo>
                  <a:cubicBezTo>
                    <a:pt x="5980" y="209"/>
                    <a:pt x="5968" y="215"/>
                    <a:pt x="5962" y="215"/>
                  </a:cubicBezTo>
                  <a:cubicBezTo>
                    <a:pt x="5932" y="221"/>
                    <a:pt x="5897" y="238"/>
                    <a:pt x="5867" y="250"/>
                  </a:cubicBezTo>
                  <a:cubicBezTo>
                    <a:pt x="5861" y="250"/>
                    <a:pt x="5861" y="250"/>
                    <a:pt x="5849" y="256"/>
                  </a:cubicBezTo>
                  <a:lnTo>
                    <a:pt x="5742" y="304"/>
                  </a:lnTo>
                  <a:cubicBezTo>
                    <a:pt x="5730" y="304"/>
                    <a:pt x="5724" y="310"/>
                    <a:pt x="5719" y="310"/>
                  </a:cubicBezTo>
                  <a:cubicBezTo>
                    <a:pt x="5683" y="327"/>
                    <a:pt x="5653" y="339"/>
                    <a:pt x="5612" y="357"/>
                  </a:cubicBezTo>
                  <a:cubicBezTo>
                    <a:pt x="5606" y="357"/>
                    <a:pt x="5606" y="357"/>
                    <a:pt x="5600" y="363"/>
                  </a:cubicBezTo>
                  <a:lnTo>
                    <a:pt x="5487" y="405"/>
                  </a:lnTo>
                  <a:cubicBezTo>
                    <a:pt x="5481" y="417"/>
                    <a:pt x="5475" y="417"/>
                    <a:pt x="5463" y="422"/>
                  </a:cubicBezTo>
                  <a:cubicBezTo>
                    <a:pt x="5451" y="428"/>
                    <a:pt x="5445" y="428"/>
                    <a:pt x="5428" y="434"/>
                  </a:cubicBezTo>
                  <a:lnTo>
                    <a:pt x="5386" y="458"/>
                  </a:lnTo>
                  <a:lnTo>
                    <a:pt x="5338" y="482"/>
                  </a:lnTo>
                  <a:cubicBezTo>
                    <a:pt x="5309" y="494"/>
                    <a:pt x="5285" y="512"/>
                    <a:pt x="5255" y="517"/>
                  </a:cubicBezTo>
                  <a:lnTo>
                    <a:pt x="5214" y="541"/>
                  </a:lnTo>
                  <a:lnTo>
                    <a:pt x="5125" y="583"/>
                  </a:lnTo>
                  <a:cubicBezTo>
                    <a:pt x="5107" y="595"/>
                    <a:pt x="5101" y="601"/>
                    <a:pt x="5089" y="601"/>
                  </a:cubicBezTo>
                  <a:cubicBezTo>
                    <a:pt x="5048" y="624"/>
                    <a:pt x="5006" y="642"/>
                    <a:pt x="4958" y="666"/>
                  </a:cubicBezTo>
                  <a:cubicBezTo>
                    <a:pt x="4923" y="690"/>
                    <a:pt x="4881" y="713"/>
                    <a:pt x="4840" y="731"/>
                  </a:cubicBezTo>
                  <a:cubicBezTo>
                    <a:pt x="4834" y="743"/>
                    <a:pt x="4822" y="749"/>
                    <a:pt x="4810" y="755"/>
                  </a:cubicBezTo>
                  <a:cubicBezTo>
                    <a:pt x="4780" y="773"/>
                    <a:pt x="4751" y="791"/>
                    <a:pt x="4721" y="808"/>
                  </a:cubicBezTo>
                  <a:cubicBezTo>
                    <a:pt x="4709" y="814"/>
                    <a:pt x="4703" y="820"/>
                    <a:pt x="4685" y="832"/>
                  </a:cubicBezTo>
                  <a:cubicBezTo>
                    <a:pt x="4656" y="844"/>
                    <a:pt x="4632" y="868"/>
                    <a:pt x="4602" y="880"/>
                  </a:cubicBezTo>
                  <a:cubicBezTo>
                    <a:pt x="4590" y="892"/>
                    <a:pt x="4572" y="897"/>
                    <a:pt x="4567" y="903"/>
                  </a:cubicBezTo>
                  <a:cubicBezTo>
                    <a:pt x="4537" y="921"/>
                    <a:pt x="4513" y="939"/>
                    <a:pt x="4483" y="957"/>
                  </a:cubicBezTo>
                  <a:cubicBezTo>
                    <a:pt x="4472" y="963"/>
                    <a:pt x="4466" y="969"/>
                    <a:pt x="4448" y="981"/>
                  </a:cubicBezTo>
                  <a:lnTo>
                    <a:pt x="4359" y="1046"/>
                  </a:lnTo>
                  <a:cubicBezTo>
                    <a:pt x="4353" y="1052"/>
                    <a:pt x="4347" y="1058"/>
                    <a:pt x="4335" y="1058"/>
                  </a:cubicBezTo>
                  <a:cubicBezTo>
                    <a:pt x="4264" y="1111"/>
                    <a:pt x="4187" y="1165"/>
                    <a:pt x="4115" y="1224"/>
                  </a:cubicBezTo>
                  <a:lnTo>
                    <a:pt x="4109" y="1230"/>
                  </a:lnTo>
                  <a:cubicBezTo>
                    <a:pt x="4062" y="1266"/>
                    <a:pt x="4008" y="1307"/>
                    <a:pt x="3967" y="1343"/>
                  </a:cubicBezTo>
                  <a:cubicBezTo>
                    <a:pt x="3949" y="1349"/>
                    <a:pt x="3937" y="1367"/>
                    <a:pt x="3919" y="1378"/>
                  </a:cubicBezTo>
                  <a:cubicBezTo>
                    <a:pt x="3884" y="1408"/>
                    <a:pt x="3854" y="1438"/>
                    <a:pt x="3818" y="1468"/>
                  </a:cubicBezTo>
                  <a:cubicBezTo>
                    <a:pt x="3801" y="1485"/>
                    <a:pt x="3789" y="1497"/>
                    <a:pt x="3765" y="1515"/>
                  </a:cubicBezTo>
                  <a:cubicBezTo>
                    <a:pt x="3729" y="1545"/>
                    <a:pt x="3700" y="1574"/>
                    <a:pt x="3664" y="1604"/>
                  </a:cubicBezTo>
                  <a:lnTo>
                    <a:pt x="3622" y="1640"/>
                  </a:lnTo>
                  <a:cubicBezTo>
                    <a:pt x="3581" y="1675"/>
                    <a:pt x="3533" y="1723"/>
                    <a:pt x="3492" y="1764"/>
                  </a:cubicBezTo>
                  <a:lnTo>
                    <a:pt x="3456" y="1800"/>
                  </a:lnTo>
                  <a:cubicBezTo>
                    <a:pt x="3415" y="1830"/>
                    <a:pt x="3385" y="1871"/>
                    <a:pt x="3349" y="1901"/>
                  </a:cubicBezTo>
                  <a:lnTo>
                    <a:pt x="3308" y="1943"/>
                  </a:lnTo>
                  <a:cubicBezTo>
                    <a:pt x="3266" y="1972"/>
                    <a:pt x="3236" y="2008"/>
                    <a:pt x="3201" y="2038"/>
                  </a:cubicBezTo>
                  <a:lnTo>
                    <a:pt x="3165" y="2079"/>
                  </a:lnTo>
                  <a:lnTo>
                    <a:pt x="3029" y="2210"/>
                  </a:lnTo>
                  <a:lnTo>
                    <a:pt x="2993" y="2245"/>
                  </a:lnTo>
                  <a:cubicBezTo>
                    <a:pt x="2963" y="2287"/>
                    <a:pt x="2928" y="2317"/>
                    <a:pt x="2898" y="2352"/>
                  </a:cubicBezTo>
                  <a:lnTo>
                    <a:pt x="2850" y="2394"/>
                  </a:lnTo>
                  <a:cubicBezTo>
                    <a:pt x="2821" y="2435"/>
                    <a:pt x="2785" y="2471"/>
                    <a:pt x="2755" y="2507"/>
                  </a:cubicBezTo>
                  <a:lnTo>
                    <a:pt x="2720" y="2542"/>
                  </a:lnTo>
                  <a:cubicBezTo>
                    <a:pt x="2672" y="2590"/>
                    <a:pt x="2637" y="2643"/>
                    <a:pt x="2595" y="2691"/>
                  </a:cubicBezTo>
                  <a:cubicBezTo>
                    <a:pt x="2583" y="2709"/>
                    <a:pt x="2571" y="2714"/>
                    <a:pt x="2565" y="2732"/>
                  </a:cubicBezTo>
                  <a:cubicBezTo>
                    <a:pt x="2536" y="2768"/>
                    <a:pt x="2506" y="2804"/>
                    <a:pt x="2465" y="2839"/>
                  </a:cubicBezTo>
                  <a:cubicBezTo>
                    <a:pt x="2453" y="2857"/>
                    <a:pt x="2435" y="2869"/>
                    <a:pt x="2429" y="2893"/>
                  </a:cubicBezTo>
                  <a:cubicBezTo>
                    <a:pt x="2399" y="2928"/>
                    <a:pt x="2370" y="2970"/>
                    <a:pt x="2340" y="3011"/>
                  </a:cubicBezTo>
                  <a:cubicBezTo>
                    <a:pt x="2334" y="3029"/>
                    <a:pt x="2316" y="3035"/>
                    <a:pt x="2310" y="3047"/>
                  </a:cubicBezTo>
                  <a:cubicBezTo>
                    <a:pt x="2275" y="3100"/>
                    <a:pt x="2227" y="3154"/>
                    <a:pt x="2191" y="3207"/>
                  </a:cubicBezTo>
                  <a:cubicBezTo>
                    <a:pt x="2185" y="3219"/>
                    <a:pt x="2168" y="3225"/>
                    <a:pt x="2162" y="3243"/>
                  </a:cubicBezTo>
                  <a:cubicBezTo>
                    <a:pt x="2132" y="3285"/>
                    <a:pt x="2102" y="3326"/>
                    <a:pt x="2073" y="3368"/>
                  </a:cubicBezTo>
                  <a:cubicBezTo>
                    <a:pt x="2061" y="3385"/>
                    <a:pt x="2049" y="3403"/>
                    <a:pt x="2037" y="3421"/>
                  </a:cubicBezTo>
                  <a:cubicBezTo>
                    <a:pt x="2007" y="3463"/>
                    <a:pt x="1978" y="3504"/>
                    <a:pt x="1948" y="3546"/>
                  </a:cubicBezTo>
                  <a:cubicBezTo>
                    <a:pt x="1942" y="3564"/>
                    <a:pt x="1930" y="3576"/>
                    <a:pt x="1918" y="3581"/>
                  </a:cubicBezTo>
                  <a:cubicBezTo>
                    <a:pt x="1883" y="3635"/>
                    <a:pt x="1841" y="3694"/>
                    <a:pt x="1805" y="3748"/>
                  </a:cubicBezTo>
                  <a:cubicBezTo>
                    <a:pt x="1799" y="3760"/>
                    <a:pt x="1794" y="3771"/>
                    <a:pt x="1782" y="3783"/>
                  </a:cubicBezTo>
                  <a:cubicBezTo>
                    <a:pt x="1752" y="3831"/>
                    <a:pt x="1722" y="3872"/>
                    <a:pt x="1704" y="3920"/>
                  </a:cubicBezTo>
                  <a:cubicBezTo>
                    <a:pt x="1693" y="3932"/>
                    <a:pt x="1681" y="3956"/>
                    <a:pt x="1675" y="3967"/>
                  </a:cubicBezTo>
                  <a:cubicBezTo>
                    <a:pt x="1645" y="4015"/>
                    <a:pt x="1621" y="4056"/>
                    <a:pt x="1592" y="4104"/>
                  </a:cubicBezTo>
                  <a:cubicBezTo>
                    <a:pt x="1586" y="4116"/>
                    <a:pt x="1574" y="4134"/>
                    <a:pt x="1568" y="4140"/>
                  </a:cubicBezTo>
                  <a:cubicBezTo>
                    <a:pt x="1532" y="4199"/>
                    <a:pt x="1503" y="4252"/>
                    <a:pt x="1467" y="4312"/>
                  </a:cubicBezTo>
                  <a:cubicBezTo>
                    <a:pt x="1455" y="4324"/>
                    <a:pt x="1449" y="4336"/>
                    <a:pt x="1443" y="4347"/>
                  </a:cubicBezTo>
                  <a:cubicBezTo>
                    <a:pt x="1414" y="4395"/>
                    <a:pt x="1390" y="4437"/>
                    <a:pt x="1360" y="4490"/>
                  </a:cubicBezTo>
                  <a:cubicBezTo>
                    <a:pt x="1354" y="4502"/>
                    <a:pt x="1336" y="4526"/>
                    <a:pt x="1330" y="4543"/>
                  </a:cubicBezTo>
                  <a:cubicBezTo>
                    <a:pt x="1307" y="4585"/>
                    <a:pt x="1277" y="4632"/>
                    <a:pt x="1259" y="4674"/>
                  </a:cubicBezTo>
                  <a:cubicBezTo>
                    <a:pt x="1247" y="4692"/>
                    <a:pt x="1241" y="4704"/>
                    <a:pt x="1235" y="4710"/>
                  </a:cubicBezTo>
                  <a:lnTo>
                    <a:pt x="1146" y="4888"/>
                  </a:lnTo>
                  <a:cubicBezTo>
                    <a:pt x="1140" y="4906"/>
                    <a:pt x="1128" y="4912"/>
                    <a:pt x="1128" y="4929"/>
                  </a:cubicBezTo>
                  <a:cubicBezTo>
                    <a:pt x="1111" y="4971"/>
                    <a:pt x="1081" y="5024"/>
                    <a:pt x="1057" y="5066"/>
                  </a:cubicBezTo>
                  <a:cubicBezTo>
                    <a:pt x="1051" y="5084"/>
                    <a:pt x="1039" y="5107"/>
                    <a:pt x="1028" y="5119"/>
                  </a:cubicBezTo>
                  <a:cubicBezTo>
                    <a:pt x="1004" y="5167"/>
                    <a:pt x="980" y="5214"/>
                    <a:pt x="962" y="5262"/>
                  </a:cubicBezTo>
                  <a:lnTo>
                    <a:pt x="938" y="5303"/>
                  </a:lnTo>
                  <a:cubicBezTo>
                    <a:pt x="909" y="5363"/>
                    <a:pt x="885" y="5422"/>
                    <a:pt x="855" y="5482"/>
                  </a:cubicBezTo>
                  <a:cubicBezTo>
                    <a:pt x="849" y="5499"/>
                    <a:pt x="849" y="5505"/>
                    <a:pt x="843" y="5523"/>
                  </a:cubicBezTo>
                  <a:cubicBezTo>
                    <a:pt x="820" y="5571"/>
                    <a:pt x="796" y="5618"/>
                    <a:pt x="772" y="5672"/>
                  </a:cubicBezTo>
                  <a:cubicBezTo>
                    <a:pt x="766" y="5683"/>
                    <a:pt x="760" y="5707"/>
                    <a:pt x="754" y="5719"/>
                  </a:cubicBezTo>
                  <a:cubicBezTo>
                    <a:pt x="731" y="5767"/>
                    <a:pt x="713" y="5820"/>
                    <a:pt x="695" y="5862"/>
                  </a:cubicBezTo>
                  <a:cubicBezTo>
                    <a:pt x="683" y="5879"/>
                    <a:pt x="677" y="5891"/>
                    <a:pt x="677" y="5909"/>
                  </a:cubicBezTo>
                  <a:cubicBezTo>
                    <a:pt x="653" y="5968"/>
                    <a:pt x="636" y="6028"/>
                    <a:pt x="606" y="6093"/>
                  </a:cubicBezTo>
                  <a:cubicBezTo>
                    <a:pt x="594" y="6099"/>
                    <a:pt x="594" y="6117"/>
                    <a:pt x="588" y="6123"/>
                  </a:cubicBezTo>
                  <a:cubicBezTo>
                    <a:pt x="564" y="6176"/>
                    <a:pt x="553" y="6224"/>
                    <a:pt x="535" y="6271"/>
                  </a:cubicBezTo>
                  <a:cubicBezTo>
                    <a:pt x="529" y="6283"/>
                    <a:pt x="523" y="6307"/>
                    <a:pt x="517" y="6325"/>
                  </a:cubicBezTo>
                  <a:cubicBezTo>
                    <a:pt x="499" y="6366"/>
                    <a:pt x="481" y="6420"/>
                    <a:pt x="463" y="6461"/>
                  </a:cubicBezTo>
                  <a:cubicBezTo>
                    <a:pt x="458" y="6479"/>
                    <a:pt x="458" y="6491"/>
                    <a:pt x="446" y="6509"/>
                  </a:cubicBezTo>
                  <a:cubicBezTo>
                    <a:pt x="428" y="6568"/>
                    <a:pt x="410" y="6634"/>
                    <a:pt x="386" y="6693"/>
                  </a:cubicBezTo>
                  <a:cubicBezTo>
                    <a:pt x="386" y="6699"/>
                    <a:pt x="380" y="6717"/>
                    <a:pt x="380" y="6723"/>
                  </a:cubicBezTo>
                  <a:lnTo>
                    <a:pt x="339" y="6877"/>
                  </a:lnTo>
                  <a:cubicBezTo>
                    <a:pt x="339" y="6889"/>
                    <a:pt x="327" y="6895"/>
                    <a:pt x="327" y="6901"/>
                  </a:cubicBezTo>
                  <a:cubicBezTo>
                    <a:pt x="327" y="6907"/>
                    <a:pt x="321" y="6925"/>
                    <a:pt x="321" y="6930"/>
                  </a:cubicBezTo>
                  <a:cubicBezTo>
                    <a:pt x="309" y="6978"/>
                    <a:pt x="291" y="7025"/>
                    <a:pt x="285" y="7073"/>
                  </a:cubicBezTo>
                  <a:cubicBezTo>
                    <a:pt x="279" y="7085"/>
                    <a:pt x="279" y="7103"/>
                    <a:pt x="267" y="7115"/>
                  </a:cubicBezTo>
                  <a:cubicBezTo>
                    <a:pt x="256" y="7174"/>
                    <a:pt x="238" y="7233"/>
                    <a:pt x="226" y="7305"/>
                  </a:cubicBezTo>
                  <a:cubicBezTo>
                    <a:pt x="226" y="7310"/>
                    <a:pt x="220" y="7322"/>
                    <a:pt x="220" y="7334"/>
                  </a:cubicBezTo>
                  <a:cubicBezTo>
                    <a:pt x="202" y="7382"/>
                    <a:pt x="196" y="7435"/>
                    <a:pt x="178" y="7483"/>
                  </a:cubicBezTo>
                  <a:cubicBezTo>
                    <a:pt x="172" y="7500"/>
                    <a:pt x="172" y="7518"/>
                    <a:pt x="167" y="7542"/>
                  </a:cubicBezTo>
                  <a:cubicBezTo>
                    <a:pt x="161" y="7584"/>
                    <a:pt x="143" y="7631"/>
                    <a:pt x="137" y="7679"/>
                  </a:cubicBezTo>
                  <a:cubicBezTo>
                    <a:pt x="137" y="7696"/>
                    <a:pt x="131" y="7708"/>
                    <a:pt x="131" y="7726"/>
                  </a:cubicBezTo>
                  <a:cubicBezTo>
                    <a:pt x="113" y="7786"/>
                    <a:pt x="107" y="7845"/>
                    <a:pt x="101" y="7904"/>
                  </a:cubicBezTo>
                  <a:cubicBezTo>
                    <a:pt x="101" y="7910"/>
                    <a:pt x="101" y="7928"/>
                    <a:pt x="89" y="7934"/>
                  </a:cubicBezTo>
                  <a:cubicBezTo>
                    <a:pt x="83" y="7987"/>
                    <a:pt x="77" y="8029"/>
                    <a:pt x="72" y="8082"/>
                  </a:cubicBezTo>
                  <a:cubicBezTo>
                    <a:pt x="72" y="8106"/>
                    <a:pt x="60" y="8118"/>
                    <a:pt x="60" y="8136"/>
                  </a:cubicBezTo>
                  <a:cubicBezTo>
                    <a:pt x="54" y="8177"/>
                    <a:pt x="48" y="8225"/>
                    <a:pt x="48" y="8266"/>
                  </a:cubicBezTo>
                  <a:cubicBezTo>
                    <a:pt x="48" y="8284"/>
                    <a:pt x="42" y="8296"/>
                    <a:pt x="42" y="8314"/>
                  </a:cubicBezTo>
                  <a:cubicBezTo>
                    <a:pt x="30" y="8373"/>
                    <a:pt x="24" y="8433"/>
                    <a:pt x="24" y="8492"/>
                  </a:cubicBezTo>
                  <a:lnTo>
                    <a:pt x="24" y="8498"/>
                  </a:lnTo>
                  <a:cubicBezTo>
                    <a:pt x="24" y="8522"/>
                    <a:pt x="18" y="8551"/>
                    <a:pt x="18" y="8569"/>
                  </a:cubicBezTo>
                  <a:cubicBezTo>
                    <a:pt x="18" y="8593"/>
                    <a:pt x="18" y="8617"/>
                    <a:pt x="12" y="8641"/>
                  </a:cubicBezTo>
                  <a:cubicBezTo>
                    <a:pt x="12" y="8670"/>
                    <a:pt x="12" y="8700"/>
                    <a:pt x="0" y="8730"/>
                  </a:cubicBezTo>
                  <a:lnTo>
                    <a:pt x="0" y="8789"/>
                  </a:lnTo>
                  <a:lnTo>
                    <a:pt x="0" y="8884"/>
                  </a:lnTo>
                  <a:lnTo>
                    <a:pt x="0" y="8926"/>
                  </a:lnTo>
                  <a:lnTo>
                    <a:pt x="0" y="9068"/>
                  </a:lnTo>
                  <a:lnTo>
                    <a:pt x="0" y="9205"/>
                  </a:lnTo>
                  <a:lnTo>
                    <a:pt x="0" y="9246"/>
                  </a:lnTo>
                  <a:lnTo>
                    <a:pt x="0" y="9335"/>
                  </a:lnTo>
                  <a:lnTo>
                    <a:pt x="0" y="9383"/>
                  </a:lnTo>
                  <a:cubicBezTo>
                    <a:pt x="0" y="9412"/>
                    <a:pt x="0" y="9442"/>
                    <a:pt x="12" y="9460"/>
                  </a:cubicBezTo>
                  <a:lnTo>
                    <a:pt x="12" y="9508"/>
                  </a:lnTo>
                  <a:cubicBezTo>
                    <a:pt x="12" y="9537"/>
                    <a:pt x="18" y="9567"/>
                    <a:pt x="18" y="9603"/>
                  </a:cubicBezTo>
                  <a:lnTo>
                    <a:pt x="18" y="9632"/>
                  </a:lnTo>
                  <a:cubicBezTo>
                    <a:pt x="18" y="9680"/>
                    <a:pt x="24" y="9715"/>
                    <a:pt x="30" y="9757"/>
                  </a:cubicBezTo>
                  <a:lnTo>
                    <a:pt x="30" y="9781"/>
                  </a:lnTo>
                  <a:cubicBezTo>
                    <a:pt x="42" y="9810"/>
                    <a:pt x="42" y="9846"/>
                    <a:pt x="48" y="9876"/>
                  </a:cubicBezTo>
                  <a:cubicBezTo>
                    <a:pt x="48" y="9893"/>
                    <a:pt x="48" y="9899"/>
                    <a:pt x="54" y="9917"/>
                  </a:cubicBezTo>
                  <a:cubicBezTo>
                    <a:pt x="54" y="9929"/>
                    <a:pt x="60" y="9947"/>
                    <a:pt x="60" y="9959"/>
                  </a:cubicBezTo>
                  <a:cubicBezTo>
                    <a:pt x="60" y="9977"/>
                    <a:pt x="72" y="9983"/>
                    <a:pt x="72" y="9994"/>
                  </a:cubicBezTo>
                  <a:cubicBezTo>
                    <a:pt x="72" y="10012"/>
                    <a:pt x="77" y="10018"/>
                    <a:pt x="77" y="10036"/>
                  </a:cubicBezTo>
                  <a:cubicBezTo>
                    <a:pt x="83" y="10066"/>
                    <a:pt x="83" y="10095"/>
                    <a:pt x="89" y="10125"/>
                  </a:cubicBezTo>
                  <a:cubicBezTo>
                    <a:pt x="89" y="10131"/>
                    <a:pt x="89" y="10137"/>
                    <a:pt x="101" y="10155"/>
                  </a:cubicBezTo>
                  <a:lnTo>
                    <a:pt x="119" y="10262"/>
                  </a:lnTo>
                  <a:lnTo>
                    <a:pt x="119" y="10279"/>
                  </a:lnTo>
                  <a:cubicBezTo>
                    <a:pt x="131" y="10309"/>
                    <a:pt x="137" y="10345"/>
                    <a:pt x="143" y="10374"/>
                  </a:cubicBezTo>
                  <a:cubicBezTo>
                    <a:pt x="143" y="10380"/>
                    <a:pt x="149" y="10398"/>
                    <a:pt x="149" y="10404"/>
                  </a:cubicBezTo>
                  <a:cubicBezTo>
                    <a:pt x="161" y="10428"/>
                    <a:pt x="167" y="10458"/>
                    <a:pt x="172" y="10481"/>
                  </a:cubicBezTo>
                  <a:cubicBezTo>
                    <a:pt x="172" y="10493"/>
                    <a:pt x="178" y="10499"/>
                    <a:pt x="178" y="10517"/>
                  </a:cubicBezTo>
                  <a:cubicBezTo>
                    <a:pt x="184" y="10547"/>
                    <a:pt x="196" y="10570"/>
                    <a:pt x="202" y="10600"/>
                  </a:cubicBezTo>
                  <a:cubicBezTo>
                    <a:pt x="202" y="10606"/>
                    <a:pt x="208" y="10612"/>
                    <a:pt x="208" y="10618"/>
                  </a:cubicBezTo>
                  <a:cubicBezTo>
                    <a:pt x="214" y="10659"/>
                    <a:pt x="232" y="10689"/>
                    <a:pt x="238" y="10725"/>
                  </a:cubicBezTo>
                  <a:cubicBezTo>
                    <a:pt x="238" y="10731"/>
                    <a:pt x="244" y="10737"/>
                    <a:pt x="244" y="10737"/>
                  </a:cubicBezTo>
                  <a:cubicBezTo>
                    <a:pt x="256" y="10766"/>
                    <a:pt x="267" y="10790"/>
                    <a:pt x="279" y="10820"/>
                  </a:cubicBezTo>
                  <a:cubicBezTo>
                    <a:pt x="285" y="10826"/>
                    <a:pt x="285" y="10844"/>
                    <a:pt x="291" y="10849"/>
                  </a:cubicBezTo>
                  <a:cubicBezTo>
                    <a:pt x="297" y="10873"/>
                    <a:pt x="309" y="10897"/>
                    <a:pt x="321" y="10915"/>
                  </a:cubicBezTo>
                  <a:cubicBezTo>
                    <a:pt x="327" y="10927"/>
                    <a:pt x="327" y="10939"/>
                    <a:pt x="339" y="10944"/>
                  </a:cubicBezTo>
                  <a:cubicBezTo>
                    <a:pt x="345" y="10968"/>
                    <a:pt x="357" y="10998"/>
                    <a:pt x="368" y="11022"/>
                  </a:cubicBezTo>
                  <a:cubicBezTo>
                    <a:pt x="368" y="11028"/>
                    <a:pt x="374" y="11034"/>
                    <a:pt x="374" y="11045"/>
                  </a:cubicBezTo>
                  <a:lnTo>
                    <a:pt x="416" y="11135"/>
                  </a:lnTo>
                  <a:cubicBezTo>
                    <a:pt x="416" y="11140"/>
                    <a:pt x="428" y="11146"/>
                    <a:pt x="428" y="11152"/>
                  </a:cubicBezTo>
                  <a:cubicBezTo>
                    <a:pt x="440" y="11176"/>
                    <a:pt x="446" y="11200"/>
                    <a:pt x="463" y="11224"/>
                  </a:cubicBezTo>
                  <a:cubicBezTo>
                    <a:pt x="469" y="11230"/>
                    <a:pt x="469" y="11235"/>
                    <a:pt x="475" y="11253"/>
                  </a:cubicBezTo>
                  <a:cubicBezTo>
                    <a:pt x="481" y="11271"/>
                    <a:pt x="499" y="11289"/>
                    <a:pt x="517" y="11313"/>
                  </a:cubicBezTo>
                  <a:cubicBezTo>
                    <a:pt x="523" y="11319"/>
                    <a:pt x="523" y="11325"/>
                    <a:pt x="529" y="11342"/>
                  </a:cubicBezTo>
                  <a:lnTo>
                    <a:pt x="576" y="11408"/>
                  </a:lnTo>
                  <a:cubicBezTo>
                    <a:pt x="576" y="11414"/>
                    <a:pt x="582" y="11414"/>
                    <a:pt x="582" y="11420"/>
                  </a:cubicBezTo>
                  <a:cubicBezTo>
                    <a:pt x="594" y="11449"/>
                    <a:pt x="618" y="11473"/>
                    <a:pt x="630" y="11503"/>
                  </a:cubicBezTo>
                  <a:cubicBezTo>
                    <a:pt x="642" y="11509"/>
                    <a:pt x="642" y="11520"/>
                    <a:pt x="648" y="11526"/>
                  </a:cubicBezTo>
                  <a:cubicBezTo>
                    <a:pt x="665" y="11550"/>
                    <a:pt x="677" y="11562"/>
                    <a:pt x="689" y="11586"/>
                  </a:cubicBezTo>
                  <a:cubicBezTo>
                    <a:pt x="701" y="11592"/>
                    <a:pt x="707" y="11598"/>
                    <a:pt x="707" y="11610"/>
                  </a:cubicBezTo>
                  <a:cubicBezTo>
                    <a:pt x="725" y="11621"/>
                    <a:pt x="737" y="11645"/>
                    <a:pt x="743" y="11657"/>
                  </a:cubicBezTo>
                  <a:cubicBezTo>
                    <a:pt x="748" y="11669"/>
                    <a:pt x="760" y="11675"/>
                    <a:pt x="760" y="11681"/>
                  </a:cubicBezTo>
                  <a:cubicBezTo>
                    <a:pt x="772" y="11705"/>
                    <a:pt x="796" y="11716"/>
                    <a:pt x="814" y="11740"/>
                  </a:cubicBezTo>
                  <a:lnTo>
                    <a:pt x="820" y="11746"/>
                  </a:lnTo>
                  <a:cubicBezTo>
                    <a:pt x="838" y="11770"/>
                    <a:pt x="855" y="11794"/>
                    <a:pt x="879" y="11817"/>
                  </a:cubicBezTo>
                  <a:lnTo>
                    <a:pt x="891" y="11829"/>
                  </a:lnTo>
                  <a:lnTo>
                    <a:pt x="938" y="11877"/>
                  </a:lnTo>
                  <a:lnTo>
                    <a:pt x="956" y="11895"/>
                  </a:lnTo>
                  <a:lnTo>
                    <a:pt x="1004" y="11942"/>
                  </a:lnTo>
                  <a:lnTo>
                    <a:pt x="1028" y="11966"/>
                  </a:lnTo>
                  <a:cubicBezTo>
                    <a:pt x="1045" y="11978"/>
                    <a:pt x="1063" y="12001"/>
                    <a:pt x="1087" y="12013"/>
                  </a:cubicBezTo>
                  <a:lnTo>
                    <a:pt x="1093" y="12025"/>
                  </a:lnTo>
                  <a:cubicBezTo>
                    <a:pt x="1117" y="12043"/>
                    <a:pt x="1134" y="12061"/>
                    <a:pt x="1158" y="12073"/>
                  </a:cubicBezTo>
                  <a:cubicBezTo>
                    <a:pt x="1164" y="12085"/>
                    <a:pt x="1176" y="12085"/>
                    <a:pt x="1182" y="12091"/>
                  </a:cubicBezTo>
                  <a:cubicBezTo>
                    <a:pt x="1194" y="12102"/>
                    <a:pt x="1218" y="12114"/>
                    <a:pt x="1235" y="12126"/>
                  </a:cubicBezTo>
                  <a:cubicBezTo>
                    <a:pt x="1241" y="12132"/>
                    <a:pt x="1247" y="12144"/>
                    <a:pt x="1253" y="12144"/>
                  </a:cubicBezTo>
                  <a:cubicBezTo>
                    <a:pt x="1271" y="12156"/>
                    <a:pt x="1295" y="12162"/>
                    <a:pt x="1307" y="12180"/>
                  </a:cubicBezTo>
                  <a:cubicBezTo>
                    <a:pt x="1313" y="12186"/>
                    <a:pt x="1324" y="12186"/>
                    <a:pt x="1330" y="12191"/>
                  </a:cubicBezTo>
                  <a:cubicBezTo>
                    <a:pt x="1354" y="12209"/>
                    <a:pt x="1384" y="12221"/>
                    <a:pt x="1402" y="12239"/>
                  </a:cubicBezTo>
                  <a:lnTo>
                    <a:pt x="8676" y="16526"/>
                  </a:lnTo>
                  <a:cubicBezTo>
                    <a:pt x="8664" y="16520"/>
                    <a:pt x="8658" y="16514"/>
                    <a:pt x="8640" y="16508"/>
                  </a:cubicBezTo>
                  <a:lnTo>
                    <a:pt x="8640" y="16508"/>
                  </a:lnTo>
                  <a:cubicBezTo>
                    <a:pt x="9025" y="16745"/>
                    <a:pt x="9477" y="16868"/>
                    <a:pt x="9979" y="16868"/>
                  </a:cubicBezTo>
                  <a:cubicBezTo>
                    <a:pt x="10636" y="16868"/>
                    <a:pt x="11379" y="16656"/>
                    <a:pt x="12167" y="16211"/>
                  </a:cubicBezTo>
                  <a:cubicBezTo>
                    <a:pt x="14881" y="14668"/>
                    <a:pt x="17102" y="10897"/>
                    <a:pt x="17119" y="7786"/>
                  </a:cubicBezTo>
                  <a:cubicBezTo>
                    <a:pt x="17149" y="6221"/>
                    <a:pt x="16611" y="5130"/>
                    <a:pt x="15729" y="4612"/>
                  </a:cubicBezTo>
                  <a:lnTo>
                    <a:pt x="15729" y="4612"/>
                  </a:lnTo>
                  <a:cubicBezTo>
                    <a:pt x="15730" y="4613"/>
                    <a:pt x="15730" y="4614"/>
                    <a:pt x="15730" y="4615"/>
                  </a:cubicBezTo>
                  <a:lnTo>
                    <a:pt x="15659" y="4573"/>
                  </a:lnTo>
                  <a:lnTo>
                    <a:pt x="15659" y="4573"/>
                  </a:lnTo>
                  <a:cubicBezTo>
                    <a:pt x="15661" y="4573"/>
                    <a:pt x="15663" y="4573"/>
                    <a:pt x="15665" y="4573"/>
                  </a:cubicBezTo>
                  <a:cubicBezTo>
                    <a:pt x="15662" y="4573"/>
                    <a:pt x="15660" y="4573"/>
                    <a:pt x="15658" y="4573"/>
                  </a:cubicBezTo>
                  <a:lnTo>
                    <a:pt x="15658" y="4573"/>
                  </a:lnTo>
                  <a:lnTo>
                    <a:pt x="15647" y="4566"/>
                  </a:lnTo>
                  <a:lnTo>
                    <a:pt x="15647" y="4566"/>
                  </a:lnTo>
                  <a:cubicBezTo>
                    <a:pt x="15645" y="4563"/>
                    <a:pt x="15643" y="4561"/>
                    <a:pt x="15641" y="4561"/>
                  </a:cubicBezTo>
                  <a:lnTo>
                    <a:pt x="15641" y="4561"/>
                  </a:lnTo>
                  <a:cubicBezTo>
                    <a:pt x="15641" y="4562"/>
                    <a:pt x="15641" y="4562"/>
                    <a:pt x="15642" y="4563"/>
                  </a:cubicBezTo>
                  <a:lnTo>
                    <a:pt x="15642" y="4563"/>
                  </a:lnTo>
                  <a:lnTo>
                    <a:pt x="8456" y="327"/>
                  </a:lnTo>
                  <a:cubicBezTo>
                    <a:pt x="8426" y="310"/>
                    <a:pt x="8397" y="286"/>
                    <a:pt x="8367" y="274"/>
                  </a:cubicBezTo>
                  <a:cubicBezTo>
                    <a:pt x="8361" y="262"/>
                    <a:pt x="8343" y="262"/>
                    <a:pt x="8337" y="256"/>
                  </a:cubicBezTo>
                  <a:cubicBezTo>
                    <a:pt x="8313" y="250"/>
                    <a:pt x="8296" y="238"/>
                    <a:pt x="8278" y="227"/>
                  </a:cubicBezTo>
                  <a:cubicBezTo>
                    <a:pt x="8260" y="221"/>
                    <a:pt x="8254" y="221"/>
                    <a:pt x="8242" y="215"/>
                  </a:cubicBezTo>
                  <a:cubicBezTo>
                    <a:pt x="8218" y="209"/>
                    <a:pt x="8201" y="197"/>
                    <a:pt x="8183" y="185"/>
                  </a:cubicBezTo>
                  <a:cubicBezTo>
                    <a:pt x="8165" y="179"/>
                    <a:pt x="8159" y="179"/>
                    <a:pt x="8147" y="167"/>
                  </a:cubicBezTo>
                  <a:cubicBezTo>
                    <a:pt x="8123" y="161"/>
                    <a:pt x="8106" y="155"/>
                    <a:pt x="8088" y="149"/>
                  </a:cubicBezTo>
                  <a:cubicBezTo>
                    <a:pt x="8070" y="137"/>
                    <a:pt x="8052" y="137"/>
                    <a:pt x="8046" y="131"/>
                  </a:cubicBezTo>
                  <a:cubicBezTo>
                    <a:pt x="8028" y="126"/>
                    <a:pt x="8011" y="120"/>
                    <a:pt x="7987" y="108"/>
                  </a:cubicBezTo>
                  <a:cubicBezTo>
                    <a:pt x="7975" y="102"/>
                    <a:pt x="7957" y="102"/>
                    <a:pt x="7945" y="96"/>
                  </a:cubicBezTo>
                  <a:cubicBezTo>
                    <a:pt x="7921" y="90"/>
                    <a:pt x="7910" y="78"/>
                    <a:pt x="7886" y="78"/>
                  </a:cubicBezTo>
                  <a:cubicBezTo>
                    <a:pt x="7868" y="72"/>
                    <a:pt x="7856" y="72"/>
                    <a:pt x="7850" y="72"/>
                  </a:cubicBezTo>
                  <a:cubicBezTo>
                    <a:pt x="7826" y="66"/>
                    <a:pt x="7803" y="66"/>
                    <a:pt x="7779" y="60"/>
                  </a:cubicBezTo>
                  <a:cubicBezTo>
                    <a:pt x="7767" y="60"/>
                    <a:pt x="7761" y="48"/>
                    <a:pt x="7743" y="48"/>
                  </a:cubicBezTo>
                  <a:cubicBezTo>
                    <a:pt x="7714" y="42"/>
                    <a:pt x="7690" y="42"/>
                    <a:pt x="7660" y="36"/>
                  </a:cubicBezTo>
                  <a:cubicBezTo>
                    <a:pt x="7654" y="36"/>
                    <a:pt x="7648" y="36"/>
                    <a:pt x="7642" y="31"/>
                  </a:cubicBezTo>
                  <a:cubicBezTo>
                    <a:pt x="7601" y="19"/>
                    <a:pt x="7565" y="13"/>
                    <a:pt x="7536" y="13"/>
                  </a:cubicBezTo>
                  <a:lnTo>
                    <a:pt x="7512" y="13"/>
                  </a:lnTo>
                  <a:cubicBezTo>
                    <a:pt x="7482" y="13"/>
                    <a:pt x="7464" y="7"/>
                    <a:pt x="7435" y="7"/>
                  </a:cubicBezTo>
                  <a:lnTo>
                    <a:pt x="7393" y="7"/>
                  </a:lnTo>
                  <a:cubicBezTo>
                    <a:pt x="7375" y="7"/>
                    <a:pt x="7351" y="7"/>
                    <a:pt x="7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5">
              <a:extLst>
                <a:ext uri="{FF2B5EF4-FFF2-40B4-BE49-F238E27FC236}">
                  <a16:creationId xmlns:a16="http://schemas.microsoft.com/office/drawing/2014/main" id="{8A7BFC91-FD20-2989-BD67-4B108EA09002}"/>
                </a:ext>
              </a:extLst>
            </p:cNvPr>
            <p:cNvSpPr/>
            <p:nvPr/>
          </p:nvSpPr>
          <p:spPr>
            <a:xfrm>
              <a:off x="5644057" y="-1244429"/>
              <a:ext cx="2654533" cy="3338463"/>
            </a:xfrm>
            <a:custGeom>
              <a:avLst/>
              <a:gdLst/>
              <a:ahLst/>
              <a:cxnLst/>
              <a:rect l="l" t="t" r="r" b="b"/>
              <a:pathLst>
                <a:path w="12234" h="15861" extrusionOk="0">
                  <a:moveTo>
                    <a:pt x="4959" y="1"/>
                  </a:moveTo>
                  <a:cubicBezTo>
                    <a:pt x="4924" y="24"/>
                    <a:pt x="4876" y="48"/>
                    <a:pt x="4840" y="66"/>
                  </a:cubicBezTo>
                  <a:cubicBezTo>
                    <a:pt x="4834" y="78"/>
                    <a:pt x="4817" y="84"/>
                    <a:pt x="4811" y="90"/>
                  </a:cubicBezTo>
                  <a:cubicBezTo>
                    <a:pt x="4781" y="107"/>
                    <a:pt x="4751" y="125"/>
                    <a:pt x="4722" y="143"/>
                  </a:cubicBezTo>
                  <a:cubicBezTo>
                    <a:pt x="4710" y="149"/>
                    <a:pt x="4698" y="155"/>
                    <a:pt x="4686" y="167"/>
                  </a:cubicBezTo>
                  <a:cubicBezTo>
                    <a:pt x="4656" y="179"/>
                    <a:pt x="4633" y="202"/>
                    <a:pt x="4603" y="214"/>
                  </a:cubicBezTo>
                  <a:cubicBezTo>
                    <a:pt x="4591" y="226"/>
                    <a:pt x="4573" y="232"/>
                    <a:pt x="4567" y="238"/>
                  </a:cubicBezTo>
                  <a:cubicBezTo>
                    <a:pt x="4538" y="256"/>
                    <a:pt x="4514" y="274"/>
                    <a:pt x="4484" y="291"/>
                  </a:cubicBezTo>
                  <a:cubicBezTo>
                    <a:pt x="4472" y="297"/>
                    <a:pt x="4460" y="303"/>
                    <a:pt x="4448" y="315"/>
                  </a:cubicBezTo>
                  <a:lnTo>
                    <a:pt x="4359" y="381"/>
                  </a:lnTo>
                  <a:cubicBezTo>
                    <a:pt x="4353" y="387"/>
                    <a:pt x="4342" y="392"/>
                    <a:pt x="4336" y="392"/>
                  </a:cubicBezTo>
                  <a:cubicBezTo>
                    <a:pt x="4264" y="446"/>
                    <a:pt x="4187" y="499"/>
                    <a:pt x="4116" y="559"/>
                  </a:cubicBezTo>
                  <a:lnTo>
                    <a:pt x="4104" y="565"/>
                  </a:lnTo>
                  <a:cubicBezTo>
                    <a:pt x="4063" y="600"/>
                    <a:pt x="4009" y="642"/>
                    <a:pt x="3968" y="677"/>
                  </a:cubicBezTo>
                  <a:cubicBezTo>
                    <a:pt x="3950" y="683"/>
                    <a:pt x="3938" y="701"/>
                    <a:pt x="3920" y="713"/>
                  </a:cubicBezTo>
                  <a:cubicBezTo>
                    <a:pt x="3884" y="743"/>
                    <a:pt x="3855" y="772"/>
                    <a:pt x="3819" y="802"/>
                  </a:cubicBezTo>
                  <a:cubicBezTo>
                    <a:pt x="3801" y="820"/>
                    <a:pt x="3789" y="832"/>
                    <a:pt x="3766" y="850"/>
                  </a:cubicBezTo>
                  <a:cubicBezTo>
                    <a:pt x="3730" y="879"/>
                    <a:pt x="3700" y="909"/>
                    <a:pt x="3659" y="939"/>
                  </a:cubicBezTo>
                  <a:lnTo>
                    <a:pt x="3623" y="974"/>
                  </a:lnTo>
                  <a:cubicBezTo>
                    <a:pt x="3582" y="1010"/>
                    <a:pt x="3534" y="1057"/>
                    <a:pt x="3492" y="1099"/>
                  </a:cubicBezTo>
                  <a:lnTo>
                    <a:pt x="3451" y="1135"/>
                  </a:lnTo>
                  <a:cubicBezTo>
                    <a:pt x="3415" y="1164"/>
                    <a:pt x="3386" y="1206"/>
                    <a:pt x="3350" y="1236"/>
                  </a:cubicBezTo>
                  <a:lnTo>
                    <a:pt x="3302" y="1277"/>
                  </a:lnTo>
                  <a:cubicBezTo>
                    <a:pt x="3267" y="1307"/>
                    <a:pt x="3237" y="1343"/>
                    <a:pt x="3202" y="1372"/>
                  </a:cubicBezTo>
                  <a:lnTo>
                    <a:pt x="3166" y="1414"/>
                  </a:lnTo>
                  <a:lnTo>
                    <a:pt x="3029" y="1544"/>
                  </a:lnTo>
                  <a:lnTo>
                    <a:pt x="2994" y="1580"/>
                  </a:lnTo>
                  <a:cubicBezTo>
                    <a:pt x="2964" y="1622"/>
                    <a:pt x="2928" y="1651"/>
                    <a:pt x="2899" y="1687"/>
                  </a:cubicBezTo>
                  <a:lnTo>
                    <a:pt x="2851" y="1728"/>
                  </a:lnTo>
                  <a:cubicBezTo>
                    <a:pt x="2821" y="1770"/>
                    <a:pt x="2786" y="1806"/>
                    <a:pt x="2756" y="1841"/>
                  </a:cubicBezTo>
                  <a:lnTo>
                    <a:pt x="2721" y="1877"/>
                  </a:lnTo>
                  <a:cubicBezTo>
                    <a:pt x="2673" y="1924"/>
                    <a:pt x="2637" y="1978"/>
                    <a:pt x="2590" y="2025"/>
                  </a:cubicBezTo>
                  <a:cubicBezTo>
                    <a:pt x="2584" y="2043"/>
                    <a:pt x="2572" y="2049"/>
                    <a:pt x="2560" y="2067"/>
                  </a:cubicBezTo>
                  <a:cubicBezTo>
                    <a:pt x="2531" y="2103"/>
                    <a:pt x="2501" y="2138"/>
                    <a:pt x="2465" y="2174"/>
                  </a:cubicBezTo>
                  <a:cubicBezTo>
                    <a:pt x="2453" y="2192"/>
                    <a:pt x="2436" y="2204"/>
                    <a:pt x="2430" y="2227"/>
                  </a:cubicBezTo>
                  <a:cubicBezTo>
                    <a:pt x="2400" y="2263"/>
                    <a:pt x="2370" y="2304"/>
                    <a:pt x="2341" y="2346"/>
                  </a:cubicBezTo>
                  <a:cubicBezTo>
                    <a:pt x="2335" y="2364"/>
                    <a:pt x="2317" y="2370"/>
                    <a:pt x="2311" y="2382"/>
                  </a:cubicBezTo>
                  <a:cubicBezTo>
                    <a:pt x="2275" y="2435"/>
                    <a:pt x="2228" y="2489"/>
                    <a:pt x="2192" y="2542"/>
                  </a:cubicBezTo>
                  <a:cubicBezTo>
                    <a:pt x="2186" y="2554"/>
                    <a:pt x="2168" y="2560"/>
                    <a:pt x="2162" y="2578"/>
                  </a:cubicBezTo>
                  <a:cubicBezTo>
                    <a:pt x="2133" y="2625"/>
                    <a:pt x="2103" y="2661"/>
                    <a:pt x="2073" y="2702"/>
                  </a:cubicBezTo>
                  <a:cubicBezTo>
                    <a:pt x="2055" y="2720"/>
                    <a:pt x="2050" y="2738"/>
                    <a:pt x="2038" y="2756"/>
                  </a:cubicBezTo>
                  <a:cubicBezTo>
                    <a:pt x="2008" y="2797"/>
                    <a:pt x="1978" y="2839"/>
                    <a:pt x="1949" y="2880"/>
                  </a:cubicBezTo>
                  <a:cubicBezTo>
                    <a:pt x="1937" y="2898"/>
                    <a:pt x="1931" y="2910"/>
                    <a:pt x="1919" y="2916"/>
                  </a:cubicBezTo>
                  <a:cubicBezTo>
                    <a:pt x="1877" y="2970"/>
                    <a:pt x="1842" y="3029"/>
                    <a:pt x="1806" y="3082"/>
                  </a:cubicBezTo>
                  <a:cubicBezTo>
                    <a:pt x="1800" y="3094"/>
                    <a:pt x="1788" y="3106"/>
                    <a:pt x="1782" y="3118"/>
                  </a:cubicBezTo>
                  <a:cubicBezTo>
                    <a:pt x="1753" y="3165"/>
                    <a:pt x="1723" y="3207"/>
                    <a:pt x="1699" y="3255"/>
                  </a:cubicBezTo>
                  <a:cubicBezTo>
                    <a:pt x="1693" y="3266"/>
                    <a:pt x="1681" y="3290"/>
                    <a:pt x="1670" y="3302"/>
                  </a:cubicBezTo>
                  <a:cubicBezTo>
                    <a:pt x="1640" y="3350"/>
                    <a:pt x="1622" y="3391"/>
                    <a:pt x="1592" y="3439"/>
                  </a:cubicBezTo>
                  <a:cubicBezTo>
                    <a:pt x="1580" y="3450"/>
                    <a:pt x="1575" y="3468"/>
                    <a:pt x="1569" y="3474"/>
                  </a:cubicBezTo>
                  <a:cubicBezTo>
                    <a:pt x="1533" y="3534"/>
                    <a:pt x="1503" y="3587"/>
                    <a:pt x="1462" y="3646"/>
                  </a:cubicBezTo>
                  <a:cubicBezTo>
                    <a:pt x="1456" y="3658"/>
                    <a:pt x="1450" y="3670"/>
                    <a:pt x="1444" y="3682"/>
                  </a:cubicBezTo>
                  <a:cubicBezTo>
                    <a:pt x="1414" y="3730"/>
                    <a:pt x="1390" y="3771"/>
                    <a:pt x="1361" y="3825"/>
                  </a:cubicBezTo>
                  <a:cubicBezTo>
                    <a:pt x="1355" y="3836"/>
                    <a:pt x="1337" y="3860"/>
                    <a:pt x="1331" y="3878"/>
                  </a:cubicBezTo>
                  <a:cubicBezTo>
                    <a:pt x="1307" y="3920"/>
                    <a:pt x="1278" y="3967"/>
                    <a:pt x="1254" y="4009"/>
                  </a:cubicBezTo>
                  <a:cubicBezTo>
                    <a:pt x="1248" y="4026"/>
                    <a:pt x="1242" y="4038"/>
                    <a:pt x="1236" y="4044"/>
                  </a:cubicBezTo>
                  <a:lnTo>
                    <a:pt x="1147" y="4222"/>
                  </a:lnTo>
                  <a:cubicBezTo>
                    <a:pt x="1135" y="4240"/>
                    <a:pt x="1129" y="4246"/>
                    <a:pt x="1129" y="4264"/>
                  </a:cubicBezTo>
                  <a:cubicBezTo>
                    <a:pt x="1105" y="4306"/>
                    <a:pt x="1076" y="4359"/>
                    <a:pt x="1058" y="4401"/>
                  </a:cubicBezTo>
                  <a:cubicBezTo>
                    <a:pt x="1046" y="4418"/>
                    <a:pt x="1040" y="4442"/>
                    <a:pt x="1028" y="4454"/>
                  </a:cubicBezTo>
                  <a:cubicBezTo>
                    <a:pt x="1004" y="4501"/>
                    <a:pt x="981" y="4549"/>
                    <a:pt x="957" y="4597"/>
                  </a:cubicBezTo>
                  <a:lnTo>
                    <a:pt x="939" y="4638"/>
                  </a:lnTo>
                  <a:cubicBezTo>
                    <a:pt x="909" y="4697"/>
                    <a:pt x="886" y="4757"/>
                    <a:pt x="856" y="4816"/>
                  </a:cubicBezTo>
                  <a:cubicBezTo>
                    <a:pt x="850" y="4834"/>
                    <a:pt x="850" y="4840"/>
                    <a:pt x="838" y="4858"/>
                  </a:cubicBezTo>
                  <a:cubicBezTo>
                    <a:pt x="820" y="4905"/>
                    <a:pt x="797" y="4953"/>
                    <a:pt x="773" y="5006"/>
                  </a:cubicBezTo>
                  <a:cubicBezTo>
                    <a:pt x="767" y="5018"/>
                    <a:pt x="761" y="5042"/>
                    <a:pt x="749" y="5054"/>
                  </a:cubicBezTo>
                  <a:cubicBezTo>
                    <a:pt x="731" y="5101"/>
                    <a:pt x="714" y="5155"/>
                    <a:pt x="690" y="5196"/>
                  </a:cubicBezTo>
                  <a:cubicBezTo>
                    <a:pt x="684" y="5214"/>
                    <a:pt x="678" y="5226"/>
                    <a:pt x="678" y="5244"/>
                  </a:cubicBezTo>
                  <a:cubicBezTo>
                    <a:pt x="654" y="5303"/>
                    <a:pt x="630" y="5362"/>
                    <a:pt x="601" y="5428"/>
                  </a:cubicBezTo>
                  <a:cubicBezTo>
                    <a:pt x="595" y="5434"/>
                    <a:pt x="595" y="5452"/>
                    <a:pt x="589" y="5458"/>
                  </a:cubicBezTo>
                  <a:cubicBezTo>
                    <a:pt x="565" y="5511"/>
                    <a:pt x="553" y="5558"/>
                    <a:pt x="535" y="5606"/>
                  </a:cubicBezTo>
                  <a:cubicBezTo>
                    <a:pt x="529" y="5618"/>
                    <a:pt x="524" y="5642"/>
                    <a:pt x="512" y="5659"/>
                  </a:cubicBezTo>
                  <a:cubicBezTo>
                    <a:pt x="500" y="5701"/>
                    <a:pt x="482" y="5754"/>
                    <a:pt x="464" y="5796"/>
                  </a:cubicBezTo>
                  <a:cubicBezTo>
                    <a:pt x="452" y="5814"/>
                    <a:pt x="452" y="5826"/>
                    <a:pt x="446" y="5843"/>
                  </a:cubicBezTo>
                  <a:cubicBezTo>
                    <a:pt x="423" y="5903"/>
                    <a:pt x="411" y="5968"/>
                    <a:pt x="387" y="6028"/>
                  </a:cubicBezTo>
                  <a:cubicBezTo>
                    <a:pt x="387" y="6033"/>
                    <a:pt x="381" y="6051"/>
                    <a:pt x="381" y="6057"/>
                  </a:cubicBezTo>
                  <a:lnTo>
                    <a:pt x="333" y="6212"/>
                  </a:lnTo>
                  <a:cubicBezTo>
                    <a:pt x="333" y="6224"/>
                    <a:pt x="328" y="6229"/>
                    <a:pt x="328" y="6235"/>
                  </a:cubicBezTo>
                  <a:cubicBezTo>
                    <a:pt x="328" y="6241"/>
                    <a:pt x="322" y="6259"/>
                    <a:pt x="322" y="6265"/>
                  </a:cubicBezTo>
                  <a:cubicBezTo>
                    <a:pt x="304" y="6313"/>
                    <a:pt x="292" y="6360"/>
                    <a:pt x="286" y="6408"/>
                  </a:cubicBezTo>
                  <a:cubicBezTo>
                    <a:pt x="274" y="6419"/>
                    <a:pt x="274" y="6437"/>
                    <a:pt x="268" y="6449"/>
                  </a:cubicBezTo>
                  <a:cubicBezTo>
                    <a:pt x="256" y="6509"/>
                    <a:pt x="238" y="6568"/>
                    <a:pt x="227" y="6639"/>
                  </a:cubicBezTo>
                  <a:cubicBezTo>
                    <a:pt x="227" y="6645"/>
                    <a:pt x="215" y="6657"/>
                    <a:pt x="215" y="6669"/>
                  </a:cubicBezTo>
                  <a:cubicBezTo>
                    <a:pt x="203" y="6716"/>
                    <a:pt x="197" y="6770"/>
                    <a:pt x="179" y="6817"/>
                  </a:cubicBezTo>
                  <a:cubicBezTo>
                    <a:pt x="173" y="6835"/>
                    <a:pt x="173" y="6853"/>
                    <a:pt x="167" y="6877"/>
                  </a:cubicBezTo>
                  <a:cubicBezTo>
                    <a:pt x="155" y="6918"/>
                    <a:pt x="143" y="6966"/>
                    <a:pt x="138" y="7013"/>
                  </a:cubicBezTo>
                  <a:cubicBezTo>
                    <a:pt x="138" y="7031"/>
                    <a:pt x="126" y="7043"/>
                    <a:pt x="126" y="7061"/>
                  </a:cubicBezTo>
                  <a:cubicBezTo>
                    <a:pt x="114" y="7120"/>
                    <a:pt x="108" y="7180"/>
                    <a:pt x="96" y="7239"/>
                  </a:cubicBezTo>
                  <a:cubicBezTo>
                    <a:pt x="96" y="7245"/>
                    <a:pt x="96" y="7263"/>
                    <a:pt x="90" y="7269"/>
                  </a:cubicBezTo>
                  <a:cubicBezTo>
                    <a:pt x="84" y="7322"/>
                    <a:pt x="78" y="7364"/>
                    <a:pt x="66" y="7417"/>
                  </a:cubicBezTo>
                  <a:cubicBezTo>
                    <a:pt x="66" y="7441"/>
                    <a:pt x="60" y="7453"/>
                    <a:pt x="60" y="7470"/>
                  </a:cubicBezTo>
                  <a:cubicBezTo>
                    <a:pt x="54" y="7512"/>
                    <a:pt x="48" y="7560"/>
                    <a:pt x="48" y="7601"/>
                  </a:cubicBezTo>
                  <a:cubicBezTo>
                    <a:pt x="48" y="7619"/>
                    <a:pt x="37" y="7631"/>
                    <a:pt x="37" y="7649"/>
                  </a:cubicBezTo>
                  <a:cubicBezTo>
                    <a:pt x="31" y="7708"/>
                    <a:pt x="25" y="7767"/>
                    <a:pt x="25" y="7827"/>
                  </a:cubicBezTo>
                  <a:lnTo>
                    <a:pt x="25" y="7833"/>
                  </a:lnTo>
                  <a:cubicBezTo>
                    <a:pt x="25" y="7856"/>
                    <a:pt x="19" y="7886"/>
                    <a:pt x="19" y="7904"/>
                  </a:cubicBezTo>
                  <a:cubicBezTo>
                    <a:pt x="19" y="7928"/>
                    <a:pt x="19" y="7951"/>
                    <a:pt x="7" y="7975"/>
                  </a:cubicBezTo>
                  <a:cubicBezTo>
                    <a:pt x="7" y="8005"/>
                    <a:pt x="7" y="8035"/>
                    <a:pt x="1" y="8064"/>
                  </a:cubicBezTo>
                  <a:lnTo>
                    <a:pt x="1" y="8124"/>
                  </a:lnTo>
                  <a:lnTo>
                    <a:pt x="1" y="8219"/>
                  </a:lnTo>
                  <a:lnTo>
                    <a:pt x="1" y="8260"/>
                  </a:lnTo>
                  <a:lnTo>
                    <a:pt x="1" y="8403"/>
                  </a:lnTo>
                  <a:lnTo>
                    <a:pt x="1" y="8539"/>
                  </a:lnTo>
                  <a:lnTo>
                    <a:pt x="1" y="8581"/>
                  </a:lnTo>
                  <a:lnTo>
                    <a:pt x="1" y="8670"/>
                  </a:lnTo>
                  <a:lnTo>
                    <a:pt x="1" y="8717"/>
                  </a:lnTo>
                  <a:cubicBezTo>
                    <a:pt x="1" y="8747"/>
                    <a:pt x="1" y="8777"/>
                    <a:pt x="7" y="8795"/>
                  </a:cubicBezTo>
                  <a:lnTo>
                    <a:pt x="7" y="8842"/>
                  </a:lnTo>
                  <a:cubicBezTo>
                    <a:pt x="7" y="8872"/>
                    <a:pt x="19" y="8902"/>
                    <a:pt x="19" y="8937"/>
                  </a:cubicBezTo>
                  <a:lnTo>
                    <a:pt x="19" y="8967"/>
                  </a:lnTo>
                  <a:cubicBezTo>
                    <a:pt x="19" y="9014"/>
                    <a:pt x="25" y="9050"/>
                    <a:pt x="31" y="9092"/>
                  </a:cubicBezTo>
                  <a:lnTo>
                    <a:pt x="31" y="9115"/>
                  </a:lnTo>
                  <a:cubicBezTo>
                    <a:pt x="37" y="9145"/>
                    <a:pt x="37" y="9181"/>
                    <a:pt x="48" y="9210"/>
                  </a:cubicBezTo>
                  <a:cubicBezTo>
                    <a:pt x="48" y="9228"/>
                    <a:pt x="48" y="9234"/>
                    <a:pt x="54" y="9252"/>
                  </a:cubicBezTo>
                  <a:cubicBezTo>
                    <a:pt x="54" y="9264"/>
                    <a:pt x="60" y="9282"/>
                    <a:pt x="60" y="9293"/>
                  </a:cubicBezTo>
                  <a:cubicBezTo>
                    <a:pt x="60" y="9311"/>
                    <a:pt x="66" y="9317"/>
                    <a:pt x="66" y="9329"/>
                  </a:cubicBezTo>
                  <a:cubicBezTo>
                    <a:pt x="66" y="9347"/>
                    <a:pt x="78" y="9353"/>
                    <a:pt x="78" y="9371"/>
                  </a:cubicBezTo>
                  <a:cubicBezTo>
                    <a:pt x="84" y="9400"/>
                    <a:pt x="84" y="9430"/>
                    <a:pt x="90" y="9460"/>
                  </a:cubicBezTo>
                  <a:cubicBezTo>
                    <a:pt x="90" y="9466"/>
                    <a:pt x="90" y="9472"/>
                    <a:pt x="96" y="9489"/>
                  </a:cubicBezTo>
                  <a:lnTo>
                    <a:pt x="120" y="9596"/>
                  </a:lnTo>
                  <a:lnTo>
                    <a:pt x="120" y="9614"/>
                  </a:lnTo>
                  <a:cubicBezTo>
                    <a:pt x="126" y="9644"/>
                    <a:pt x="138" y="9679"/>
                    <a:pt x="143" y="9709"/>
                  </a:cubicBezTo>
                  <a:cubicBezTo>
                    <a:pt x="143" y="9715"/>
                    <a:pt x="149" y="9733"/>
                    <a:pt x="149" y="9739"/>
                  </a:cubicBezTo>
                  <a:cubicBezTo>
                    <a:pt x="155" y="9763"/>
                    <a:pt x="167" y="9792"/>
                    <a:pt x="173" y="9816"/>
                  </a:cubicBezTo>
                  <a:cubicBezTo>
                    <a:pt x="173" y="9828"/>
                    <a:pt x="179" y="9834"/>
                    <a:pt x="179" y="9852"/>
                  </a:cubicBezTo>
                  <a:cubicBezTo>
                    <a:pt x="185" y="9881"/>
                    <a:pt x="197" y="9905"/>
                    <a:pt x="203" y="9935"/>
                  </a:cubicBezTo>
                  <a:cubicBezTo>
                    <a:pt x="203" y="9941"/>
                    <a:pt x="209" y="9947"/>
                    <a:pt x="209" y="9953"/>
                  </a:cubicBezTo>
                  <a:cubicBezTo>
                    <a:pt x="215" y="9994"/>
                    <a:pt x="233" y="10024"/>
                    <a:pt x="238" y="10059"/>
                  </a:cubicBezTo>
                  <a:cubicBezTo>
                    <a:pt x="238" y="10065"/>
                    <a:pt x="244" y="10071"/>
                    <a:pt x="244" y="10071"/>
                  </a:cubicBezTo>
                  <a:cubicBezTo>
                    <a:pt x="256" y="10101"/>
                    <a:pt x="268" y="10125"/>
                    <a:pt x="274" y="10154"/>
                  </a:cubicBezTo>
                  <a:cubicBezTo>
                    <a:pt x="286" y="10160"/>
                    <a:pt x="286" y="10178"/>
                    <a:pt x="292" y="10184"/>
                  </a:cubicBezTo>
                  <a:cubicBezTo>
                    <a:pt x="298" y="10208"/>
                    <a:pt x="304" y="10232"/>
                    <a:pt x="322" y="10249"/>
                  </a:cubicBezTo>
                  <a:cubicBezTo>
                    <a:pt x="328" y="10261"/>
                    <a:pt x="328" y="10273"/>
                    <a:pt x="333" y="10279"/>
                  </a:cubicBezTo>
                  <a:cubicBezTo>
                    <a:pt x="345" y="10303"/>
                    <a:pt x="357" y="10333"/>
                    <a:pt x="363" y="10356"/>
                  </a:cubicBezTo>
                  <a:cubicBezTo>
                    <a:pt x="363" y="10362"/>
                    <a:pt x="375" y="10368"/>
                    <a:pt x="375" y="10380"/>
                  </a:cubicBezTo>
                  <a:lnTo>
                    <a:pt x="417" y="10469"/>
                  </a:lnTo>
                  <a:cubicBezTo>
                    <a:pt x="417" y="10475"/>
                    <a:pt x="423" y="10481"/>
                    <a:pt x="423" y="10487"/>
                  </a:cubicBezTo>
                  <a:cubicBezTo>
                    <a:pt x="440" y="10511"/>
                    <a:pt x="446" y="10534"/>
                    <a:pt x="464" y="10558"/>
                  </a:cubicBezTo>
                  <a:cubicBezTo>
                    <a:pt x="470" y="10564"/>
                    <a:pt x="470" y="10570"/>
                    <a:pt x="476" y="10588"/>
                  </a:cubicBezTo>
                  <a:cubicBezTo>
                    <a:pt x="482" y="10606"/>
                    <a:pt x="500" y="10624"/>
                    <a:pt x="512" y="10647"/>
                  </a:cubicBezTo>
                  <a:cubicBezTo>
                    <a:pt x="524" y="10653"/>
                    <a:pt x="524" y="10659"/>
                    <a:pt x="529" y="10677"/>
                  </a:cubicBezTo>
                  <a:lnTo>
                    <a:pt x="571" y="10742"/>
                  </a:lnTo>
                  <a:cubicBezTo>
                    <a:pt x="571" y="10748"/>
                    <a:pt x="583" y="10748"/>
                    <a:pt x="583" y="10754"/>
                  </a:cubicBezTo>
                  <a:cubicBezTo>
                    <a:pt x="595" y="10784"/>
                    <a:pt x="619" y="10808"/>
                    <a:pt x="630" y="10837"/>
                  </a:cubicBezTo>
                  <a:cubicBezTo>
                    <a:pt x="642" y="10843"/>
                    <a:pt x="642" y="10855"/>
                    <a:pt x="648" y="10861"/>
                  </a:cubicBezTo>
                  <a:cubicBezTo>
                    <a:pt x="660" y="10885"/>
                    <a:pt x="678" y="10897"/>
                    <a:pt x="690" y="10920"/>
                  </a:cubicBezTo>
                  <a:cubicBezTo>
                    <a:pt x="702" y="10926"/>
                    <a:pt x="708" y="10932"/>
                    <a:pt x="708" y="10944"/>
                  </a:cubicBezTo>
                  <a:cubicBezTo>
                    <a:pt x="719" y="10956"/>
                    <a:pt x="737" y="10980"/>
                    <a:pt x="743" y="10992"/>
                  </a:cubicBezTo>
                  <a:cubicBezTo>
                    <a:pt x="749" y="11004"/>
                    <a:pt x="761" y="11009"/>
                    <a:pt x="761" y="11015"/>
                  </a:cubicBezTo>
                  <a:cubicBezTo>
                    <a:pt x="773" y="11039"/>
                    <a:pt x="797" y="11051"/>
                    <a:pt x="809" y="11075"/>
                  </a:cubicBezTo>
                  <a:lnTo>
                    <a:pt x="820" y="11081"/>
                  </a:lnTo>
                  <a:cubicBezTo>
                    <a:pt x="838" y="11104"/>
                    <a:pt x="856" y="11128"/>
                    <a:pt x="880" y="11152"/>
                  </a:cubicBezTo>
                  <a:lnTo>
                    <a:pt x="892" y="11164"/>
                  </a:lnTo>
                  <a:lnTo>
                    <a:pt x="939" y="11211"/>
                  </a:lnTo>
                  <a:lnTo>
                    <a:pt x="957" y="11229"/>
                  </a:lnTo>
                  <a:lnTo>
                    <a:pt x="1004" y="11277"/>
                  </a:lnTo>
                  <a:lnTo>
                    <a:pt x="1028" y="11300"/>
                  </a:lnTo>
                  <a:cubicBezTo>
                    <a:pt x="1046" y="11312"/>
                    <a:pt x="1064" y="11336"/>
                    <a:pt x="1088" y="11348"/>
                  </a:cubicBezTo>
                  <a:lnTo>
                    <a:pt x="1094" y="11360"/>
                  </a:lnTo>
                  <a:cubicBezTo>
                    <a:pt x="1117" y="11378"/>
                    <a:pt x="1135" y="11395"/>
                    <a:pt x="1159" y="11407"/>
                  </a:cubicBezTo>
                  <a:cubicBezTo>
                    <a:pt x="1165" y="11419"/>
                    <a:pt x="1177" y="11419"/>
                    <a:pt x="1183" y="11425"/>
                  </a:cubicBezTo>
                  <a:cubicBezTo>
                    <a:pt x="1194" y="11437"/>
                    <a:pt x="1218" y="11449"/>
                    <a:pt x="1236" y="11461"/>
                  </a:cubicBezTo>
                  <a:cubicBezTo>
                    <a:pt x="1242" y="11467"/>
                    <a:pt x="1248" y="11479"/>
                    <a:pt x="1254" y="11479"/>
                  </a:cubicBezTo>
                  <a:cubicBezTo>
                    <a:pt x="1272" y="11490"/>
                    <a:pt x="1295" y="11496"/>
                    <a:pt x="1307" y="11514"/>
                  </a:cubicBezTo>
                  <a:cubicBezTo>
                    <a:pt x="1313" y="11520"/>
                    <a:pt x="1325" y="11520"/>
                    <a:pt x="1331" y="11526"/>
                  </a:cubicBezTo>
                  <a:cubicBezTo>
                    <a:pt x="1355" y="11544"/>
                    <a:pt x="1385" y="11556"/>
                    <a:pt x="1402" y="11574"/>
                  </a:cubicBezTo>
                  <a:lnTo>
                    <a:pt x="8605" y="15819"/>
                  </a:lnTo>
                  <a:lnTo>
                    <a:pt x="8605" y="15819"/>
                  </a:lnTo>
                  <a:cubicBezTo>
                    <a:pt x="8605" y="15807"/>
                    <a:pt x="8599" y="15807"/>
                    <a:pt x="8587" y="15795"/>
                  </a:cubicBezTo>
                  <a:cubicBezTo>
                    <a:pt x="8575" y="15784"/>
                    <a:pt x="8552" y="15778"/>
                    <a:pt x="8540" y="15760"/>
                  </a:cubicBezTo>
                  <a:cubicBezTo>
                    <a:pt x="8528" y="15754"/>
                    <a:pt x="8522" y="15748"/>
                    <a:pt x="8516" y="15748"/>
                  </a:cubicBezTo>
                  <a:cubicBezTo>
                    <a:pt x="8498" y="15730"/>
                    <a:pt x="8480" y="15724"/>
                    <a:pt x="8463" y="15706"/>
                  </a:cubicBezTo>
                  <a:cubicBezTo>
                    <a:pt x="8457" y="15700"/>
                    <a:pt x="8451" y="15700"/>
                    <a:pt x="8439" y="15695"/>
                  </a:cubicBezTo>
                  <a:cubicBezTo>
                    <a:pt x="8421" y="15677"/>
                    <a:pt x="8397" y="15653"/>
                    <a:pt x="8373" y="15641"/>
                  </a:cubicBezTo>
                  <a:cubicBezTo>
                    <a:pt x="8373" y="15641"/>
                    <a:pt x="8368" y="15641"/>
                    <a:pt x="8368" y="15635"/>
                  </a:cubicBezTo>
                  <a:cubicBezTo>
                    <a:pt x="8344" y="15617"/>
                    <a:pt x="8332" y="15594"/>
                    <a:pt x="8308" y="15582"/>
                  </a:cubicBezTo>
                  <a:lnTo>
                    <a:pt x="8284" y="15558"/>
                  </a:lnTo>
                  <a:lnTo>
                    <a:pt x="8243" y="15516"/>
                  </a:lnTo>
                  <a:lnTo>
                    <a:pt x="8219" y="15493"/>
                  </a:lnTo>
                  <a:lnTo>
                    <a:pt x="8172" y="15445"/>
                  </a:lnTo>
                  <a:lnTo>
                    <a:pt x="8160" y="15433"/>
                  </a:lnTo>
                  <a:cubicBezTo>
                    <a:pt x="8136" y="15409"/>
                    <a:pt x="8124" y="15386"/>
                    <a:pt x="8100" y="15368"/>
                  </a:cubicBezTo>
                  <a:cubicBezTo>
                    <a:pt x="8100" y="15368"/>
                    <a:pt x="8094" y="15356"/>
                    <a:pt x="8094" y="15350"/>
                  </a:cubicBezTo>
                  <a:cubicBezTo>
                    <a:pt x="8077" y="15326"/>
                    <a:pt x="8065" y="15314"/>
                    <a:pt x="8041" y="15291"/>
                  </a:cubicBezTo>
                  <a:lnTo>
                    <a:pt x="8017" y="15267"/>
                  </a:lnTo>
                  <a:cubicBezTo>
                    <a:pt x="8005" y="15255"/>
                    <a:pt x="7993" y="15237"/>
                    <a:pt x="7982" y="15219"/>
                  </a:cubicBezTo>
                  <a:lnTo>
                    <a:pt x="7958" y="15196"/>
                  </a:lnTo>
                  <a:cubicBezTo>
                    <a:pt x="7946" y="15178"/>
                    <a:pt x="7928" y="15160"/>
                    <a:pt x="7922" y="15142"/>
                  </a:cubicBezTo>
                  <a:cubicBezTo>
                    <a:pt x="7916" y="15136"/>
                    <a:pt x="7916" y="15130"/>
                    <a:pt x="7904" y="15119"/>
                  </a:cubicBezTo>
                  <a:cubicBezTo>
                    <a:pt x="7892" y="15101"/>
                    <a:pt x="7869" y="15071"/>
                    <a:pt x="7857" y="15047"/>
                  </a:cubicBezTo>
                  <a:cubicBezTo>
                    <a:pt x="7845" y="15041"/>
                    <a:pt x="7845" y="15029"/>
                    <a:pt x="7845" y="15029"/>
                  </a:cubicBezTo>
                  <a:cubicBezTo>
                    <a:pt x="7833" y="15012"/>
                    <a:pt x="7815" y="14988"/>
                    <a:pt x="7809" y="14964"/>
                  </a:cubicBezTo>
                  <a:cubicBezTo>
                    <a:pt x="7803" y="14958"/>
                    <a:pt x="7797" y="14940"/>
                    <a:pt x="7797" y="14934"/>
                  </a:cubicBezTo>
                  <a:cubicBezTo>
                    <a:pt x="7786" y="14923"/>
                    <a:pt x="7774" y="14899"/>
                    <a:pt x="7768" y="14875"/>
                  </a:cubicBezTo>
                  <a:cubicBezTo>
                    <a:pt x="7756" y="14869"/>
                    <a:pt x="7750" y="14851"/>
                    <a:pt x="7750" y="14845"/>
                  </a:cubicBezTo>
                  <a:cubicBezTo>
                    <a:pt x="7738" y="14822"/>
                    <a:pt x="7726" y="14804"/>
                    <a:pt x="7720" y="14780"/>
                  </a:cubicBezTo>
                  <a:cubicBezTo>
                    <a:pt x="7714" y="14774"/>
                    <a:pt x="7714" y="14762"/>
                    <a:pt x="7708" y="14756"/>
                  </a:cubicBezTo>
                  <a:lnTo>
                    <a:pt x="7661" y="14667"/>
                  </a:lnTo>
                  <a:cubicBezTo>
                    <a:pt x="7655" y="14661"/>
                    <a:pt x="7655" y="14655"/>
                    <a:pt x="7655" y="14644"/>
                  </a:cubicBezTo>
                  <a:cubicBezTo>
                    <a:pt x="7649" y="14626"/>
                    <a:pt x="7631" y="14602"/>
                    <a:pt x="7625" y="14578"/>
                  </a:cubicBezTo>
                  <a:cubicBezTo>
                    <a:pt x="7619" y="14566"/>
                    <a:pt x="7619" y="14554"/>
                    <a:pt x="7607" y="14543"/>
                  </a:cubicBezTo>
                  <a:cubicBezTo>
                    <a:pt x="7602" y="14519"/>
                    <a:pt x="7596" y="14495"/>
                    <a:pt x="7590" y="14483"/>
                  </a:cubicBezTo>
                  <a:cubicBezTo>
                    <a:pt x="7578" y="14465"/>
                    <a:pt x="7578" y="14459"/>
                    <a:pt x="7572" y="14448"/>
                  </a:cubicBezTo>
                  <a:cubicBezTo>
                    <a:pt x="7566" y="14424"/>
                    <a:pt x="7560" y="14400"/>
                    <a:pt x="7542" y="14370"/>
                  </a:cubicBezTo>
                  <a:cubicBezTo>
                    <a:pt x="7542" y="14364"/>
                    <a:pt x="7536" y="14358"/>
                    <a:pt x="7536" y="14341"/>
                  </a:cubicBezTo>
                  <a:cubicBezTo>
                    <a:pt x="7518" y="14311"/>
                    <a:pt x="7512" y="14275"/>
                    <a:pt x="7507" y="14246"/>
                  </a:cubicBezTo>
                  <a:cubicBezTo>
                    <a:pt x="7507" y="14240"/>
                    <a:pt x="7501" y="14222"/>
                    <a:pt x="7501" y="14216"/>
                  </a:cubicBezTo>
                  <a:cubicBezTo>
                    <a:pt x="7489" y="14192"/>
                    <a:pt x="7483" y="14168"/>
                    <a:pt x="7477" y="14139"/>
                  </a:cubicBezTo>
                  <a:cubicBezTo>
                    <a:pt x="7471" y="14127"/>
                    <a:pt x="7471" y="14115"/>
                    <a:pt x="7459" y="14103"/>
                  </a:cubicBezTo>
                  <a:cubicBezTo>
                    <a:pt x="7453" y="14079"/>
                    <a:pt x="7447" y="14062"/>
                    <a:pt x="7447" y="14038"/>
                  </a:cubicBezTo>
                  <a:cubicBezTo>
                    <a:pt x="7447" y="14026"/>
                    <a:pt x="7441" y="14008"/>
                    <a:pt x="7441" y="14002"/>
                  </a:cubicBezTo>
                  <a:cubicBezTo>
                    <a:pt x="7429" y="13973"/>
                    <a:pt x="7423" y="13949"/>
                    <a:pt x="7417" y="13919"/>
                  </a:cubicBezTo>
                  <a:cubicBezTo>
                    <a:pt x="7417" y="13913"/>
                    <a:pt x="7411" y="13895"/>
                    <a:pt x="7411" y="13889"/>
                  </a:cubicBezTo>
                  <a:cubicBezTo>
                    <a:pt x="7400" y="13854"/>
                    <a:pt x="7394" y="13818"/>
                    <a:pt x="7388" y="13788"/>
                  </a:cubicBezTo>
                  <a:cubicBezTo>
                    <a:pt x="7388" y="13771"/>
                    <a:pt x="7382" y="13759"/>
                    <a:pt x="7382" y="13747"/>
                  </a:cubicBezTo>
                  <a:cubicBezTo>
                    <a:pt x="7370" y="13729"/>
                    <a:pt x="7370" y="13699"/>
                    <a:pt x="7364" y="13676"/>
                  </a:cubicBezTo>
                  <a:cubicBezTo>
                    <a:pt x="7364" y="13658"/>
                    <a:pt x="7358" y="13646"/>
                    <a:pt x="7358" y="13628"/>
                  </a:cubicBezTo>
                  <a:cubicBezTo>
                    <a:pt x="7352" y="13610"/>
                    <a:pt x="7352" y="13587"/>
                    <a:pt x="7352" y="13563"/>
                  </a:cubicBezTo>
                  <a:cubicBezTo>
                    <a:pt x="7352" y="13551"/>
                    <a:pt x="7340" y="13533"/>
                    <a:pt x="7340" y="13521"/>
                  </a:cubicBezTo>
                  <a:cubicBezTo>
                    <a:pt x="7340" y="13492"/>
                    <a:pt x="7334" y="13468"/>
                    <a:pt x="7334" y="13438"/>
                  </a:cubicBezTo>
                  <a:cubicBezTo>
                    <a:pt x="7334" y="13420"/>
                    <a:pt x="7334" y="13414"/>
                    <a:pt x="7328" y="13397"/>
                  </a:cubicBezTo>
                  <a:cubicBezTo>
                    <a:pt x="7322" y="13361"/>
                    <a:pt x="7322" y="13319"/>
                    <a:pt x="7311" y="13278"/>
                  </a:cubicBezTo>
                  <a:lnTo>
                    <a:pt x="7311" y="13242"/>
                  </a:lnTo>
                  <a:cubicBezTo>
                    <a:pt x="7311" y="13212"/>
                    <a:pt x="7305" y="13183"/>
                    <a:pt x="7305" y="13153"/>
                  </a:cubicBezTo>
                  <a:lnTo>
                    <a:pt x="7305" y="13112"/>
                  </a:lnTo>
                  <a:cubicBezTo>
                    <a:pt x="7305" y="13082"/>
                    <a:pt x="7305" y="13058"/>
                    <a:pt x="7299" y="13028"/>
                  </a:cubicBezTo>
                  <a:lnTo>
                    <a:pt x="7299" y="12981"/>
                  </a:lnTo>
                  <a:lnTo>
                    <a:pt x="7299" y="12892"/>
                  </a:lnTo>
                  <a:lnTo>
                    <a:pt x="7299" y="12850"/>
                  </a:lnTo>
                  <a:lnTo>
                    <a:pt x="7299" y="12714"/>
                  </a:lnTo>
                  <a:lnTo>
                    <a:pt x="7299" y="12565"/>
                  </a:lnTo>
                  <a:lnTo>
                    <a:pt x="7299" y="12524"/>
                  </a:lnTo>
                  <a:cubicBezTo>
                    <a:pt x="7299" y="12488"/>
                    <a:pt x="7299" y="12458"/>
                    <a:pt x="7305" y="12417"/>
                  </a:cubicBezTo>
                  <a:lnTo>
                    <a:pt x="7305" y="12369"/>
                  </a:lnTo>
                  <a:cubicBezTo>
                    <a:pt x="7305" y="12340"/>
                    <a:pt x="7305" y="12298"/>
                    <a:pt x="7311" y="12268"/>
                  </a:cubicBezTo>
                  <a:cubicBezTo>
                    <a:pt x="7311" y="12256"/>
                    <a:pt x="7311" y="12233"/>
                    <a:pt x="7322" y="12221"/>
                  </a:cubicBezTo>
                  <a:cubicBezTo>
                    <a:pt x="7322" y="12191"/>
                    <a:pt x="7328" y="12161"/>
                    <a:pt x="7328" y="12132"/>
                  </a:cubicBezTo>
                  <a:cubicBezTo>
                    <a:pt x="7334" y="12072"/>
                    <a:pt x="7340" y="12013"/>
                    <a:pt x="7340" y="11954"/>
                  </a:cubicBezTo>
                  <a:cubicBezTo>
                    <a:pt x="7340" y="11936"/>
                    <a:pt x="7352" y="11912"/>
                    <a:pt x="7352" y="11900"/>
                  </a:cubicBezTo>
                  <a:cubicBezTo>
                    <a:pt x="7358" y="11853"/>
                    <a:pt x="7358" y="11811"/>
                    <a:pt x="7364" y="11764"/>
                  </a:cubicBezTo>
                  <a:cubicBezTo>
                    <a:pt x="7364" y="11746"/>
                    <a:pt x="7370" y="11728"/>
                    <a:pt x="7370" y="11704"/>
                  </a:cubicBezTo>
                  <a:cubicBezTo>
                    <a:pt x="7382" y="11663"/>
                    <a:pt x="7388" y="11609"/>
                    <a:pt x="7394" y="11568"/>
                  </a:cubicBezTo>
                  <a:cubicBezTo>
                    <a:pt x="7394" y="11550"/>
                    <a:pt x="7400" y="11538"/>
                    <a:pt x="7400" y="11526"/>
                  </a:cubicBezTo>
                  <a:cubicBezTo>
                    <a:pt x="7411" y="11467"/>
                    <a:pt x="7423" y="11407"/>
                    <a:pt x="7429" y="11348"/>
                  </a:cubicBezTo>
                  <a:cubicBezTo>
                    <a:pt x="7429" y="11336"/>
                    <a:pt x="7441" y="11312"/>
                    <a:pt x="7441" y="11300"/>
                  </a:cubicBezTo>
                  <a:cubicBezTo>
                    <a:pt x="7447" y="11253"/>
                    <a:pt x="7453" y="11211"/>
                    <a:pt x="7471" y="11164"/>
                  </a:cubicBezTo>
                  <a:cubicBezTo>
                    <a:pt x="7477" y="11140"/>
                    <a:pt x="7477" y="11128"/>
                    <a:pt x="7483" y="11104"/>
                  </a:cubicBezTo>
                  <a:cubicBezTo>
                    <a:pt x="7489" y="11063"/>
                    <a:pt x="7507" y="11009"/>
                    <a:pt x="7512" y="10962"/>
                  </a:cubicBezTo>
                  <a:cubicBezTo>
                    <a:pt x="7512" y="10950"/>
                    <a:pt x="7518" y="10938"/>
                    <a:pt x="7518" y="10920"/>
                  </a:cubicBezTo>
                  <a:lnTo>
                    <a:pt x="7566" y="10742"/>
                  </a:lnTo>
                  <a:cubicBezTo>
                    <a:pt x="7572" y="10724"/>
                    <a:pt x="7572" y="10707"/>
                    <a:pt x="7578" y="10689"/>
                  </a:cubicBezTo>
                  <a:cubicBezTo>
                    <a:pt x="7596" y="10647"/>
                    <a:pt x="7602" y="10600"/>
                    <a:pt x="7619" y="10558"/>
                  </a:cubicBezTo>
                  <a:cubicBezTo>
                    <a:pt x="7625" y="10534"/>
                    <a:pt x="7631" y="10517"/>
                    <a:pt x="7631" y="10499"/>
                  </a:cubicBezTo>
                  <a:cubicBezTo>
                    <a:pt x="7649" y="10451"/>
                    <a:pt x="7661" y="10398"/>
                    <a:pt x="7679" y="10356"/>
                  </a:cubicBezTo>
                  <a:cubicBezTo>
                    <a:pt x="7685" y="10344"/>
                    <a:pt x="7685" y="10327"/>
                    <a:pt x="7691" y="10309"/>
                  </a:cubicBezTo>
                  <a:cubicBezTo>
                    <a:pt x="7714" y="10249"/>
                    <a:pt x="7726" y="10190"/>
                    <a:pt x="7750" y="10131"/>
                  </a:cubicBezTo>
                  <a:cubicBezTo>
                    <a:pt x="7756" y="10119"/>
                    <a:pt x="7768" y="10095"/>
                    <a:pt x="7768" y="10083"/>
                  </a:cubicBezTo>
                  <a:lnTo>
                    <a:pt x="7809" y="9947"/>
                  </a:lnTo>
                  <a:cubicBezTo>
                    <a:pt x="7815" y="9923"/>
                    <a:pt x="7827" y="9911"/>
                    <a:pt x="7833" y="9887"/>
                  </a:cubicBezTo>
                  <a:cubicBezTo>
                    <a:pt x="7845" y="9846"/>
                    <a:pt x="7869" y="9792"/>
                    <a:pt x="7887" y="9751"/>
                  </a:cubicBezTo>
                  <a:cubicBezTo>
                    <a:pt x="7892" y="9733"/>
                    <a:pt x="7892" y="9721"/>
                    <a:pt x="7898" y="9703"/>
                  </a:cubicBezTo>
                  <a:lnTo>
                    <a:pt x="7964" y="9525"/>
                  </a:lnTo>
                  <a:cubicBezTo>
                    <a:pt x="7976" y="9513"/>
                    <a:pt x="7982" y="9489"/>
                    <a:pt x="7987" y="9472"/>
                  </a:cubicBezTo>
                  <a:cubicBezTo>
                    <a:pt x="8005" y="9430"/>
                    <a:pt x="8023" y="9382"/>
                    <a:pt x="8041" y="9341"/>
                  </a:cubicBezTo>
                  <a:cubicBezTo>
                    <a:pt x="8047" y="9317"/>
                    <a:pt x="8053" y="9305"/>
                    <a:pt x="8065" y="9282"/>
                  </a:cubicBezTo>
                  <a:cubicBezTo>
                    <a:pt x="8082" y="9234"/>
                    <a:pt x="8100" y="9192"/>
                    <a:pt x="8124" y="9145"/>
                  </a:cubicBezTo>
                  <a:lnTo>
                    <a:pt x="8142" y="9103"/>
                  </a:lnTo>
                  <a:cubicBezTo>
                    <a:pt x="8172" y="9044"/>
                    <a:pt x="8195" y="8985"/>
                    <a:pt x="8225" y="8925"/>
                  </a:cubicBezTo>
                  <a:cubicBezTo>
                    <a:pt x="8231" y="8907"/>
                    <a:pt x="8243" y="8884"/>
                    <a:pt x="8249" y="8872"/>
                  </a:cubicBezTo>
                  <a:cubicBezTo>
                    <a:pt x="8272" y="8824"/>
                    <a:pt x="8290" y="8783"/>
                    <a:pt x="8308" y="8747"/>
                  </a:cubicBezTo>
                  <a:cubicBezTo>
                    <a:pt x="8314" y="8723"/>
                    <a:pt x="8332" y="8711"/>
                    <a:pt x="8338" y="8688"/>
                  </a:cubicBezTo>
                  <a:lnTo>
                    <a:pt x="8403" y="8551"/>
                  </a:lnTo>
                  <a:lnTo>
                    <a:pt x="8427" y="8510"/>
                  </a:lnTo>
                  <a:cubicBezTo>
                    <a:pt x="8457" y="8450"/>
                    <a:pt x="8486" y="8397"/>
                    <a:pt x="8516" y="8337"/>
                  </a:cubicBezTo>
                  <a:cubicBezTo>
                    <a:pt x="8522" y="8320"/>
                    <a:pt x="8528" y="8308"/>
                    <a:pt x="8546" y="8284"/>
                  </a:cubicBezTo>
                  <a:cubicBezTo>
                    <a:pt x="8569" y="8242"/>
                    <a:pt x="8587" y="8201"/>
                    <a:pt x="8611" y="8159"/>
                  </a:cubicBezTo>
                  <a:cubicBezTo>
                    <a:pt x="8617" y="8136"/>
                    <a:pt x="8635" y="8124"/>
                    <a:pt x="8641" y="8100"/>
                  </a:cubicBezTo>
                  <a:cubicBezTo>
                    <a:pt x="8664" y="8052"/>
                    <a:pt x="8694" y="8011"/>
                    <a:pt x="8718" y="7975"/>
                  </a:cubicBezTo>
                  <a:lnTo>
                    <a:pt x="8736" y="7928"/>
                  </a:lnTo>
                  <a:cubicBezTo>
                    <a:pt x="8765" y="7868"/>
                    <a:pt x="8807" y="7815"/>
                    <a:pt x="8837" y="7767"/>
                  </a:cubicBezTo>
                  <a:cubicBezTo>
                    <a:pt x="8843" y="7750"/>
                    <a:pt x="8854" y="7738"/>
                    <a:pt x="8866" y="7720"/>
                  </a:cubicBezTo>
                  <a:cubicBezTo>
                    <a:pt x="8884" y="7678"/>
                    <a:pt x="8914" y="7637"/>
                    <a:pt x="8938" y="7595"/>
                  </a:cubicBezTo>
                  <a:cubicBezTo>
                    <a:pt x="8955" y="7571"/>
                    <a:pt x="8961" y="7560"/>
                    <a:pt x="8973" y="7536"/>
                  </a:cubicBezTo>
                  <a:cubicBezTo>
                    <a:pt x="9003" y="7488"/>
                    <a:pt x="9027" y="7453"/>
                    <a:pt x="9056" y="7411"/>
                  </a:cubicBezTo>
                  <a:cubicBezTo>
                    <a:pt x="9062" y="7393"/>
                    <a:pt x="9080" y="7381"/>
                    <a:pt x="9086" y="7364"/>
                  </a:cubicBezTo>
                  <a:cubicBezTo>
                    <a:pt x="9122" y="7310"/>
                    <a:pt x="9163" y="7263"/>
                    <a:pt x="9199" y="7203"/>
                  </a:cubicBezTo>
                  <a:cubicBezTo>
                    <a:pt x="9205" y="7185"/>
                    <a:pt x="9223" y="7174"/>
                    <a:pt x="9229" y="7156"/>
                  </a:cubicBezTo>
                  <a:cubicBezTo>
                    <a:pt x="9258" y="7120"/>
                    <a:pt x="9288" y="7073"/>
                    <a:pt x="9312" y="7037"/>
                  </a:cubicBezTo>
                  <a:cubicBezTo>
                    <a:pt x="9324" y="7025"/>
                    <a:pt x="9329" y="7001"/>
                    <a:pt x="9347" y="6984"/>
                  </a:cubicBezTo>
                  <a:cubicBezTo>
                    <a:pt x="9377" y="6948"/>
                    <a:pt x="9407" y="6906"/>
                    <a:pt x="9436" y="6865"/>
                  </a:cubicBezTo>
                  <a:cubicBezTo>
                    <a:pt x="9442" y="6853"/>
                    <a:pt x="9460" y="6835"/>
                    <a:pt x="9466" y="6829"/>
                  </a:cubicBezTo>
                  <a:cubicBezTo>
                    <a:pt x="9502" y="6776"/>
                    <a:pt x="9549" y="6728"/>
                    <a:pt x="9585" y="6675"/>
                  </a:cubicBezTo>
                  <a:cubicBezTo>
                    <a:pt x="9591" y="6657"/>
                    <a:pt x="9609" y="6651"/>
                    <a:pt x="9614" y="6639"/>
                  </a:cubicBezTo>
                  <a:cubicBezTo>
                    <a:pt x="9644" y="6598"/>
                    <a:pt x="9674" y="6556"/>
                    <a:pt x="9704" y="6520"/>
                  </a:cubicBezTo>
                  <a:cubicBezTo>
                    <a:pt x="9715" y="6503"/>
                    <a:pt x="9733" y="6491"/>
                    <a:pt x="9739" y="6467"/>
                  </a:cubicBezTo>
                  <a:cubicBezTo>
                    <a:pt x="9769" y="6431"/>
                    <a:pt x="9804" y="6384"/>
                    <a:pt x="9834" y="6348"/>
                  </a:cubicBezTo>
                  <a:cubicBezTo>
                    <a:pt x="9846" y="6330"/>
                    <a:pt x="9858" y="6324"/>
                    <a:pt x="9864" y="6313"/>
                  </a:cubicBezTo>
                  <a:cubicBezTo>
                    <a:pt x="9911" y="6259"/>
                    <a:pt x="9947" y="6212"/>
                    <a:pt x="9994" y="6164"/>
                  </a:cubicBezTo>
                  <a:cubicBezTo>
                    <a:pt x="10000" y="6146"/>
                    <a:pt x="10012" y="6140"/>
                    <a:pt x="10024" y="6123"/>
                  </a:cubicBezTo>
                  <a:cubicBezTo>
                    <a:pt x="10054" y="6087"/>
                    <a:pt x="10090" y="6051"/>
                    <a:pt x="10125" y="6016"/>
                  </a:cubicBezTo>
                  <a:cubicBezTo>
                    <a:pt x="10143" y="5998"/>
                    <a:pt x="10155" y="5986"/>
                    <a:pt x="10161" y="5968"/>
                  </a:cubicBezTo>
                  <a:cubicBezTo>
                    <a:pt x="10202" y="5933"/>
                    <a:pt x="10232" y="5897"/>
                    <a:pt x="10268" y="5855"/>
                  </a:cubicBezTo>
                  <a:lnTo>
                    <a:pt x="10297" y="5826"/>
                  </a:lnTo>
                  <a:cubicBezTo>
                    <a:pt x="10339" y="5784"/>
                    <a:pt x="10386" y="5737"/>
                    <a:pt x="10428" y="5689"/>
                  </a:cubicBezTo>
                  <a:lnTo>
                    <a:pt x="10458" y="5659"/>
                  </a:lnTo>
                  <a:lnTo>
                    <a:pt x="10570" y="5547"/>
                  </a:lnTo>
                  <a:lnTo>
                    <a:pt x="10606" y="5511"/>
                  </a:lnTo>
                  <a:cubicBezTo>
                    <a:pt x="10648" y="5469"/>
                    <a:pt x="10683" y="5434"/>
                    <a:pt x="10719" y="5404"/>
                  </a:cubicBezTo>
                  <a:cubicBezTo>
                    <a:pt x="10725" y="5398"/>
                    <a:pt x="10743" y="5392"/>
                    <a:pt x="10749" y="5374"/>
                  </a:cubicBezTo>
                  <a:cubicBezTo>
                    <a:pt x="10796" y="5333"/>
                    <a:pt x="10844" y="5285"/>
                    <a:pt x="10891" y="5250"/>
                  </a:cubicBezTo>
                  <a:cubicBezTo>
                    <a:pt x="10897" y="5244"/>
                    <a:pt x="10903" y="5232"/>
                    <a:pt x="10921" y="5226"/>
                  </a:cubicBezTo>
                  <a:cubicBezTo>
                    <a:pt x="10956" y="5190"/>
                    <a:pt x="10992" y="5161"/>
                    <a:pt x="11040" y="5125"/>
                  </a:cubicBezTo>
                  <a:cubicBezTo>
                    <a:pt x="11051" y="5107"/>
                    <a:pt x="11069" y="5101"/>
                    <a:pt x="11075" y="5083"/>
                  </a:cubicBezTo>
                  <a:cubicBezTo>
                    <a:pt x="11111" y="5054"/>
                    <a:pt x="11158" y="5018"/>
                    <a:pt x="11194" y="4988"/>
                  </a:cubicBezTo>
                  <a:cubicBezTo>
                    <a:pt x="11200" y="4982"/>
                    <a:pt x="11212" y="4977"/>
                    <a:pt x="11224" y="4965"/>
                  </a:cubicBezTo>
                  <a:cubicBezTo>
                    <a:pt x="11277" y="4929"/>
                    <a:pt x="11319" y="4887"/>
                    <a:pt x="11372" y="4846"/>
                  </a:cubicBezTo>
                  <a:lnTo>
                    <a:pt x="11461" y="4781"/>
                  </a:lnTo>
                  <a:cubicBezTo>
                    <a:pt x="11479" y="4775"/>
                    <a:pt x="11485" y="4769"/>
                    <a:pt x="11497" y="4757"/>
                  </a:cubicBezTo>
                  <a:cubicBezTo>
                    <a:pt x="11538" y="4739"/>
                    <a:pt x="11568" y="4709"/>
                    <a:pt x="11604" y="4686"/>
                  </a:cubicBezTo>
                  <a:cubicBezTo>
                    <a:pt x="11616" y="4680"/>
                    <a:pt x="11633" y="4662"/>
                    <a:pt x="11645" y="4656"/>
                  </a:cubicBezTo>
                  <a:cubicBezTo>
                    <a:pt x="11669" y="4638"/>
                    <a:pt x="11699" y="4620"/>
                    <a:pt x="11722" y="4602"/>
                  </a:cubicBezTo>
                  <a:cubicBezTo>
                    <a:pt x="11734" y="4597"/>
                    <a:pt x="11752" y="4579"/>
                    <a:pt x="11764" y="4573"/>
                  </a:cubicBezTo>
                  <a:lnTo>
                    <a:pt x="11835" y="4531"/>
                  </a:lnTo>
                  <a:cubicBezTo>
                    <a:pt x="11847" y="4519"/>
                    <a:pt x="11865" y="4507"/>
                    <a:pt x="11883" y="4501"/>
                  </a:cubicBezTo>
                  <a:lnTo>
                    <a:pt x="11954" y="4454"/>
                  </a:lnTo>
                  <a:cubicBezTo>
                    <a:pt x="11966" y="4448"/>
                    <a:pt x="11984" y="4430"/>
                    <a:pt x="11996" y="4424"/>
                  </a:cubicBezTo>
                  <a:cubicBezTo>
                    <a:pt x="12019" y="4412"/>
                    <a:pt x="12049" y="4395"/>
                    <a:pt x="12073" y="4383"/>
                  </a:cubicBezTo>
                  <a:lnTo>
                    <a:pt x="12114" y="4359"/>
                  </a:lnTo>
                  <a:cubicBezTo>
                    <a:pt x="12150" y="4335"/>
                    <a:pt x="12197" y="4311"/>
                    <a:pt x="12233" y="4294"/>
                  </a:cubicBezTo>
                  <a:lnTo>
                    <a:pt x="4959" y="1"/>
                  </a:lnTo>
                  <a:close/>
                  <a:moveTo>
                    <a:pt x="8605" y="15819"/>
                  </a:moveTo>
                  <a:cubicBezTo>
                    <a:pt x="8605" y="15819"/>
                    <a:pt x="8605" y="15819"/>
                    <a:pt x="8605" y="15819"/>
                  </a:cubicBezTo>
                  <a:cubicBezTo>
                    <a:pt x="8607" y="15820"/>
                    <a:pt x="8609" y="15821"/>
                    <a:pt x="8610" y="15822"/>
                  </a:cubicBezTo>
                  <a:lnTo>
                    <a:pt x="8610" y="15822"/>
                  </a:lnTo>
                  <a:lnTo>
                    <a:pt x="8605" y="15819"/>
                  </a:lnTo>
                  <a:close/>
                  <a:moveTo>
                    <a:pt x="8610" y="15822"/>
                  </a:moveTo>
                  <a:lnTo>
                    <a:pt x="8676" y="15861"/>
                  </a:lnTo>
                  <a:cubicBezTo>
                    <a:pt x="8660" y="15850"/>
                    <a:pt x="8633" y="15834"/>
                    <a:pt x="8610" y="15822"/>
                  </a:cubicBezTo>
                  <a:close/>
                </a:path>
              </a:pathLst>
            </a:custGeom>
            <a:solidFill>
              <a:srgbClr val="979797">
                <a:alpha val="4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5">
              <a:extLst>
                <a:ext uri="{FF2B5EF4-FFF2-40B4-BE49-F238E27FC236}">
                  <a16:creationId xmlns:a16="http://schemas.microsoft.com/office/drawing/2014/main" id="{6D5B018D-FA5D-8737-C635-417DCE91BF21}"/>
                </a:ext>
              </a:extLst>
            </p:cNvPr>
            <p:cNvSpPr/>
            <p:nvPr/>
          </p:nvSpPr>
          <p:spPr>
            <a:xfrm>
              <a:off x="9706338" y="-1666865"/>
              <a:ext cx="130405" cy="2622401"/>
            </a:xfrm>
            <a:custGeom>
              <a:avLst/>
              <a:gdLst/>
              <a:ahLst/>
              <a:cxnLst/>
              <a:rect l="l" t="t" r="r" b="b"/>
              <a:pathLst>
                <a:path w="601" h="12459" extrusionOk="0">
                  <a:moveTo>
                    <a:pt x="1" y="1"/>
                  </a:moveTo>
                  <a:lnTo>
                    <a:pt x="30" y="12132"/>
                  </a:lnTo>
                  <a:lnTo>
                    <a:pt x="600" y="12458"/>
                  </a:lnTo>
                  <a:lnTo>
                    <a:pt x="565"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5">
              <a:extLst>
                <a:ext uri="{FF2B5EF4-FFF2-40B4-BE49-F238E27FC236}">
                  <a16:creationId xmlns:a16="http://schemas.microsoft.com/office/drawing/2014/main" id="{9BB8E7B2-09A5-F598-BBEF-A69C515BEC4F}"/>
                </a:ext>
              </a:extLst>
            </p:cNvPr>
            <p:cNvSpPr/>
            <p:nvPr/>
          </p:nvSpPr>
          <p:spPr>
            <a:xfrm>
              <a:off x="9706338" y="-4241474"/>
              <a:ext cx="4718447" cy="2643660"/>
            </a:xfrm>
            <a:custGeom>
              <a:avLst/>
              <a:gdLst/>
              <a:ahLst/>
              <a:cxnLst/>
              <a:rect l="l" t="t" r="r" b="b"/>
              <a:pathLst>
                <a:path w="21746" h="12560" extrusionOk="0">
                  <a:moveTo>
                    <a:pt x="21175" y="0"/>
                  </a:moveTo>
                  <a:lnTo>
                    <a:pt x="1" y="12233"/>
                  </a:lnTo>
                  <a:lnTo>
                    <a:pt x="565" y="12559"/>
                  </a:lnTo>
                  <a:lnTo>
                    <a:pt x="21745" y="333"/>
                  </a:lnTo>
                  <a:lnTo>
                    <a:pt x="211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5">
              <a:extLst>
                <a:ext uri="{FF2B5EF4-FFF2-40B4-BE49-F238E27FC236}">
                  <a16:creationId xmlns:a16="http://schemas.microsoft.com/office/drawing/2014/main" id="{1CE980D1-1A81-B56E-F157-22BFFF02CE2B}"/>
                </a:ext>
              </a:extLst>
            </p:cNvPr>
            <p:cNvSpPr/>
            <p:nvPr/>
          </p:nvSpPr>
          <p:spPr>
            <a:xfrm>
              <a:off x="9828714" y="-4171594"/>
              <a:ext cx="4602363" cy="5127143"/>
            </a:xfrm>
            <a:custGeom>
              <a:avLst/>
              <a:gdLst/>
              <a:ahLst/>
              <a:cxnLst/>
              <a:rect l="l" t="t" r="r" b="b"/>
              <a:pathLst>
                <a:path w="21211" h="24359" extrusionOk="0">
                  <a:moveTo>
                    <a:pt x="21181" y="1"/>
                  </a:moveTo>
                  <a:lnTo>
                    <a:pt x="1" y="12227"/>
                  </a:lnTo>
                  <a:lnTo>
                    <a:pt x="36" y="24358"/>
                  </a:lnTo>
                  <a:lnTo>
                    <a:pt x="21211" y="12132"/>
                  </a:lnTo>
                  <a:lnTo>
                    <a:pt x="211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5">
              <a:extLst>
                <a:ext uri="{FF2B5EF4-FFF2-40B4-BE49-F238E27FC236}">
                  <a16:creationId xmlns:a16="http://schemas.microsoft.com/office/drawing/2014/main" id="{7ED76668-A86C-1EE8-E8DB-D1A41F2F55B3}"/>
                </a:ext>
              </a:extLst>
            </p:cNvPr>
            <p:cNvSpPr/>
            <p:nvPr/>
          </p:nvSpPr>
          <p:spPr>
            <a:xfrm>
              <a:off x="9931779" y="-4022784"/>
              <a:ext cx="4396232" cy="4830784"/>
            </a:xfrm>
            <a:custGeom>
              <a:avLst/>
              <a:gdLst/>
              <a:ahLst/>
              <a:cxnLst/>
              <a:rect l="l" t="t" r="r" b="b"/>
              <a:pathLst>
                <a:path w="20261" h="22951" extrusionOk="0">
                  <a:moveTo>
                    <a:pt x="20261" y="0"/>
                  </a:moveTo>
                  <a:lnTo>
                    <a:pt x="1" y="11698"/>
                  </a:lnTo>
                  <a:lnTo>
                    <a:pt x="1" y="22951"/>
                  </a:lnTo>
                  <a:lnTo>
                    <a:pt x="20261" y="11253"/>
                  </a:lnTo>
                  <a:lnTo>
                    <a:pt x="202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5">
              <a:extLst>
                <a:ext uri="{FF2B5EF4-FFF2-40B4-BE49-F238E27FC236}">
                  <a16:creationId xmlns:a16="http://schemas.microsoft.com/office/drawing/2014/main" id="{8E46D833-BFB5-88F8-261A-E0CA95DC6D90}"/>
                </a:ext>
              </a:extLst>
            </p:cNvPr>
            <p:cNvSpPr/>
            <p:nvPr/>
          </p:nvSpPr>
          <p:spPr>
            <a:xfrm>
              <a:off x="9875147" y="-3484162"/>
              <a:ext cx="4508410" cy="2543681"/>
            </a:xfrm>
            <a:custGeom>
              <a:avLst/>
              <a:gdLst/>
              <a:ahLst/>
              <a:cxnLst/>
              <a:rect l="l" t="t" r="r" b="b"/>
              <a:pathLst>
                <a:path w="20778" h="12085" extrusionOk="0">
                  <a:moveTo>
                    <a:pt x="20700" y="1"/>
                  </a:moveTo>
                  <a:lnTo>
                    <a:pt x="0" y="11948"/>
                  </a:lnTo>
                  <a:lnTo>
                    <a:pt x="78" y="12084"/>
                  </a:lnTo>
                  <a:lnTo>
                    <a:pt x="20777"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5">
              <a:extLst>
                <a:ext uri="{FF2B5EF4-FFF2-40B4-BE49-F238E27FC236}">
                  <a16:creationId xmlns:a16="http://schemas.microsoft.com/office/drawing/2014/main" id="{21971F0F-D41D-5B44-F02C-D5EEF59FB4E3}"/>
                </a:ext>
              </a:extLst>
            </p:cNvPr>
            <p:cNvSpPr/>
            <p:nvPr/>
          </p:nvSpPr>
          <p:spPr>
            <a:xfrm>
              <a:off x="9875147" y="-2879238"/>
              <a:ext cx="4508410" cy="2543681"/>
            </a:xfrm>
            <a:custGeom>
              <a:avLst/>
              <a:gdLst/>
              <a:ahLst/>
              <a:cxnLst/>
              <a:rect l="l" t="t" r="r" b="b"/>
              <a:pathLst>
                <a:path w="20778" h="12085" extrusionOk="0">
                  <a:moveTo>
                    <a:pt x="20700" y="1"/>
                  </a:moveTo>
                  <a:lnTo>
                    <a:pt x="0" y="11942"/>
                  </a:lnTo>
                  <a:lnTo>
                    <a:pt x="78" y="12084"/>
                  </a:lnTo>
                  <a:lnTo>
                    <a:pt x="20777"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5">
              <a:extLst>
                <a:ext uri="{FF2B5EF4-FFF2-40B4-BE49-F238E27FC236}">
                  <a16:creationId xmlns:a16="http://schemas.microsoft.com/office/drawing/2014/main" id="{E1BAB8BC-454D-37E6-A0F5-D2C137D241CB}"/>
                </a:ext>
              </a:extLst>
            </p:cNvPr>
            <p:cNvSpPr/>
            <p:nvPr/>
          </p:nvSpPr>
          <p:spPr>
            <a:xfrm>
              <a:off x="9873845" y="-2275577"/>
              <a:ext cx="4509712" cy="2544944"/>
            </a:xfrm>
            <a:custGeom>
              <a:avLst/>
              <a:gdLst/>
              <a:ahLst/>
              <a:cxnLst/>
              <a:rect l="l" t="t" r="r" b="b"/>
              <a:pathLst>
                <a:path w="20784" h="12091" extrusionOk="0">
                  <a:moveTo>
                    <a:pt x="20700" y="1"/>
                  </a:moveTo>
                  <a:lnTo>
                    <a:pt x="1" y="11948"/>
                  </a:lnTo>
                  <a:lnTo>
                    <a:pt x="84" y="12090"/>
                  </a:lnTo>
                  <a:lnTo>
                    <a:pt x="20783" y="143"/>
                  </a:lnTo>
                  <a:lnTo>
                    <a:pt x="207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5">
              <a:extLst>
                <a:ext uri="{FF2B5EF4-FFF2-40B4-BE49-F238E27FC236}">
                  <a16:creationId xmlns:a16="http://schemas.microsoft.com/office/drawing/2014/main" id="{1E2B651F-F4B1-C611-34EB-AD6E5A276D05}"/>
                </a:ext>
              </a:extLst>
            </p:cNvPr>
            <p:cNvSpPr/>
            <p:nvPr/>
          </p:nvSpPr>
          <p:spPr>
            <a:xfrm>
              <a:off x="13607610" y="-3656546"/>
              <a:ext cx="36236" cy="2419917"/>
            </a:xfrm>
            <a:custGeom>
              <a:avLst/>
              <a:gdLst/>
              <a:ahLst/>
              <a:cxnLst/>
              <a:rect l="l" t="t" r="r" b="b"/>
              <a:pathLst>
                <a:path w="167" h="11497" extrusionOk="0">
                  <a:moveTo>
                    <a:pt x="1" y="0"/>
                  </a:moveTo>
                  <a:lnTo>
                    <a:pt x="1" y="11496"/>
                  </a:lnTo>
                  <a:lnTo>
                    <a:pt x="167" y="11496"/>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5">
              <a:extLst>
                <a:ext uri="{FF2B5EF4-FFF2-40B4-BE49-F238E27FC236}">
                  <a16:creationId xmlns:a16="http://schemas.microsoft.com/office/drawing/2014/main" id="{B6FD68C7-416A-4210-F9B1-202A2E7ABB71}"/>
                </a:ext>
              </a:extLst>
            </p:cNvPr>
            <p:cNvSpPr/>
            <p:nvPr/>
          </p:nvSpPr>
          <p:spPr>
            <a:xfrm>
              <a:off x="12860336" y="-3237899"/>
              <a:ext cx="36236" cy="2419917"/>
            </a:xfrm>
            <a:custGeom>
              <a:avLst/>
              <a:gdLst/>
              <a:ahLst/>
              <a:cxnLst/>
              <a:rect l="l" t="t" r="r" b="b"/>
              <a:pathLst>
                <a:path w="167" h="11497" extrusionOk="0">
                  <a:moveTo>
                    <a:pt x="1" y="1"/>
                  </a:moveTo>
                  <a:lnTo>
                    <a:pt x="1" y="11496"/>
                  </a:lnTo>
                  <a:lnTo>
                    <a:pt x="167" y="11496"/>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5">
              <a:extLst>
                <a:ext uri="{FF2B5EF4-FFF2-40B4-BE49-F238E27FC236}">
                  <a16:creationId xmlns:a16="http://schemas.microsoft.com/office/drawing/2014/main" id="{200AE8B0-FD69-D9C0-25B5-87FC7DEA2E74}"/>
                </a:ext>
              </a:extLst>
            </p:cNvPr>
            <p:cNvSpPr/>
            <p:nvPr/>
          </p:nvSpPr>
          <p:spPr>
            <a:xfrm>
              <a:off x="12111761" y="-2816725"/>
              <a:ext cx="36236" cy="2419917"/>
            </a:xfrm>
            <a:custGeom>
              <a:avLst/>
              <a:gdLst/>
              <a:ahLst/>
              <a:cxnLst/>
              <a:rect l="l" t="t" r="r" b="b"/>
              <a:pathLst>
                <a:path w="167" h="11497" extrusionOk="0">
                  <a:moveTo>
                    <a:pt x="1" y="1"/>
                  </a:moveTo>
                  <a:lnTo>
                    <a:pt x="1" y="11496"/>
                  </a:lnTo>
                  <a:lnTo>
                    <a:pt x="167" y="11496"/>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5">
              <a:extLst>
                <a:ext uri="{FF2B5EF4-FFF2-40B4-BE49-F238E27FC236}">
                  <a16:creationId xmlns:a16="http://schemas.microsoft.com/office/drawing/2014/main" id="{CA3953DB-083E-9FCB-165B-A76570F63545}"/>
                </a:ext>
              </a:extLst>
            </p:cNvPr>
            <p:cNvSpPr/>
            <p:nvPr/>
          </p:nvSpPr>
          <p:spPr>
            <a:xfrm>
              <a:off x="11363185" y="-2399340"/>
              <a:ext cx="35151" cy="2421180"/>
            </a:xfrm>
            <a:custGeom>
              <a:avLst/>
              <a:gdLst/>
              <a:ahLst/>
              <a:cxnLst/>
              <a:rect l="l" t="t" r="r" b="b"/>
              <a:pathLst>
                <a:path w="162" h="11503" extrusionOk="0">
                  <a:moveTo>
                    <a:pt x="1" y="1"/>
                  </a:moveTo>
                  <a:lnTo>
                    <a:pt x="1" y="11503"/>
                  </a:lnTo>
                  <a:lnTo>
                    <a:pt x="161" y="11503"/>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5">
              <a:extLst>
                <a:ext uri="{FF2B5EF4-FFF2-40B4-BE49-F238E27FC236}">
                  <a16:creationId xmlns:a16="http://schemas.microsoft.com/office/drawing/2014/main" id="{5C9D6AC3-28AD-A012-5B2D-601F2D896974}"/>
                </a:ext>
              </a:extLst>
            </p:cNvPr>
            <p:cNvSpPr/>
            <p:nvPr/>
          </p:nvSpPr>
          <p:spPr>
            <a:xfrm>
              <a:off x="10614610" y="-1979219"/>
              <a:ext cx="35151" cy="2419707"/>
            </a:xfrm>
            <a:custGeom>
              <a:avLst/>
              <a:gdLst/>
              <a:ahLst/>
              <a:cxnLst/>
              <a:rect l="l" t="t" r="r" b="b"/>
              <a:pathLst>
                <a:path w="162" h="11496" extrusionOk="0">
                  <a:moveTo>
                    <a:pt x="1" y="0"/>
                  </a:moveTo>
                  <a:lnTo>
                    <a:pt x="1" y="11496"/>
                  </a:lnTo>
                  <a:lnTo>
                    <a:pt x="161" y="11496"/>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5">
              <a:extLst>
                <a:ext uri="{FF2B5EF4-FFF2-40B4-BE49-F238E27FC236}">
                  <a16:creationId xmlns:a16="http://schemas.microsoft.com/office/drawing/2014/main" id="{563632C4-DCA8-1503-258B-241544B8DE4C}"/>
                </a:ext>
              </a:extLst>
            </p:cNvPr>
            <p:cNvSpPr/>
            <p:nvPr/>
          </p:nvSpPr>
          <p:spPr>
            <a:xfrm>
              <a:off x="9042818" y="-851881"/>
              <a:ext cx="768109" cy="505368"/>
            </a:xfrm>
            <a:custGeom>
              <a:avLst/>
              <a:gdLst/>
              <a:ahLst/>
              <a:cxnLst/>
              <a:rect l="l" t="t" r="r" b="b"/>
              <a:pathLst>
                <a:path w="3540" h="2401" extrusionOk="0">
                  <a:moveTo>
                    <a:pt x="476" y="2292"/>
                  </a:moveTo>
                  <a:cubicBezTo>
                    <a:pt x="482" y="2292"/>
                    <a:pt x="482" y="2292"/>
                    <a:pt x="476" y="2304"/>
                  </a:cubicBezTo>
                  <a:lnTo>
                    <a:pt x="476" y="2292"/>
                  </a:lnTo>
                  <a:close/>
                  <a:moveTo>
                    <a:pt x="470" y="2316"/>
                  </a:moveTo>
                  <a:cubicBezTo>
                    <a:pt x="476" y="2316"/>
                    <a:pt x="470" y="2316"/>
                    <a:pt x="470" y="2322"/>
                  </a:cubicBezTo>
                  <a:lnTo>
                    <a:pt x="470" y="2316"/>
                  </a:lnTo>
                  <a:close/>
                  <a:moveTo>
                    <a:pt x="3154" y="0"/>
                  </a:moveTo>
                  <a:cubicBezTo>
                    <a:pt x="3148" y="0"/>
                    <a:pt x="3142" y="6"/>
                    <a:pt x="3142" y="6"/>
                  </a:cubicBezTo>
                  <a:lnTo>
                    <a:pt x="72" y="1787"/>
                  </a:lnTo>
                  <a:cubicBezTo>
                    <a:pt x="30" y="1811"/>
                    <a:pt x="1" y="1871"/>
                    <a:pt x="1" y="1942"/>
                  </a:cubicBezTo>
                  <a:cubicBezTo>
                    <a:pt x="6" y="2102"/>
                    <a:pt x="107" y="2286"/>
                    <a:pt x="244" y="2369"/>
                  </a:cubicBezTo>
                  <a:cubicBezTo>
                    <a:pt x="281" y="2390"/>
                    <a:pt x="320" y="2400"/>
                    <a:pt x="354" y="2400"/>
                  </a:cubicBezTo>
                  <a:cubicBezTo>
                    <a:pt x="381" y="2400"/>
                    <a:pt x="404" y="2394"/>
                    <a:pt x="422" y="2381"/>
                  </a:cubicBezTo>
                  <a:lnTo>
                    <a:pt x="416" y="2381"/>
                  </a:lnTo>
                  <a:lnTo>
                    <a:pt x="3480" y="600"/>
                  </a:lnTo>
                  <a:cubicBezTo>
                    <a:pt x="3486" y="600"/>
                    <a:pt x="3486" y="594"/>
                    <a:pt x="3498" y="594"/>
                  </a:cubicBezTo>
                  <a:lnTo>
                    <a:pt x="3504" y="588"/>
                  </a:lnTo>
                  <a:lnTo>
                    <a:pt x="3510" y="576"/>
                  </a:lnTo>
                  <a:lnTo>
                    <a:pt x="3516" y="570"/>
                  </a:lnTo>
                  <a:lnTo>
                    <a:pt x="3528" y="564"/>
                  </a:lnTo>
                  <a:lnTo>
                    <a:pt x="3528" y="558"/>
                  </a:lnTo>
                  <a:cubicBezTo>
                    <a:pt x="3528" y="546"/>
                    <a:pt x="3534" y="546"/>
                    <a:pt x="3534" y="540"/>
                  </a:cubicBezTo>
                  <a:lnTo>
                    <a:pt x="3534" y="534"/>
                  </a:lnTo>
                  <a:cubicBezTo>
                    <a:pt x="3534" y="529"/>
                    <a:pt x="3540" y="529"/>
                    <a:pt x="3540" y="517"/>
                  </a:cubicBezTo>
                  <a:lnTo>
                    <a:pt x="3540" y="511"/>
                  </a:lnTo>
                  <a:lnTo>
                    <a:pt x="3540" y="499"/>
                  </a:lnTo>
                  <a:lnTo>
                    <a:pt x="3540" y="487"/>
                  </a:lnTo>
                  <a:lnTo>
                    <a:pt x="3540" y="481"/>
                  </a:lnTo>
                  <a:lnTo>
                    <a:pt x="3540" y="475"/>
                  </a:lnTo>
                  <a:lnTo>
                    <a:pt x="3540" y="469"/>
                  </a:lnTo>
                  <a:lnTo>
                    <a:pt x="3540" y="445"/>
                  </a:lnTo>
                  <a:lnTo>
                    <a:pt x="3540" y="416"/>
                  </a:lnTo>
                  <a:cubicBezTo>
                    <a:pt x="3540" y="410"/>
                    <a:pt x="3540" y="392"/>
                    <a:pt x="3534" y="386"/>
                  </a:cubicBezTo>
                  <a:lnTo>
                    <a:pt x="3534" y="368"/>
                  </a:lnTo>
                  <a:cubicBezTo>
                    <a:pt x="3534" y="362"/>
                    <a:pt x="3534" y="356"/>
                    <a:pt x="3528" y="350"/>
                  </a:cubicBezTo>
                  <a:lnTo>
                    <a:pt x="3528" y="339"/>
                  </a:lnTo>
                  <a:lnTo>
                    <a:pt x="3528" y="333"/>
                  </a:lnTo>
                  <a:cubicBezTo>
                    <a:pt x="3528" y="327"/>
                    <a:pt x="3516" y="309"/>
                    <a:pt x="3516" y="303"/>
                  </a:cubicBezTo>
                  <a:lnTo>
                    <a:pt x="3516" y="297"/>
                  </a:lnTo>
                  <a:cubicBezTo>
                    <a:pt x="3510" y="279"/>
                    <a:pt x="3510" y="273"/>
                    <a:pt x="3504" y="261"/>
                  </a:cubicBezTo>
                  <a:cubicBezTo>
                    <a:pt x="3504" y="249"/>
                    <a:pt x="3504" y="249"/>
                    <a:pt x="3498" y="244"/>
                  </a:cubicBezTo>
                  <a:cubicBezTo>
                    <a:pt x="3486" y="238"/>
                    <a:pt x="3486" y="232"/>
                    <a:pt x="3480" y="220"/>
                  </a:cubicBezTo>
                  <a:cubicBezTo>
                    <a:pt x="3480" y="214"/>
                    <a:pt x="3474" y="214"/>
                    <a:pt x="3474" y="208"/>
                  </a:cubicBezTo>
                  <a:cubicBezTo>
                    <a:pt x="3468" y="202"/>
                    <a:pt x="3456" y="184"/>
                    <a:pt x="3456" y="178"/>
                  </a:cubicBezTo>
                  <a:lnTo>
                    <a:pt x="3456" y="172"/>
                  </a:lnTo>
                  <a:cubicBezTo>
                    <a:pt x="3450" y="160"/>
                    <a:pt x="3445" y="148"/>
                    <a:pt x="3439" y="143"/>
                  </a:cubicBezTo>
                  <a:lnTo>
                    <a:pt x="3427" y="131"/>
                  </a:lnTo>
                  <a:cubicBezTo>
                    <a:pt x="3421" y="125"/>
                    <a:pt x="3415" y="119"/>
                    <a:pt x="3415" y="113"/>
                  </a:cubicBezTo>
                  <a:lnTo>
                    <a:pt x="3409" y="101"/>
                  </a:lnTo>
                  <a:lnTo>
                    <a:pt x="3385" y="83"/>
                  </a:lnTo>
                  <a:cubicBezTo>
                    <a:pt x="3379" y="71"/>
                    <a:pt x="3361" y="65"/>
                    <a:pt x="3355" y="59"/>
                  </a:cubicBezTo>
                  <a:lnTo>
                    <a:pt x="3350" y="53"/>
                  </a:lnTo>
                  <a:lnTo>
                    <a:pt x="3338" y="42"/>
                  </a:lnTo>
                  <a:cubicBezTo>
                    <a:pt x="3332" y="36"/>
                    <a:pt x="3326" y="36"/>
                    <a:pt x="3320" y="30"/>
                  </a:cubicBezTo>
                  <a:cubicBezTo>
                    <a:pt x="3308" y="24"/>
                    <a:pt x="3302" y="24"/>
                    <a:pt x="3296" y="12"/>
                  </a:cubicBezTo>
                  <a:cubicBezTo>
                    <a:pt x="3290" y="6"/>
                    <a:pt x="3272" y="6"/>
                    <a:pt x="3266" y="6"/>
                  </a:cubicBezTo>
                  <a:lnTo>
                    <a:pt x="3260" y="6"/>
                  </a:lnTo>
                  <a:cubicBezTo>
                    <a:pt x="3249" y="6"/>
                    <a:pt x="3243" y="6"/>
                    <a:pt x="32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5">
              <a:extLst>
                <a:ext uri="{FF2B5EF4-FFF2-40B4-BE49-F238E27FC236}">
                  <a16:creationId xmlns:a16="http://schemas.microsoft.com/office/drawing/2014/main" id="{E9EA93B1-8C2C-3033-C9B0-64CE3CF74DC8}"/>
                </a:ext>
              </a:extLst>
            </p:cNvPr>
            <p:cNvSpPr/>
            <p:nvPr/>
          </p:nvSpPr>
          <p:spPr>
            <a:xfrm>
              <a:off x="6390040" y="-975644"/>
              <a:ext cx="4133469" cy="3953703"/>
            </a:xfrm>
            <a:custGeom>
              <a:avLst/>
              <a:gdLst/>
              <a:ahLst/>
              <a:cxnLst/>
              <a:rect l="l" t="t" r="r" b="b"/>
              <a:pathLst>
                <a:path w="19050" h="18784" extrusionOk="0">
                  <a:moveTo>
                    <a:pt x="16442" y="4780"/>
                  </a:moveTo>
                  <a:cubicBezTo>
                    <a:pt x="16448" y="4780"/>
                    <a:pt x="16454" y="4780"/>
                    <a:pt x="16472" y="4792"/>
                  </a:cubicBezTo>
                  <a:cubicBezTo>
                    <a:pt x="16454" y="4792"/>
                    <a:pt x="16448" y="4792"/>
                    <a:pt x="16442" y="4780"/>
                  </a:cubicBezTo>
                  <a:close/>
                  <a:moveTo>
                    <a:pt x="15534" y="4792"/>
                  </a:moveTo>
                  <a:cubicBezTo>
                    <a:pt x="15522" y="4798"/>
                    <a:pt x="15504" y="4798"/>
                    <a:pt x="15492" y="4798"/>
                  </a:cubicBezTo>
                  <a:cubicBezTo>
                    <a:pt x="15504" y="4798"/>
                    <a:pt x="15522" y="4792"/>
                    <a:pt x="15534" y="4792"/>
                  </a:cubicBezTo>
                  <a:close/>
                  <a:moveTo>
                    <a:pt x="16561" y="4804"/>
                  </a:moveTo>
                  <a:cubicBezTo>
                    <a:pt x="16566" y="4804"/>
                    <a:pt x="16571" y="4804"/>
                    <a:pt x="16580" y="4808"/>
                  </a:cubicBezTo>
                  <a:lnTo>
                    <a:pt x="16580" y="4808"/>
                  </a:lnTo>
                  <a:cubicBezTo>
                    <a:pt x="16572" y="4806"/>
                    <a:pt x="16562" y="4804"/>
                    <a:pt x="16555" y="4804"/>
                  </a:cubicBezTo>
                  <a:close/>
                  <a:moveTo>
                    <a:pt x="16680" y="4828"/>
                  </a:moveTo>
                  <a:cubicBezTo>
                    <a:pt x="16692" y="4828"/>
                    <a:pt x="16704" y="4834"/>
                    <a:pt x="16716" y="4834"/>
                  </a:cubicBezTo>
                  <a:cubicBezTo>
                    <a:pt x="16704" y="4834"/>
                    <a:pt x="16686" y="4828"/>
                    <a:pt x="16674" y="4828"/>
                  </a:cubicBezTo>
                  <a:close/>
                  <a:moveTo>
                    <a:pt x="16799" y="4857"/>
                  </a:moveTo>
                  <a:cubicBezTo>
                    <a:pt x="16805" y="4857"/>
                    <a:pt x="16822" y="4863"/>
                    <a:pt x="16828" y="4863"/>
                  </a:cubicBezTo>
                  <a:cubicBezTo>
                    <a:pt x="16811" y="4863"/>
                    <a:pt x="16805" y="4857"/>
                    <a:pt x="16793" y="4857"/>
                  </a:cubicBezTo>
                  <a:close/>
                  <a:moveTo>
                    <a:pt x="16912" y="4887"/>
                  </a:moveTo>
                  <a:cubicBezTo>
                    <a:pt x="16918" y="4887"/>
                    <a:pt x="16923" y="4893"/>
                    <a:pt x="16929" y="4893"/>
                  </a:cubicBezTo>
                  <a:cubicBezTo>
                    <a:pt x="16923" y="4893"/>
                    <a:pt x="16912" y="4887"/>
                    <a:pt x="16900" y="4887"/>
                  </a:cubicBezTo>
                  <a:close/>
                  <a:moveTo>
                    <a:pt x="15023" y="4893"/>
                  </a:moveTo>
                  <a:cubicBezTo>
                    <a:pt x="15011" y="4893"/>
                    <a:pt x="14994" y="4899"/>
                    <a:pt x="14982" y="4899"/>
                  </a:cubicBezTo>
                  <a:cubicBezTo>
                    <a:pt x="14994" y="4893"/>
                    <a:pt x="15011" y="4893"/>
                    <a:pt x="15023" y="4893"/>
                  </a:cubicBezTo>
                  <a:close/>
                  <a:moveTo>
                    <a:pt x="17018" y="4923"/>
                  </a:moveTo>
                  <a:cubicBezTo>
                    <a:pt x="17030" y="4923"/>
                    <a:pt x="17030" y="4923"/>
                    <a:pt x="17036" y="4929"/>
                  </a:cubicBezTo>
                  <a:cubicBezTo>
                    <a:pt x="17030" y="4923"/>
                    <a:pt x="17018" y="4923"/>
                    <a:pt x="17018" y="4923"/>
                  </a:cubicBezTo>
                  <a:close/>
                  <a:moveTo>
                    <a:pt x="14893" y="4929"/>
                  </a:moveTo>
                  <a:cubicBezTo>
                    <a:pt x="14875" y="4941"/>
                    <a:pt x="14863" y="4941"/>
                    <a:pt x="14845" y="4947"/>
                  </a:cubicBezTo>
                  <a:cubicBezTo>
                    <a:pt x="14845" y="4941"/>
                    <a:pt x="14851" y="4941"/>
                    <a:pt x="14851" y="4941"/>
                  </a:cubicBezTo>
                  <a:cubicBezTo>
                    <a:pt x="14869" y="4941"/>
                    <a:pt x="14875" y="4929"/>
                    <a:pt x="14893" y="4929"/>
                  </a:cubicBezTo>
                  <a:close/>
                  <a:moveTo>
                    <a:pt x="14750" y="4970"/>
                  </a:moveTo>
                  <a:cubicBezTo>
                    <a:pt x="14744" y="4976"/>
                    <a:pt x="14726" y="4982"/>
                    <a:pt x="14715" y="4982"/>
                  </a:cubicBezTo>
                  <a:cubicBezTo>
                    <a:pt x="14726" y="4976"/>
                    <a:pt x="14732" y="4976"/>
                    <a:pt x="14750" y="4970"/>
                  </a:cubicBezTo>
                  <a:close/>
                  <a:moveTo>
                    <a:pt x="14607" y="5016"/>
                  </a:moveTo>
                  <a:lnTo>
                    <a:pt x="14607" y="5016"/>
                  </a:lnTo>
                  <a:cubicBezTo>
                    <a:pt x="14599" y="5022"/>
                    <a:pt x="14593" y="5030"/>
                    <a:pt x="14584" y="5030"/>
                  </a:cubicBezTo>
                  <a:cubicBezTo>
                    <a:pt x="14592" y="5021"/>
                    <a:pt x="14601" y="5019"/>
                    <a:pt x="14607" y="5016"/>
                  </a:cubicBezTo>
                  <a:close/>
                  <a:moveTo>
                    <a:pt x="14483" y="5065"/>
                  </a:moveTo>
                  <a:cubicBezTo>
                    <a:pt x="14465" y="5071"/>
                    <a:pt x="14459" y="5077"/>
                    <a:pt x="14447" y="5077"/>
                  </a:cubicBezTo>
                  <a:cubicBezTo>
                    <a:pt x="14459" y="5071"/>
                    <a:pt x="14465" y="5071"/>
                    <a:pt x="14483" y="5065"/>
                  </a:cubicBezTo>
                  <a:close/>
                  <a:moveTo>
                    <a:pt x="17466" y="5131"/>
                  </a:moveTo>
                  <a:lnTo>
                    <a:pt x="17476" y="5137"/>
                  </a:lnTo>
                  <a:cubicBezTo>
                    <a:pt x="17476" y="5132"/>
                    <a:pt x="17469" y="5131"/>
                    <a:pt x="17466" y="5131"/>
                  </a:cubicBezTo>
                  <a:close/>
                  <a:moveTo>
                    <a:pt x="14177" y="5192"/>
                  </a:moveTo>
                  <a:lnTo>
                    <a:pt x="14177" y="5192"/>
                  </a:lnTo>
                  <a:cubicBezTo>
                    <a:pt x="14174" y="5193"/>
                    <a:pt x="14171" y="5194"/>
                    <a:pt x="14168" y="5196"/>
                  </a:cubicBezTo>
                  <a:cubicBezTo>
                    <a:pt x="14170" y="5194"/>
                    <a:pt x="14173" y="5193"/>
                    <a:pt x="14177" y="5192"/>
                  </a:cubicBezTo>
                  <a:close/>
                  <a:moveTo>
                    <a:pt x="8123" y="15552"/>
                  </a:moveTo>
                  <a:cubicBezTo>
                    <a:pt x="8129" y="15575"/>
                    <a:pt x="8129" y="15599"/>
                    <a:pt x="8129" y="15617"/>
                  </a:cubicBezTo>
                  <a:cubicBezTo>
                    <a:pt x="8129" y="15599"/>
                    <a:pt x="8123" y="15575"/>
                    <a:pt x="8123" y="15552"/>
                  </a:cubicBezTo>
                  <a:close/>
                  <a:moveTo>
                    <a:pt x="8135" y="15700"/>
                  </a:moveTo>
                  <a:cubicBezTo>
                    <a:pt x="8141" y="15724"/>
                    <a:pt x="8141" y="15736"/>
                    <a:pt x="8141" y="15754"/>
                  </a:cubicBezTo>
                  <a:cubicBezTo>
                    <a:pt x="8141" y="15736"/>
                    <a:pt x="8135" y="15718"/>
                    <a:pt x="8135" y="15700"/>
                  </a:cubicBezTo>
                  <a:close/>
                  <a:moveTo>
                    <a:pt x="8159" y="15849"/>
                  </a:moveTo>
                  <a:cubicBezTo>
                    <a:pt x="8165" y="15855"/>
                    <a:pt x="8165" y="15872"/>
                    <a:pt x="8165" y="15884"/>
                  </a:cubicBezTo>
                  <a:cubicBezTo>
                    <a:pt x="8165" y="15872"/>
                    <a:pt x="8159" y="15855"/>
                    <a:pt x="8159" y="15849"/>
                  </a:cubicBezTo>
                  <a:close/>
                  <a:moveTo>
                    <a:pt x="8242" y="16258"/>
                  </a:moveTo>
                  <a:lnTo>
                    <a:pt x="8242" y="16258"/>
                  </a:lnTo>
                  <a:cubicBezTo>
                    <a:pt x="8242" y="16270"/>
                    <a:pt x="8248" y="16288"/>
                    <a:pt x="8248" y="16300"/>
                  </a:cubicBezTo>
                  <a:cubicBezTo>
                    <a:pt x="8242" y="16288"/>
                    <a:pt x="8242" y="16270"/>
                    <a:pt x="8242" y="16258"/>
                  </a:cubicBezTo>
                  <a:close/>
                  <a:moveTo>
                    <a:pt x="8308" y="16508"/>
                  </a:moveTo>
                  <a:cubicBezTo>
                    <a:pt x="8312" y="16522"/>
                    <a:pt x="8313" y="16539"/>
                    <a:pt x="8316" y="16552"/>
                  </a:cubicBezTo>
                  <a:lnTo>
                    <a:pt x="8316" y="16552"/>
                  </a:lnTo>
                  <a:cubicBezTo>
                    <a:pt x="8316" y="16551"/>
                    <a:pt x="8315" y="16550"/>
                    <a:pt x="8313" y="16549"/>
                  </a:cubicBezTo>
                  <a:cubicBezTo>
                    <a:pt x="8313" y="16531"/>
                    <a:pt x="8308" y="16525"/>
                    <a:pt x="8308" y="16508"/>
                  </a:cubicBezTo>
                  <a:close/>
                  <a:moveTo>
                    <a:pt x="8391" y="16761"/>
                  </a:moveTo>
                  <a:cubicBezTo>
                    <a:pt x="8399" y="16777"/>
                    <a:pt x="8403" y="16794"/>
                    <a:pt x="8403" y="16799"/>
                  </a:cubicBezTo>
                  <a:cubicBezTo>
                    <a:pt x="8398" y="16784"/>
                    <a:pt x="8397" y="16774"/>
                    <a:pt x="8391" y="16761"/>
                  </a:cubicBezTo>
                  <a:close/>
                  <a:moveTo>
                    <a:pt x="8438" y="16887"/>
                  </a:moveTo>
                  <a:lnTo>
                    <a:pt x="8438" y="16887"/>
                  </a:lnTo>
                  <a:cubicBezTo>
                    <a:pt x="8440" y="16891"/>
                    <a:pt x="8443" y="16895"/>
                    <a:pt x="8444" y="16899"/>
                  </a:cubicBezTo>
                  <a:lnTo>
                    <a:pt x="8444" y="16899"/>
                  </a:lnTo>
                  <a:cubicBezTo>
                    <a:pt x="8442" y="16895"/>
                    <a:pt x="8440" y="16891"/>
                    <a:pt x="8438" y="16887"/>
                  </a:cubicBezTo>
                  <a:close/>
                  <a:moveTo>
                    <a:pt x="8485" y="17000"/>
                  </a:moveTo>
                  <a:cubicBezTo>
                    <a:pt x="8487" y="17004"/>
                    <a:pt x="8490" y="17008"/>
                    <a:pt x="8492" y="17012"/>
                  </a:cubicBezTo>
                  <a:lnTo>
                    <a:pt x="8492" y="17012"/>
                  </a:lnTo>
                  <a:cubicBezTo>
                    <a:pt x="8489" y="17009"/>
                    <a:pt x="8487" y="17005"/>
                    <a:pt x="8485" y="17000"/>
                  </a:cubicBezTo>
                  <a:close/>
                  <a:moveTo>
                    <a:pt x="8492" y="17012"/>
                  </a:moveTo>
                  <a:cubicBezTo>
                    <a:pt x="8498" y="17025"/>
                    <a:pt x="8503" y="17035"/>
                    <a:pt x="8509" y="17042"/>
                  </a:cubicBezTo>
                  <a:cubicBezTo>
                    <a:pt x="8498" y="17036"/>
                    <a:pt x="8498" y="17030"/>
                    <a:pt x="8492" y="17012"/>
                  </a:cubicBezTo>
                  <a:close/>
                  <a:moveTo>
                    <a:pt x="8527" y="17096"/>
                  </a:moveTo>
                  <a:cubicBezTo>
                    <a:pt x="8539" y="17119"/>
                    <a:pt x="8551" y="17131"/>
                    <a:pt x="8551" y="17143"/>
                  </a:cubicBezTo>
                  <a:lnTo>
                    <a:pt x="8527" y="17096"/>
                  </a:lnTo>
                  <a:close/>
                  <a:moveTo>
                    <a:pt x="8551" y="17143"/>
                  </a:moveTo>
                  <a:cubicBezTo>
                    <a:pt x="8554" y="17146"/>
                    <a:pt x="8554" y="17147"/>
                    <a:pt x="8553" y="17147"/>
                  </a:cubicBezTo>
                  <a:cubicBezTo>
                    <a:pt x="8552" y="17147"/>
                    <a:pt x="8551" y="17146"/>
                    <a:pt x="8551" y="17143"/>
                  </a:cubicBezTo>
                  <a:close/>
                  <a:moveTo>
                    <a:pt x="8587" y="17202"/>
                  </a:moveTo>
                  <a:lnTo>
                    <a:pt x="8610" y="17244"/>
                  </a:lnTo>
                  <a:cubicBezTo>
                    <a:pt x="8604" y="17244"/>
                    <a:pt x="8604" y="17244"/>
                    <a:pt x="8604" y="17238"/>
                  </a:cubicBezTo>
                  <a:cubicBezTo>
                    <a:pt x="8598" y="17220"/>
                    <a:pt x="8587" y="17214"/>
                    <a:pt x="8587" y="17202"/>
                  </a:cubicBezTo>
                  <a:close/>
                  <a:moveTo>
                    <a:pt x="8644" y="17312"/>
                  </a:moveTo>
                  <a:cubicBezTo>
                    <a:pt x="8650" y="17325"/>
                    <a:pt x="8659" y="17334"/>
                    <a:pt x="8664" y="17339"/>
                  </a:cubicBezTo>
                  <a:cubicBezTo>
                    <a:pt x="8664" y="17343"/>
                    <a:pt x="8664" y="17344"/>
                    <a:pt x="8664" y="17344"/>
                  </a:cubicBezTo>
                  <a:cubicBezTo>
                    <a:pt x="8663" y="17344"/>
                    <a:pt x="8662" y="17337"/>
                    <a:pt x="8658" y="17333"/>
                  </a:cubicBezTo>
                  <a:cubicBezTo>
                    <a:pt x="8649" y="17329"/>
                    <a:pt x="8647" y="17321"/>
                    <a:pt x="8644" y="17312"/>
                  </a:cubicBezTo>
                  <a:close/>
                  <a:moveTo>
                    <a:pt x="8699" y="17410"/>
                  </a:moveTo>
                  <a:lnTo>
                    <a:pt x="8699" y="17410"/>
                  </a:lnTo>
                  <a:cubicBezTo>
                    <a:pt x="8717" y="17428"/>
                    <a:pt x="8723" y="17446"/>
                    <a:pt x="8729" y="17458"/>
                  </a:cubicBezTo>
                  <a:cubicBezTo>
                    <a:pt x="8723" y="17452"/>
                    <a:pt x="8723" y="17446"/>
                    <a:pt x="8717" y="17440"/>
                  </a:cubicBezTo>
                  <a:cubicBezTo>
                    <a:pt x="8705" y="17428"/>
                    <a:pt x="8699" y="17416"/>
                    <a:pt x="8699" y="17410"/>
                  </a:cubicBezTo>
                  <a:close/>
                  <a:moveTo>
                    <a:pt x="8765" y="17511"/>
                  </a:moveTo>
                  <a:cubicBezTo>
                    <a:pt x="8767" y="17519"/>
                    <a:pt x="8772" y="17525"/>
                    <a:pt x="8777" y="17531"/>
                  </a:cubicBezTo>
                  <a:lnTo>
                    <a:pt x="8777" y="17531"/>
                  </a:lnTo>
                  <a:cubicBezTo>
                    <a:pt x="8772" y="17526"/>
                    <a:pt x="8768" y="17520"/>
                    <a:pt x="8765" y="17511"/>
                  </a:cubicBezTo>
                  <a:close/>
                  <a:moveTo>
                    <a:pt x="8788" y="17547"/>
                  </a:moveTo>
                  <a:cubicBezTo>
                    <a:pt x="8791" y="17551"/>
                    <a:pt x="8793" y="17554"/>
                    <a:pt x="8794" y="17559"/>
                  </a:cubicBezTo>
                  <a:lnTo>
                    <a:pt x="8788" y="17547"/>
                  </a:lnTo>
                  <a:close/>
                  <a:moveTo>
                    <a:pt x="8901" y="17689"/>
                  </a:moveTo>
                  <a:lnTo>
                    <a:pt x="8901" y="17689"/>
                  </a:lnTo>
                  <a:cubicBezTo>
                    <a:pt x="8907" y="17707"/>
                    <a:pt x="8919" y="17719"/>
                    <a:pt x="8931" y="17725"/>
                  </a:cubicBezTo>
                  <a:cubicBezTo>
                    <a:pt x="8919" y="17725"/>
                    <a:pt x="8913" y="17719"/>
                    <a:pt x="8913" y="17713"/>
                  </a:cubicBezTo>
                  <a:cubicBezTo>
                    <a:pt x="8907" y="17707"/>
                    <a:pt x="8901" y="17695"/>
                    <a:pt x="8901" y="17689"/>
                  </a:cubicBezTo>
                  <a:close/>
                  <a:moveTo>
                    <a:pt x="8964" y="17779"/>
                  </a:moveTo>
                  <a:cubicBezTo>
                    <a:pt x="8976" y="17798"/>
                    <a:pt x="8991" y="17809"/>
                    <a:pt x="8996" y="17814"/>
                  </a:cubicBezTo>
                  <a:lnTo>
                    <a:pt x="8978" y="17802"/>
                  </a:lnTo>
                  <a:cubicBezTo>
                    <a:pt x="8974" y="17793"/>
                    <a:pt x="8969" y="17787"/>
                    <a:pt x="8964" y="17779"/>
                  </a:cubicBezTo>
                  <a:close/>
                  <a:moveTo>
                    <a:pt x="9032" y="17862"/>
                  </a:moveTo>
                  <a:cubicBezTo>
                    <a:pt x="9041" y="17867"/>
                    <a:pt x="9047" y="17875"/>
                    <a:pt x="9052" y="17882"/>
                  </a:cubicBezTo>
                  <a:lnTo>
                    <a:pt x="9052" y="17882"/>
                  </a:lnTo>
                  <a:lnTo>
                    <a:pt x="9032" y="17862"/>
                  </a:lnTo>
                  <a:close/>
                  <a:moveTo>
                    <a:pt x="9353" y="18158"/>
                  </a:moveTo>
                  <a:lnTo>
                    <a:pt x="9353" y="18158"/>
                  </a:lnTo>
                  <a:cubicBezTo>
                    <a:pt x="9356" y="18160"/>
                    <a:pt x="9360" y="18163"/>
                    <a:pt x="9364" y="18166"/>
                  </a:cubicBezTo>
                  <a:lnTo>
                    <a:pt x="9364" y="18166"/>
                  </a:lnTo>
                  <a:cubicBezTo>
                    <a:pt x="9359" y="18163"/>
                    <a:pt x="9355" y="18161"/>
                    <a:pt x="9353" y="18158"/>
                  </a:cubicBezTo>
                  <a:close/>
                  <a:moveTo>
                    <a:pt x="9463" y="18238"/>
                  </a:moveTo>
                  <a:lnTo>
                    <a:pt x="9463" y="18238"/>
                  </a:lnTo>
                  <a:cubicBezTo>
                    <a:pt x="9468" y="18243"/>
                    <a:pt x="9472" y="18248"/>
                    <a:pt x="9477" y="18253"/>
                  </a:cubicBezTo>
                  <a:cubicBezTo>
                    <a:pt x="9471" y="18247"/>
                    <a:pt x="9465" y="18247"/>
                    <a:pt x="9465" y="18242"/>
                  </a:cubicBezTo>
                  <a:cubicBezTo>
                    <a:pt x="9465" y="18240"/>
                    <a:pt x="9464" y="18239"/>
                    <a:pt x="9463" y="18238"/>
                  </a:cubicBezTo>
                  <a:close/>
                  <a:moveTo>
                    <a:pt x="9596" y="18378"/>
                  </a:moveTo>
                  <a:cubicBezTo>
                    <a:pt x="9612" y="18389"/>
                    <a:pt x="9618" y="18394"/>
                    <a:pt x="9632" y="18400"/>
                  </a:cubicBezTo>
                  <a:lnTo>
                    <a:pt x="9632" y="18400"/>
                  </a:lnTo>
                  <a:cubicBezTo>
                    <a:pt x="9620" y="18393"/>
                    <a:pt x="9608" y="18385"/>
                    <a:pt x="9596" y="18378"/>
                  </a:cubicBezTo>
                  <a:close/>
                  <a:moveTo>
                    <a:pt x="7785" y="0"/>
                  </a:moveTo>
                  <a:cubicBezTo>
                    <a:pt x="7755" y="0"/>
                    <a:pt x="7732" y="0"/>
                    <a:pt x="7708" y="12"/>
                  </a:cubicBezTo>
                  <a:lnTo>
                    <a:pt x="7654" y="12"/>
                  </a:lnTo>
                  <a:cubicBezTo>
                    <a:pt x="7625" y="12"/>
                    <a:pt x="7601" y="18"/>
                    <a:pt x="7571" y="18"/>
                  </a:cubicBezTo>
                  <a:cubicBezTo>
                    <a:pt x="7559" y="18"/>
                    <a:pt x="7542" y="18"/>
                    <a:pt x="7518" y="24"/>
                  </a:cubicBezTo>
                  <a:cubicBezTo>
                    <a:pt x="7488" y="24"/>
                    <a:pt x="7458" y="30"/>
                    <a:pt x="7423" y="42"/>
                  </a:cubicBezTo>
                  <a:cubicBezTo>
                    <a:pt x="7417" y="42"/>
                    <a:pt x="7399" y="42"/>
                    <a:pt x="7393" y="48"/>
                  </a:cubicBezTo>
                  <a:lnTo>
                    <a:pt x="7363" y="48"/>
                  </a:lnTo>
                  <a:cubicBezTo>
                    <a:pt x="7334" y="54"/>
                    <a:pt x="7304" y="54"/>
                    <a:pt x="7268" y="60"/>
                  </a:cubicBezTo>
                  <a:cubicBezTo>
                    <a:pt x="7262" y="60"/>
                    <a:pt x="7251" y="60"/>
                    <a:pt x="7239" y="71"/>
                  </a:cubicBezTo>
                  <a:lnTo>
                    <a:pt x="7126" y="89"/>
                  </a:lnTo>
                  <a:cubicBezTo>
                    <a:pt x="7120" y="89"/>
                    <a:pt x="7114" y="89"/>
                    <a:pt x="7102" y="101"/>
                  </a:cubicBezTo>
                  <a:cubicBezTo>
                    <a:pt x="7072" y="107"/>
                    <a:pt x="7037" y="113"/>
                    <a:pt x="7007" y="119"/>
                  </a:cubicBezTo>
                  <a:cubicBezTo>
                    <a:pt x="7001" y="119"/>
                    <a:pt x="6995" y="131"/>
                    <a:pt x="6983" y="131"/>
                  </a:cubicBezTo>
                  <a:cubicBezTo>
                    <a:pt x="6948" y="137"/>
                    <a:pt x="6912" y="149"/>
                    <a:pt x="6876" y="161"/>
                  </a:cubicBezTo>
                  <a:cubicBezTo>
                    <a:pt x="6865" y="161"/>
                    <a:pt x="6859" y="166"/>
                    <a:pt x="6853" y="166"/>
                  </a:cubicBezTo>
                  <a:cubicBezTo>
                    <a:pt x="6817" y="172"/>
                    <a:pt x="6787" y="190"/>
                    <a:pt x="6746" y="196"/>
                  </a:cubicBezTo>
                  <a:cubicBezTo>
                    <a:pt x="6740" y="196"/>
                    <a:pt x="6734" y="202"/>
                    <a:pt x="6728" y="202"/>
                  </a:cubicBezTo>
                  <a:cubicBezTo>
                    <a:pt x="6686" y="220"/>
                    <a:pt x="6645" y="226"/>
                    <a:pt x="6609" y="238"/>
                  </a:cubicBezTo>
                  <a:cubicBezTo>
                    <a:pt x="6597" y="238"/>
                    <a:pt x="6591" y="250"/>
                    <a:pt x="6580" y="250"/>
                  </a:cubicBezTo>
                  <a:cubicBezTo>
                    <a:pt x="6538" y="261"/>
                    <a:pt x="6508" y="267"/>
                    <a:pt x="6473" y="285"/>
                  </a:cubicBezTo>
                  <a:cubicBezTo>
                    <a:pt x="6467" y="285"/>
                    <a:pt x="6461" y="291"/>
                    <a:pt x="6449" y="291"/>
                  </a:cubicBezTo>
                  <a:cubicBezTo>
                    <a:pt x="6413" y="309"/>
                    <a:pt x="6372" y="321"/>
                    <a:pt x="6330" y="339"/>
                  </a:cubicBezTo>
                  <a:cubicBezTo>
                    <a:pt x="6324" y="339"/>
                    <a:pt x="6312" y="345"/>
                    <a:pt x="6300" y="351"/>
                  </a:cubicBezTo>
                  <a:cubicBezTo>
                    <a:pt x="6265" y="368"/>
                    <a:pt x="6229" y="380"/>
                    <a:pt x="6200" y="398"/>
                  </a:cubicBezTo>
                  <a:cubicBezTo>
                    <a:pt x="6194" y="398"/>
                    <a:pt x="6182" y="404"/>
                    <a:pt x="6182" y="404"/>
                  </a:cubicBezTo>
                  <a:cubicBezTo>
                    <a:pt x="6146" y="416"/>
                    <a:pt x="6105" y="440"/>
                    <a:pt x="6063" y="457"/>
                  </a:cubicBezTo>
                  <a:cubicBezTo>
                    <a:pt x="6057" y="463"/>
                    <a:pt x="6045" y="463"/>
                    <a:pt x="6033" y="469"/>
                  </a:cubicBezTo>
                  <a:cubicBezTo>
                    <a:pt x="6021" y="475"/>
                    <a:pt x="6015" y="475"/>
                    <a:pt x="5998" y="487"/>
                  </a:cubicBezTo>
                  <a:lnTo>
                    <a:pt x="5956" y="505"/>
                  </a:lnTo>
                  <a:cubicBezTo>
                    <a:pt x="5932" y="517"/>
                    <a:pt x="5915" y="523"/>
                    <a:pt x="5897" y="535"/>
                  </a:cubicBezTo>
                  <a:cubicBezTo>
                    <a:pt x="5867" y="552"/>
                    <a:pt x="5843" y="564"/>
                    <a:pt x="5814" y="576"/>
                  </a:cubicBezTo>
                  <a:cubicBezTo>
                    <a:pt x="5796" y="582"/>
                    <a:pt x="5778" y="588"/>
                    <a:pt x="5760" y="606"/>
                  </a:cubicBezTo>
                  <a:lnTo>
                    <a:pt x="5671" y="647"/>
                  </a:lnTo>
                  <a:lnTo>
                    <a:pt x="5629" y="671"/>
                  </a:lnTo>
                  <a:cubicBezTo>
                    <a:pt x="5582" y="695"/>
                    <a:pt x="5540" y="725"/>
                    <a:pt x="5493" y="742"/>
                  </a:cubicBezTo>
                  <a:cubicBezTo>
                    <a:pt x="5451" y="766"/>
                    <a:pt x="5404" y="796"/>
                    <a:pt x="5362" y="820"/>
                  </a:cubicBezTo>
                  <a:lnTo>
                    <a:pt x="5315" y="843"/>
                  </a:lnTo>
                  <a:cubicBezTo>
                    <a:pt x="5285" y="855"/>
                    <a:pt x="5255" y="879"/>
                    <a:pt x="5226" y="891"/>
                  </a:cubicBezTo>
                  <a:cubicBezTo>
                    <a:pt x="5214" y="903"/>
                    <a:pt x="5196" y="915"/>
                    <a:pt x="5172" y="921"/>
                  </a:cubicBezTo>
                  <a:cubicBezTo>
                    <a:pt x="5143" y="938"/>
                    <a:pt x="5113" y="962"/>
                    <a:pt x="5095" y="974"/>
                  </a:cubicBezTo>
                  <a:cubicBezTo>
                    <a:pt x="5077" y="980"/>
                    <a:pt x="5065" y="998"/>
                    <a:pt x="5042" y="1004"/>
                  </a:cubicBezTo>
                  <a:cubicBezTo>
                    <a:pt x="5012" y="1027"/>
                    <a:pt x="4982" y="1039"/>
                    <a:pt x="4959" y="1063"/>
                  </a:cubicBezTo>
                  <a:cubicBezTo>
                    <a:pt x="4947" y="1069"/>
                    <a:pt x="4929" y="1087"/>
                    <a:pt x="4917" y="1093"/>
                  </a:cubicBezTo>
                  <a:cubicBezTo>
                    <a:pt x="4887" y="1117"/>
                    <a:pt x="4858" y="1140"/>
                    <a:pt x="4816" y="1158"/>
                  </a:cubicBezTo>
                  <a:cubicBezTo>
                    <a:pt x="4804" y="1170"/>
                    <a:pt x="4798" y="1176"/>
                    <a:pt x="4780" y="1182"/>
                  </a:cubicBezTo>
                  <a:lnTo>
                    <a:pt x="4537" y="1360"/>
                  </a:lnTo>
                  <a:lnTo>
                    <a:pt x="4531" y="1366"/>
                  </a:lnTo>
                  <a:cubicBezTo>
                    <a:pt x="4478" y="1413"/>
                    <a:pt x="4424" y="1449"/>
                    <a:pt x="4371" y="1497"/>
                  </a:cubicBezTo>
                  <a:cubicBezTo>
                    <a:pt x="4359" y="1502"/>
                    <a:pt x="4341" y="1514"/>
                    <a:pt x="4335" y="1526"/>
                  </a:cubicBezTo>
                  <a:cubicBezTo>
                    <a:pt x="4299" y="1556"/>
                    <a:pt x="4252" y="1592"/>
                    <a:pt x="4216" y="1621"/>
                  </a:cubicBezTo>
                  <a:cubicBezTo>
                    <a:pt x="4204" y="1633"/>
                    <a:pt x="4181" y="1651"/>
                    <a:pt x="4163" y="1663"/>
                  </a:cubicBezTo>
                  <a:cubicBezTo>
                    <a:pt x="4127" y="1704"/>
                    <a:pt x="4086" y="1734"/>
                    <a:pt x="4044" y="1770"/>
                  </a:cubicBezTo>
                  <a:cubicBezTo>
                    <a:pt x="4032" y="1776"/>
                    <a:pt x="4026" y="1793"/>
                    <a:pt x="4008" y="1799"/>
                  </a:cubicBezTo>
                  <a:cubicBezTo>
                    <a:pt x="3955" y="1841"/>
                    <a:pt x="3907" y="1888"/>
                    <a:pt x="3854" y="1942"/>
                  </a:cubicBezTo>
                  <a:lnTo>
                    <a:pt x="3818" y="1978"/>
                  </a:lnTo>
                  <a:cubicBezTo>
                    <a:pt x="3777" y="2013"/>
                    <a:pt x="3735" y="2049"/>
                    <a:pt x="3700" y="2090"/>
                  </a:cubicBezTo>
                  <a:cubicBezTo>
                    <a:pt x="3682" y="2102"/>
                    <a:pt x="3670" y="2120"/>
                    <a:pt x="3646" y="2132"/>
                  </a:cubicBezTo>
                  <a:lnTo>
                    <a:pt x="3527" y="2251"/>
                  </a:lnTo>
                  <a:lnTo>
                    <a:pt x="3492" y="2286"/>
                  </a:lnTo>
                  <a:cubicBezTo>
                    <a:pt x="3438" y="2340"/>
                    <a:pt x="3391" y="2393"/>
                    <a:pt x="3343" y="2435"/>
                  </a:cubicBezTo>
                  <a:lnTo>
                    <a:pt x="3302" y="2476"/>
                  </a:lnTo>
                  <a:cubicBezTo>
                    <a:pt x="3266" y="2512"/>
                    <a:pt x="3231" y="2554"/>
                    <a:pt x="3195" y="2595"/>
                  </a:cubicBezTo>
                  <a:cubicBezTo>
                    <a:pt x="3177" y="2607"/>
                    <a:pt x="3165" y="2631"/>
                    <a:pt x="3147" y="2643"/>
                  </a:cubicBezTo>
                  <a:cubicBezTo>
                    <a:pt x="3112" y="2690"/>
                    <a:pt x="3076" y="2726"/>
                    <a:pt x="3035" y="2773"/>
                  </a:cubicBezTo>
                  <a:lnTo>
                    <a:pt x="2999" y="2809"/>
                  </a:lnTo>
                  <a:cubicBezTo>
                    <a:pt x="2957" y="2862"/>
                    <a:pt x="2904" y="2922"/>
                    <a:pt x="2856" y="2969"/>
                  </a:cubicBezTo>
                  <a:cubicBezTo>
                    <a:pt x="2851" y="2987"/>
                    <a:pt x="2839" y="2993"/>
                    <a:pt x="2827" y="3011"/>
                  </a:cubicBezTo>
                  <a:lnTo>
                    <a:pt x="2720" y="3141"/>
                  </a:lnTo>
                  <a:cubicBezTo>
                    <a:pt x="2702" y="3159"/>
                    <a:pt x="2690" y="3177"/>
                    <a:pt x="2672" y="3195"/>
                  </a:cubicBezTo>
                  <a:cubicBezTo>
                    <a:pt x="2637" y="3236"/>
                    <a:pt x="2601" y="3284"/>
                    <a:pt x="2571" y="3325"/>
                  </a:cubicBezTo>
                  <a:cubicBezTo>
                    <a:pt x="2560" y="3343"/>
                    <a:pt x="2548" y="3355"/>
                    <a:pt x="2542" y="3367"/>
                  </a:cubicBezTo>
                  <a:cubicBezTo>
                    <a:pt x="2494" y="3426"/>
                    <a:pt x="2453" y="3486"/>
                    <a:pt x="2405" y="3533"/>
                  </a:cubicBezTo>
                  <a:cubicBezTo>
                    <a:pt x="2399" y="3551"/>
                    <a:pt x="2381" y="3557"/>
                    <a:pt x="2376" y="3575"/>
                  </a:cubicBezTo>
                  <a:cubicBezTo>
                    <a:pt x="2340" y="3616"/>
                    <a:pt x="2310" y="3670"/>
                    <a:pt x="2275" y="3711"/>
                  </a:cubicBezTo>
                  <a:cubicBezTo>
                    <a:pt x="2257" y="3729"/>
                    <a:pt x="2251" y="3753"/>
                    <a:pt x="2233" y="3765"/>
                  </a:cubicBezTo>
                  <a:cubicBezTo>
                    <a:pt x="2197" y="3812"/>
                    <a:pt x="2168" y="3860"/>
                    <a:pt x="2138" y="3907"/>
                  </a:cubicBezTo>
                  <a:cubicBezTo>
                    <a:pt x="2132" y="3919"/>
                    <a:pt x="2114" y="3937"/>
                    <a:pt x="2108" y="3943"/>
                  </a:cubicBezTo>
                  <a:cubicBezTo>
                    <a:pt x="2067" y="4002"/>
                    <a:pt x="2025" y="4062"/>
                    <a:pt x="1984" y="4127"/>
                  </a:cubicBezTo>
                  <a:cubicBezTo>
                    <a:pt x="1978" y="4145"/>
                    <a:pt x="1966" y="4151"/>
                    <a:pt x="1960" y="4169"/>
                  </a:cubicBezTo>
                  <a:cubicBezTo>
                    <a:pt x="1930" y="4216"/>
                    <a:pt x="1895" y="4264"/>
                    <a:pt x="1865" y="4317"/>
                  </a:cubicBezTo>
                  <a:cubicBezTo>
                    <a:pt x="1847" y="4329"/>
                    <a:pt x="1841" y="4353"/>
                    <a:pt x="1829" y="4365"/>
                  </a:cubicBezTo>
                  <a:cubicBezTo>
                    <a:pt x="1800" y="4418"/>
                    <a:pt x="1770" y="4466"/>
                    <a:pt x="1728" y="4513"/>
                  </a:cubicBezTo>
                  <a:lnTo>
                    <a:pt x="1710" y="4561"/>
                  </a:lnTo>
                  <a:cubicBezTo>
                    <a:pt x="1669" y="4626"/>
                    <a:pt x="1633" y="4685"/>
                    <a:pt x="1598" y="4751"/>
                  </a:cubicBezTo>
                  <a:cubicBezTo>
                    <a:pt x="1592" y="4768"/>
                    <a:pt x="1580" y="4774"/>
                    <a:pt x="1574" y="4792"/>
                  </a:cubicBezTo>
                  <a:lnTo>
                    <a:pt x="1485" y="4947"/>
                  </a:lnTo>
                  <a:cubicBezTo>
                    <a:pt x="1479" y="4970"/>
                    <a:pt x="1461" y="4982"/>
                    <a:pt x="1455" y="5006"/>
                  </a:cubicBezTo>
                  <a:cubicBezTo>
                    <a:pt x="1425" y="5059"/>
                    <a:pt x="1396" y="5107"/>
                    <a:pt x="1372" y="5160"/>
                  </a:cubicBezTo>
                  <a:lnTo>
                    <a:pt x="1354" y="5208"/>
                  </a:lnTo>
                  <a:cubicBezTo>
                    <a:pt x="1313" y="5273"/>
                    <a:pt x="1283" y="5338"/>
                    <a:pt x="1247" y="5404"/>
                  </a:cubicBezTo>
                  <a:cubicBezTo>
                    <a:pt x="1241" y="5422"/>
                    <a:pt x="1235" y="5427"/>
                    <a:pt x="1235" y="5445"/>
                  </a:cubicBezTo>
                  <a:cubicBezTo>
                    <a:pt x="1206" y="5493"/>
                    <a:pt x="1182" y="5552"/>
                    <a:pt x="1152" y="5606"/>
                  </a:cubicBezTo>
                  <a:cubicBezTo>
                    <a:pt x="1146" y="5629"/>
                    <a:pt x="1129" y="5641"/>
                    <a:pt x="1123" y="5665"/>
                  </a:cubicBezTo>
                  <a:cubicBezTo>
                    <a:pt x="1099" y="5718"/>
                    <a:pt x="1069" y="5772"/>
                    <a:pt x="1045" y="5819"/>
                  </a:cubicBezTo>
                  <a:lnTo>
                    <a:pt x="1028" y="5867"/>
                  </a:lnTo>
                  <a:lnTo>
                    <a:pt x="939" y="6069"/>
                  </a:lnTo>
                  <a:cubicBezTo>
                    <a:pt x="927" y="6081"/>
                    <a:pt x="927" y="6087"/>
                    <a:pt x="921" y="6104"/>
                  </a:cubicBezTo>
                  <a:cubicBezTo>
                    <a:pt x="897" y="6164"/>
                    <a:pt x="867" y="6217"/>
                    <a:pt x="849" y="6277"/>
                  </a:cubicBezTo>
                  <a:cubicBezTo>
                    <a:pt x="838" y="6294"/>
                    <a:pt x="832" y="6312"/>
                    <a:pt x="826" y="6336"/>
                  </a:cubicBezTo>
                  <a:cubicBezTo>
                    <a:pt x="802" y="6383"/>
                    <a:pt x="778" y="6437"/>
                    <a:pt x="760" y="6496"/>
                  </a:cubicBezTo>
                  <a:cubicBezTo>
                    <a:pt x="749" y="6514"/>
                    <a:pt x="743" y="6526"/>
                    <a:pt x="743" y="6544"/>
                  </a:cubicBezTo>
                  <a:cubicBezTo>
                    <a:pt x="713" y="6609"/>
                    <a:pt x="689" y="6674"/>
                    <a:pt x="659" y="6752"/>
                  </a:cubicBezTo>
                  <a:cubicBezTo>
                    <a:pt x="654" y="6764"/>
                    <a:pt x="654" y="6769"/>
                    <a:pt x="648" y="6787"/>
                  </a:cubicBezTo>
                  <a:cubicBezTo>
                    <a:pt x="624" y="6847"/>
                    <a:pt x="600" y="6900"/>
                    <a:pt x="588" y="6959"/>
                  </a:cubicBezTo>
                  <a:cubicBezTo>
                    <a:pt x="582" y="6977"/>
                    <a:pt x="570" y="6995"/>
                    <a:pt x="564" y="7019"/>
                  </a:cubicBezTo>
                  <a:cubicBezTo>
                    <a:pt x="541" y="7066"/>
                    <a:pt x="529" y="7126"/>
                    <a:pt x="511" y="7179"/>
                  </a:cubicBezTo>
                  <a:cubicBezTo>
                    <a:pt x="505" y="7197"/>
                    <a:pt x="505" y="7209"/>
                    <a:pt x="499" y="7227"/>
                  </a:cubicBezTo>
                  <a:cubicBezTo>
                    <a:pt x="475" y="7292"/>
                    <a:pt x="452" y="7357"/>
                    <a:pt x="434" y="7434"/>
                  </a:cubicBezTo>
                  <a:cubicBezTo>
                    <a:pt x="434" y="7446"/>
                    <a:pt x="422" y="7452"/>
                    <a:pt x="422" y="7470"/>
                  </a:cubicBezTo>
                  <a:cubicBezTo>
                    <a:pt x="410" y="7530"/>
                    <a:pt x="386" y="7583"/>
                    <a:pt x="374" y="7642"/>
                  </a:cubicBezTo>
                  <a:cubicBezTo>
                    <a:pt x="374" y="7648"/>
                    <a:pt x="363" y="7660"/>
                    <a:pt x="363" y="7672"/>
                  </a:cubicBezTo>
                  <a:lnTo>
                    <a:pt x="345" y="7737"/>
                  </a:lnTo>
                  <a:cubicBezTo>
                    <a:pt x="345" y="7749"/>
                    <a:pt x="333" y="7761"/>
                    <a:pt x="333" y="7773"/>
                  </a:cubicBezTo>
                  <a:cubicBezTo>
                    <a:pt x="321" y="7826"/>
                    <a:pt x="303" y="7868"/>
                    <a:pt x="297" y="7921"/>
                  </a:cubicBezTo>
                  <a:cubicBezTo>
                    <a:pt x="297" y="7939"/>
                    <a:pt x="291" y="7951"/>
                    <a:pt x="291" y="7957"/>
                  </a:cubicBezTo>
                  <a:cubicBezTo>
                    <a:pt x="285" y="8005"/>
                    <a:pt x="268" y="8040"/>
                    <a:pt x="262" y="8088"/>
                  </a:cubicBezTo>
                  <a:cubicBezTo>
                    <a:pt x="262" y="8094"/>
                    <a:pt x="256" y="8105"/>
                    <a:pt x="256" y="8117"/>
                  </a:cubicBezTo>
                  <a:cubicBezTo>
                    <a:pt x="238" y="8165"/>
                    <a:pt x="232" y="8212"/>
                    <a:pt x="214" y="8266"/>
                  </a:cubicBezTo>
                  <a:cubicBezTo>
                    <a:pt x="214" y="8278"/>
                    <a:pt x="208" y="8284"/>
                    <a:pt x="208" y="8301"/>
                  </a:cubicBezTo>
                  <a:cubicBezTo>
                    <a:pt x="202" y="8343"/>
                    <a:pt x="196" y="8385"/>
                    <a:pt x="178" y="8426"/>
                  </a:cubicBezTo>
                  <a:cubicBezTo>
                    <a:pt x="178" y="8432"/>
                    <a:pt x="173" y="8450"/>
                    <a:pt x="173" y="8456"/>
                  </a:cubicBezTo>
                  <a:cubicBezTo>
                    <a:pt x="167" y="8509"/>
                    <a:pt x="149" y="8551"/>
                    <a:pt x="143" y="8604"/>
                  </a:cubicBezTo>
                  <a:cubicBezTo>
                    <a:pt x="143" y="8622"/>
                    <a:pt x="137" y="8628"/>
                    <a:pt x="137" y="8640"/>
                  </a:cubicBezTo>
                  <a:cubicBezTo>
                    <a:pt x="125" y="8687"/>
                    <a:pt x="119" y="8723"/>
                    <a:pt x="113" y="8771"/>
                  </a:cubicBezTo>
                  <a:cubicBezTo>
                    <a:pt x="113" y="8776"/>
                    <a:pt x="113" y="8782"/>
                    <a:pt x="107" y="8788"/>
                  </a:cubicBezTo>
                  <a:cubicBezTo>
                    <a:pt x="95" y="8842"/>
                    <a:pt x="89" y="8889"/>
                    <a:pt x="83" y="8937"/>
                  </a:cubicBezTo>
                  <a:cubicBezTo>
                    <a:pt x="83" y="8955"/>
                    <a:pt x="83" y="8961"/>
                    <a:pt x="78" y="8978"/>
                  </a:cubicBezTo>
                  <a:cubicBezTo>
                    <a:pt x="66" y="9020"/>
                    <a:pt x="60" y="9067"/>
                    <a:pt x="60" y="9109"/>
                  </a:cubicBezTo>
                  <a:lnTo>
                    <a:pt x="60" y="9133"/>
                  </a:lnTo>
                  <a:cubicBezTo>
                    <a:pt x="54" y="9186"/>
                    <a:pt x="48" y="9228"/>
                    <a:pt x="48" y="9281"/>
                  </a:cubicBezTo>
                  <a:lnTo>
                    <a:pt x="48" y="9311"/>
                  </a:lnTo>
                  <a:cubicBezTo>
                    <a:pt x="36" y="9352"/>
                    <a:pt x="36" y="9400"/>
                    <a:pt x="30" y="9442"/>
                  </a:cubicBezTo>
                  <a:lnTo>
                    <a:pt x="30" y="9459"/>
                  </a:lnTo>
                  <a:lnTo>
                    <a:pt x="30" y="9465"/>
                  </a:lnTo>
                  <a:cubicBezTo>
                    <a:pt x="30" y="9495"/>
                    <a:pt x="24" y="9525"/>
                    <a:pt x="24" y="9560"/>
                  </a:cubicBezTo>
                  <a:cubicBezTo>
                    <a:pt x="24" y="9584"/>
                    <a:pt x="24" y="9608"/>
                    <a:pt x="18" y="9620"/>
                  </a:cubicBezTo>
                  <a:cubicBezTo>
                    <a:pt x="18" y="9661"/>
                    <a:pt x="6" y="9691"/>
                    <a:pt x="6" y="9727"/>
                  </a:cubicBezTo>
                  <a:lnTo>
                    <a:pt x="6" y="9786"/>
                  </a:lnTo>
                  <a:cubicBezTo>
                    <a:pt x="6" y="9822"/>
                    <a:pt x="6" y="9869"/>
                    <a:pt x="0" y="9905"/>
                  </a:cubicBezTo>
                  <a:lnTo>
                    <a:pt x="0" y="9940"/>
                  </a:lnTo>
                  <a:lnTo>
                    <a:pt x="0" y="10107"/>
                  </a:lnTo>
                  <a:lnTo>
                    <a:pt x="0" y="10255"/>
                  </a:lnTo>
                  <a:lnTo>
                    <a:pt x="0" y="10297"/>
                  </a:lnTo>
                  <a:lnTo>
                    <a:pt x="0" y="10403"/>
                  </a:lnTo>
                  <a:lnTo>
                    <a:pt x="0" y="10445"/>
                  </a:lnTo>
                  <a:cubicBezTo>
                    <a:pt x="0" y="10481"/>
                    <a:pt x="0" y="10510"/>
                    <a:pt x="6" y="10540"/>
                  </a:cubicBezTo>
                  <a:lnTo>
                    <a:pt x="6" y="10588"/>
                  </a:lnTo>
                  <a:cubicBezTo>
                    <a:pt x="6" y="10623"/>
                    <a:pt x="18" y="10659"/>
                    <a:pt x="18" y="10700"/>
                  </a:cubicBezTo>
                  <a:lnTo>
                    <a:pt x="18" y="10730"/>
                  </a:lnTo>
                  <a:cubicBezTo>
                    <a:pt x="24" y="10772"/>
                    <a:pt x="24" y="10819"/>
                    <a:pt x="30" y="10867"/>
                  </a:cubicBezTo>
                  <a:lnTo>
                    <a:pt x="30" y="10896"/>
                  </a:lnTo>
                  <a:cubicBezTo>
                    <a:pt x="36" y="10938"/>
                    <a:pt x="36" y="10974"/>
                    <a:pt x="48" y="11003"/>
                  </a:cubicBezTo>
                  <a:cubicBezTo>
                    <a:pt x="48" y="11015"/>
                    <a:pt x="54" y="11033"/>
                    <a:pt x="54" y="11045"/>
                  </a:cubicBezTo>
                  <a:cubicBezTo>
                    <a:pt x="54" y="11063"/>
                    <a:pt x="60" y="11086"/>
                    <a:pt x="60" y="11098"/>
                  </a:cubicBezTo>
                  <a:cubicBezTo>
                    <a:pt x="60" y="11116"/>
                    <a:pt x="66" y="11122"/>
                    <a:pt x="66" y="11134"/>
                  </a:cubicBezTo>
                  <a:cubicBezTo>
                    <a:pt x="66" y="11152"/>
                    <a:pt x="78" y="11164"/>
                    <a:pt x="78" y="11181"/>
                  </a:cubicBezTo>
                  <a:cubicBezTo>
                    <a:pt x="83" y="11211"/>
                    <a:pt x="83" y="11241"/>
                    <a:pt x="89" y="11276"/>
                  </a:cubicBezTo>
                  <a:cubicBezTo>
                    <a:pt x="89" y="11294"/>
                    <a:pt x="95" y="11300"/>
                    <a:pt x="95" y="11312"/>
                  </a:cubicBezTo>
                  <a:cubicBezTo>
                    <a:pt x="107" y="11359"/>
                    <a:pt x="113" y="11395"/>
                    <a:pt x="119" y="11443"/>
                  </a:cubicBezTo>
                  <a:cubicBezTo>
                    <a:pt x="119" y="11449"/>
                    <a:pt x="119" y="11454"/>
                    <a:pt x="125" y="11460"/>
                  </a:cubicBezTo>
                  <a:cubicBezTo>
                    <a:pt x="137" y="11502"/>
                    <a:pt x="143" y="11532"/>
                    <a:pt x="149" y="11561"/>
                  </a:cubicBezTo>
                  <a:cubicBezTo>
                    <a:pt x="149" y="11573"/>
                    <a:pt x="155" y="11591"/>
                    <a:pt x="155" y="11597"/>
                  </a:cubicBezTo>
                  <a:cubicBezTo>
                    <a:pt x="167" y="11627"/>
                    <a:pt x="173" y="11650"/>
                    <a:pt x="178" y="11680"/>
                  </a:cubicBezTo>
                  <a:cubicBezTo>
                    <a:pt x="178" y="11692"/>
                    <a:pt x="184" y="11710"/>
                    <a:pt x="184" y="11716"/>
                  </a:cubicBezTo>
                  <a:lnTo>
                    <a:pt x="208" y="11805"/>
                  </a:lnTo>
                  <a:cubicBezTo>
                    <a:pt x="208" y="11811"/>
                    <a:pt x="214" y="11829"/>
                    <a:pt x="214" y="11835"/>
                  </a:cubicBezTo>
                  <a:cubicBezTo>
                    <a:pt x="232" y="11870"/>
                    <a:pt x="238" y="11906"/>
                    <a:pt x="256" y="11947"/>
                  </a:cubicBezTo>
                  <a:cubicBezTo>
                    <a:pt x="256" y="11953"/>
                    <a:pt x="262" y="11959"/>
                    <a:pt x="262" y="11965"/>
                  </a:cubicBezTo>
                  <a:cubicBezTo>
                    <a:pt x="268" y="11995"/>
                    <a:pt x="285" y="12025"/>
                    <a:pt x="291" y="12054"/>
                  </a:cubicBezTo>
                  <a:cubicBezTo>
                    <a:pt x="297" y="12072"/>
                    <a:pt x="297" y="12078"/>
                    <a:pt x="303" y="12096"/>
                  </a:cubicBezTo>
                  <a:cubicBezTo>
                    <a:pt x="315" y="12114"/>
                    <a:pt x="327" y="12143"/>
                    <a:pt x="333" y="12167"/>
                  </a:cubicBezTo>
                  <a:cubicBezTo>
                    <a:pt x="345" y="12185"/>
                    <a:pt x="345" y="12191"/>
                    <a:pt x="351" y="12203"/>
                  </a:cubicBezTo>
                  <a:cubicBezTo>
                    <a:pt x="363" y="12232"/>
                    <a:pt x="374" y="12256"/>
                    <a:pt x="386" y="12286"/>
                  </a:cubicBezTo>
                  <a:cubicBezTo>
                    <a:pt x="386" y="12292"/>
                    <a:pt x="392" y="12304"/>
                    <a:pt x="392" y="12310"/>
                  </a:cubicBezTo>
                  <a:cubicBezTo>
                    <a:pt x="410" y="12345"/>
                    <a:pt x="422" y="12375"/>
                    <a:pt x="440" y="12405"/>
                  </a:cubicBezTo>
                  <a:cubicBezTo>
                    <a:pt x="446" y="12410"/>
                    <a:pt x="446" y="12422"/>
                    <a:pt x="452" y="12428"/>
                  </a:cubicBezTo>
                  <a:cubicBezTo>
                    <a:pt x="469" y="12452"/>
                    <a:pt x="475" y="12482"/>
                    <a:pt x="493" y="12500"/>
                  </a:cubicBezTo>
                  <a:cubicBezTo>
                    <a:pt x="499" y="12511"/>
                    <a:pt x="505" y="12523"/>
                    <a:pt x="505" y="12529"/>
                  </a:cubicBezTo>
                  <a:cubicBezTo>
                    <a:pt x="523" y="12553"/>
                    <a:pt x="529" y="12577"/>
                    <a:pt x="541" y="12601"/>
                  </a:cubicBezTo>
                  <a:cubicBezTo>
                    <a:pt x="553" y="12606"/>
                    <a:pt x="559" y="12618"/>
                    <a:pt x="559" y="12630"/>
                  </a:cubicBezTo>
                  <a:cubicBezTo>
                    <a:pt x="570" y="12648"/>
                    <a:pt x="588" y="12678"/>
                    <a:pt x="600" y="12701"/>
                  </a:cubicBezTo>
                  <a:cubicBezTo>
                    <a:pt x="600" y="12707"/>
                    <a:pt x="612" y="12707"/>
                    <a:pt x="612" y="12719"/>
                  </a:cubicBezTo>
                  <a:cubicBezTo>
                    <a:pt x="630" y="12749"/>
                    <a:pt x="648" y="12779"/>
                    <a:pt x="671" y="12808"/>
                  </a:cubicBezTo>
                  <a:cubicBezTo>
                    <a:pt x="677" y="12814"/>
                    <a:pt x="677" y="12820"/>
                    <a:pt x="683" y="12826"/>
                  </a:cubicBezTo>
                  <a:lnTo>
                    <a:pt x="731" y="12897"/>
                  </a:lnTo>
                  <a:cubicBezTo>
                    <a:pt x="737" y="12903"/>
                    <a:pt x="743" y="12909"/>
                    <a:pt x="749" y="12927"/>
                  </a:cubicBezTo>
                  <a:cubicBezTo>
                    <a:pt x="766" y="12945"/>
                    <a:pt x="778" y="12963"/>
                    <a:pt x="796" y="12986"/>
                  </a:cubicBezTo>
                  <a:lnTo>
                    <a:pt x="820" y="13004"/>
                  </a:lnTo>
                  <a:cubicBezTo>
                    <a:pt x="832" y="13028"/>
                    <a:pt x="855" y="13052"/>
                    <a:pt x="879" y="13076"/>
                  </a:cubicBezTo>
                  <a:lnTo>
                    <a:pt x="885" y="13081"/>
                  </a:lnTo>
                  <a:cubicBezTo>
                    <a:pt x="909" y="13105"/>
                    <a:pt x="927" y="13135"/>
                    <a:pt x="950" y="13153"/>
                  </a:cubicBezTo>
                  <a:lnTo>
                    <a:pt x="974" y="13176"/>
                  </a:lnTo>
                  <a:lnTo>
                    <a:pt x="1028" y="13230"/>
                  </a:lnTo>
                  <a:lnTo>
                    <a:pt x="1045" y="13254"/>
                  </a:lnTo>
                  <a:cubicBezTo>
                    <a:pt x="1063" y="13266"/>
                    <a:pt x="1087" y="13283"/>
                    <a:pt x="1099" y="13295"/>
                  </a:cubicBezTo>
                  <a:lnTo>
                    <a:pt x="1123" y="13319"/>
                  </a:lnTo>
                  <a:cubicBezTo>
                    <a:pt x="1146" y="13343"/>
                    <a:pt x="1164" y="13355"/>
                    <a:pt x="1188" y="13378"/>
                  </a:cubicBezTo>
                  <a:cubicBezTo>
                    <a:pt x="1188" y="13378"/>
                    <a:pt x="1194" y="13378"/>
                    <a:pt x="1194" y="13384"/>
                  </a:cubicBezTo>
                  <a:cubicBezTo>
                    <a:pt x="1218" y="13408"/>
                    <a:pt x="1247" y="13432"/>
                    <a:pt x="1271" y="13444"/>
                  </a:cubicBezTo>
                  <a:cubicBezTo>
                    <a:pt x="1277" y="13450"/>
                    <a:pt x="1283" y="13462"/>
                    <a:pt x="1295" y="13462"/>
                  </a:cubicBezTo>
                  <a:cubicBezTo>
                    <a:pt x="1313" y="13473"/>
                    <a:pt x="1330" y="13491"/>
                    <a:pt x="1354" y="13503"/>
                  </a:cubicBezTo>
                  <a:cubicBezTo>
                    <a:pt x="1360" y="13509"/>
                    <a:pt x="1366" y="13521"/>
                    <a:pt x="1384" y="13527"/>
                  </a:cubicBezTo>
                  <a:cubicBezTo>
                    <a:pt x="1402" y="13539"/>
                    <a:pt x="1420" y="13551"/>
                    <a:pt x="1443" y="13562"/>
                  </a:cubicBezTo>
                  <a:cubicBezTo>
                    <a:pt x="1449" y="13568"/>
                    <a:pt x="1455" y="13568"/>
                    <a:pt x="1461" y="13580"/>
                  </a:cubicBezTo>
                  <a:cubicBezTo>
                    <a:pt x="1491" y="13592"/>
                    <a:pt x="1515" y="13616"/>
                    <a:pt x="1544" y="13628"/>
                  </a:cubicBezTo>
                  <a:lnTo>
                    <a:pt x="9638" y="18402"/>
                  </a:lnTo>
                  <a:cubicBezTo>
                    <a:pt x="9636" y="18401"/>
                    <a:pt x="9634" y="18400"/>
                    <a:pt x="9632" y="18400"/>
                  </a:cubicBezTo>
                  <a:lnTo>
                    <a:pt x="9632" y="18400"/>
                  </a:lnTo>
                  <a:cubicBezTo>
                    <a:pt x="10055" y="18652"/>
                    <a:pt x="10548" y="18783"/>
                    <a:pt x="11093" y="18783"/>
                  </a:cubicBezTo>
                  <a:cubicBezTo>
                    <a:pt x="11821" y="18783"/>
                    <a:pt x="12643" y="18548"/>
                    <a:pt x="13515" y="18052"/>
                  </a:cubicBezTo>
                  <a:cubicBezTo>
                    <a:pt x="16537" y="16341"/>
                    <a:pt x="19002" y="12143"/>
                    <a:pt x="19025" y="8687"/>
                  </a:cubicBezTo>
                  <a:cubicBezTo>
                    <a:pt x="19049" y="6918"/>
                    <a:pt x="18444" y="5701"/>
                    <a:pt x="17464" y="5131"/>
                  </a:cubicBezTo>
                  <a:lnTo>
                    <a:pt x="17464" y="5131"/>
                  </a:lnTo>
                  <a:cubicBezTo>
                    <a:pt x="17464" y="5131"/>
                    <a:pt x="17465" y="5131"/>
                    <a:pt x="17466" y="5131"/>
                  </a:cubicBezTo>
                  <a:lnTo>
                    <a:pt x="17466" y="5131"/>
                  </a:lnTo>
                  <a:lnTo>
                    <a:pt x="9382" y="368"/>
                  </a:lnTo>
                  <a:cubicBezTo>
                    <a:pt x="9353" y="345"/>
                    <a:pt x="9317" y="327"/>
                    <a:pt x="9287" y="309"/>
                  </a:cubicBezTo>
                  <a:cubicBezTo>
                    <a:pt x="9281" y="297"/>
                    <a:pt x="9264" y="291"/>
                    <a:pt x="9252" y="291"/>
                  </a:cubicBezTo>
                  <a:cubicBezTo>
                    <a:pt x="9228" y="279"/>
                    <a:pt x="9204" y="267"/>
                    <a:pt x="9180" y="256"/>
                  </a:cubicBezTo>
                  <a:lnTo>
                    <a:pt x="9139" y="232"/>
                  </a:lnTo>
                  <a:cubicBezTo>
                    <a:pt x="9115" y="226"/>
                    <a:pt x="9091" y="208"/>
                    <a:pt x="9068" y="202"/>
                  </a:cubicBezTo>
                  <a:cubicBezTo>
                    <a:pt x="9056" y="196"/>
                    <a:pt x="9038" y="190"/>
                    <a:pt x="9026" y="190"/>
                  </a:cubicBezTo>
                  <a:lnTo>
                    <a:pt x="8961" y="166"/>
                  </a:lnTo>
                  <a:cubicBezTo>
                    <a:pt x="8943" y="161"/>
                    <a:pt x="8931" y="149"/>
                    <a:pt x="8913" y="149"/>
                  </a:cubicBezTo>
                  <a:lnTo>
                    <a:pt x="8848" y="131"/>
                  </a:lnTo>
                  <a:cubicBezTo>
                    <a:pt x="8830" y="119"/>
                    <a:pt x="8818" y="119"/>
                    <a:pt x="8806" y="113"/>
                  </a:cubicBezTo>
                  <a:lnTo>
                    <a:pt x="8735" y="89"/>
                  </a:lnTo>
                  <a:cubicBezTo>
                    <a:pt x="8723" y="83"/>
                    <a:pt x="8705" y="83"/>
                    <a:pt x="8693" y="77"/>
                  </a:cubicBezTo>
                  <a:cubicBezTo>
                    <a:pt x="8670" y="71"/>
                    <a:pt x="8646" y="60"/>
                    <a:pt x="8616" y="60"/>
                  </a:cubicBezTo>
                  <a:cubicBezTo>
                    <a:pt x="8604" y="60"/>
                    <a:pt x="8587" y="54"/>
                    <a:pt x="8575" y="54"/>
                  </a:cubicBezTo>
                  <a:cubicBezTo>
                    <a:pt x="8545" y="48"/>
                    <a:pt x="8515" y="42"/>
                    <a:pt x="8486" y="42"/>
                  </a:cubicBezTo>
                  <a:cubicBezTo>
                    <a:pt x="8480" y="42"/>
                    <a:pt x="8462" y="30"/>
                    <a:pt x="8456" y="30"/>
                  </a:cubicBezTo>
                  <a:cubicBezTo>
                    <a:pt x="8420" y="24"/>
                    <a:pt x="8373" y="18"/>
                    <a:pt x="8337" y="18"/>
                  </a:cubicBezTo>
                  <a:lnTo>
                    <a:pt x="8308" y="18"/>
                  </a:lnTo>
                  <a:cubicBezTo>
                    <a:pt x="8278" y="12"/>
                    <a:pt x="8248" y="12"/>
                    <a:pt x="8218" y="12"/>
                  </a:cubicBezTo>
                  <a:lnTo>
                    <a:pt x="8171" y="12"/>
                  </a:lnTo>
                  <a:cubicBezTo>
                    <a:pt x="8141" y="12"/>
                    <a:pt x="8123" y="0"/>
                    <a:pt x="80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5">
              <a:extLst>
                <a:ext uri="{FF2B5EF4-FFF2-40B4-BE49-F238E27FC236}">
                  <a16:creationId xmlns:a16="http://schemas.microsoft.com/office/drawing/2014/main" id="{4AD7BCC0-D375-89C9-9E76-E578077472CB}"/>
                </a:ext>
              </a:extLst>
            </p:cNvPr>
            <p:cNvSpPr/>
            <p:nvPr/>
          </p:nvSpPr>
          <p:spPr>
            <a:xfrm>
              <a:off x="8246507" y="74659"/>
              <a:ext cx="3213691" cy="3186284"/>
            </a:xfrm>
            <a:custGeom>
              <a:avLst/>
              <a:gdLst/>
              <a:ahLst/>
              <a:cxnLst/>
              <a:rect l="l" t="t" r="r" b="b"/>
              <a:pathLst>
                <a:path w="14811" h="15138" extrusionOk="0">
                  <a:moveTo>
                    <a:pt x="7911" y="1"/>
                  </a:moveTo>
                  <a:cubicBezTo>
                    <a:pt x="7322" y="1"/>
                    <a:pt x="6672" y="154"/>
                    <a:pt x="5986" y="473"/>
                  </a:cubicBezTo>
                  <a:cubicBezTo>
                    <a:pt x="5980" y="473"/>
                    <a:pt x="5969" y="485"/>
                    <a:pt x="5963" y="485"/>
                  </a:cubicBezTo>
                  <a:lnTo>
                    <a:pt x="5743" y="592"/>
                  </a:lnTo>
                  <a:cubicBezTo>
                    <a:pt x="5731" y="604"/>
                    <a:pt x="5725" y="604"/>
                    <a:pt x="5707" y="610"/>
                  </a:cubicBezTo>
                  <a:cubicBezTo>
                    <a:pt x="5630" y="651"/>
                    <a:pt x="5553" y="693"/>
                    <a:pt x="5470" y="734"/>
                  </a:cubicBezTo>
                  <a:cubicBezTo>
                    <a:pt x="2453" y="2462"/>
                    <a:pt x="13" y="6666"/>
                    <a:pt x="1" y="10122"/>
                  </a:cubicBezTo>
                  <a:cubicBezTo>
                    <a:pt x="1" y="11844"/>
                    <a:pt x="601" y="13056"/>
                    <a:pt x="1574" y="13626"/>
                  </a:cubicBezTo>
                  <a:lnTo>
                    <a:pt x="8255" y="14879"/>
                  </a:lnTo>
                  <a:cubicBezTo>
                    <a:pt x="8249" y="14873"/>
                    <a:pt x="8243" y="14873"/>
                    <a:pt x="8237" y="14867"/>
                  </a:cubicBezTo>
                  <a:lnTo>
                    <a:pt x="8237" y="14867"/>
                  </a:lnTo>
                  <a:cubicBezTo>
                    <a:pt x="8532" y="15045"/>
                    <a:pt x="8880" y="15138"/>
                    <a:pt x="9265" y="15138"/>
                  </a:cubicBezTo>
                  <a:cubicBezTo>
                    <a:pt x="9779" y="15138"/>
                    <a:pt x="10360" y="14973"/>
                    <a:pt x="10974" y="14623"/>
                  </a:cubicBezTo>
                  <a:cubicBezTo>
                    <a:pt x="13088" y="13412"/>
                    <a:pt x="14804" y="10473"/>
                    <a:pt x="14804" y="8044"/>
                  </a:cubicBezTo>
                  <a:cubicBezTo>
                    <a:pt x="14810" y="6850"/>
                    <a:pt x="14388" y="5995"/>
                    <a:pt x="13700" y="5603"/>
                  </a:cubicBezTo>
                  <a:lnTo>
                    <a:pt x="9353" y="372"/>
                  </a:lnTo>
                  <a:cubicBezTo>
                    <a:pt x="8936" y="128"/>
                    <a:pt x="8449" y="1"/>
                    <a:pt x="79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5">
              <a:extLst>
                <a:ext uri="{FF2B5EF4-FFF2-40B4-BE49-F238E27FC236}">
                  <a16:creationId xmlns:a16="http://schemas.microsoft.com/office/drawing/2014/main" id="{AB34299E-07C2-E658-CCC1-3B4EB419703B}"/>
                </a:ext>
              </a:extLst>
            </p:cNvPr>
            <p:cNvSpPr/>
            <p:nvPr/>
          </p:nvSpPr>
          <p:spPr>
            <a:xfrm>
              <a:off x="9476992" y="111704"/>
              <a:ext cx="4583052" cy="5620725"/>
            </a:xfrm>
            <a:custGeom>
              <a:avLst/>
              <a:gdLst/>
              <a:ahLst/>
              <a:cxnLst/>
              <a:rect l="l" t="t" r="r" b="b"/>
              <a:pathLst>
                <a:path w="21122" h="26704" extrusionOk="0">
                  <a:moveTo>
                    <a:pt x="15077" y="0"/>
                  </a:moveTo>
                  <a:cubicBezTo>
                    <a:pt x="14798" y="0"/>
                    <a:pt x="14430" y="24"/>
                    <a:pt x="14157" y="54"/>
                  </a:cubicBezTo>
                  <a:cubicBezTo>
                    <a:pt x="13658" y="107"/>
                    <a:pt x="12999" y="238"/>
                    <a:pt x="12518" y="386"/>
                  </a:cubicBezTo>
                  <a:cubicBezTo>
                    <a:pt x="12215" y="481"/>
                    <a:pt x="11805" y="624"/>
                    <a:pt x="11502" y="742"/>
                  </a:cubicBezTo>
                  <a:cubicBezTo>
                    <a:pt x="11241" y="849"/>
                    <a:pt x="10897" y="998"/>
                    <a:pt x="10647" y="1122"/>
                  </a:cubicBezTo>
                  <a:cubicBezTo>
                    <a:pt x="10154" y="1366"/>
                    <a:pt x="9513" y="1716"/>
                    <a:pt x="9050" y="2019"/>
                  </a:cubicBezTo>
                  <a:cubicBezTo>
                    <a:pt x="8807" y="2185"/>
                    <a:pt x="8480" y="2399"/>
                    <a:pt x="8242" y="2577"/>
                  </a:cubicBezTo>
                  <a:cubicBezTo>
                    <a:pt x="7957" y="2791"/>
                    <a:pt x="7583" y="3076"/>
                    <a:pt x="7316" y="3308"/>
                  </a:cubicBezTo>
                  <a:cubicBezTo>
                    <a:pt x="7091" y="3498"/>
                    <a:pt x="6794" y="3753"/>
                    <a:pt x="6580" y="3949"/>
                  </a:cubicBezTo>
                  <a:cubicBezTo>
                    <a:pt x="6336" y="4181"/>
                    <a:pt x="6016" y="4483"/>
                    <a:pt x="5784" y="4727"/>
                  </a:cubicBezTo>
                  <a:cubicBezTo>
                    <a:pt x="5570" y="4958"/>
                    <a:pt x="5279" y="5261"/>
                    <a:pt x="5078" y="5499"/>
                  </a:cubicBezTo>
                  <a:cubicBezTo>
                    <a:pt x="4893" y="5724"/>
                    <a:pt x="4644" y="6021"/>
                    <a:pt x="4466" y="6241"/>
                  </a:cubicBezTo>
                  <a:cubicBezTo>
                    <a:pt x="4276" y="6473"/>
                    <a:pt x="4038" y="6787"/>
                    <a:pt x="3872" y="7031"/>
                  </a:cubicBezTo>
                  <a:cubicBezTo>
                    <a:pt x="3546" y="7500"/>
                    <a:pt x="3136" y="8135"/>
                    <a:pt x="2833" y="8616"/>
                  </a:cubicBezTo>
                  <a:cubicBezTo>
                    <a:pt x="2673" y="8866"/>
                    <a:pt x="2506" y="9204"/>
                    <a:pt x="2364" y="9453"/>
                  </a:cubicBezTo>
                  <a:cubicBezTo>
                    <a:pt x="2239" y="9673"/>
                    <a:pt x="1824" y="10504"/>
                    <a:pt x="1544" y="11164"/>
                  </a:cubicBezTo>
                  <a:cubicBezTo>
                    <a:pt x="1426" y="11431"/>
                    <a:pt x="1289" y="11805"/>
                    <a:pt x="1182" y="12078"/>
                  </a:cubicBezTo>
                  <a:cubicBezTo>
                    <a:pt x="1081" y="12351"/>
                    <a:pt x="969" y="12713"/>
                    <a:pt x="873" y="12992"/>
                  </a:cubicBezTo>
                  <a:cubicBezTo>
                    <a:pt x="784" y="13266"/>
                    <a:pt x="683" y="13646"/>
                    <a:pt x="606" y="13925"/>
                  </a:cubicBezTo>
                  <a:cubicBezTo>
                    <a:pt x="523" y="14228"/>
                    <a:pt x="434" y="14637"/>
                    <a:pt x="369" y="14952"/>
                  </a:cubicBezTo>
                  <a:cubicBezTo>
                    <a:pt x="309" y="15237"/>
                    <a:pt x="238" y="15635"/>
                    <a:pt x="197" y="15920"/>
                  </a:cubicBezTo>
                  <a:cubicBezTo>
                    <a:pt x="137" y="16258"/>
                    <a:pt x="90" y="16704"/>
                    <a:pt x="60" y="17036"/>
                  </a:cubicBezTo>
                  <a:cubicBezTo>
                    <a:pt x="42" y="17327"/>
                    <a:pt x="18" y="17719"/>
                    <a:pt x="12" y="18016"/>
                  </a:cubicBezTo>
                  <a:cubicBezTo>
                    <a:pt x="1" y="18366"/>
                    <a:pt x="12" y="18823"/>
                    <a:pt x="24" y="19174"/>
                  </a:cubicBezTo>
                  <a:cubicBezTo>
                    <a:pt x="36" y="19459"/>
                    <a:pt x="72" y="19833"/>
                    <a:pt x="108" y="20112"/>
                  </a:cubicBezTo>
                  <a:cubicBezTo>
                    <a:pt x="149" y="20456"/>
                    <a:pt x="238" y="21169"/>
                    <a:pt x="505" y="22030"/>
                  </a:cubicBezTo>
                  <a:cubicBezTo>
                    <a:pt x="755" y="22832"/>
                    <a:pt x="1010" y="23324"/>
                    <a:pt x="1200" y="23681"/>
                  </a:cubicBezTo>
                  <a:cubicBezTo>
                    <a:pt x="1325" y="23918"/>
                    <a:pt x="1509" y="24227"/>
                    <a:pt x="1681" y="24435"/>
                  </a:cubicBezTo>
                  <a:cubicBezTo>
                    <a:pt x="1717" y="24482"/>
                    <a:pt x="1752" y="24536"/>
                    <a:pt x="1800" y="24583"/>
                  </a:cubicBezTo>
                  <a:cubicBezTo>
                    <a:pt x="1919" y="24726"/>
                    <a:pt x="2037" y="24880"/>
                    <a:pt x="2150" y="24999"/>
                  </a:cubicBezTo>
                  <a:cubicBezTo>
                    <a:pt x="2310" y="25171"/>
                    <a:pt x="2542" y="25385"/>
                    <a:pt x="2726" y="25545"/>
                  </a:cubicBezTo>
                  <a:cubicBezTo>
                    <a:pt x="3647" y="26302"/>
                    <a:pt x="4799" y="26703"/>
                    <a:pt x="6110" y="26703"/>
                  </a:cubicBezTo>
                  <a:cubicBezTo>
                    <a:pt x="7455" y="26703"/>
                    <a:pt x="8968" y="26281"/>
                    <a:pt x="10570" y="25385"/>
                  </a:cubicBezTo>
                  <a:cubicBezTo>
                    <a:pt x="16294" y="22202"/>
                    <a:pt x="20991" y="14245"/>
                    <a:pt x="21074" y="7619"/>
                  </a:cubicBezTo>
                  <a:cubicBezTo>
                    <a:pt x="21122" y="3842"/>
                    <a:pt x="19655" y="1307"/>
                    <a:pt x="17322" y="404"/>
                  </a:cubicBezTo>
                  <a:cubicBezTo>
                    <a:pt x="17215" y="362"/>
                    <a:pt x="17090" y="321"/>
                    <a:pt x="16965" y="285"/>
                  </a:cubicBezTo>
                  <a:cubicBezTo>
                    <a:pt x="16852" y="244"/>
                    <a:pt x="16740" y="208"/>
                    <a:pt x="16645" y="184"/>
                  </a:cubicBezTo>
                  <a:cubicBezTo>
                    <a:pt x="16407" y="137"/>
                    <a:pt x="16081" y="77"/>
                    <a:pt x="15837" y="48"/>
                  </a:cubicBezTo>
                  <a:cubicBezTo>
                    <a:pt x="15605" y="24"/>
                    <a:pt x="15303" y="0"/>
                    <a:pt x="150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5">
              <a:extLst>
                <a:ext uri="{FF2B5EF4-FFF2-40B4-BE49-F238E27FC236}">
                  <a16:creationId xmlns:a16="http://schemas.microsoft.com/office/drawing/2014/main" id="{92359847-6726-3F7E-3A0E-5E94E341851D}"/>
                </a:ext>
              </a:extLst>
            </p:cNvPr>
            <p:cNvSpPr/>
            <p:nvPr/>
          </p:nvSpPr>
          <p:spPr>
            <a:xfrm>
              <a:off x="9480897" y="111704"/>
              <a:ext cx="4000677" cy="5224386"/>
            </a:xfrm>
            <a:custGeom>
              <a:avLst/>
              <a:gdLst/>
              <a:ahLst/>
              <a:cxnLst/>
              <a:rect l="l" t="t" r="r" b="b"/>
              <a:pathLst>
                <a:path w="18438" h="24821" extrusionOk="0">
                  <a:moveTo>
                    <a:pt x="15077" y="0"/>
                  </a:moveTo>
                  <a:cubicBezTo>
                    <a:pt x="14792" y="0"/>
                    <a:pt x="14430" y="24"/>
                    <a:pt x="14156" y="54"/>
                  </a:cubicBezTo>
                  <a:cubicBezTo>
                    <a:pt x="13658" y="107"/>
                    <a:pt x="12999" y="238"/>
                    <a:pt x="12512" y="386"/>
                  </a:cubicBezTo>
                  <a:cubicBezTo>
                    <a:pt x="12209" y="481"/>
                    <a:pt x="11799" y="624"/>
                    <a:pt x="11496" y="742"/>
                  </a:cubicBezTo>
                  <a:cubicBezTo>
                    <a:pt x="11235" y="849"/>
                    <a:pt x="10897" y="998"/>
                    <a:pt x="10641" y="1122"/>
                  </a:cubicBezTo>
                  <a:cubicBezTo>
                    <a:pt x="10154" y="1366"/>
                    <a:pt x="9507" y="1716"/>
                    <a:pt x="9050" y="2019"/>
                  </a:cubicBezTo>
                  <a:cubicBezTo>
                    <a:pt x="8800" y="2185"/>
                    <a:pt x="8474" y="2399"/>
                    <a:pt x="8236" y="2577"/>
                  </a:cubicBezTo>
                  <a:cubicBezTo>
                    <a:pt x="7957" y="2791"/>
                    <a:pt x="7577" y="3076"/>
                    <a:pt x="7310" y="3308"/>
                  </a:cubicBezTo>
                  <a:cubicBezTo>
                    <a:pt x="7090" y="3498"/>
                    <a:pt x="6793" y="3753"/>
                    <a:pt x="6574" y="3949"/>
                  </a:cubicBezTo>
                  <a:cubicBezTo>
                    <a:pt x="6330" y="4181"/>
                    <a:pt x="6010" y="4483"/>
                    <a:pt x="5778" y="4727"/>
                  </a:cubicBezTo>
                  <a:cubicBezTo>
                    <a:pt x="5564" y="4958"/>
                    <a:pt x="5279" y="5261"/>
                    <a:pt x="5077" y="5499"/>
                  </a:cubicBezTo>
                  <a:cubicBezTo>
                    <a:pt x="4887" y="5724"/>
                    <a:pt x="4638" y="6021"/>
                    <a:pt x="4460" y="6241"/>
                  </a:cubicBezTo>
                  <a:cubicBezTo>
                    <a:pt x="4276" y="6473"/>
                    <a:pt x="4038" y="6787"/>
                    <a:pt x="3866" y="7031"/>
                  </a:cubicBezTo>
                  <a:cubicBezTo>
                    <a:pt x="3539" y="7500"/>
                    <a:pt x="3130" y="8135"/>
                    <a:pt x="2827" y="8616"/>
                  </a:cubicBezTo>
                  <a:cubicBezTo>
                    <a:pt x="2673" y="8866"/>
                    <a:pt x="2500" y="9204"/>
                    <a:pt x="2358" y="9453"/>
                  </a:cubicBezTo>
                  <a:cubicBezTo>
                    <a:pt x="2233" y="9673"/>
                    <a:pt x="1817" y="10504"/>
                    <a:pt x="1544" y="11164"/>
                  </a:cubicBezTo>
                  <a:cubicBezTo>
                    <a:pt x="1426" y="11431"/>
                    <a:pt x="1283" y="11805"/>
                    <a:pt x="1176" y="12078"/>
                  </a:cubicBezTo>
                  <a:cubicBezTo>
                    <a:pt x="1075" y="12351"/>
                    <a:pt x="962" y="12713"/>
                    <a:pt x="867" y="12992"/>
                  </a:cubicBezTo>
                  <a:cubicBezTo>
                    <a:pt x="778" y="13266"/>
                    <a:pt x="683" y="13646"/>
                    <a:pt x="600" y="13925"/>
                  </a:cubicBezTo>
                  <a:cubicBezTo>
                    <a:pt x="517" y="14228"/>
                    <a:pt x="428" y="14637"/>
                    <a:pt x="363" y="14952"/>
                  </a:cubicBezTo>
                  <a:cubicBezTo>
                    <a:pt x="303" y="15237"/>
                    <a:pt x="238" y="15635"/>
                    <a:pt x="190" y="15920"/>
                  </a:cubicBezTo>
                  <a:cubicBezTo>
                    <a:pt x="131" y="16258"/>
                    <a:pt x="90" y="16704"/>
                    <a:pt x="60" y="17036"/>
                  </a:cubicBezTo>
                  <a:cubicBezTo>
                    <a:pt x="36" y="17327"/>
                    <a:pt x="12" y="17719"/>
                    <a:pt x="6" y="18016"/>
                  </a:cubicBezTo>
                  <a:cubicBezTo>
                    <a:pt x="0" y="18366"/>
                    <a:pt x="6" y="18823"/>
                    <a:pt x="18" y="19174"/>
                  </a:cubicBezTo>
                  <a:cubicBezTo>
                    <a:pt x="36" y="19459"/>
                    <a:pt x="66" y="19833"/>
                    <a:pt x="101" y="20112"/>
                  </a:cubicBezTo>
                  <a:cubicBezTo>
                    <a:pt x="149" y="20456"/>
                    <a:pt x="238" y="21169"/>
                    <a:pt x="505" y="22030"/>
                  </a:cubicBezTo>
                  <a:cubicBezTo>
                    <a:pt x="749" y="22832"/>
                    <a:pt x="1010" y="23324"/>
                    <a:pt x="1194" y="23681"/>
                  </a:cubicBezTo>
                  <a:cubicBezTo>
                    <a:pt x="1319" y="23918"/>
                    <a:pt x="1509" y="24227"/>
                    <a:pt x="1675" y="24435"/>
                  </a:cubicBezTo>
                  <a:cubicBezTo>
                    <a:pt x="1716" y="24482"/>
                    <a:pt x="1752" y="24536"/>
                    <a:pt x="1794" y="24583"/>
                  </a:cubicBezTo>
                  <a:cubicBezTo>
                    <a:pt x="2310" y="24740"/>
                    <a:pt x="2865" y="24820"/>
                    <a:pt x="3450" y="24820"/>
                  </a:cubicBezTo>
                  <a:cubicBezTo>
                    <a:pt x="4797" y="24820"/>
                    <a:pt x="6308" y="24396"/>
                    <a:pt x="7910" y="23503"/>
                  </a:cubicBezTo>
                  <a:cubicBezTo>
                    <a:pt x="13628" y="20308"/>
                    <a:pt x="18325" y="12363"/>
                    <a:pt x="18408" y="5730"/>
                  </a:cubicBezTo>
                  <a:cubicBezTo>
                    <a:pt x="18438" y="3432"/>
                    <a:pt x="17903" y="1592"/>
                    <a:pt x="16959" y="285"/>
                  </a:cubicBezTo>
                  <a:cubicBezTo>
                    <a:pt x="16846" y="244"/>
                    <a:pt x="16739" y="208"/>
                    <a:pt x="16639" y="184"/>
                  </a:cubicBezTo>
                  <a:cubicBezTo>
                    <a:pt x="16401" y="137"/>
                    <a:pt x="16074" y="77"/>
                    <a:pt x="15831" y="48"/>
                  </a:cubicBezTo>
                  <a:cubicBezTo>
                    <a:pt x="15599" y="24"/>
                    <a:pt x="15297" y="0"/>
                    <a:pt x="15077" y="0"/>
                  </a:cubicBez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5">
              <a:extLst>
                <a:ext uri="{FF2B5EF4-FFF2-40B4-BE49-F238E27FC236}">
                  <a16:creationId xmlns:a16="http://schemas.microsoft.com/office/drawing/2014/main" id="{45DF5B93-B7EB-D8BC-DEBD-0C8A25B3042F}"/>
                </a:ext>
              </a:extLst>
            </p:cNvPr>
            <p:cNvSpPr/>
            <p:nvPr/>
          </p:nvSpPr>
          <p:spPr>
            <a:xfrm>
              <a:off x="9327494" y="12988"/>
              <a:ext cx="3954461" cy="5553160"/>
            </a:xfrm>
            <a:custGeom>
              <a:avLst/>
              <a:gdLst/>
              <a:ahLst/>
              <a:cxnLst/>
              <a:rect l="l" t="t" r="r" b="b"/>
              <a:pathLst>
                <a:path w="18225" h="26383" extrusionOk="0">
                  <a:moveTo>
                    <a:pt x="17813" y="343"/>
                  </a:moveTo>
                  <a:cubicBezTo>
                    <a:pt x="17955" y="390"/>
                    <a:pt x="18102" y="440"/>
                    <a:pt x="18224" y="481"/>
                  </a:cubicBezTo>
                  <a:cubicBezTo>
                    <a:pt x="18090" y="430"/>
                    <a:pt x="17953" y="383"/>
                    <a:pt x="17813" y="343"/>
                  </a:cubicBezTo>
                  <a:close/>
                  <a:moveTo>
                    <a:pt x="15695" y="0"/>
                  </a:moveTo>
                  <a:cubicBezTo>
                    <a:pt x="15338" y="0"/>
                    <a:pt x="14863" y="24"/>
                    <a:pt x="14507" y="65"/>
                  </a:cubicBezTo>
                  <a:cubicBezTo>
                    <a:pt x="14252" y="83"/>
                    <a:pt x="13913" y="137"/>
                    <a:pt x="13658" y="190"/>
                  </a:cubicBezTo>
                  <a:cubicBezTo>
                    <a:pt x="13278" y="273"/>
                    <a:pt x="12773" y="398"/>
                    <a:pt x="12405" y="511"/>
                  </a:cubicBezTo>
                  <a:cubicBezTo>
                    <a:pt x="11871" y="665"/>
                    <a:pt x="11182" y="956"/>
                    <a:pt x="10665" y="1188"/>
                  </a:cubicBezTo>
                  <a:cubicBezTo>
                    <a:pt x="10576" y="1229"/>
                    <a:pt x="9781" y="1597"/>
                    <a:pt x="8884" y="2179"/>
                  </a:cubicBezTo>
                  <a:cubicBezTo>
                    <a:pt x="8641" y="2334"/>
                    <a:pt x="8314" y="2559"/>
                    <a:pt x="8076" y="2726"/>
                  </a:cubicBezTo>
                  <a:cubicBezTo>
                    <a:pt x="7780" y="2939"/>
                    <a:pt x="7394" y="3230"/>
                    <a:pt x="7120" y="3468"/>
                  </a:cubicBezTo>
                  <a:cubicBezTo>
                    <a:pt x="6841" y="3699"/>
                    <a:pt x="6129" y="4317"/>
                    <a:pt x="5618" y="4863"/>
                  </a:cubicBezTo>
                  <a:cubicBezTo>
                    <a:pt x="5410" y="5089"/>
                    <a:pt x="5131" y="5374"/>
                    <a:pt x="4935" y="5606"/>
                  </a:cubicBezTo>
                  <a:cubicBezTo>
                    <a:pt x="4579" y="6039"/>
                    <a:pt x="4104" y="6615"/>
                    <a:pt x="3777" y="7066"/>
                  </a:cubicBezTo>
                  <a:cubicBezTo>
                    <a:pt x="3178" y="7909"/>
                    <a:pt x="2762" y="8628"/>
                    <a:pt x="2756" y="8634"/>
                  </a:cubicBezTo>
                  <a:cubicBezTo>
                    <a:pt x="2477" y="9115"/>
                    <a:pt x="2138" y="9774"/>
                    <a:pt x="1883" y="10267"/>
                  </a:cubicBezTo>
                  <a:cubicBezTo>
                    <a:pt x="1758" y="10522"/>
                    <a:pt x="1610" y="10861"/>
                    <a:pt x="1509" y="11116"/>
                  </a:cubicBezTo>
                  <a:cubicBezTo>
                    <a:pt x="1396" y="11383"/>
                    <a:pt x="1254" y="11728"/>
                    <a:pt x="1159" y="11995"/>
                  </a:cubicBezTo>
                  <a:cubicBezTo>
                    <a:pt x="1064" y="12262"/>
                    <a:pt x="945" y="12618"/>
                    <a:pt x="856" y="12885"/>
                  </a:cubicBezTo>
                  <a:cubicBezTo>
                    <a:pt x="767" y="13153"/>
                    <a:pt x="666" y="13527"/>
                    <a:pt x="589" y="13800"/>
                  </a:cubicBezTo>
                  <a:cubicBezTo>
                    <a:pt x="589" y="13806"/>
                    <a:pt x="339" y="14691"/>
                    <a:pt x="185" y="15753"/>
                  </a:cubicBezTo>
                  <a:cubicBezTo>
                    <a:pt x="66" y="16537"/>
                    <a:pt x="7" y="17309"/>
                    <a:pt x="1" y="18063"/>
                  </a:cubicBezTo>
                  <a:cubicBezTo>
                    <a:pt x="1" y="18348"/>
                    <a:pt x="1" y="18746"/>
                    <a:pt x="13" y="19031"/>
                  </a:cubicBezTo>
                  <a:cubicBezTo>
                    <a:pt x="36" y="19417"/>
                    <a:pt x="84" y="19922"/>
                    <a:pt x="131" y="20308"/>
                  </a:cubicBezTo>
                  <a:cubicBezTo>
                    <a:pt x="173" y="20587"/>
                    <a:pt x="232" y="20943"/>
                    <a:pt x="292" y="21216"/>
                  </a:cubicBezTo>
                  <a:cubicBezTo>
                    <a:pt x="369" y="21585"/>
                    <a:pt x="506" y="22083"/>
                    <a:pt x="618" y="22451"/>
                  </a:cubicBezTo>
                  <a:cubicBezTo>
                    <a:pt x="767" y="22932"/>
                    <a:pt x="1040" y="23544"/>
                    <a:pt x="1272" y="24001"/>
                  </a:cubicBezTo>
                  <a:cubicBezTo>
                    <a:pt x="1432" y="24310"/>
                    <a:pt x="1687" y="24702"/>
                    <a:pt x="1883" y="24999"/>
                  </a:cubicBezTo>
                  <a:cubicBezTo>
                    <a:pt x="2020" y="25195"/>
                    <a:pt x="2222" y="25426"/>
                    <a:pt x="2370" y="25610"/>
                  </a:cubicBezTo>
                  <a:cubicBezTo>
                    <a:pt x="2499" y="25772"/>
                    <a:pt x="2677" y="25948"/>
                    <a:pt x="2853" y="26108"/>
                  </a:cubicBezTo>
                  <a:lnTo>
                    <a:pt x="2853" y="26108"/>
                  </a:lnTo>
                  <a:cubicBezTo>
                    <a:pt x="1490" y="24795"/>
                    <a:pt x="698" y="22636"/>
                    <a:pt x="737" y="19791"/>
                  </a:cubicBezTo>
                  <a:cubicBezTo>
                    <a:pt x="814" y="12957"/>
                    <a:pt x="5672" y="4745"/>
                    <a:pt x="11562" y="1461"/>
                  </a:cubicBezTo>
                  <a:cubicBezTo>
                    <a:pt x="13215" y="551"/>
                    <a:pt x="14776" y="116"/>
                    <a:pt x="16163" y="116"/>
                  </a:cubicBezTo>
                  <a:cubicBezTo>
                    <a:pt x="16745" y="116"/>
                    <a:pt x="17297" y="192"/>
                    <a:pt x="17813" y="343"/>
                  </a:cubicBezTo>
                  <a:lnTo>
                    <a:pt x="17813" y="343"/>
                  </a:lnTo>
                  <a:cubicBezTo>
                    <a:pt x="17707" y="308"/>
                    <a:pt x="17603" y="275"/>
                    <a:pt x="17512" y="250"/>
                  </a:cubicBezTo>
                  <a:cubicBezTo>
                    <a:pt x="17209" y="172"/>
                    <a:pt x="16793" y="89"/>
                    <a:pt x="16479" y="54"/>
                  </a:cubicBezTo>
                  <a:cubicBezTo>
                    <a:pt x="16241" y="24"/>
                    <a:pt x="15932" y="0"/>
                    <a:pt x="15695" y="0"/>
                  </a:cubicBezTo>
                  <a:close/>
                  <a:moveTo>
                    <a:pt x="2853" y="26108"/>
                  </a:moveTo>
                  <a:lnTo>
                    <a:pt x="2853" y="26108"/>
                  </a:lnTo>
                  <a:cubicBezTo>
                    <a:pt x="2952" y="26204"/>
                    <a:pt x="3054" y="26296"/>
                    <a:pt x="3160" y="26382"/>
                  </a:cubicBezTo>
                  <a:cubicBezTo>
                    <a:pt x="3067" y="26301"/>
                    <a:pt x="2961" y="26207"/>
                    <a:pt x="2853" y="2610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5">
              <a:extLst>
                <a:ext uri="{FF2B5EF4-FFF2-40B4-BE49-F238E27FC236}">
                  <a16:creationId xmlns:a16="http://schemas.microsoft.com/office/drawing/2014/main" id="{AFAFBE7D-7536-553D-E9E4-07ED2B7ED7FC}"/>
                </a:ext>
              </a:extLst>
            </p:cNvPr>
            <p:cNvSpPr/>
            <p:nvPr/>
          </p:nvSpPr>
          <p:spPr>
            <a:xfrm>
              <a:off x="9473520" y="36562"/>
              <a:ext cx="4660947" cy="5784691"/>
            </a:xfrm>
            <a:custGeom>
              <a:avLst/>
              <a:gdLst/>
              <a:ahLst/>
              <a:cxnLst/>
              <a:rect l="l" t="t" r="r" b="b"/>
              <a:pathLst>
                <a:path w="21481" h="27483" extrusionOk="0">
                  <a:moveTo>
                    <a:pt x="15352" y="425"/>
                  </a:moveTo>
                  <a:cubicBezTo>
                    <a:pt x="18802" y="425"/>
                    <a:pt x="21150" y="3210"/>
                    <a:pt x="21090" y="7976"/>
                  </a:cubicBezTo>
                  <a:cubicBezTo>
                    <a:pt x="21007" y="14602"/>
                    <a:pt x="16310" y="22559"/>
                    <a:pt x="10598" y="25742"/>
                  </a:cubicBezTo>
                  <a:cubicBezTo>
                    <a:pt x="8991" y="26640"/>
                    <a:pt x="7474" y="27065"/>
                    <a:pt x="6126" y="27065"/>
                  </a:cubicBezTo>
                  <a:cubicBezTo>
                    <a:pt x="2677" y="27065"/>
                    <a:pt x="331" y="24283"/>
                    <a:pt x="391" y="19519"/>
                  </a:cubicBezTo>
                  <a:cubicBezTo>
                    <a:pt x="462" y="12886"/>
                    <a:pt x="5171" y="4929"/>
                    <a:pt x="10883" y="1747"/>
                  </a:cubicBezTo>
                  <a:cubicBezTo>
                    <a:pt x="12489" y="850"/>
                    <a:pt x="14004" y="425"/>
                    <a:pt x="15352" y="425"/>
                  </a:cubicBezTo>
                  <a:close/>
                  <a:moveTo>
                    <a:pt x="15501" y="0"/>
                  </a:moveTo>
                  <a:cubicBezTo>
                    <a:pt x="14112" y="0"/>
                    <a:pt x="12550" y="437"/>
                    <a:pt x="10895" y="1361"/>
                  </a:cubicBezTo>
                  <a:cubicBezTo>
                    <a:pt x="4999" y="4650"/>
                    <a:pt x="147" y="12857"/>
                    <a:pt x="64" y="19697"/>
                  </a:cubicBezTo>
                  <a:cubicBezTo>
                    <a:pt x="0" y="24613"/>
                    <a:pt x="2421" y="27483"/>
                    <a:pt x="5979" y="27483"/>
                  </a:cubicBezTo>
                  <a:cubicBezTo>
                    <a:pt x="7368" y="27483"/>
                    <a:pt x="8931" y="27046"/>
                    <a:pt x="10586" y="26122"/>
                  </a:cubicBezTo>
                  <a:cubicBezTo>
                    <a:pt x="16482" y="22832"/>
                    <a:pt x="21334" y="14632"/>
                    <a:pt x="21417" y="7792"/>
                  </a:cubicBezTo>
                  <a:cubicBezTo>
                    <a:pt x="21481" y="2871"/>
                    <a:pt x="19060" y="0"/>
                    <a:pt x="15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5">
              <a:extLst>
                <a:ext uri="{FF2B5EF4-FFF2-40B4-BE49-F238E27FC236}">
                  <a16:creationId xmlns:a16="http://schemas.microsoft.com/office/drawing/2014/main" id="{49596A94-52EB-7600-6E64-59F2263C0086}"/>
                </a:ext>
              </a:extLst>
            </p:cNvPr>
            <p:cNvSpPr/>
            <p:nvPr/>
          </p:nvSpPr>
          <p:spPr>
            <a:xfrm>
              <a:off x="11382496" y="3155055"/>
              <a:ext cx="274697" cy="316355"/>
            </a:xfrm>
            <a:custGeom>
              <a:avLst/>
              <a:gdLst/>
              <a:ahLst/>
              <a:cxnLst/>
              <a:rect l="l" t="t" r="r" b="b"/>
              <a:pathLst>
                <a:path w="1266" h="1503" extrusionOk="0">
                  <a:moveTo>
                    <a:pt x="1" y="0"/>
                  </a:moveTo>
                  <a:lnTo>
                    <a:pt x="939" y="1306"/>
                  </a:lnTo>
                  <a:lnTo>
                    <a:pt x="1266" y="1502"/>
                  </a:lnTo>
                  <a:lnTo>
                    <a:pt x="1266" y="1502"/>
                  </a:lnTo>
                  <a:lnTo>
                    <a:pt x="333" y="19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5">
              <a:extLst>
                <a:ext uri="{FF2B5EF4-FFF2-40B4-BE49-F238E27FC236}">
                  <a16:creationId xmlns:a16="http://schemas.microsoft.com/office/drawing/2014/main" id="{2C7F75B7-277F-A25F-F7D6-AD556146EA94}"/>
                </a:ext>
              </a:extLst>
            </p:cNvPr>
            <p:cNvSpPr/>
            <p:nvPr/>
          </p:nvSpPr>
          <p:spPr>
            <a:xfrm>
              <a:off x="11382496" y="2653688"/>
              <a:ext cx="272093" cy="541571"/>
            </a:xfrm>
            <a:custGeom>
              <a:avLst/>
              <a:gdLst/>
              <a:ahLst/>
              <a:cxnLst/>
              <a:rect l="l" t="t" r="r" b="b"/>
              <a:pathLst>
                <a:path w="1254" h="2573" extrusionOk="0">
                  <a:moveTo>
                    <a:pt x="927" y="1"/>
                  </a:moveTo>
                  <a:lnTo>
                    <a:pt x="1" y="2382"/>
                  </a:lnTo>
                  <a:lnTo>
                    <a:pt x="333" y="2572"/>
                  </a:lnTo>
                  <a:lnTo>
                    <a:pt x="1254" y="185"/>
                  </a:lnTo>
                  <a:lnTo>
                    <a:pt x="9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5">
              <a:extLst>
                <a:ext uri="{FF2B5EF4-FFF2-40B4-BE49-F238E27FC236}">
                  <a16:creationId xmlns:a16="http://schemas.microsoft.com/office/drawing/2014/main" id="{77F39955-5C11-134F-47BD-660D81DEC58E}"/>
                </a:ext>
              </a:extLst>
            </p:cNvPr>
            <p:cNvSpPr/>
            <p:nvPr/>
          </p:nvSpPr>
          <p:spPr>
            <a:xfrm>
              <a:off x="11583635" y="2427631"/>
              <a:ext cx="474318" cy="265208"/>
            </a:xfrm>
            <a:custGeom>
              <a:avLst/>
              <a:gdLst/>
              <a:ahLst/>
              <a:cxnLst/>
              <a:rect l="l" t="t" r="r" b="b"/>
              <a:pathLst>
                <a:path w="2186" h="1260" extrusionOk="0">
                  <a:moveTo>
                    <a:pt x="1859" y="0"/>
                  </a:moveTo>
                  <a:lnTo>
                    <a:pt x="0" y="1075"/>
                  </a:lnTo>
                  <a:lnTo>
                    <a:pt x="327" y="1259"/>
                  </a:lnTo>
                  <a:lnTo>
                    <a:pt x="2185" y="190"/>
                  </a:lnTo>
                  <a:lnTo>
                    <a:pt x="18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5">
              <a:extLst>
                <a:ext uri="{FF2B5EF4-FFF2-40B4-BE49-F238E27FC236}">
                  <a16:creationId xmlns:a16="http://schemas.microsoft.com/office/drawing/2014/main" id="{28C3CB96-5ADE-F442-38C6-FA439F7A662B}"/>
                </a:ext>
              </a:extLst>
            </p:cNvPr>
            <p:cNvSpPr/>
            <p:nvPr/>
          </p:nvSpPr>
          <p:spPr>
            <a:xfrm>
              <a:off x="11454750" y="2467623"/>
              <a:ext cx="805430" cy="1003791"/>
            </a:xfrm>
            <a:custGeom>
              <a:avLst/>
              <a:gdLst/>
              <a:ahLst/>
              <a:cxnLst/>
              <a:rect l="l" t="t" r="r" b="b"/>
              <a:pathLst>
                <a:path w="3712" h="4769" extrusionOk="0">
                  <a:moveTo>
                    <a:pt x="2779" y="0"/>
                  </a:moveTo>
                  <a:lnTo>
                    <a:pt x="921" y="1069"/>
                  </a:lnTo>
                  <a:lnTo>
                    <a:pt x="0" y="3456"/>
                  </a:lnTo>
                  <a:lnTo>
                    <a:pt x="933" y="4768"/>
                  </a:lnTo>
                  <a:lnTo>
                    <a:pt x="2791" y="3700"/>
                  </a:lnTo>
                  <a:lnTo>
                    <a:pt x="3712" y="1318"/>
                  </a:lnTo>
                  <a:lnTo>
                    <a:pt x="27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5">
              <a:extLst>
                <a:ext uri="{FF2B5EF4-FFF2-40B4-BE49-F238E27FC236}">
                  <a16:creationId xmlns:a16="http://schemas.microsoft.com/office/drawing/2014/main" id="{C6A2A23F-DC95-1321-5702-FFD2463709B6}"/>
                </a:ext>
              </a:extLst>
            </p:cNvPr>
            <p:cNvSpPr/>
            <p:nvPr/>
          </p:nvSpPr>
          <p:spPr>
            <a:xfrm>
              <a:off x="6449275" y="1983936"/>
              <a:ext cx="770713" cy="503685"/>
            </a:xfrm>
            <a:custGeom>
              <a:avLst/>
              <a:gdLst/>
              <a:ahLst/>
              <a:cxnLst/>
              <a:rect l="l" t="t" r="r" b="b"/>
              <a:pathLst>
                <a:path w="3552" h="2393" extrusionOk="0">
                  <a:moveTo>
                    <a:pt x="3159" y="0"/>
                  </a:moveTo>
                  <a:cubicBezTo>
                    <a:pt x="3148" y="0"/>
                    <a:pt x="3142" y="6"/>
                    <a:pt x="3142" y="6"/>
                  </a:cubicBezTo>
                  <a:lnTo>
                    <a:pt x="78" y="1788"/>
                  </a:lnTo>
                  <a:cubicBezTo>
                    <a:pt x="30" y="1811"/>
                    <a:pt x="12" y="1871"/>
                    <a:pt x="0" y="1942"/>
                  </a:cubicBezTo>
                  <a:cubicBezTo>
                    <a:pt x="0" y="2096"/>
                    <a:pt x="107" y="2286"/>
                    <a:pt x="238" y="2358"/>
                  </a:cubicBezTo>
                  <a:cubicBezTo>
                    <a:pt x="281" y="2379"/>
                    <a:pt x="323" y="2392"/>
                    <a:pt x="358" y="2392"/>
                  </a:cubicBezTo>
                  <a:cubicBezTo>
                    <a:pt x="380" y="2392"/>
                    <a:pt x="400" y="2387"/>
                    <a:pt x="416" y="2375"/>
                  </a:cubicBezTo>
                  <a:lnTo>
                    <a:pt x="410" y="2375"/>
                  </a:lnTo>
                  <a:lnTo>
                    <a:pt x="3474" y="594"/>
                  </a:lnTo>
                  <a:cubicBezTo>
                    <a:pt x="3486" y="594"/>
                    <a:pt x="3486" y="582"/>
                    <a:pt x="3492" y="582"/>
                  </a:cubicBezTo>
                  <a:lnTo>
                    <a:pt x="3498" y="582"/>
                  </a:lnTo>
                  <a:lnTo>
                    <a:pt x="3504" y="576"/>
                  </a:lnTo>
                  <a:lnTo>
                    <a:pt x="3516" y="570"/>
                  </a:lnTo>
                  <a:cubicBezTo>
                    <a:pt x="3522" y="547"/>
                    <a:pt x="3522" y="547"/>
                    <a:pt x="3528" y="541"/>
                  </a:cubicBezTo>
                  <a:cubicBezTo>
                    <a:pt x="3534" y="535"/>
                    <a:pt x="3545" y="517"/>
                    <a:pt x="3545" y="505"/>
                  </a:cubicBezTo>
                  <a:lnTo>
                    <a:pt x="3545" y="499"/>
                  </a:lnTo>
                  <a:cubicBezTo>
                    <a:pt x="3545" y="487"/>
                    <a:pt x="3545" y="487"/>
                    <a:pt x="3551" y="481"/>
                  </a:cubicBezTo>
                  <a:lnTo>
                    <a:pt x="3551" y="475"/>
                  </a:lnTo>
                  <a:lnTo>
                    <a:pt x="3551" y="463"/>
                  </a:lnTo>
                  <a:lnTo>
                    <a:pt x="3551" y="452"/>
                  </a:lnTo>
                  <a:lnTo>
                    <a:pt x="3551" y="446"/>
                  </a:lnTo>
                  <a:lnTo>
                    <a:pt x="3551" y="422"/>
                  </a:lnTo>
                  <a:lnTo>
                    <a:pt x="3551" y="392"/>
                  </a:lnTo>
                  <a:cubicBezTo>
                    <a:pt x="3551" y="374"/>
                    <a:pt x="3551" y="368"/>
                    <a:pt x="3545" y="357"/>
                  </a:cubicBezTo>
                  <a:lnTo>
                    <a:pt x="3545" y="345"/>
                  </a:lnTo>
                  <a:cubicBezTo>
                    <a:pt x="3545" y="339"/>
                    <a:pt x="3545" y="333"/>
                    <a:pt x="3534" y="327"/>
                  </a:cubicBezTo>
                  <a:lnTo>
                    <a:pt x="3534" y="315"/>
                  </a:lnTo>
                  <a:lnTo>
                    <a:pt x="3534" y="309"/>
                  </a:lnTo>
                  <a:cubicBezTo>
                    <a:pt x="3534" y="303"/>
                    <a:pt x="3528" y="285"/>
                    <a:pt x="3528" y="279"/>
                  </a:cubicBezTo>
                  <a:lnTo>
                    <a:pt x="3528" y="273"/>
                  </a:lnTo>
                  <a:cubicBezTo>
                    <a:pt x="3522" y="256"/>
                    <a:pt x="3522" y="250"/>
                    <a:pt x="3516" y="238"/>
                  </a:cubicBezTo>
                  <a:cubicBezTo>
                    <a:pt x="3516" y="238"/>
                    <a:pt x="3516" y="226"/>
                    <a:pt x="3504" y="226"/>
                  </a:cubicBezTo>
                  <a:cubicBezTo>
                    <a:pt x="3498" y="220"/>
                    <a:pt x="3498" y="214"/>
                    <a:pt x="3492" y="208"/>
                  </a:cubicBezTo>
                  <a:lnTo>
                    <a:pt x="3486" y="196"/>
                  </a:lnTo>
                  <a:cubicBezTo>
                    <a:pt x="3474" y="190"/>
                    <a:pt x="3468" y="178"/>
                    <a:pt x="3468" y="167"/>
                  </a:cubicBezTo>
                  <a:cubicBezTo>
                    <a:pt x="3462" y="161"/>
                    <a:pt x="3456" y="149"/>
                    <a:pt x="3444" y="137"/>
                  </a:cubicBezTo>
                  <a:lnTo>
                    <a:pt x="3439" y="131"/>
                  </a:lnTo>
                  <a:cubicBezTo>
                    <a:pt x="3433" y="125"/>
                    <a:pt x="3427" y="119"/>
                    <a:pt x="3427" y="113"/>
                  </a:cubicBezTo>
                  <a:lnTo>
                    <a:pt x="3415" y="101"/>
                  </a:lnTo>
                  <a:lnTo>
                    <a:pt x="3397" y="83"/>
                  </a:lnTo>
                  <a:cubicBezTo>
                    <a:pt x="3385" y="71"/>
                    <a:pt x="3379" y="66"/>
                    <a:pt x="3367" y="60"/>
                  </a:cubicBezTo>
                  <a:cubicBezTo>
                    <a:pt x="3355" y="60"/>
                    <a:pt x="3355" y="54"/>
                    <a:pt x="3349" y="54"/>
                  </a:cubicBezTo>
                  <a:cubicBezTo>
                    <a:pt x="3349" y="54"/>
                    <a:pt x="3344" y="54"/>
                    <a:pt x="3344" y="42"/>
                  </a:cubicBezTo>
                  <a:cubicBezTo>
                    <a:pt x="3338" y="36"/>
                    <a:pt x="3326" y="36"/>
                    <a:pt x="3320" y="30"/>
                  </a:cubicBezTo>
                  <a:cubicBezTo>
                    <a:pt x="3314" y="18"/>
                    <a:pt x="3308" y="18"/>
                    <a:pt x="3296" y="12"/>
                  </a:cubicBezTo>
                  <a:cubicBezTo>
                    <a:pt x="3290" y="6"/>
                    <a:pt x="3278" y="6"/>
                    <a:pt x="3266" y="6"/>
                  </a:cubicBezTo>
                  <a:lnTo>
                    <a:pt x="3260" y="6"/>
                  </a:lnTo>
                  <a:cubicBezTo>
                    <a:pt x="3254" y="6"/>
                    <a:pt x="3249" y="6"/>
                    <a:pt x="32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5">
              <a:extLst>
                <a:ext uri="{FF2B5EF4-FFF2-40B4-BE49-F238E27FC236}">
                  <a16:creationId xmlns:a16="http://schemas.microsoft.com/office/drawing/2014/main" id="{BAA4D7B2-5F4A-277F-B0CF-03D3846954AA}"/>
                </a:ext>
              </a:extLst>
            </p:cNvPr>
            <p:cNvSpPr/>
            <p:nvPr/>
          </p:nvSpPr>
          <p:spPr>
            <a:xfrm>
              <a:off x="6261154" y="711576"/>
              <a:ext cx="772015" cy="504527"/>
            </a:xfrm>
            <a:custGeom>
              <a:avLst/>
              <a:gdLst/>
              <a:ahLst/>
              <a:cxnLst/>
              <a:rect l="l" t="t" r="r" b="b"/>
              <a:pathLst>
                <a:path w="3558" h="2397" extrusionOk="0">
                  <a:moveTo>
                    <a:pt x="232" y="1776"/>
                  </a:moveTo>
                  <a:cubicBezTo>
                    <a:pt x="238" y="1776"/>
                    <a:pt x="244" y="1782"/>
                    <a:pt x="256" y="1794"/>
                  </a:cubicBezTo>
                  <a:cubicBezTo>
                    <a:pt x="244" y="1782"/>
                    <a:pt x="238" y="1782"/>
                    <a:pt x="232" y="1776"/>
                  </a:cubicBezTo>
                  <a:close/>
                  <a:moveTo>
                    <a:pt x="482" y="2275"/>
                  </a:moveTo>
                  <a:cubicBezTo>
                    <a:pt x="493" y="2275"/>
                    <a:pt x="493" y="2275"/>
                    <a:pt x="482" y="2281"/>
                  </a:cubicBezTo>
                  <a:lnTo>
                    <a:pt x="482" y="2275"/>
                  </a:lnTo>
                  <a:close/>
                  <a:moveTo>
                    <a:pt x="476" y="2298"/>
                  </a:moveTo>
                  <a:cubicBezTo>
                    <a:pt x="482" y="2298"/>
                    <a:pt x="476" y="2298"/>
                    <a:pt x="476" y="2304"/>
                  </a:cubicBezTo>
                  <a:lnTo>
                    <a:pt x="476" y="2298"/>
                  </a:lnTo>
                  <a:close/>
                  <a:moveTo>
                    <a:pt x="3154" y="0"/>
                  </a:moveTo>
                  <a:cubicBezTo>
                    <a:pt x="3148" y="0"/>
                    <a:pt x="3142" y="6"/>
                    <a:pt x="3142" y="6"/>
                  </a:cubicBezTo>
                  <a:lnTo>
                    <a:pt x="78" y="1788"/>
                  </a:lnTo>
                  <a:cubicBezTo>
                    <a:pt x="30" y="1811"/>
                    <a:pt x="6" y="1871"/>
                    <a:pt x="1" y="1948"/>
                  </a:cubicBezTo>
                  <a:cubicBezTo>
                    <a:pt x="1" y="2102"/>
                    <a:pt x="107" y="2287"/>
                    <a:pt x="238" y="2364"/>
                  </a:cubicBezTo>
                  <a:cubicBezTo>
                    <a:pt x="280" y="2386"/>
                    <a:pt x="317" y="2397"/>
                    <a:pt x="348" y="2397"/>
                  </a:cubicBezTo>
                  <a:cubicBezTo>
                    <a:pt x="372" y="2397"/>
                    <a:pt x="393" y="2391"/>
                    <a:pt x="411" y="2379"/>
                  </a:cubicBezTo>
                  <a:lnTo>
                    <a:pt x="411" y="2379"/>
                  </a:lnTo>
                  <a:cubicBezTo>
                    <a:pt x="410" y="2380"/>
                    <a:pt x="410" y="2381"/>
                    <a:pt x="410" y="2382"/>
                  </a:cubicBezTo>
                  <a:lnTo>
                    <a:pt x="3492" y="582"/>
                  </a:lnTo>
                  <a:cubicBezTo>
                    <a:pt x="3498" y="582"/>
                    <a:pt x="3498" y="576"/>
                    <a:pt x="3504" y="576"/>
                  </a:cubicBezTo>
                  <a:lnTo>
                    <a:pt x="3510" y="576"/>
                  </a:lnTo>
                  <a:lnTo>
                    <a:pt x="3522" y="565"/>
                  </a:lnTo>
                  <a:lnTo>
                    <a:pt x="3528" y="559"/>
                  </a:lnTo>
                  <a:lnTo>
                    <a:pt x="3534" y="553"/>
                  </a:lnTo>
                  <a:cubicBezTo>
                    <a:pt x="3540" y="541"/>
                    <a:pt x="3545" y="529"/>
                    <a:pt x="3545" y="511"/>
                  </a:cubicBezTo>
                  <a:lnTo>
                    <a:pt x="3545" y="505"/>
                  </a:lnTo>
                  <a:cubicBezTo>
                    <a:pt x="3545" y="499"/>
                    <a:pt x="3545" y="499"/>
                    <a:pt x="3557" y="493"/>
                  </a:cubicBezTo>
                  <a:lnTo>
                    <a:pt x="3557" y="481"/>
                  </a:lnTo>
                  <a:lnTo>
                    <a:pt x="3557" y="475"/>
                  </a:lnTo>
                  <a:lnTo>
                    <a:pt x="3557" y="470"/>
                  </a:lnTo>
                  <a:lnTo>
                    <a:pt x="3557" y="464"/>
                  </a:lnTo>
                  <a:lnTo>
                    <a:pt x="3557" y="440"/>
                  </a:lnTo>
                  <a:lnTo>
                    <a:pt x="3557" y="410"/>
                  </a:lnTo>
                  <a:cubicBezTo>
                    <a:pt x="3557" y="392"/>
                    <a:pt x="3557" y="386"/>
                    <a:pt x="3545" y="375"/>
                  </a:cubicBezTo>
                  <a:lnTo>
                    <a:pt x="3545" y="363"/>
                  </a:lnTo>
                  <a:cubicBezTo>
                    <a:pt x="3545" y="357"/>
                    <a:pt x="3540" y="351"/>
                    <a:pt x="3540" y="333"/>
                  </a:cubicBezTo>
                  <a:lnTo>
                    <a:pt x="3540" y="327"/>
                  </a:lnTo>
                  <a:lnTo>
                    <a:pt x="3540" y="321"/>
                  </a:lnTo>
                  <a:cubicBezTo>
                    <a:pt x="3540" y="303"/>
                    <a:pt x="3534" y="297"/>
                    <a:pt x="3528" y="285"/>
                  </a:cubicBezTo>
                  <a:cubicBezTo>
                    <a:pt x="3522" y="268"/>
                    <a:pt x="3522" y="262"/>
                    <a:pt x="3510" y="244"/>
                  </a:cubicBezTo>
                  <a:cubicBezTo>
                    <a:pt x="3510" y="244"/>
                    <a:pt x="3510" y="238"/>
                    <a:pt x="3504" y="238"/>
                  </a:cubicBezTo>
                  <a:cubicBezTo>
                    <a:pt x="3498" y="232"/>
                    <a:pt x="3498" y="226"/>
                    <a:pt x="3486" y="208"/>
                  </a:cubicBezTo>
                  <a:cubicBezTo>
                    <a:pt x="3486" y="208"/>
                    <a:pt x="3486" y="202"/>
                    <a:pt x="3480" y="202"/>
                  </a:cubicBezTo>
                  <a:cubicBezTo>
                    <a:pt x="3474" y="196"/>
                    <a:pt x="3468" y="179"/>
                    <a:pt x="3468" y="173"/>
                  </a:cubicBezTo>
                  <a:cubicBezTo>
                    <a:pt x="3462" y="167"/>
                    <a:pt x="3450" y="149"/>
                    <a:pt x="3445" y="143"/>
                  </a:cubicBezTo>
                  <a:lnTo>
                    <a:pt x="3439" y="137"/>
                  </a:lnTo>
                  <a:cubicBezTo>
                    <a:pt x="3433" y="125"/>
                    <a:pt x="3421" y="119"/>
                    <a:pt x="3421" y="113"/>
                  </a:cubicBezTo>
                  <a:lnTo>
                    <a:pt x="3415" y="107"/>
                  </a:lnTo>
                  <a:lnTo>
                    <a:pt x="3391" y="84"/>
                  </a:lnTo>
                  <a:cubicBezTo>
                    <a:pt x="3385" y="78"/>
                    <a:pt x="3379" y="66"/>
                    <a:pt x="3361" y="60"/>
                  </a:cubicBezTo>
                  <a:cubicBezTo>
                    <a:pt x="3355" y="60"/>
                    <a:pt x="3355" y="54"/>
                    <a:pt x="3350" y="54"/>
                  </a:cubicBezTo>
                  <a:cubicBezTo>
                    <a:pt x="3350" y="54"/>
                    <a:pt x="3344" y="54"/>
                    <a:pt x="3344" y="48"/>
                  </a:cubicBezTo>
                  <a:cubicBezTo>
                    <a:pt x="3332" y="36"/>
                    <a:pt x="3326" y="36"/>
                    <a:pt x="3320" y="30"/>
                  </a:cubicBezTo>
                  <a:cubicBezTo>
                    <a:pt x="3314" y="24"/>
                    <a:pt x="3302" y="24"/>
                    <a:pt x="3296" y="18"/>
                  </a:cubicBezTo>
                  <a:cubicBezTo>
                    <a:pt x="3290" y="6"/>
                    <a:pt x="3272" y="6"/>
                    <a:pt x="3266" y="6"/>
                  </a:cubicBezTo>
                  <a:lnTo>
                    <a:pt x="3260" y="6"/>
                  </a:lnTo>
                  <a:cubicBezTo>
                    <a:pt x="3255" y="6"/>
                    <a:pt x="3243" y="6"/>
                    <a:pt x="32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5">
              <a:extLst>
                <a:ext uri="{FF2B5EF4-FFF2-40B4-BE49-F238E27FC236}">
                  <a16:creationId xmlns:a16="http://schemas.microsoft.com/office/drawing/2014/main" id="{86AEE03B-5614-49CE-5011-A42723F9152A}"/>
                </a:ext>
              </a:extLst>
            </p:cNvPr>
            <p:cNvSpPr/>
            <p:nvPr/>
          </p:nvSpPr>
          <p:spPr>
            <a:xfrm>
              <a:off x="1880577" y="2777451"/>
              <a:ext cx="130405" cy="2623664"/>
            </a:xfrm>
            <a:custGeom>
              <a:avLst/>
              <a:gdLst/>
              <a:ahLst/>
              <a:cxnLst/>
              <a:rect l="l" t="t" r="r" b="b"/>
              <a:pathLst>
                <a:path w="601" h="12465" extrusionOk="0">
                  <a:moveTo>
                    <a:pt x="1" y="1"/>
                  </a:moveTo>
                  <a:lnTo>
                    <a:pt x="30" y="12126"/>
                  </a:lnTo>
                  <a:lnTo>
                    <a:pt x="600" y="12465"/>
                  </a:lnTo>
                  <a:lnTo>
                    <a:pt x="571"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5">
              <a:extLst>
                <a:ext uri="{FF2B5EF4-FFF2-40B4-BE49-F238E27FC236}">
                  <a16:creationId xmlns:a16="http://schemas.microsoft.com/office/drawing/2014/main" id="{90110D89-B202-9A8D-90CE-7E5D616CDFC7}"/>
                </a:ext>
              </a:extLst>
            </p:cNvPr>
            <p:cNvSpPr/>
            <p:nvPr/>
          </p:nvSpPr>
          <p:spPr>
            <a:xfrm>
              <a:off x="1880577" y="202842"/>
              <a:ext cx="4719749" cy="2643660"/>
            </a:xfrm>
            <a:custGeom>
              <a:avLst/>
              <a:gdLst/>
              <a:ahLst/>
              <a:cxnLst/>
              <a:rect l="l" t="t" r="r" b="b"/>
              <a:pathLst>
                <a:path w="21752" h="12560" extrusionOk="0">
                  <a:moveTo>
                    <a:pt x="21175" y="1"/>
                  </a:moveTo>
                  <a:lnTo>
                    <a:pt x="1" y="12233"/>
                  </a:lnTo>
                  <a:lnTo>
                    <a:pt x="571" y="12559"/>
                  </a:lnTo>
                  <a:lnTo>
                    <a:pt x="21751" y="333"/>
                  </a:lnTo>
                  <a:lnTo>
                    <a:pt x="211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5">
              <a:extLst>
                <a:ext uri="{FF2B5EF4-FFF2-40B4-BE49-F238E27FC236}">
                  <a16:creationId xmlns:a16="http://schemas.microsoft.com/office/drawing/2014/main" id="{E1D27F0A-86F3-D241-2BEA-E1C936CC4AE3}"/>
                </a:ext>
              </a:extLst>
            </p:cNvPr>
            <p:cNvSpPr/>
            <p:nvPr/>
          </p:nvSpPr>
          <p:spPr>
            <a:xfrm>
              <a:off x="2004254" y="272932"/>
              <a:ext cx="4602363" cy="5128196"/>
            </a:xfrm>
            <a:custGeom>
              <a:avLst/>
              <a:gdLst/>
              <a:ahLst/>
              <a:cxnLst/>
              <a:rect l="l" t="t" r="r" b="b"/>
              <a:pathLst>
                <a:path w="21211" h="24364" extrusionOk="0">
                  <a:moveTo>
                    <a:pt x="21181" y="0"/>
                  </a:moveTo>
                  <a:lnTo>
                    <a:pt x="1" y="12226"/>
                  </a:lnTo>
                  <a:lnTo>
                    <a:pt x="30" y="24364"/>
                  </a:lnTo>
                  <a:lnTo>
                    <a:pt x="21211" y="12137"/>
                  </a:lnTo>
                  <a:lnTo>
                    <a:pt x="211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5">
              <a:extLst>
                <a:ext uri="{FF2B5EF4-FFF2-40B4-BE49-F238E27FC236}">
                  <a16:creationId xmlns:a16="http://schemas.microsoft.com/office/drawing/2014/main" id="{47CB71CF-CA23-ADCD-9B68-6C0DCCBD4EF5}"/>
                </a:ext>
              </a:extLst>
            </p:cNvPr>
            <p:cNvSpPr/>
            <p:nvPr/>
          </p:nvSpPr>
          <p:spPr>
            <a:xfrm>
              <a:off x="2107319" y="421532"/>
              <a:ext cx="4396232" cy="4830784"/>
            </a:xfrm>
            <a:custGeom>
              <a:avLst/>
              <a:gdLst/>
              <a:ahLst/>
              <a:cxnLst/>
              <a:rect l="l" t="t" r="r" b="b"/>
              <a:pathLst>
                <a:path w="20261" h="22951" extrusionOk="0">
                  <a:moveTo>
                    <a:pt x="20261" y="1"/>
                  </a:moveTo>
                  <a:lnTo>
                    <a:pt x="1" y="11699"/>
                  </a:lnTo>
                  <a:lnTo>
                    <a:pt x="1" y="22951"/>
                  </a:lnTo>
                  <a:lnTo>
                    <a:pt x="20261" y="11253"/>
                  </a:lnTo>
                  <a:lnTo>
                    <a:pt x="2026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5">
              <a:extLst>
                <a:ext uri="{FF2B5EF4-FFF2-40B4-BE49-F238E27FC236}">
                  <a16:creationId xmlns:a16="http://schemas.microsoft.com/office/drawing/2014/main" id="{52BA92D1-5D1F-BB8C-C7D8-96CE4148200E}"/>
                </a:ext>
              </a:extLst>
            </p:cNvPr>
            <p:cNvSpPr/>
            <p:nvPr/>
          </p:nvSpPr>
          <p:spPr>
            <a:xfrm>
              <a:off x="2050688" y="960365"/>
              <a:ext cx="4509712" cy="2543471"/>
            </a:xfrm>
            <a:custGeom>
              <a:avLst/>
              <a:gdLst/>
              <a:ahLst/>
              <a:cxnLst/>
              <a:rect l="l" t="t" r="r" b="b"/>
              <a:pathLst>
                <a:path w="20784" h="12084" extrusionOk="0">
                  <a:moveTo>
                    <a:pt x="20700" y="0"/>
                  </a:moveTo>
                  <a:lnTo>
                    <a:pt x="0" y="11941"/>
                  </a:lnTo>
                  <a:lnTo>
                    <a:pt x="84" y="12084"/>
                  </a:lnTo>
                  <a:lnTo>
                    <a:pt x="20783" y="137"/>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5">
              <a:extLst>
                <a:ext uri="{FF2B5EF4-FFF2-40B4-BE49-F238E27FC236}">
                  <a16:creationId xmlns:a16="http://schemas.microsoft.com/office/drawing/2014/main" id="{4AFAD629-E837-B7DB-98B2-B49872EF00AC}"/>
                </a:ext>
              </a:extLst>
            </p:cNvPr>
            <p:cNvSpPr/>
            <p:nvPr/>
          </p:nvSpPr>
          <p:spPr>
            <a:xfrm>
              <a:off x="2050688" y="1564026"/>
              <a:ext cx="4509712" cy="2544733"/>
            </a:xfrm>
            <a:custGeom>
              <a:avLst/>
              <a:gdLst/>
              <a:ahLst/>
              <a:cxnLst/>
              <a:rect l="l" t="t" r="r" b="b"/>
              <a:pathLst>
                <a:path w="20784" h="12090" extrusionOk="0">
                  <a:moveTo>
                    <a:pt x="20700" y="0"/>
                  </a:moveTo>
                  <a:lnTo>
                    <a:pt x="0" y="11947"/>
                  </a:lnTo>
                  <a:lnTo>
                    <a:pt x="84" y="12090"/>
                  </a:lnTo>
                  <a:lnTo>
                    <a:pt x="20783" y="143"/>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5">
              <a:extLst>
                <a:ext uri="{FF2B5EF4-FFF2-40B4-BE49-F238E27FC236}">
                  <a16:creationId xmlns:a16="http://schemas.microsoft.com/office/drawing/2014/main" id="{2E5A3EEF-59C1-9A29-EDF4-CB851241FCED}"/>
                </a:ext>
              </a:extLst>
            </p:cNvPr>
            <p:cNvSpPr/>
            <p:nvPr/>
          </p:nvSpPr>
          <p:spPr>
            <a:xfrm>
              <a:off x="2050688" y="2168949"/>
              <a:ext cx="4509712" cy="2544733"/>
            </a:xfrm>
            <a:custGeom>
              <a:avLst/>
              <a:gdLst/>
              <a:ahLst/>
              <a:cxnLst/>
              <a:rect l="l" t="t" r="r" b="b"/>
              <a:pathLst>
                <a:path w="20784" h="12090" extrusionOk="0">
                  <a:moveTo>
                    <a:pt x="20700" y="0"/>
                  </a:moveTo>
                  <a:lnTo>
                    <a:pt x="0" y="11947"/>
                  </a:lnTo>
                  <a:lnTo>
                    <a:pt x="84" y="12090"/>
                  </a:lnTo>
                  <a:lnTo>
                    <a:pt x="20783" y="143"/>
                  </a:lnTo>
                  <a:lnTo>
                    <a:pt x="20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5">
              <a:extLst>
                <a:ext uri="{FF2B5EF4-FFF2-40B4-BE49-F238E27FC236}">
                  <a16:creationId xmlns:a16="http://schemas.microsoft.com/office/drawing/2014/main" id="{4BFB37DF-81F9-D648-44C8-812ADA2E53F7}"/>
                </a:ext>
              </a:extLst>
            </p:cNvPr>
            <p:cNvSpPr/>
            <p:nvPr/>
          </p:nvSpPr>
          <p:spPr>
            <a:xfrm>
              <a:off x="5784453" y="787770"/>
              <a:ext cx="36236" cy="2421180"/>
            </a:xfrm>
            <a:custGeom>
              <a:avLst/>
              <a:gdLst/>
              <a:ahLst/>
              <a:cxnLst/>
              <a:rect l="l" t="t" r="r" b="b"/>
              <a:pathLst>
                <a:path w="167" h="11503" extrusionOk="0">
                  <a:moveTo>
                    <a:pt x="1" y="1"/>
                  </a:moveTo>
                  <a:lnTo>
                    <a:pt x="1" y="11502"/>
                  </a:lnTo>
                  <a:lnTo>
                    <a:pt x="167" y="11502"/>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5">
              <a:extLst>
                <a:ext uri="{FF2B5EF4-FFF2-40B4-BE49-F238E27FC236}">
                  <a16:creationId xmlns:a16="http://schemas.microsoft.com/office/drawing/2014/main" id="{31B72F7E-5F19-2847-FADF-66762DAEA23F}"/>
                </a:ext>
              </a:extLst>
            </p:cNvPr>
            <p:cNvSpPr/>
            <p:nvPr/>
          </p:nvSpPr>
          <p:spPr>
            <a:xfrm>
              <a:off x="5035877" y="1207681"/>
              <a:ext cx="34934" cy="2419917"/>
            </a:xfrm>
            <a:custGeom>
              <a:avLst/>
              <a:gdLst/>
              <a:ahLst/>
              <a:cxnLst/>
              <a:rect l="l" t="t" r="r" b="b"/>
              <a:pathLst>
                <a:path w="161" h="11497" extrusionOk="0">
                  <a:moveTo>
                    <a:pt x="1" y="1"/>
                  </a:moveTo>
                  <a:lnTo>
                    <a:pt x="1" y="11497"/>
                  </a:lnTo>
                  <a:lnTo>
                    <a:pt x="161" y="11497"/>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5">
              <a:extLst>
                <a:ext uri="{FF2B5EF4-FFF2-40B4-BE49-F238E27FC236}">
                  <a16:creationId xmlns:a16="http://schemas.microsoft.com/office/drawing/2014/main" id="{99EA30A8-6205-9F5B-39FB-74FDB91E163C}"/>
                </a:ext>
              </a:extLst>
            </p:cNvPr>
            <p:cNvSpPr/>
            <p:nvPr/>
          </p:nvSpPr>
          <p:spPr>
            <a:xfrm>
              <a:off x="4286000" y="1626328"/>
              <a:ext cx="36236" cy="2419917"/>
            </a:xfrm>
            <a:custGeom>
              <a:avLst/>
              <a:gdLst/>
              <a:ahLst/>
              <a:cxnLst/>
              <a:rect l="l" t="t" r="r" b="b"/>
              <a:pathLst>
                <a:path w="167" h="11497" extrusionOk="0">
                  <a:moveTo>
                    <a:pt x="1" y="1"/>
                  </a:moveTo>
                  <a:lnTo>
                    <a:pt x="1" y="11497"/>
                  </a:lnTo>
                  <a:lnTo>
                    <a:pt x="167" y="11497"/>
                  </a:lnTo>
                  <a:lnTo>
                    <a:pt x="1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5">
              <a:extLst>
                <a:ext uri="{FF2B5EF4-FFF2-40B4-BE49-F238E27FC236}">
                  <a16:creationId xmlns:a16="http://schemas.microsoft.com/office/drawing/2014/main" id="{2145AE68-A119-CC9E-0011-EC04F8F8CF44}"/>
                </a:ext>
              </a:extLst>
            </p:cNvPr>
            <p:cNvSpPr/>
            <p:nvPr/>
          </p:nvSpPr>
          <p:spPr>
            <a:xfrm>
              <a:off x="3540028" y="2046449"/>
              <a:ext cx="34934" cy="2419707"/>
            </a:xfrm>
            <a:custGeom>
              <a:avLst/>
              <a:gdLst/>
              <a:ahLst/>
              <a:cxnLst/>
              <a:rect l="l" t="t" r="r" b="b"/>
              <a:pathLst>
                <a:path w="161" h="11496" extrusionOk="0">
                  <a:moveTo>
                    <a:pt x="1" y="0"/>
                  </a:moveTo>
                  <a:lnTo>
                    <a:pt x="1" y="11496"/>
                  </a:lnTo>
                  <a:lnTo>
                    <a:pt x="161" y="11496"/>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5">
              <a:extLst>
                <a:ext uri="{FF2B5EF4-FFF2-40B4-BE49-F238E27FC236}">
                  <a16:creationId xmlns:a16="http://schemas.microsoft.com/office/drawing/2014/main" id="{C72C11AF-08CC-5878-0896-209C8FDEA8D5}"/>
                </a:ext>
              </a:extLst>
            </p:cNvPr>
            <p:cNvSpPr/>
            <p:nvPr/>
          </p:nvSpPr>
          <p:spPr>
            <a:xfrm>
              <a:off x="2790150" y="2465097"/>
              <a:ext cx="36453" cy="2419917"/>
            </a:xfrm>
            <a:custGeom>
              <a:avLst/>
              <a:gdLst/>
              <a:ahLst/>
              <a:cxnLst/>
              <a:rect l="l" t="t" r="r" b="b"/>
              <a:pathLst>
                <a:path w="168" h="11497" extrusionOk="0">
                  <a:moveTo>
                    <a:pt x="1" y="0"/>
                  </a:moveTo>
                  <a:lnTo>
                    <a:pt x="1" y="11496"/>
                  </a:lnTo>
                  <a:lnTo>
                    <a:pt x="167" y="11496"/>
                  </a:lnTo>
                  <a:lnTo>
                    <a:pt x="1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5">
              <a:extLst>
                <a:ext uri="{FF2B5EF4-FFF2-40B4-BE49-F238E27FC236}">
                  <a16:creationId xmlns:a16="http://schemas.microsoft.com/office/drawing/2014/main" id="{048F8D5E-C005-BC7D-DBF1-06D1AB9EDE3B}"/>
                </a:ext>
              </a:extLst>
            </p:cNvPr>
            <p:cNvSpPr/>
            <p:nvPr/>
          </p:nvSpPr>
          <p:spPr>
            <a:xfrm>
              <a:off x="11650465" y="3098646"/>
              <a:ext cx="686959" cy="476532"/>
            </a:xfrm>
            <a:custGeom>
              <a:avLst/>
              <a:gdLst/>
              <a:ahLst/>
              <a:cxnLst/>
              <a:rect l="l" t="t" r="r" b="b"/>
              <a:pathLst>
                <a:path w="3166" h="2264" extrusionOk="0">
                  <a:moveTo>
                    <a:pt x="1" y="1"/>
                  </a:moveTo>
                  <a:lnTo>
                    <a:pt x="512" y="725"/>
                  </a:lnTo>
                  <a:lnTo>
                    <a:pt x="3166" y="2263"/>
                  </a:lnTo>
                  <a:lnTo>
                    <a:pt x="3166" y="2263"/>
                  </a:lnTo>
                  <a:lnTo>
                    <a:pt x="2655" y="154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5">
              <a:extLst>
                <a:ext uri="{FF2B5EF4-FFF2-40B4-BE49-F238E27FC236}">
                  <a16:creationId xmlns:a16="http://schemas.microsoft.com/office/drawing/2014/main" id="{7840F36F-D77F-6080-666D-5F202AAF9392}"/>
                </a:ext>
              </a:extLst>
            </p:cNvPr>
            <p:cNvSpPr/>
            <p:nvPr/>
          </p:nvSpPr>
          <p:spPr>
            <a:xfrm>
              <a:off x="11650465" y="2823757"/>
              <a:ext cx="685657" cy="600086"/>
            </a:xfrm>
            <a:custGeom>
              <a:avLst/>
              <a:gdLst/>
              <a:ahLst/>
              <a:cxnLst/>
              <a:rect l="l" t="t" r="r" b="b"/>
              <a:pathLst>
                <a:path w="3160" h="2851" extrusionOk="0">
                  <a:moveTo>
                    <a:pt x="506" y="1"/>
                  </a:moveTo>
                  <a:lnTo>
                    <a:pt x="1" y="1307"/>
                  </a:lnTo>
                  <a:lnTo>
                    <a:pt x="2655" y="2851"/>
                  </a:lnTo>
                  <a:lnTo>
                    <a:pt x="3160" y="1544"/>
                  </a:lnTo>
                  <a:lnTo>
                    <a:pt x="5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5">
              <a:extLst>
                <a:ext uri="{FF2B5EF4-FFF2-40B4-BE49-F238E27FC236}">
                  <a16:creationId xmlns:a16="http://schemas.microsoft.com/office/drawing/2014/main" id="{8A2D5D9C-916D-46D8-749E-0841C9B254A6}"/>
                </a:ext>
              </a:extLst>
            </p:cNvPr>
            <p:cNvSpPr/>
            <p:nvPr/>
          </p:nvSpPr>
          <p:spPr>
            <a:xfrm>
              <a:off x="11760039" y="2699994"/>
              <a:ext cx="796534" cy="448959"/>
            </a:xfrm>
            <a:custGeom>
              <a:avLst/>
              <a:gdLst/>
              <a:ahLst/>
              <a:cxnLst/>
              <a:rect l="l" t="t" r="r" b="b"/>
              <a:pathLst>
                <a:path w="3671" h="2133" extrusionOk="0">
                  <a:moveTo>
                    <a:pt x="1016" y="1"/>
                  </a:moveTo>
                  <a:lnTo>
                    <a:pt x="1" y="589"/>
                  </a:lnTo>
                  <a:lnTo>
                    <a:pt x="2655" y="2132"/>
                  </a:lnTo>
                  <a:lnTo>
                    <a:pt x="3670" y="1550"/>
                  </a:lnTo>
                  <a:lnTo>
                    <a:pt x="10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5">
              <a:extLst>
                <a:ext uri="{FF2B5EF4-FFF2-40B4-BE49-F238E27FC236}">
                  <a16:creationId xmlns:a16="http://schemas.microsoft.com/office/drawing/2014/main" id="{F582B03F-828A-C665-7DB6-078B617D0BC5}"/>
                </a:ext>
              </a:extLst>
            </p:cNvPr>
            <p:cNvSpPr/>
            <p:nvPr/>
          </p:nvSpPr>
          <p:spPr>
            <a:xfrm>
              <a:off x="12226542" y="3026241"/>
              <a:ext cx="441988" cy="548938"/>
            </a:xfrm>
            <a:custGeom>
              <a:avLst/>
              <a:gdLst/>
              <a:ahLst/>
              <a:cxnLst/>
              <a:rect l="l" t="t" r="r" b="b"/>
              <a:pathLst>
                <a:path w="2037" h="2608" extrusionOk="0">
                  <a:moveTo>
                    <a:pt x="1520" y="0"/>
                  </a:moveTo>
                  <a:lnTo>
                    <a:pt x="505" y="582"/>
                  </a:lnTo>
                  <a:lnTo>
                    <a:pt x="0" y="1889"/>
                  </a:lnTo>
                  <a:lnTo>
                    <a:pt x="511" y="2607"/>
                  </a:lnTo>
                  <a:lnTo>
                    <a:pt x="1532" y="2025"/>
                  </a:lnTo>
                  <a:lnTo>
                    <a:pt x="2037" y="719"/>
                  </a:lnTo>
                  <a:lnTo>
                    <a:pt x="15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5">
              <a:extLst>
                <a:ext uri="{FF2B5EF4-FFF2-40B4-BE49-F238E27FC236}">
                  <a16:creationId xmlns:a16="http://schemas.microsoft.com/office/drawing/2014/main" id="{35976674-C8CE-E59B-F589-1BADC23C69EC}"/>
                </a:ext>
              </a:extLst>
            </p:cNvPr>
            <p:cNvSpPr/>
            <p:nvPr/>
          </p:nvSpPr>
          <p:spPr>
            <a:xfrm>
              <a:off x="12355211" y="3371220"/>
              <a:ext cx="1094230" cy="661336"/>
            </a:xfrm>
            <a:custGeom>
              <a:avLst/>
              <a:gdLst/>
              <a:ahLst/>
              <a:cxnLst/>
              <a:rect l="l" t="t" r="r" b="b"/>
              <a:pathLst>
                <a:path w="5043" h="3142" extrusionOk="0">
                  <a:moveTo>
                    <a:pt x="1" y="0"/>
                  </a:moveTo>
                  <a:lnTo>
                    <a:pt x="262" y="357"/>
                  </a:lnTo>
                  <a:lnTo>
                    <a:pt x="5042" y="3142"/>
                  </a:lnTo>
                  <a:lnTo>
                    <a:pt x="4787" y="278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5">
              <a:extLst>
                <a:ext uri="{FF2B5EF4-FFF2-40B4-BE49-F238E27FC236}">
                  <a16:creationId xmlns:a16="http://schemas.microsoft.com/office/drawing/2014/main" id="{B8DB3604-5469-BC13-E756-12CDE6C33F87}"/>
                </a:ext>
              </a:extLst>
            </p:cNvPr>
            <p:cNvSpPr/>
            <p:nvPr/>
          </p:nvSpPr>
          <p:spPr>
            <a:xfrm>
              <a:off x="12355211" y="3235038"/>
              <a:ext cx="1094230" cy="722586"/>
            </a:xfrm>
            <a:custGeom>
              <a:avLst/>
              <a:gdLst/>
              <a:ahLst/>
              <a:cxnLst/>
              <a:rect l="l" t="t" r="r" b="b"/>
              <a:pathLst>
                <a:path w="5043" h="3433" extrusionOk="0">
                  <a:moveTo>
                    <a:pt x="256" y="0"/>
                  </a:moveTo>
                  <a:lnTo>
                    <a:pt x="1" y="647"/>
                  </a:lnTo>
                  <a:lnTo>
                    <a:pt x="4787" y="3432"/>
                  </a:lnTo>
                  <a:lnTo>
                    <a:pt x="5042" y="2779"/>
                  </a:lnTo>
                  <a:lnTo>
                    <a:pt x="2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5">
              <a:extLst>
                <a:ext uri="{FF2B5EF4-FFF2-40B4-BE49-F238E27FC236}">
                  <a16:creationId xmlns:a16="http://schemas.microsoft.com/office/drawing/2014/main" id="{995206EE-1DD8-08BB-BA1E-3A25F451AE33}"/>
                </a:ext>
              </a:extLst>
            </p:cNvPr>
            <p:cNvSpPr/>
            <p:nvPr/>
          </p:nvSpPr>
          <p:spPr>
            <a:xfrm>
              <a:off x="12410757" y="3172525"/>
              <a:ext cx="1148041" cy="647655"/>
            </a:xfrm>
            <a:custGeom>
              <a:avLst/>
              <a:gdLst/>
              <a:ahLst/>
              <a:cxnLst/>
              <a:rect l="l" t="t" r="r" b="b"/>
              <a:pathLst>
                <a:path w="5291" h="3077" extrusionOk="0">
                  <a:moveTo>
                    <a:pt x="505" y="0"/>
                  </a:moveTo>
                  <a:lnTo>
                    <a:pt x="0" y="297"/>
                  </a:lnTo>
                  <a:lnTo>
                    <a:pt x="4786" y="3076"/>
                  </a:lnTo>
                  <a:lnTo>
                    <a:pt x="5291" y="2785"/>
                  </a:lnTo>
                  <a:lnTo>
                    <a:pt x="5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5">
              <a:extLst>
                <a:ext uri="{FF2B5EF4-FFF2-40B4-BE49-F238E27FC236}">
                  <a16:creationId xmlns:a16="http://schemas.microsoft.com/office/drawing/2014/main" id="{F5821CA7-D976-3118-3F32-6791C65B553D}"/>
                </a:ext>
              </a:extLst>
            </p:cNvPr>
            <p:cNvSpPr/>
            <p:nvPr/>
          </p:nvSpPr>
          <p:spPr>
            <a:xfrm>
              <a:off x="13393669" y="3758716"/>
              <a:ext cx="219367" cy="273838"/>
            </a:xfrm>
            <a:custGeom>
              <a:avLst/>
              <a:gdLst/>
              <a:ahLst/>
              <a:cxnLst/>
              <a:rect l="l" t="t" r="r" b="b"/>
              <a:pathLst>
                <a:path w="1011" h="1301" extrusionOk="0">
                  <a:moveTo>
                    <a:pt x="761" y="0"/>
                  </a:moveTo>
                  <a:lnTo>
                    <a:pt x="256" y="291"/>
                  </a:lnTo>
                  <a:lnTo>
                    <a:pt x="1" y="944"/>
                  </a:lnTo>
                  <a:lnTo>
                    <a:pt x="256" y="1301"/>
                  </a:lnTo>
                  <a:lnTo>
                    <a:pt x="761" y="1010"/>
                  </a:lnTo>
                  <a:lnTo>
                    <a:pt x="1010" y="356"/>
                  </a:lnTo>
                  <a:lnTo>
                    <a:pt x="7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5">
              <a:extLst>
                <a:ext uri="{FF2B5EF4-FFF2-40B4-BE49-F238E27FC236}">
                  <a16:creationId xmlns:a16="http://schemas.microsoft.com/office/drawing/2014/main" id="{984FA0FF-4800-A1AE-41C3-2BEA9B06C13B}"/>
                </a:ext>
              </a:extLst>
            </p:cNvPr>
            <p:cNvSpPr/>
            <p:nvPr/>
          </p:nvSpPr>
          <p:spPr>
            <a:xfrm>
              <a:off x="13464621" y="3821229"/>
              <a:ext cx="1318154" cy="811831"/>
            </a:xfrm>
            <a:custGeom>
              <a:avLst/>
              <a:gdLst/>
              <a:ahLst/>
              <a:cxnLst/>
              <a:rect l="l" t="t" r="r" b="b"/>
              <a:pathLst>
                <a:path w="6075" h="3857" extrusionOk="0">
                  <a:moveTo>
                    <a:pt x="5535" y="3741"/>
                  </a:moveTo>
                  <a:cubicBezTo>
                    <a:pt x="5541" y="3741"/>
                    <a:pt x="5541" y="3747"/>
                    <a:pt x="5541" y="3753"/>
                  </a:cubicBezTo>
                  <a:cubicBezTo>
                    <a:pt x="5541" y="3747"/>
                    <a:pt x="5541" y="3747"/>
                    <a:pt x="5535" y="3741"/>
                  </a:cubicBezTo>
                  <a:close/>
                  <a:moveTo>
                    <a:pt x="5541" y="3765"/>
                  </a:moveTo>
                  <a:cubicBezTo>
                    <a:pt x="5544" y="3768"/>
                    <a:pt x="5546" y="3772"/>
                    <a:pt x="5546" y="3774"/>
                  </a:cubicBezTo>
                  <a:lnTo>
                    <a:pt x="5546" y="3774"/>
                  </a:lnTo>
                  <a:cubicBezTo>
                    <a:pt x="5545" y="3771"/>
                    <a:pt x="5541" y="3770"/>
                    <a:pt x="5541" y="3765"/>
                  </a:cubicBezTo>
                  <a:close/>
                  <a:moveTo>
                    <a:pt x="345" y="0"/>
                  </a:moveTo>
                  <a:cubicBezTo>
                    <a:pt x="339" y="0"/>
                    <a:pt x="327" y="6"/>
                    <a:pt x="321" y="6"/>
                  </a:cubicBezTo>
                  <a:lnTo>
                    <a:pt x="315" y="6"/>
                  </a:lnTo>
                  <a:cubicBezTo>
                    <a:pt x="309" y="6"/>
                    <a:pt x="297" y="12"/>
                    <a:pt x="291" y="12"/>
                  </a:cubicBezTo>
                  <a:cubicBezTo>
                    <a:pt x="286" y="24"/>
                    <a:pt x="280" y="24"/>
                    <a:pt x="268" y="30"/>
                  </a:cubicBezTo>
                  <a:cubicBezTo>
                    <a:pt x="262" y="36"/>
                    <a:pt x="256" y="36"/>
                    <a:pt x="238" y="42"/>
                  </a:cubicBezTo>
                  <a:cubicBezTo>
                    <a:pt x="238" y="42"/>
                    <a:pt x="232" y="42"/>
                    <a:pt x="232" y="53"/>
                  </a:cubicBezTo>
                  <a:cubicBezTo>
                    <a:pt x="226" y="53"/>
                    <a:pt x="226" y="59"/>
                    <a:pt x="220" y="59"/>
                  </a:cubicBezTo>
                  <a:cubicBezTo>
                    <a:pt x="208" y="65"/>
                    <a:pt x="196" y="71"/>
                    <a:pt x="191" y="89"/>
                  </a:cubicBezTo>
                  <a:lnTo>
                    <a:pt x="179" y="95"/>
                  </a:lnTo>
                  <a:lnTo>
                    <a:pt x="161" y="119"/>
                  </a:lnTo>
                  <a:lnTo>
                    <a:pt x="149" y="125"/>
                  </a:lnTo>
                  <a:lnTo>
                    <a:pt x="131" y="148"/>
                  </a:lnTo>
                  <a:lnTo>
                    <a:pt x="119" y="154"/>
                  </a:lnTo>
                  <a:cubicBezTo>
                    <a:pt x="113" y="172"/>
                    <a:pt x="107" y="178"/>
                    <a:pt x="101" y="190"/>
                  </a:cubicBezTo>
                  <a:cubicBezTo>
                    <a:pt x="90" y="208"/>
                    <a:pt x="84" y="214"/>
                    <a:pt x="78" y="232"/>
                  </a:cubicBezTo>
                  <a:cubicBezTo>
                    <a:pt x="78" y="238"/>
                    <a:pt x="72" y="238"/>
                    <a:pt x="72" y="243"/>
                  </a:cubicBezTo>
                  <a:cubicBezTo>
                    <a:pt x="60" y="249"/>
                    <a:pt x="60" y="267"/>
                    <a:pt x="54" y="273"/>
                  </a:cubicBezTo>
                  <a:cubicBezTo>
                    <a:pt x="54" y="273"/>
                    <a:pt x="54" y="279"/>
                    <a:pt x="48" y="279"/>
                  </a:cubicBezTo>
                  <a:cubicBezTo>
                    <a:pt x="42" y="297"/>
                    <a:pt x="30" y="309"/>
                    <a:pt x="30" y="321"/>
                  </a:cubicBezTo>
                  <a:cubicBezTo>
                    <a:pt x="24" y="333"/>
                    <a:pt x="24" y="338"/>
                    <a:pt x="18" y="356"/>
                  </a:cubicBezTo>
                  <a:lnTo>
                    <a:pt x="18" y="362"/>
                  </a:lnTo>
                  <a:lnTo>
                    <a:pt x="18" y="368"/>
                  </a:lnTo>
                  <a:cubicBezTo>
                    <a:pt x="18" y="380"/>
                    <a:pt x="12" y="392"/>
                    <a:pt x="12" y="398"/>
                  </a:cubicBezTo>
                  <a:lnTo>
                    <a:pt x="12" y="410"/>
                  </a:lnTo>
                  <a:cubicBezTo>
                    <a:pt x="12" y="422"/>
                    <a:pt x="1" y="439"/>
                    <a:pt x="1" y="445"/>
                  </a:cubicBezTo>
                  <a:lnTo>
                    <a:pt x="1" y="475"/>
                  </a:lnTo>
                  <a:lnTo>
                    <a:pt x="1" y="505"/>
                  </a:lnTo>
                  <a:lnTo>
                    <a:pt x="1" y="511"/>
                  </a:lnTo>
                  <a:lnTo>
                    <a:pt x="1" y="528"/>
                  </a:lnTo>
                  <a:lnTo>
                    <a:pt x="1" y="534"/>
                  </a:lnTo>
                  <a:lnTo>
                    <a:pt x="1" y="540"/>
                  </a:lnTo>
                  <a:cubicBezTo>
                    <a:pt x="1" y="546"/>
                    <a:pt x="1" y="546"/>
                    <a:pt x="12" y="558"/>
                  </a:cubicBezTo>
                  <a:lnTo>
                    <a:pt x="12" y="564"/>
                  </a:lnTo>
                  <a:cubicBezTo>
                    <a:pt x="12" y="570"/>
                    <a:pt x="18" y="576"/>
                    <a:pt x="18" y="588"/>
                  </a:cubicBezTo>
                  <a:cubicBezTo>
                    <a:pt x="18" y="594"/>
                    <a:pt x="24" y="600"/>
                    <a:pt x="24" y="606"/>
                  </a:cubicBezTo>
                  <a:lnTo>
                    <a:pt x="24" y="618"/>
                  </a:lnTo>
                  <a:cubicBezTo>
                    <a:pt x="24" y="624"/>
                    <a:pt x="30" y="624"/>
                    <a:pt x="30" y="629"/>
                  </a:cubicBezTo>
                  <a:lnTo>
                    <a:pt x="42" y="635"/>
                  </a:lnTo>
                  <a:lnTo>
                    <a:pt x="48" y="647"/>
                  </a:lnTo>
                  <a:lnTo>
                    <a:pt x="54" y="653"/>
                  </a:lnTo>
                  <a:cubicBezTo>
                    <a:pt x="60" y="659"/>
                    <a:pt x="60" y="659"/>
                    <a:pt x="72" y="659"/>
                  </a:cubicBezTo>
                  <a:lnTo>
                    <a:pt x="5554" y="3796"/>
                  </a:lnTo>
                  <a:lnTo>
                    <a:pt x="5554" y="3796"/>
                  </a:lnTo>
                  <a:cubicBezTo>
                    <a:pt x="5555" y="3798"/>
                    <a:pt x="5557" y="3800"/>
                    <a:pt x="5561" y="3800"/>
                  </a:cubicBezTo>
                  <a:lnTo>
                    <a:pt x="5561" y="3800"/>
                  </a:lnTo>
                  <a:lnTo>
                    <a:pt x="5624" y="3836"/>
                  </a:lnTo>
                  <a:cubicBezTo>
                    <a:pt x="5612" y="3836"/>
                    <a:pt x="5612" y="3830"/>
                    <a:pt x="5606" y="3830"/>
                  </a:cubicBezTo>
                  <a:lnTo>
                    <a:pt x="5606" y="3830"/>
                  </a:lnTo>
                  <a:cubicBezTo>
                    <a:pt x="5632" y="3847"/>
                    <a:pt x="5661" y="3856"/>
                    <a:pt x="5694" y="3856"/>
                  </a:cubicBezTo>
                  <a:cubicBezTo>
                    <a:pt x="5729" y="3856"/>
                    <a:pt x="5768" y="3846"/>
                    <a:pt x="5808" y="3824"/>
                  </a:cubicBezTo>
                  <a:cubicBezTo>
                    <a:pt x="5956" y="3735"/>
                    <a:pt x="6075" y="3527"/>
                    <a:pt x="6075" y="3355"/>
                  </a:cubicBezTo>
                  <a:cubicBezTo>
                    <a:pt x="6069" y="3272"/>
                    <a:pt x="6039" y="3212"/>
                    <a:pt x="5992" y="3183"/>
                  </a:cubicBezTo>
                  <a:lnTo>
                    <a:pt x="446" y="6"/>
                  </a:lnTo>
                  <a:cubicBezTo>
                    <a:pt x="440" y="0"/>
                    <a:pt x="434" y="0"/>
                    <a:pt x="4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5">
              <a:extLst>
                <a:ext uri="{FF2B5EF4-FFF2-40B4-BE49-F238E27FC236}">
                  <a16:creationId xmlns:a16="http://schemas.microsoft.com/office/drawing/2014/main" id="{C821A350-F91E-2D43-7C7A-3D631D586FC0}"/>
                </a:ext>
              </a:extLst>
            </p:cNvPr>
            <p:cNvSpPr/>
            <p:nvPr/>
          </p:nvSpPr>
          <p:spPr>
            <a:xfrm>
              <a:off x="14383308" y="4721037"/>
              <a:ext cx="212640" cy="243949"/>
            </a:xfrm>
            <a:custGeom>
              <a:avLst/>
              <a:gdLst/>
              <a:ahLst/>
              <a:cxnLst/>
              <a:rect l="l" t="t" r="r" b="b"/>
              <a:pathLst>
                <a:path w="980" h="1159" extrusionOk="0">
                  <a:moveTo>
                    <a:pt x="0" y="0"/>
                  </a:moveTo>
                  <a:lnTo>
                    <a:pt x="725" y="1010"/>
                  </a:lnTo>
                  <a:lnTo>
                    <a:pt x="980" y="1158"/>
                  </a:lnTo>
                  <a:lnTo>
                    <a:pt x="262" y="149"/>
                  </a:lnTo>
                  <a:lnTo>
                    <a:pt x="0" y="0"/>
                  </a:lnTo>
                  <a:close/>
                  <a:moveTo>
                    <a:pt x="980" y="1158"/>
                  </a:moveTo>
                  <a:lnTo>
                    <a:pt x="980" y="1158"/>
                  </a:lnTo>
                  <a:lnTo>
                    <a:pt x="980" y="115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5">
              <a:extLst>
                <a:ext uri="{FF2B5EF4-FFF2-40B4-BE49-F238E27FC236}">
                  <a16:creationId xmlns:a16="http://schemas.microsoft.com/office/drawing/2014/main" id="{F08C797A-CA04-4D15-4B9A-AE5609BA710D}"/>
                </a:ext>
              </a:extLst>
            </p:cNvPr>
            <p:cNvSpPr/>
            <p:nvPr/>
          </p:nvSpPr>
          <p:spPr>
            <a:xfrm>
              <a:off x="14383308" y="4332278"/>
              <a:ext cx="211555" cy="420123"/>
            </a:xfrm>
            <a:custGeom>
              <a:avLst/>
              <a:gdLst/>
              <a:ahLst/>
              <a:cxnLst/>
              <a:rect l="l" t="t" r="r" b="b"/>
              <a:pathLst>
                <a:path w="975" h="1996" extrusionOk="0">
                  <a:moveTo>
                    <a:pt x="719" y="1"/>
                  </a:moveTo>
                  <a:lnTo>
                    <a:pt x="0" y="1847"/>
                  </a:lnTo>
                  <a:lnTo>
                    <a:pt x="262" y="1996"/>
                  </a:lnTo>
                  <a:lnTo>
                    <a:pt x="974" y="149"/>
                  </a:lnTo>
                  <a:lnTo>
                    <a:pt x="7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5">
              <a:extLst>
                <a:ext uri="{FF2B5EF4-FFF2-40B4-BE49-F238E27FC236}">
                  <a16:creationId xmlns:a16="http://schemas.microsoft.com/office/drawing/2014/main" id="{69BDC010-3ADF-E195-DDBD-8570CB8C4EC8}"/>
                </a:ext>
              </a:extLst>
            </p:cNvPr>
            <p:cNvSpPr/>
            <p:nvPr/>
          </p:nvSpPr>
          <p:spPr>
            <a:xfrm>
              <a:off x="14539099" y="4158631"/>
              <a:ext cx="366262" cy="205220"/>
            </a:xfrm>
            <a:custGeom>
              <a:avLst/>
              <a:gdLst/>
              <a:ahLst/>
              <a:cxnLst/>
              <a:rect l="l" t="t" r="r" b="b"/>
              <a:pathLst>
                <a:path w="1688" h="975" extrusionOk="0">
                  <a:moveTo>
                    <a:pt x="1432" y="0"/>
                  </a:moveTo>
                  <a:lnTo>
                    <a:pt x="1" y="826"/>
                  </a:lnTo>
                  <a:lnTo>
                    <a:pt x="256" y="974"/>
                  </a:lnTo>
                  <a:lnTo>
                    <a:pt x="1687" y="149"/>
                  </a:lnTo>
                  <a:lnTo>
                    <a:pt x="14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5">
              <a:extLst>
                <a:ext uri="{FF2B5EF4-FFF2-40B4-BE49-F238E27FC236}">
                  <a16:creationId xmlns:a16="http://schemas.microsoft.com/office/drawing/2014/main" id="{D9E3AE6B-4EE3-FB5F-FC3E-F9DDF07BB535}"/>
                </a:ext>
              </a:extLst>
            </p:cNvPr>
            <p:cNvSpPr/>
            <p:nvPr/>
          </p:nvSpPr>
          <p:spPr>
            <a:xfrm>
              <a:off x="14439939" y="4189782"/>
              <a:ext cx="622516" cy="775207"/>
            </a:xfrm>
            <a:custGeom>
              <a:avLst/>
              <a:gdLst/>
              <a:ahLst/>
              <a:cxnLst/>
              <a:rect l="l" t="t" r="r" b="b"/>
              <a:pathLst>
                <a:path w="2869" h="3683" extrusionOk="0">
                  <a:moveTo>
                    <a:pt x="2144" y="1"/>
                  </a:moveTo>
                  <a:lnTo>
                    <a:pt x="713" y="826"/>
                  </a:lnTo>
                  <a:lnTo>
                    <a:pt x="1" y="2673"/>
                  </a:lnTo>
                  <a:lnTo>
                    <a:pt x="719" y="3682"/>
                  </a:lnTo>
                  <a:lnTo>
                    <a:pt x="2150" y="2857"/>
                  </a:lnTo>
                  <a:lnTo>
                    <a:pt x="2869" y="1010"/>
                  </a:lnTo>
                  <a:lnTo>
                    <a:pt x="2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5">
              <a:extLst>
                <a:ext uri="{FF2B5EF4-FFF2-40B4-BE49-F238E27FC236}">
                  <a16:creationId xmlns:a16="http://schemas.microsoft.com/office/drawing/2014/main" id="{B1DF49EF-7C38-236B-4226-B46AB7038CD0}"/>
                </a:ext>
              </a:extLst>
            </p:cNvPr>
            <p:cNvSpPr/>
            <p:nvPr/>
          </p:nvSpPr>
          <p:spPr>
            <a:xfrm>
              <a:off x="11382496" y="3160618"/>
              <a:ext cx="274697" cy="316355"/>
            </a:xfrm>
            <a:custGeom>
              <a:avLst/>
              <a:gdLst/>
              <a:ahLst/>
              <a:cxnLst/>
              <a:rect l="l" t="t" r="r" b="b"/>
              <a:pathLst>
                <a:path w="1266" h="1503" extrusionOk="0">
                  <a:moveTo>
                    <a:pt x="1" y="0"/>
                  </a:moveTo>
                  <a:lnTo>
                    <a:pt x="939" y="1306"/>
                  </a:lnTo>
                  <a:lnTo>
                    <a:pt x="1266" y="1502"/>
                  </a:lnTo>
                  <a:lnTo>
                    <a:pt x="1266" y="1502"/>
                  </a:lnTo>
                  <a:lnTo>
                    <a:pt x="333" y="190"/>
                  </a:lnTo>
                  <a:lnTo>
                    <a:pt x="1"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5">
              <a:extLst>
                <a:ext uri="{FF2B5EF4-FFF2-40B4-BE49-F238E27FC236}">
                  <a16:creationId xmlns:a16="http://schemas.microsoft.com/office/drawing/2014/main" id="{D9C600C4-90BF-CED8-FEED-6A643F5A7BA2}"/>
                </a:ext>
              </a:extLst>
            </p:cNvPr>
            <p:cNvSpPr/>
            <p:nvPr/>
          </p:nvSpPr>
          <p:spPr>
            <a:xfrm>
              <a:off x="11382496" y="2659251"/>
              <a:ext cx="272093" cy="541571"/>
            </a:xfrm>
            <a:custGeom>
              <a:avLst/>
              <a:gdLst/>
              <a:ahLst/>
              <a:cxnLst/>
              <a:rect l="l" t="t" r="r" b="b"/>
              <a:pathLst>
                <a:path w="1254" h="2573" extrusionOk="0">
                  <a:moveTo>
                    <a:pt x="927" y="1"/>
                  </a:moveTo>
                  <a:lnTo>
                    <a:pt x="1" y="2382"/>
                  </a:lnTo>
                  <a:lnTo>
                    <a:pt x="333" y="2572"/>
                  </a:lnTo>
                  <a:lnTo>
                    <a:pt x="1254" y="185"/>
                  </a:lnTo>
                  <a:lnTo>
                    <a:pt x="927"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5">
              <a:extLst>
                <a:ext uri="{FF2B5EF4-FFF2-40B4-BE49-F238E27FC236}">
                  <a16:creationId xmlns:a16="http://schemas.microsoft.com/office/drawing/2014/main" id="{C46D6DED-EB85-E2E3-8F04-E2CBF475AC1F}"/>
                </a:ext>
              </a:extLst>
            </p:cNvPr>
            <p:cNvSpPr/>
            <p:nvPr/>
          </p:nvSpPr>
          <p:spPr>
            <a:xfrm>
              <a:off x="11583635" y="2433194"/>
              <a:ext cx="474318" cy="265208"/>
            </a:xfrm>
            <a:custGeom>
              <a:avLst/>
              <a:gdLst/>
              <a:ahLst/>
              <a:cxnLst/>
              <a:rect l="l" t="t" r="r" b="b"/>
              <a:pathLst>
                <a:path w="2186" h="1260" extrusionOk="0">
                  <a:moveTo>
                    <a:pt x="1859" y="0"/>
                  </a:moveTo>
                  <a:lnTo>
                    <a:pt x="0" y="1075"/>
                  </a:lnTo>
                  <a:lnTo>
                    <a:pt x="327" y="1259"/>
                  </a:lnTo>
                  <a:lnTo>
                    <a:pt x="2185" y="190"/>
                  </a:lnTo>
                  <a:lnTo>
                    <a:pt x="1859"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5">
              <a:extLst>
                <a:ext uri="{FF2B5EF4-FFF2-40B4-BE49-F238E27FC236}">
                  <a16:creationId xmlns:a16="http://schemas.microsoft.com/office/drawing/2014/main" id="{17302CCB-1596-9C26-3E40-AF4930A46146}"/>
                </a:ext>
              </a:extLst>
            </p:cNvPr>
            <p:cNvSpPr/>
            <p:nvPr/>
          </p:nvSpPr>
          <p:spPr>
            <a:xfrm>
              <a:off x="11650465" y="3104209"/>
              <a:ext cx="686959" cy="476532"/>
            </a:xfrm>
            <a:custGeom>
              <a:avLst/>
              <a:gdLst/>
              <a:ahLst/>
              <a:cxnLst/>
              <a:rect l="l" t="t" r="r" b="b"/>
              <a:pathLst>
                <a:path w="3166" h="2264" extrusionOk="0">
                  <a:moveTo>
                    <a:pt x="1" y="1"/>
                  </a:moveTo>
                  <a:lnTo>
                    <a:pt x="512" y="725"/>
                  </a:lnTo>
                  <a:lnTo>
                    <a:pt x="3166" y="2263"/>
                  </a:lnTo>
                  <a:lnTo>
                    <a:pt x="3166" y="2263"/>
                  </a:lnTo>
                  <a:lnTo>
                    <a:pt x="2655" y="1545"/>
                  </a:lnTo>
                  <a:lnTo>
                    <a:pt x="1" y="1"/>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5">
              <a:extLst>
                <a:ext uri="{FF2B5EF4-FFF2-40B4-BE49-F238E27FC236}">
                  <a16:creationId xmlns:a16="http://schemas.microsoft.com/office/drawing/2014/main" id="{0775E710-13E8-A739-1CDB-F74974239CE9}"/>
                </a:ext>
              </a:extLst>
            </p:cNvPr>
            <p:cNvSpPr/>
            <p:nvPr/>
          </p:nvSpPr>
          <p:spPr>
            <a:xfrm>
              <a:off x="11650465" y="2829320"/>
              <a:ext cx="685657" cy="600086"/>
            </a:xfrm>
            <a:custGeom>
              <a:avLst/>
              <a:gdLst/>
              <a:ahLst/>
              <a:cxnLst/>
              <a:rect l="l" t="t" r="r" b="b"/>
              <a:pathLst>
                <a:path w="3160" h="2851" extrusionOk="0">
                  <a:moveTo>
                    <a:pt x="506" y="1"/>
                  </a:moveTo>
                  <a:lnTo>
                    <a:pt x="1" y="1307"/>
                  </a:lnTo>
                  <a:lnTo>
                    <a:pt x="2655" y="2851"/>
                  </a:lnTo>
                  <a:lnTo>
                    <a:pt x="3160" y="1544"/>
                  </a:lnTo>
                  <a:lnTo>
                    <a:pt x="506"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5">
              <a:extLst>
                <a:ext uri="{FF2B5EF4-FFF2-40B4-BE49-F238E27FC236}">
                  <a16:creationId xmlns:a16="http://schemas.microsoft.com/office/drawing/2014/main" id="{F2E17E68-08F6-19A3-A24F-0E61EF4BFADA}"/>
                </a:ext>
              </a:extLst>
            </p:cNvPr>
            <p:cNvSpPr/>
            <p:nvPr/>
          </p:nvSpPr>
          <p:spPr>
            <a:xfrm>
              <a:off x="11760039" y="2705557"/>
              <a:ext cx="796534" cy="448959"/>
            </a:xfrm>
            <a:custGeom>
              <a:avLst/>
              <a:gdLst/>
              <a:ahLst/>
              <a:cxnLst/>
              <a:rect l="l" t="t" r="r" b="b"/>
              <a:pathLst>
                <a:path w="3671" h="2133" extrusionOk="0">
                  <a:moveTo>
                    <a:pt x="1016" y="1"/>
                  </a:moveTo>
                  <a:lnTo>
                    <a:pt x="1" y="589"/>
                  </a:lnTo>
                  <a:lnTo>
                    <a:pt x="2655" y="2132"/>
                  </a:lnTo>
                  <a:lnTo>
                    <a:pt x="3670" y="1550"/>
                  </a:lnTo>
                  <a:lnTo>
                    <a:pt x="1016" y="1"/>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5">
              <a:extLst>
                <a:ext uri="{FF2B5EF4-FFF2-40B4-BE49-F238E27FC236}">
                  <a16:creationId xmlns:a16="http://schemas.microsoft.com/office/drawing/2014/main" id="{44756448-1B95-C0FA-4441-A79451A97FFC}"/>
                </a:ext>
              </a:extLst>
            </p:cNvPr>
            <p:cNvSpPr/>
            <p:nvPr/>
          </p:nvSpPr>
          <p:spPr>
            <a:xfrm>
              <a:off x="12355211" y="3376783"/>
              <a:ext cx="1094230" cy="661336"/>
            </a:xfrm>
            <a:custGeom>
              <a:avLst/>
              <a:gdLst/>
              <a:ahLst/>
              <a:cxnLst/>
              <a:rect l="l" t="t" r="r" b="b"/>
              <a:pathLst>
                <a:path w="5043" h="3142" extrusionOk="0">
                  <a:moveTo>
                    <a:pt x="1" y="0"/>
                  </a:moveTo>
                  <a:lnTo>
                    <a:pt x="262" y="357"/>
                  </a:lnTo>
                  <a:lnTo>
                    <a:pt x="5042" y="3142"/>
                  </a:lnTo>
                  <a:lnTo>
                    <a:pt x="4787" y="2785"/>
                  </a:lnTo>
                  <a:lnTo>
                    <a:pt x="1"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5">
              <a:extLst>
                <a:ext uri="{FF2B5EF4-FFF2-40B4-BE49-F238E27FC236}">
                  <a16:creationId xmlns:a16="http://schemas.microsoft.com/office/drawing/2014/main" id="{1CD68FCC-7A7D-D93B-C59F-6081C5633F04}"/>
                </a:ext>
              </a:extLst>
            </p:cNvPr>
            <p:cNvSpPr/>
            <p:nvPr/>
          </p:nvSpPr>
          <p:spPr>
            <a:xfrm>
              <a:off x="12355211" y="3240601"/>
              <a:ext cx="1094230" cy="722586"/>
            </a:xfrm>
            <a:custGeom>
              <a:avLst/>
              <a:gdLst/>
              <a:ahLst/>
              <a:cxnLst/>
              <a:rect l="l" t="t" r="r" b="b"/>
              <a:pathLst>
                <a:path w="5043" h="3433" extrusionOk="0">
                  <a:moveTo>
                    <a:pt x="256" y="0"/>
                  </a:moveTo>
                  <a:lnTo>
                    <a:pt x="1" y="647"/>
                  </a:lnTo>
                  <a:lnTo>
                    <a:pt x="4787" y="3432"/>
                  </a:lnTo>
                  <a:lnTo>
                    <a:pt x="5042" y="2779"/>
                  </a:lnTo>
                  <a:lnTo>
                    <a:pt x="256" y="0"/>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5">
              <a:extLst>
                <a:ext uri="{FF2B5EF4-FFF2-40B4-BE49-F238E27FC236}">
                  <a16:creationId xmlns:a16="http://schemas.microsoft.com/office/drawing/2014/main" id="{4F864F1F-C57F-C407-9CBF-2C9B3F534BB1}"/>
                </a:ext>
              </a:extLst>
            </p:cNvPr>
            <p:cNvSpPr/>
            <p:nvPr/>
          </p:nvSpPr>
          <p:spPr>
            <a:xfrm>
              <a:off x="12410757" y="3178088"/>
              <a:ext cx="1148041" cy="647655"/>
            </a:xfrm>
            <a:custGeom>
              <a:avLst/>
              <a:gdLst/>
              <a:ahLst/>
              <a:cxnLst/>
              <a:rect l="l" t="t" r="r" b="b"/>
              <a:pathLst>
                <a:path w="5291" h="3077" extrusionOk="0">
                  <a:moveTo>
                    <a:pt x="505" y="0"/>
                  </a:moveTo>
                  <a:lnTo>
                    <a:pt x="0" y="297"/>
                  </a:lnTo>
                  <a:lnTo>
                    <a:pt x="4786" y="3076"/>
                  </a:lnTo>
                  <a:lnTo>
                    <a:pt x="5291" y="2785"/>
                  </a:lnTo>
                  <a:lnTo>
                    <a:pt x="505"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5">
              <a:extLst>
                <a:ext uri="{FF2B5EF4-FFF2-40B4-BE49-F238E27FC236}">
                  <a16:creationId xmlns:a16="http://schemas.microsoft.com/office/drawing/2014/main" id="{F191D31E-F7B1-9D67-F752-45A7C3E27B0E}"/>
                </a:ext>
              </a:extLst>
            </p:cNvPr>
            <p:cNvSpPr/>
            <p:nvPr/>
          </p:nvSpPr>
          <p:spPr>
            <a:xfrm>
              <a:off x="14383308" y="4726600"/>
              <a:ext cx="212640" cy="243949"/>
            </a:xfrm>
            <a:custGeom>
              <a:avLst/>
              <a:gdLst/>
              <a:ahLst/>
              <a:cxnLst/>
              <a:rect l="l" t="t" r="r" b="b"/>
              <a:pathLst>
                <a:path w="980" h="1159" extrusionOk="0">
                  <a:moveTo>
                    <a:pt x="0" y="0"/>
                  </a:moveTo>
                  <a:lnTo>
                    <a:pt x="725" y="1010"/>
                  </a:lnTo>
                  <a:lnTo>
                    <a:pt x="980" y="1158"/>
                  </a:lnTo>
                  <a:lnTo>
                    <a:pt x="262" y="149"/>
                  </a:lnTo>
                  <a:lnTo>
                    <a:pt x="0" y="0"/>
                  </a:lnTo>
                  <a:close/>
                  <a:moveTo>
                    <a:pt x="980" y="1158"/>
                  </a:moveTo>
                  <a:lnTo>
                    <a:pt x="980" y="1158"/>
                  </a:lnTo>
                  <a:lnTo>
                    <a:pt x="980" y="1158"/>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5">
              <a:extLst>
                <a:ext uri="{FF2B5EF4-FFF2-40B4-BE49-F238E27FC236}">
                  <a16:creationId xmlns:a16="http://schemas.microsoft.com/office/drawing/2014/main" id="{5453E392-24BD-148A-FF99-82C7D414C28A}"/>
                </a:ext>
              </a:extLst>
            </p:cNvPr>
            <p:cNvSpPr/>
            <p:nvPr/>
          </p:nvSpPr>
          <p:spPr>
            <a:xfrm>
              <a:off x="14383308" y="4337841"/>
              <a:ext cx="211555" cy="420123"/>
            </a:xfrm>
            <a:custGeom>
              <a:avLst/>
              <a:gdLst/>
              <a:ahLst/>
              <a:cxnLst/>
              <a:rect l="l" t="t" r="r" b="b"/>
              <a:pathLst>
                <a:path w="975" h="1996" extrusionOk="0">
                  <a:moveTo>
                    <a:pt x="719" y="1"/>
                  </a:moveTo>
                  <a:lnTo>
                    <a:pt x="0" y="1847"/>
                  </a:lnTo>
                  <a:lnTo>
                    <a:pt x="262" y="1996"/>
                  </a:lnTo>
                  <a:lnTo>
                    <a:pt x="974" y="149"/>
                  </a:lnTo>
                  <a:lnTo>
                    <a:pt x="719" y="1"/>
                  </a:lnTo>
                  <a:close/>
                </a:path>
              </a:pathLst>
            </a:custGeom>
            <a:solidFill>
              <a:srgbClr val="FFFFFF">
                <a:alpha val="47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5">
              <a:extLst>
                <a:ext uri="{FF2B5EF4-FFF2-40B4-BE49-F238E27FC236}">
                  <a16:creationId xmlns:a16="http://schemas.microsoft.com/office/drawing/2014/main" id="{3508FE06-DBA1-49FB-5ED5-2F7296537172}"/>
                </a:ext>
              </a:extLst>
            </p:cNvPr>
            <p:cNvSpPr/>
            <p:nvPr/>
          </p:nvSpPr>
          <p:spPr>
            <a:xfrm>
              <a:off x="14539099" y="4164194"/>
              <a:ext cx="366262" cy="205220"/>
            </a:xfrm>
            <a:custGeom>
              <a:avLst/>
              <a:gdLst/>
              <a:ahLst/>
              <a:cxnLst/>
              <a:rect l="l" t="t" r="r" b="b"/>
              <a:pathLst>
                <a:path w="1688" h="975" extrusionOk="0">
                  <a:moveTo>
                    <a:pt x="1432" y="0"/>
                  </a:moveTo>
                  <a:lnTo>
                    <a:pt x="1" y="826"/>
                  </a:lnTo>
                  <a:lnTo>
                    <a:pt x="256" y="974"/>
                  </a:lnTo>
                  <a:lnTo>
                    <a:pt x="1687" y="149"/>
                  </a:lnTo>
                  <a:lnTo>
                    <a:pt x="1432" y="0"/>
                  </a:lnTo>
                  <a:close/>
                </a:path>
              </a:pathLst>
            </a:custGeom>
            <a:solidFill>
              <a:srgbClr val="000000">
                <a:alpha val="29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5">
              <a:extLst>
                <a:ext uri="{FF2B5EF4-FFF2-40B4-BE49-F238E27FC236}">
                  <a16:creationId xmlns:a16="http://schemas.microsoft.com/office/drawing/2014/main" id="{434722A3-4DE1-54CB-21B2-878D089B1CCA}"/>
                </a:ext>
              </a:extLst>
            </p:cNvPr>
            <p:cNvSpPr/>
            <p:nvPr/>
          </p:nvSpPr>
          <p:spPr>
            <a:xfrm>
              <a:off x="1882175" y="2775750"/>
              <a:ext cx="122900" cy="74550"/>
            </a:xfrm>
            <a:custGeom>
              <a:avLst/>
              <a:gdLst/>
              <a:ahLst/>
              <a:cxnLst/>
              <a:rect l="l" t="t" r="r" b="b"/>
              <a:pathLst>
                <a:path w="4916" h="2982" extrusionOk="0">
                  <a:moveTo>
                    <a:pt x="119" y="0"/>
                  </a:moveTo>
                  <a:lnTo>
                    <a:pt x="4916" y="2391"/>
                  </a:lnTo>
                  <a:lnTo>
                    <a:pt x="4916" y="2833"/>
                  </a:lnTo>
                  <a:lnTo>
                    <a:pt x="4076" y="2982"/>
                  </a:lnTo>
                  <a:lnTo>
                    <a:pt x="0" y="238"/>
                  </a:lnTo>
                  <a:close/>
                </a:path>
              </a:pathLst>
            </a:custGeom>
            <a:solidFill>
              <a:schemeClr val="lt1"/>
            </a:solidFill>
            <a:ln>
              <a:noFill/>
            </a:ln>
          </p:spPr>
          <p:txBody>
            <a:bodyPr/>
            <a:lstStyle/>
            <a:p>
              <a:endParaRPr lang="en-PK"/>
            </a:p>
          </p:txBody>
        </p:sp>
        <p:sp>
          <p:nvSpPr>
            <p:cNvPr id="1299" name="Google Shape;1299;p45">
              <a:extLst>
                <a:ext uri="{FF2B5EF4-FFF2-40B4-BE49-F238E27FC236}">
                  <a16:creationId xmlns:a16="http://schemas.microsoft.com/office/drawing/2014/main" id="{2EAA95E0-3887-6B0A-1954-78A39192593A}"/>
                </a:ext>
              </a:extLst>
            </p:cNvPr>
            <p:cNvSpPr/>
            <p:nvPr/>
          </p:nvSpPr>
          <p:spPr>
            <a:xfrm>
              <a:off x="9708860" y="-1666675"/>
              <a:ext cx="121106" cy="76743"/>
            </a:xfrm>
            <a:custGeom>
              <a:avLst/>
              <a:gdLst/>
              <a:ahLst/>
              <a:cxnLst/>
              <a:rect l="l" t="t" r="r" b="b"/>
              <a:pathLst>
                <a:path w="3025" h="1976" extrusionOk="0">
                  <a:moveTo>
                    <a:pt x="0" y="0"/>
                  </a:moveTo>
                  <a:lnTo>
                    <a:pt x="3025" y="1476"/>
                  </a:lnTo>
                  <a:lnTo>
                    <a:pt x="2953" y="1786"/>
                  </a:lnTo>
                  <a:lnTo>
                    <a:pt x="2215" y="1976"/>
                  </a:lnTo>
                  <a:lnTo>
                    <a:pt x="24" y="286"/>
                  </a:lnTo>
                  <a:close/>
                </a:path>
              </a:pathLst>
            </a:custGeom>
            <a:solidFill>
              <a:schemeClr val="lt1"/>
            </a:solidFill>
            <a:ln>
              <a:noFill/>
            </a:ln>
          </p:spPr>
          <p:txBody>
            <a:bodyPr/>
            <a:lstStyle/>
            <a:p>
              <a:endParaRPr lang="en-PK"/>
            </a:p>
          </p:txBody>
        </p:sp>
      </p:grpSp>
    </p:spTree>
    <p:extLst>
      <p:ext uri="{BB962C8B-B14F-4D97-AF65-F5344CB8AC3E}">
        <p14:creationId xmlns:p14="http://schemas.microsoft.com/office/powerpoint/2010/main" val="29050339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10">
          <a:extLst>
            <a:ext uri="{FF2B5EF4-FFF2-40B4-BE49-F238E27FC236}">
              <a16:creationId xmlns:a16="http://schemas.microsoft.com/office/drawing/2014/main" id="{BD00F12E-9D67-095F-34C8-449209DBFB30}"/>
            </a:ext>
          </a:extLst>
        </p:cNvPr>
        <p:cNvGrpSpPr/>
        <p:nvPr/>
      </p:nvGrpSpPr>
      <p:grpSpPr>
        <a:xfrm>
          <a:off x="0" y="0"/>
          <a:ext cx="0" cy="0"/>
          <a:chOff x="0" y="0"/>
          <a:chExt cx="0" cy="0"/>
        </a:xfrm>
      </p:grpSpPr>
      <p:sp>
        <p:nvSpPr>
          <p:cNvPr id="511" name="Google Shape;511;p24">
            <a:extLst>
              <a:ext uri="{FF2B5EF4-FFF2-40B4-BE49-F238E27FC236}">
                <a16:creationId xmlns:a16="http://schemas.microsoft.com/office/drawing/2014/main" id="{30A83D6E-501B-BFD6-9F6D-CEAFA33228AD}"/>
              </a:ext>
            </a:extLst>
          </p:cNvPr>
          <p:cNvSpPr txBox="1">
            <a:spLocks noGrp="1"/>
          </p:cNvSpPr>
          <p:nvPr>
            <p:ph type="title"/>
          </p:nvPr>
        </p:nvSpPr>
        <p:spPr>
          <a:xfrm>
            <a:off x="901134" y="375703"/>
            <a:ext cx="7341729"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b="1" dirty="0">
                <a:solidFill>
                  <a:srgbClr val="00B050"/>
                </a:solidFill>
              </a:rPr>
              <a:t>Conclusion</a:t>
            </a:r>
            <a:endParaRPr b="1" dirty="0">
              <a:solidFill>
                <a:srgbClr val="00B050"/>
              </a:solidFill>
            </a:endParaRPr>
          </a:p>
        </p:txBody>
      </p:sp>
      <p:sp>
        <p:nvSpPr>
          <p:cNvPr id="14" name="Google Shape;1047;p34">
            <a:extLst>
              <a:ext uri="{FF2B5EF4-FFF2-40B4-BE49-F238E27FC236}">
                <a16:creationId xmlns:a16="http://schemas.microsoft.com/office/drawing/2014/main" id="{A7098550-9D07-5FD8-1F05-C62BCBE0438C}"/>
              </a:ext>
            </a:extLst>
          </p:cNvPr>
          <p:cNvSpPr txBox="1"/>
          <p:nvPr/>
        </p:nvSpPr>
        <p:spPr>
          <a:xfrm>
            <a:off x="223281" y="4508106"/>
            <a:ext cx="8697433" cy="429600"/>
          </a:xfrm>
          <a:prstGeom prst="rect">
            <a:avLst/>
          </a:prstGeom>
          <a:noFill/>
          <a:ln>
            <a:noFill/>
          </a:ln>
        </p:spPr>
        <p:txBody>
          <a:bodyPr spcFirstLastPara="1" wrap="square" lIns="91425" tIns="91425" rIns="91425" bIns="91425" anchor="ctr" anchorCtr="0">
            <a:noAutofit/>
          </a:bodyPr>
          <a:lstStyle/>
          <a:p>
            <a:pPr lvl="0" algn="ctr"/>
            <a:r>
              <a:rPr lang="en-US" sz="1700" b="1" dirty="0">
                <a:solidFill>
                  <a:schemeClr val="accent3"/>
                </a:solidFill>
                <a:latin typeface="Fira Sans Extra Condensed Medium"/>
                <a:ea typeface="Fira Sans Extra Condensed Medium"/>
                <a:cs typeface="Fira Sans Extra Condensed Medium"/>
                <a:sym typeface="Fira Sans Extra Condensed Medium"/>
              </a:rPr>
              <a:t>“JWST proves that even the most complex, uncertain, and long-duration projects can succeed when guided by disciplined project management, collaboration, and adaptability.”</a:t>
            </a:r>
          </a:p>
        </p:txBody>
      </p:sp>
      <p:grpSp>
        <p:nvGrpSpPr>
          <p:cNvPr id="10" name="Google Shape;310;p20">
            <a:extLst>
              <a:ext uri="{FF2B5EF4-FFF2-40B4-BE49-F238E27FC236}">
                <a16:creationId xmlns:a16="http://schemas.microsoft.com/office/drawing/2014/main" id="{36D01306-B088-BFCB-D0F1-1926896D4324}"/>
              </a:ext>
            </a:extLst>
          </p:cNvPr>
          <p:cNvGrpSpPr/>
          <p:nvPr/>
        </p:nvGrpSpPr>
        <p:grpSpPr>
          <a:xfrm rot="2285319">
            <a:off x="7739842" y="2275314"/>
            <a:ext cx="1006039" cy="2088019"/>
            <a:chOff x="1846275" y="1586263"/>
            <a:chExt cx="1118370" cy="2983156"/>
          </a:xfrm>
        </p:grpSpPr>
        <p:sp>
          <p:nvSpPr>
            <p:cNvPr id="11" name="Google Shape;311;p20">
              <a:extLst>
                <a:ext uri="{FF2B5EF4-FFF2-40B4-BE49-F238E27FC236}">
                  <a16:creationId xmlns:a16="http://schemas.microsoft.com/office/drawing/2014/main" id="{B46481E0-63D5-F8B2-EC8C-81CADC74E930}"/>
                </a:ext>
              </a:extLst>
            </p:cNvPr>
            <p:cNvSpPr/>
            <p:nvPr/>
          </p:nvSpPr>
          <p:spPr>
            <a:xfrm>
              <a:off x="2531112" y="2959697"/>
              <a:ext cx="433533" cy="1037249"/>
            </a:xfrm>
            <a:custGeom>
              <a:avLst/>
              <a:gdLst/>
              <a:ahLst/>
              <a:cxnLst/>
              <a:rect l="l" t="t" r="r" b="b"/>
              <a:pathLst>
                <a:path w="26231" h="62759" extrusionOk="0">
                  <a:moveTo>
                    <a:pt x="4216" y="3942"/>
                  </a:moveTo>
                  <a:cubicBezTo>
                    <a:pt x="5192" y="536"/>
                    <a:pt x="7835" y="1"/>
                    <a:pt x="10074" y="2739"/>
                  </a:cubicBezTo>
                  <a:lnTo>
                    <a:pt x="22849" y="18360"/>
                  </a:lnTo>
                  <a:cubicBezTo>
                    <a:pt x="25087" y="21099"/>
                    <a:pt x="26230" y="26159"/>
                    <a:pt x="25373" y="29600"/>
                  </a:cubicBezTo>
                  <a:lnTo>
                    <a:pt x="18003" y="59317"/>
                  </a:lnTo>
                  <a:cubicBezTo>
                    <a:pt x="17158" y="62758"/>
                    <a:pt x="16110" y="62687"/>
                    <a:pt x="15681" y="59175"/>
                  </a:cubicBezTo>
                  <a:lnTo>
                    <a:pt x="13455" y="40827"/>
                  </a:lnTo>
                  <a:cubicBezTo>
                    <a:pt x="13026" y="37315"/>
                    <a:pt x="10597" y="32421"/>
                    <a:pt x="8061" y="29957"/>
                  </a:cubicBezTo>
                  <a:lnTo>
                    <a:pt x="3823" y="25837"/>
                  </a:lnTo>
                  <a:cubicBezTo>
                    <a:pt x="1275" y="23373"/>
                    <a:pt x="1" y="18574"/>
                    <a:pt x="977" y="1516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12;p20">
              <a:extLst>
                <a:ext uri="{FF2B5EF4-FFF2-40B4-BE49-F238E27FC236}">
                  <a16:creationId xmlns:a16="http://schemas.microsoft.com/office/drawing/2014/main" id="{65BFB40B-0F7B-357D-1B35-B1B730850968}"/>
                </a:ext>
              </a:extLst>
            </p:cNvPr>
            <p:cNvSpPr/>
            <p:nvPr/>
          </p:nvSpPr>
          <p:spPr>
            <a:xfrm>
              <a:off x="1846275" y="2959697"/>
              <a:ext cx="433516" cy="1037249"/>
            </a:xfrm>
            <a:custGeom>
              <a:avLst/>
              <a:gdLst/>
              <a:ahLst/>
              <a:cxnLst/>
              <a:rect l="l" t="t" r="r" b="b"/>
              <a:pathLst>
                <a:path w="26230" h="62759" extrusionOk="0">
                  <a:moveTo>
                    <a:pt x="22015" y="3942"/>
                  </a:moveTo>
                  <a:cubicBezTo>
                    <a:pt x="21038" y="536"/>
                    <a:pt x="18395" y="1"/>
                    <a:pt x="16157" y="2739"/>
                  </a:cubicBezTo>
                  <a:lnTo>
                    <a:pt x="3382" y="18360"/>
                  </a:lnTo>
                  <a:cubicBezTo>
                    <a:pt x="1143" y="21099"/>
                    <a:pt x="0" y="26159"/>
                    <a:pt x="857" y="29600"/>
                  </a:cubicBezTo>
                  <a:lnTo>
                    <a:pt x="8215" y="59317"/>
                  </a:lnTo>
                  <a:cubicBezTo>
                    <a:pt x="9073" y="62758"/>
                    <a:pt x="10120" y="62687"/>
                    <a:pt x="10549" y="59175"/>
                  </a:cubicBezTo>
                  <a:lnTo>
                    <a:pt x="12776" y="40827"/>
                  </a:lnTo>
                  <a:cubicBezTo>
                    <a:pt x="13204" y="37315"/>
                    <a:pt x="15633" y="32421"/>
                    <a:pt x="18169" y="29957"/>
                  </a:cubicBezTo>
                  <a:lnTo>
                    <a:pt x="22408" y="25837"/>
                  </a:lnTo>
                  <a:cubicBezTo>
                    <a:pt x="24956" y="23373"/>
                    <a:pt x="26230" y="18574"/>
                    <a:pt x="25253" y="1516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13;p20">
              <a:extLst>
                <a:ext uri="{FF2B5EF4-FFF2-40B4-BE49-F238E27FC236}">
                  <a16:creationId xmlns:a16="http://schemas.microsoft.com/office/drawing/2014/main" id="{58A82D54-875A-AC76-456E-437E7EC6887D}"/>
                </a:ext>
              </a:extLst>
            </p:cNvPr>
            <p:cNvSpPr/>
            <p:nvPr/>
          </p:nvSpPr>
          <p:spPr>
            <a:xfrm>
              <a:off x="1961795" y="1586263"/>
              <a:ext cx="881197" cy="2262202"/>
            </a:xfrm>
            <a:custGeom>
              <a:avLst/>
              <a:gdLst/>
              <a:ahLst/>
              <a:cxnLst/>
              <a:rect l="l" t="t" r="r" b="b"/>
              <a:pathLst>
                <a:path w="53317" h="136875" extrusionOk="0">
                  <a:moveTo>
                    <a:pt x="26658" y="0"/>
                  </a:moveTo>
                  <a:cubicBezTo>
                    <a:pt x="26658" y="0"/>
                    <a:pt x="2870" y="29706"/>
                    <a:pt x="1441" y="46875"/>
                  </a:cubicBezTo>
                  <a:cubicBezTo>
                    <a:pt x="0" y="64056"/>
                    <a:pt x="21300" y="136874"/>
                    <a:pt x="21300" y="136874"/>
                  </a:cubicBezTo>
                  <a:lnTo>
                    <a:pt x="32028" y="136874"/>
                  </a:lnTo>
                  <a:cubicBezTo>
                    <a:pt x="32028" y="136874"/>
                    <a:pt x="53316" y="64056"/>
                    <a:pt x="51888" y="46875"/>
                  </a:cubicBezTo>
                  <a:cubicBezTo>
                    <a:pt x="50459" y="29706"/>
                    <a:pt x="26658" y="0"/>
                    <a:pt x="266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314;p20">
              <a:extLst>
                <a:ext uri="{FF2B5EF4-FFF2-40B4-BE49-F238E27FC236}">
                  <a16:creationId xmlns:a16="http://schemas.microsoft.com/office/drawing/2014/main" id="{19879A13-1CD2-7B94-878F-5914DF85EA19}"/>
                </a:ext>
              </a:extLst>
            </p:cNvPr>
            <p:cNvSpPr/>
            <p:nvPr/>
          </p:nvSpPr>
          <p:spPr>
            <a:xfrm>
              <a:off x="2283941" y="3757712"/>
              <a:ext cx="237137" cy="90934"/>
            </a:xfrm>
            <a:custGeom>
              <a:avLst/>
              <a:gdLst/>
              <a:ahLst/>
              <a:cxnLst/>
              <a:rect l="l" t="t" r="r" b="b"/>
              <a:pathLst>
                <a:path w="14348" h="5502" extrusionOk="0">
                  <a:moveTo>
                    <a:pt x="1" y="0"/>
                  </a:moveTo>
                  <a:cubicBezTo>
                    <a:pt x="1120" y="3453"/>
                    <a:pt x="1810" y="5501"/>
                    <a:pt x="1810" y="5501"/>
                  </a:cubicBezTo>
                  <a:lnTo>
                    <a:pt x="7168" y="5501"/>
                  </a:lnTo>
                  <a:lnTo>
                    <a:pt x="12538" y="5501"/>
                  </a:lnTo>
                  <a:cubicBezTo>
                    <a:pt x="12538" y="5501"/>
                    <a:pt x="13228" y="3453"/>
                    <a:pt x="143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15;p20">
              <a:extLst>
                <a:ext uri="{FF2B5EF4-FFF2-40B4-BE49-F238E27FC236}">
                  <a16:creationId xmlns:a16="http://schemas.microsoft.com/office/drawing/2014/main" id="{31879890-86E1-16F4-B822-8490A22C28F6}"/>
                </a:ext>
              </a:extLst>
            </p:cNvPr>
            <p:cNvSpPr/>
            <p:nvPr/>
          </p:nvSpPr>
          <p:spPr>
            <a:xfrm>
              <a:off x="2136339" y="2422839"/>
              <a:ext cx="523459" cy="523442"/>
            </a:xfrm>
            <a:custGeom>
              <a:avLst/>
              <a:gdLst/>
              <a:ahLst/>
              <a:cxnLst/>
              <a:rect l="l" t="t" r="r" b="b"/>
              <a:pathLst>
                <a:path w="31672" h="31671" extrusionOk="0">
                  <a:moveTo>
                    <a:pt x="31672" y="15836"/>
                  </a:moveTo>
                  <a:cubicBezTo>
                    <a:pt x="31672" y="24575"/>
                    <a:pt x="24575" y="31671"/>
                    <a:pt x="15836" y="31671"/>
                  </a:cubicBezTo>
                  <a:cubicBezTo>
                    <a:pt x="7085" y="31671"/>
                    <a:pt x="1" y="24575"/>
                    <a:pt x="1" y="15836"/>
                  </a:cubicBezTo>
                  <a:cubicBezTo>
                    <a:pt x="1" y="7085"/>
                    <a:pt x="7085" y="0"/>
                    <a:pt x="15836" y="0"/>
                  </a:cubicBezTo>
                  <a:cubicBezTo>
                    <a:pt x="24575" y="0"/>
                    <a:pt x="31672" y="7085"/>
                    <a:pt x="31672" y="1583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16;p20">
              <a:extLst>
                <a:ext uri="{FF2B5EF4-FFF2-40B4-BE49-F238E27FC236}">
                  <a16:creationId xmlns:a16="http://schemas.microsoft.com/office/drawing/2014/main" id="{B69F5D3D-0B55-B3C9-E1C7-4911F999D497}"/>
                </a:ext>
              </a:extLst>
            </p:cNvPr>
            <p:cNvSpPr/>
            <p:nvPr/>
          </p:nvSpPr>
          <p:spPr>
            <a:xfrm>
              <a:off x="2213692" y="2500179"/>
              <a:ext cx="368778" cy="368778"/>
            </a:xfrm>
            <a:custGeom>
              <a:avLst/>
              <a:gdLst/>
              <a:ahLst/>
              <a:cxnLst/>
              <a:rect l="l" t="t" r="r" b="b"/>
              <a:pathLst>
                <a:path w="22313" h="22313" extrusionOk="0">
                  <a:moveTo>
                    <a:pt x="11156" y="1"/>
                  </a:moveTo>
                  <a:cubicBezTo>
                    <a:pt x="4989" y="1"/>
                    <a:pt x="0" y="4989"/>
                    <a:pt x="0" y="11157"/>
                  </a:cubicBezTo>
                  <a:cubicBezTo>
                    <a:pt x="0" y="17312"/>
                    <a:pt x="4989" y="22313"/>
                    <a:pt x="11156" y="22313"/>
                  </a:cubicBezTo>
                  <a:cubicBezTo>
                    <a:pt x="17324" y="22313"/>
                    <a:pt x="22312" y="17312"/>
                    <a:pt x="22312" y="11157"/>
                  </a:cubicBezTo>
                  <a:cubicBezTo>
                    <a:pt x="22312" y="4989"/>
                    <a:pt x="17324" y="1"/>
                    <a:pt x="11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17;p20">
              <a:extLst>
                <a:ext uri="{FF2B5EF4-FFF2-40B4-BE49-F238E27FC236}">
                  <a16:creationId xmlns:a16="http://schemas.microsoft.com/office/drawing/2014/main" id="{FE7DB1EB-0A1B-DDCC-F3CA-F9F2DC12E4E0}"/>
                </a:ext>
              </a:extLst>
            </p:cNvPr>
            <p:cNvSpPr/>
            <p:nvPr/>
          </p:nvSpPr>
          <p:spPr>
            <a:xfrm>
              <a:off x="2140091" y="3877528"/>
              <a:ext cx="524831" cy="691891"/>
            </a:xfrm>
            <a:custGeom>
              <a:avLst/>
              <a:gdLst/>
              <a:ahLst/>
              <a:cxnLst/>
              <a:rect l="l" t="t" r="r" b="b"/>
              <a:pathLst>
                <a:path w="31755" h="41863" extrusionOk="0">
                  <a:moveTo>
                    <a:pt x="21420" y="0"/>
                  </a:moveTo>
                  <a:lnTo>
                    <a:pt x="15871" y="0"/>
                  </a:lnTo>
                  <a:lnTo>
                    <a:pt x="10335" y="0"/>
                  </a:lnTo>
                  <a:cubicBezTo>
                    <a:pt x="10335" y="0"/>
                    <a:pt x="0" y="8585"/>
                    <a:pt x="4453" y="22896"/>
                  </a:cubicBezTo>
                  <a:lnTo>
                    <a:pt x="10335" y="14074"/>
                  </a:lnTo>
                  <a:cubicBezTo>
                    <a:pt x="10335" y="14074"/>
                    <a:pt x="7465" y="26123"/>
                    <a:pt x="15871" y="41863"/>
                  </a:cubicBezTo>
                  <a:cubicBezTo>
                    <a:pt x="24289" y="26123"/>
                    <a:pt x="21420" y="14074"/>
                    <a:pt x="21420" y="14074"/>
                  </a:cubicBezTo>
                  <a:lnTo>
                    <a:pt x="27301" y="22896"/>
                  </a:lnTo>
                  <a:cubicBezTo>
                    <a:pt x="31754" y="8585"/>
                    <a:pt x="21420" y="0"/>
                    <a:pt x="21420" y="0"/>
                  </a:cubicBezTo>
                  <a:close/>
                </a:path>
              </a:pathLst>
            </a:custGeom>
            <a:gradFill>
              <a:gsLst>
                <a:gs pos="0">
                  <a:srgbClr val="FCBD24"/>
                </a:gs>
                <a:gs pos="100000">
                  <a:srgbClr val="FF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18;p20">
              <a:extLst>
                <a:ext uri="{FF2B5EF4-FFF2-40B4-BE49-F238E27FC236}">
                  <a16:creationId xmlns:a16="http://schemas.microsoft.com/office/drawing/2014/main" id="{69C4B9D7-1BAA-A27E-4F2F-CB9E58ED5C06}"/>
                </a:ext>
              </a:extLst>
            </p:cNvPr>
            <p:cNvSpPr/>
            <p:nvPr/>
          </p:nvSpPr>
          <p:spPr>
            <a:xfrm>
              <a:off x="2122570" y="1586263"/>
              <a:ext cx="559853" cy="681065"/>
            </a:xfrm>
            <a:custGeom>
              <a:avLst/>
              <a:gdLst/>
              <a:ahLst/>
              <a:cxnLst/>
              <a:rect l="l" t="t" r="r" b="b"/>
              <a:pathLst>
                <a:path w="33874" h="41208" extrusionOk="0">
                  <a:moveTo>
                    <a:pt x="1" y="25063"/>
                  </a:moveTo>
                  <a:lnTo>
                    <a:pt x="16931" y="41208"/>
                  </a:lnTo>
                  <a:lnTo>
                    <a:pt x="33862" y="25063"/>
                  </a:lnTo>
                  <a:lnTo>
                    <a:pt x="33874" y="25063"/>
                  </a:lnTo>
                  <a:cubicBezTo>
                    <a:pt x="26504" y="11942"/>
                    <a:pt x="16931" y="0"/>
                    <a:pt x="16931" y="0"/>
                  </a:cubicBezTo>
                  <a:cubicBezTo>
                    <a:pt x="16931" y="0"/>
                    <a:pt x="7370" y="11942"/>
                    <a:pt x="1" y="2506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A2642832-5037-80AC-BF97-B2931C95D8B7}"/>
              </a:ext>
            </a:extLst>
          </p:cNvPr>
          <p:cNvSpPr txBox="1"/>
          <p:nvPr/>
        </p:nvSpPr>
        <p:spPr>
          <a:xfrm>
            <a:off x="384634" y="849963"/>
            <a:ext cx="8264813" cy="1169551"/>
          </a:xfrm>
          <a:prstGeom prst="rect">
            <a:avLst/>
          </a:prstGeom>
          <a:noFill/>
        </p:spPr>
        <p:txBody>
          <a:bodyPr wrap="square">
            <a:spAutoFit/>
          </a:bodyPr>
          <a:lstStyle/>
          <a:p>
            <a:pPr algn="just"/>
            <a:r>
              <a:rPr lang="en-PK" dirty="0"/>
              <a:t>The James Webb Space Telescope stands as one of the most ambitious and instructive megaprojects ever delivered. Across 25+ years, changing requirements, unprecedented engineering challenges, international coordination, and repeated setbacks pushed the limits of project management discipline. Yet the project ultimately succeeded because of structured governance, adaptive planning, strong stakeholder alignment, and a commitment to continuous testing and problem-solving.</a:t>
            </a:r>
          </a:p>
        </p:txBody>
      </p:sp>
      <p:sp>
        <p:nvSpPr>
          <p:cNvPr id="7" name="TextBox 6">
            <a:extLst>
              <a:ext uri="{FF2B5EF4-FFF2-40B4-BE49-F238E27FC236}">
                <a16:creationId xmlns:a16="http://schemas.microsoft.com/office/drawing/2014/main" id="{C8CB254A-5EB0-63FA-40AC-FA8F1DD0FDCE}"/>
              </a:ext>
            </a:extLst>
          </p:cNvPr>
          <p:cNvSpPr txBox="1"/>
          <p:nvPr/>
        </p:nvSpPr>
        <p:spPr>
          <a:xfrm>
            <a:off x="708022" y="2112033"/>
            <a:ext cx="7438719" cy="2246769"/>
          </a:xfrm>
          <a:prstGeom prst="rect">
            <a:avLst/>
          </a:prstGeom>
          <a:noFill/>
        </p:spPr>
        <p:txBody>
          <a:bodyPr wrap="square">
            <a:spAutoFit/>
          </a:bodyPr>
          <a:lstStyle/>
          <a:p>
            <a:pPr marL="285750" indent="-285750" algn="just">
              <a:buFont typeface="Arial" panose="020B0604020202020204" pitchFamily="34" charset="0"/>
              <a:buChar char="•"/>
            </a:pPr>
            <a:r>
              <a:rPr lang="en-PK" dirty="0"/>
              <a:t>JWST demonstrates how visionary, high-risk projects require long-term strategic commitment</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Effective stakeholder coordination is essential for multi-agency global programs</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Strong risk management and re-baselining can revive failing projects</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Modern tools, systems engineering, and iterative testing were critical enablers</a:t>
            </a:r>
          </a:p>
          <a:p>
            <a:pPr marL="285750" indent="-285750" algn="just">
              <a:buFont typeface="Arial" panose="020B0604020202020204" pitchFamily="34" charset="0"/>
              <a:buChar char="•"/>
            </a:pPr>
            <a:endParaRPr lang="en-PK" dirty="0"/>
          </a:p>
          <a:p>
            <a:pPr marL="285750" indent="-285750" algn="just">
              <a:buFont typeface="Arial" panose="020B0604020202020204" pitchFamily="34" charset="0"/>
              <a:buChar char="•"/>
            </a:pPr>
            <a:r>
              <a:rPr lang="en-PK" dirty="0"/>
              <a:t>JWST provides a blueprint for managing future space and scientific megaprojects</a:t>
            </a:r>
          </a:p>
        </p:txBody>
      </p:sp>
    </p:spTree>
    <p:extLst>
      <p:ext uri="{BB962C8B-B14F-4D97-AF65-F5344CB8AC3E}">
        <p14:creationId xmlns:p14="http://schemas.microsoft.com/office/powerpoint/2010/main" val="38381012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40">
          <a:extLst>
            <a:ext uri="{FF2B5EF4-FFF2-40B4-BE49-F238E27FC236}">
              <a16:creationId xmlns:a16="http://schemas.microsoft.com/office/drawing/2014/main" id="{CF0E2C2F-7666-A5E6-066C-3EB5B6CDDDB0}"/>
            </a:ext>
          </a:extLst>
        </p:cNvPr>
        <p:cNvGrpSpPr/>
        <p:nvPr/>
      </p:nvGrpSpPr>
      <p:grpSpPr>
        <a:xfrm>
          <a:off x="0" y="0"/>
          <a:ext cx="0" cy="0"/>
          <a:chOff x="0" y="0"/>
          <a:chExt cx="0" cy="0"/>
        </a:xfrm>
      </p:grpSpPr>
      <p:grpSp>
        <p:nvGrpSpPr>
          <p:cNvPr id="641" name="Google Shape;641;p27">
            <a:extLst>
              <a:ext uri="{FF2B5EF4-FFF2-40B4-BE49-F238E27FC236}">
                <a16:creationId xmlns:a16="http://schemas.microsoft.com/office/drawing/2014/main" id="{7FFBDB7B-F1FD-3853-0B44-C17DDEA1FEA0}"/>
              </a:ext>
            </a:extLst>
          </p:cNvPr>
          <p:cNvGrpSpPr/>
          <p:nvPr/>
        </p:nvGrpSpPr>
        <p:grpSpPr>
          <a:xfrm>
            <a:off x="141291" y="1339574"/>
            <a:ext cx="3773082" cy="3291900"/>
            <a:chOff x="2685450" y="1246995"/>
            <a:chExt cx="3773082" cy="3291900"/>
          </a:xfrm>
        </p:grpSpPr>
        <p:sp>
          <p:nvSpPr>
            <p:cNvPr id="642" name="Google Shape;642;p27">
              <a:extLst>
                <a:ext uri="{FF2B5EF4-FFF2-40B4-BE49-F238E27FC236}">
                  <a16:creationId xmlns:a16="http://schemas.microsoft.com/office/drawing/2014/main" id="{0D7A6C82-38CC-0451-2671-DD8B709E99E7}"/>
                </a:ext>
              </a:extLst>
            </p:cNvPr>
            <p:cNvSpPr/>
            <p:nvPr/>
          </p:nvSpPr>
          <p:spPr>
            <a:xfrm>
              <a:off x="2926147" y="1246995"/>
              <a:ext cx="3291900" cy="3291900"/>
            </a:xfrm>
            <a:prstGeom prst="arc">
              <a:avLst>
                <a:gd name="adj1" fmla="val 8445858"/>
                <a:gd name="adj2" fmla="val 2624492"/>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7">
              <a:extLst>
                <a:ext uri="{FF2B5EF4-FFF2-40B4-BE49-F238E27FC236}">
                  <a16:creationId xmlns:a16="http://schemas.microsoft.com/office/drawing/2014/main" id="{1CC8CE83-B0AD-E6BB-F151-1FE9B261D80D}"/>
                </a:ext>
              </a:extLst>
            </p:cNvPr>
            <p:cNvSpPr/>
            <p:nvPr/>
          </p:nvSpPr>
          <p:spPr>
            <a:xfrm>
              <a:off x="5385310" y="1419304"/>
              <a:ext cx="482424" cy="482424"/>
            </a:xfrm>
            <a:custGeom>
              <a:avLst/>
              <a:gdLst/>
              <a:ahLst/>
              <a:cxnLst/>
              <a:rect l="l" t="t" r="r" b="b"/>
              <a:pathLst>
                <a:path w="19563" h="19563" extrusionOk="0">
                  <a:moveTo>
                    <a:pt x="9788" y="1"/>
                  </a:moveTo>
                  <a:cubicBezTo>
                    <a:pt x="4382" y="1"/>
                    <a:pt x="1" y="4382"/>
                    <a:pt x="1" y="9788"/>
                  </a:cubicBezTo>
                  <a:cubicBezTo>
                    <a:pt x="1" y="15181"/>
                    <a:pt x="4382" y="19563"/>
                    <a:pt x="9788" y="19563"/>
                  </a:cubicBezTo>
                  <a:cubicBezTo>
                    <a:pt x="15181" y="19563"/>
                    <a:pt x="19563" y="15181"/>
                    <a:pt x="19563" y="9788"/>
                  </a:cubicBezTo>
                  <a:cubicBezTo>
                    <a:pt x="19563" y="4382"/>
                    <a:pt x="15181" y="1"/>
                    <a:pt x="97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endParaRPr dirty="0">
                <a:solidFill>
                  <a:srgbClr val="FFFFFF"/>
                </a:solidFill>
              </a:endParaRPr>
            </a:p>
          </p:txBody>
        </p:sp>
        <p:sp>
          <p:nvSpPr>
            <p:cNvPr id="644" name="Google Shape;644;p27">
              <a:extLst>
                <a:ext uri="{FF2B5EF4-FFF2-40B4-BE49-F238E27FC236}">
                  <a16:creationId xmlns:a16="http://schemas.microsoft.com/office/drawing/2014/main" id="{DA67EA87-5845-8FB9-D5AF-E65936F5A666}"/>
                </a:ext>
              </a:extLst>
            </p:cNvPr>
            <p:cNvSpPr/>
            <p:nvPr/>
          </p:nvSpPr>
          <p:spPr>
            <a:xfrm>
              <a:off x="5613621" y="3595288"/>
              <a:ext cx="482424" cy="482424"/>
            </a:xfrm>
            <a:custGeom>
              <a:avLst/>
              <a:gdLst/>
              <a:ahLst/>
              <a:cxnLst/>
              <a:rect l="l" t="t" r="r" b="b"/>
              <a:pathLst>
                <a:path w="19563" h="19563" extrusionOk="0">
                  <a:moveTo>
                    <a:pt x="9787" y="1"/>
                  </a:moveTo>
                  <a:cubicBezTo>
                    <a:pt x="4382" y="1"/>
                    <a:pt x="0" y="4382"/>
                    <a:pt x="0" y="9788"/>
                  </a:cubicBezTo>
                  <a:cubicBezTo>
                    <a:pt x="0" y="15181"/>
                    <a:pt x="4382" y="19563"/>
                    <a:pt x="9787" y="19563"/>
                  </a:cubicBezTo>
                  <a:cubicBezTo>
                    <a:pt x="15181" y="19563"/>
                    <a:pt x="19562" y="15181"/>
                    <a:pt x="19562" y="9788"/>
                  </a:cubicBezTo>
                  <a:cubicBezTo>
                    <a:pt x="19562" y="4382"/>
                    <a:pt x="15181" y="1"/>
                    <a:pt x="978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endParaRPr dirty="0">
                <a:solidFill>
                  <a:srgbClr val="FFFFFF"/>
                </a:solidFill>
              </a:endParaRPr>
            </a:p>
          </p:txBody>
        </p:sp>
        <p:sp>
          <p:nvSpPr>
            <p:cNvPr id="645" name="Google Shape;645;p27">
              <a:extLst>
                <a:ext uri="{FF2B5EF4-FFF2-40B4-BE49-F238E27FC236}">
                  <a16:creationId xmlns:a16="http://schemas.microsoft.com/office/drawing/2014/main" id="{0516C0E5-1359-C976-D43C-317A9403D6F5}"/>
                </a:ext>
              </a:extLst>
            </p:cNvPr>
            <p:cNvSpPr/>
            <p:nvPr/>
          </p:nvSpPr>
          <p:spPr>
            <a:xfrm>
              <a:off x="5976108" y="2510776"/>
              <a:ext cx="482424" cy="482424"/>
            </a:xfrm>
            <a:custGeom>
              <a:avLst/>
              <a:gdLst/>
              <a:ahLst/>
              <a:cxnLst/>
              <a:rect l="l" t="t" r="r" b="b"/>
              <a:pathLst>
                <a:path w="19563" h="19563" extrusionOk="0">
                  <a:moveTo>
                    <a:pt x="9775" y="0"/>
                  </a:moveTo>
                  <a:cubicBezTo>
                    <a:pt x="4382" y="0"/>
                    <a:pt x="0" y="4382"/>
                    <a:pt x="0" y="9787"/>
                  </a:cubicBezTo>
                  <a:cubicBezTo>
                    <a:pt x="0" y="15181"/>
                    <a:pt x="4382" y="19562"/>
                    <a:pt x="9775" y="19562"/>
                  </a:cubicBezTo>
                  <a:cubicBezTo>
                    <a:pt x="15181" y="19562"/>
                    <a:pt x="19562" y="15181"/>
                    <a:pt x="19562" y="9787"/>
                  </a:cubicBezTo>
                  <a:cubicBezTo>
                    <a:pt x="19562" y="4382"/>
                    <a:pt x="15181" y="0"/>
                    <a:pt x="977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endParaRPr dirty="0">
                <a:solidFill>
                  <a:srgbClr val="FFFFFF"/>
                </a:solidFill>
              </a:endParaRPr>
            </a:p>
          </p:txBody>
        </p:sp>
        <p:sp>
          <p:nvSpPr>
            <p:cNvPr id="646" name="Google Shape;646;p27">
              <a:extLst>
                <a:ext uri="{FF2B5EF4-FFF2-40B4-BE49-F238E27FC236}">
                  <a16:creationId xmlns:a16="http://schemas.microsoft.com/office/drawing/2014/main" id="{E7585103-B4A2-8B35-7DD8-AC0781ED73C5}"/>
                </a:ext>
              </a:extLst>
            </p:cNvPr>
            <p:cNvSpPr/>
            <p:nvPr/>
          </p:nvSpPr>
          <p:spPr>
            <a:xfrm>
              <a:off x="2685450" y="2510776"/>
              <a:ext cx="482128" cy="482424"/>
            </a:xfrm>
            <a:custGeom>
              <a:avLst/>
              <a:gdLst/>
              <a:ahLst/>
              <a:cxnLst/>
              <a:rect l="l" t="t" r="r" b="b"/>
              <a:pathLst>
                <a:path w="19551" h="19563" extrusionOk="0">
                  <a:moveTo>
                    <a:pt x="9776" y="0"/>
                  </a:moveTo>
                  <a:cubicBezTo>
                    <a:pt x="4370" y="0"/>
                    <a:pt x="1" y="4382"/>
                    <a:pt x="1" y="9787"/>
                  </a:cubicBezTo>
                  <a:cubicBezTo>
                    <a:pt x="1" y="15181"/>
                    <a:pt x="4370" y="19562"/>
                    <a:pt x="9776" y="19562"/>
                  </a:cubicBezTo>
                  <a:cubicBezTo>
                    <a:pt x="15181" y="19562"/>
                    <a:pt x="19551" y="15181"/>
                    <a:pt x="19551" y="9787"/>
                  </a:cubicBezTo>
                  <a:cubicBezTo>
                    <a:pt x="19551" y="4382"/>
                    <a:pt x="15181" y="0"/>
                    <a:pt x="97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endParaRPr dirty="0">
                <a:solidFill>
                  <a:srgbClr val="FFFFFF"/>
                </a:solidFill>
              </a:endParaRPr>
            </a:p>
          </p:txBody>
        </p:sp>
        <p:sp>
          <p:nvSpPr>
            <p:cNvPr id="647" name="Google Shape;647;p27">
              <a:extLst>
                <a:ext uri="{FF2B5EF4-FFF2-40B4-BE49-F238E27FC236}">
                  <a16:creationId xmlns:a16="http://schemas.microsoft.com/office/drawing/2014/main" id="{925F1CF7-2D19-FBA1-7E93-C593429A56F4}"/>
                </a:ext>
              </a:extLst>
            </p:cNvPr>
            <p:cNvSpPr/>
            <p:nvPr/>
          </p:nvSpPr>
          <p:spPr>
            <a:xfrm>
              <a:off x="3027098" y="3595288"/>
              <a:ext cx="482128" cy="482424"/>
            </a:xfrm>
            <a:custGeom>
              <a:avLst/>
              <a:gdLst/>
              <a:ahLst/>
              <a:cxnLst/>
              <a:rect l="l" t="t" r="r" b="b"/>
              <a:pathLst>
                <a:path w="19551" h="19563" extrusionOk="0">
                  <a:moveTo>
                    <a:pt x="9775" y="1"/>
                  </a:moveTo>
                  <a:cubicBezTo>
                    <a:pt x="4370" y="1"/>
                    <a:pt x="0" y="4382"/>
                    <a:pt x="0" y="9788"/>
                  </a:cubicBezTo>
                  <a:cubicBezTo>
                    <a:pt x="0" y="15181"/>
                    <a:pt x="4370" y="19563"/>
                    <a:pt x="9775" y="19563"/>
                  </a:cubicBezTo>
                  <a:cubicBezTo>
                    <a:pt x="15169" y="19563"/>
                    <a:pt x="19550" y="15181"/>
                    <a:pt x="19550" y="9788"/>
                  </a:cubicBezTo>
                  <a:cubicBezTo>
                    <a:pt x="19550" y="4382"/>
                    <a:pt x="15169" y="1"/>
                    <a:pt x="97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endParaRPr dirty="0">
                <a:solidFill>
                  <a:srgbClr val="FFFFFF"/>
                </a:solidFill>
              </a:endParaRPr>
            </a:p>
          </p:txBody>
        </p:sp>
        <p:sp>
          <p:nvSpPr>
            <p:cNvPr id="648" name="Google Shape;648;p27">
              <a:extLst>
                <a:ext uri="{FF2B5EF4-FFF2-40B4-BE49-F238E27FC236}">
                  <a16:creationId xmlns:a16="http://schemas.microsoft.com/office/drawing/2014/main" id="{E636557B-7F1E-E631-6324-2C3772263D62}"/>
                </a:ext>
              </a:extLst>
            </p:cNvPr>
            <p:cNvSpPr/>
            <p:nvPr/>
          </p:nvSpPr>
          <p:spPr>
            <a:xfrm>
              <a:off x="3255692" y="1419304"/>
              <a:ext cx="482424" cy="482424"/>
            </a:xfrm>
            <a:custGeom>
              <a:avLst/>
              <a:gdLst/>
              <a:ahLst/>
              <a:cxnLst/>
              <a:rect l="l" t="t" r="r" b="b"/>
              <a:pathLst>
                <a:path w="19563" h="19563" extrusionOk="0">
                  <a:moveTo>
                    <a:pt x="9788" y="1"/>
                  </a:moveTo>
                  <a:cubicBezTo>
                    <a:pt x="4382" y="1"/>
                    <a:pt x="1" y="4382"/>
                    <a:pt x="1" y="9788"/>
                  </a:cubicBezTo>
                  <a:cubicBezTo>
                    <a:pt x="1" y="15181"/>
                    <a:pt x="4382" y="19563"/>
                    <a:pt x="9788" y="19563"/>
                  </a:cubicBezTo>
                  <a:cubicBezTo>
                    <a:pt x="15181" y="19563"/>
                    <a:pt x="19563" y="15181"/>
                    <a:pt x="19563" y="9788"/>
                  </a:cubicBezTo>
                  <a:cubicBezTo>
                    <a:pt x="19563" y="4382"/>
                    <a:pt x="15181" y="1"/>
                    <a:pt x="97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endParaRPr dirty="0">
                <a:solidFill>
                  <a:srgbClr val="FFFFFF"/>
                </a:solidFill>
              </a:endParaRPr>
            </a:p>
          </p:txBody>
        </p:sp>
      </p:grpSp>
      <p:sp>
        <p:nvSpPr>
          <p:cNvPr id="650" name="Google Shape;650;p27">
            <a:extLst>
              <a:ext uri="{FF2B5EF4-FFF2-40B4-BE49-F238E27FC236}">
                <a16:creationId xmlns:a16="http://schemas.microsoft.com/office/drawing/2014/main" id="{E3DFAA1D-8882-BC59-FB47-DA83D8B52174}"/>
              </a:ext>
            </a:extLst>
          </p:cNvPr>
          <p:cNvSpPr/>
          <p:nvPr/>
        </p:nvSpPr>
        <p:spPr>
          <a:xfrm>
            <a:off x="1525835" y="1924884"/>
            <a:ext cx="973932" cy="1835637"/>
          </a:xfrm>
          <a:custGeom>
            <a:avLst/>
            <a:gdLst/>
            <a:ahLst/>
            <a:cxnLst/>
            <a:rect l="l" t="t" r="r" b="b"/>
            <a:pathLst>
              <a:path w="40840" h="76974" extrusionOk="0">
                <a:moveTo>
                  <a:pt x="20794" y="0"/>
                </a:moveTo>
                <a:cubicBezTo>
                  <a:pt x="20651" y="0"/>
                  <a:pt x="20507" y="4"/>
                  <a:pt x="20361" y="11"/>
                </a:cubicBezTo>
                <a:cubicBezTo>
                  <a:pt x="11276" y="476"/>
                  <a:pt x="8323" y="17335"/>
                  <a:pt x="7454" y="24931"/>
                </a:cubicBezTo>
                <a:cubicBezTo>
                  <a:pt x="7228" y="26884"/>
                  <a:pt x="7121" y="28848"/>
                  <a:pt x="7121" y="30813"/>
                </a:cubicBezTo>
                <a:lnTo>
                  <a:pt x="7121" y="70115"/>
                </a:lnTo>
                <a:lnTo>
                  <a:pt x="1" y="76973"/>
                </a:lnTo>
                <a:lnTo>
                  <a:pt x="40839" y="76973"/>
                </a:lnTo>
                <a:lnTo>
                  <a:pt x="34505" y="70115"/>
                </a:lnTo>
                <a:lnTo>
                  <a:pt x="34505" y="28598"/>
                </a:lnTo>
                <a:cubicBezTo>
                  <a:pt x="34505" y="28598"/>
                  <a:pt x="33341" y="0"/>
                  <a:pt x="207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7">
            <a:extLst>
              <a:ext uri="{FF2B5EF4-FFF2-40B4-BE49-F238E27FC236}">
                <a16:creationId xmlns:a16="http://schemas.microsoft.com/office/drawing/2014/main" id="{F10D4FA4-2E27-1A7B-D790-316AAB27226C}"/>
              </a:ext>
            </a:extLst>
          </p:cNvPr>
          <p:cNvSpPr/>
          <p:nvPr/>
        </p:nvSpPr>
        <p:spPr>
          <a:xfrm>
            <a:off x="1525835" y="1924884"/>
            <a:ext cx="973932" cy="1835637"/>
          </a:xfrm>
          <a:custGeom>
            <a:avLst/>
            <a:gdLst/>
            <a:ahLst/>
            <a:cxnLst/>
            <a:rect l="l" t="t" r="r" b="b"/>
            <a:pathLst>
              <a:path w="40840" h="76974" extrusionOk="0">
                <a:moveTo>
                  <a:pt x="20794" y="0"/>
                </a:moveTo>
                <a:cubicBezTo>
                  <a:pt x="20651" y="0"/>
                  <a:pt x="20507" y="4"/>
                  <a:pt x="20361" y="11"/>
                </a:cubicBezTo>
                <a:cubicBezTo>
                  <a:pt x="11276" y="476"/>
                  <a:pt x="8323" y="17335"/>
                  <a:pt x="7454" y="24931"/>
                </a:cubicBezTo>
                <a:cubicBezTo>
                  <a:pt x="7228" y="26884"/>
                  <a:pt x="7121" y="28848"/>
                  <a:pt x="7121" y="30813"/>
                </a:cubicBezTo>
                <a:lnTo>
                  <a:pt x="7121" y="70115"/>
                </a:lnTo>
                <a:lnTo>
                  <a:pt x="1" y="76973"/>
                </a:lnTo>
                <a:lnTo>
                  <a:pt x="40839" y="76973"/>
                </a:lnTo>
                <a:lnTo>
                  <a:pt x="34505" y="70115"/>
                </a:lnTo>
                <a:lnTo>
                  <a:pt x="34505" y="28598"/>
                </a:lnTo>
                <a:cubicBezTo>
                  <a:pt x="34505" y="28598"/>
                  <a:pt x="33341" y="0"/>
                  <a:pt x="20794" y="0"/>
                </a:cubicBezTo>
                <a:close/>
              </a:path>
            </a:pathLst>
          </a:custGeom>
          <a:solidFill>
            <a:srgbClr val="E9E6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2" name="Google Shape;652;p27">
            <a:extLst>
              <a:ext uri="{FF2B5EF4-FFF2-40B4-BE49-F238E27FC236}">
                <a16:creationId xmlns:a16="http://schemas.microsoft.com/office/drawing/2014/main" id="{1B884B2C-A898-DFB0-C542-731DE0274D8D}"/>
              </a:ext>
            </a:extLst>
          </p:cNvPr>
          <p:cNvGrpSpPr/>
          <p:nvPr/>
        </p:nvGrpSpPr>
        <p:grpSpPr>
          <a:xfrm>
            <a:off x="1083342" y="1938906"/>
            <a:ext cx="1833600" cy="3403060"/>
            <a:chOff x="3794823" y="2219470"/>
            <a:chExt cx="1523050" cy="2826697"/>
          </a:xfrm>
        </p:grpSpPr>
        <p:sp>
          <p:nvSpPr>
            <p:cNvPr id="653" name="Google Shape;653;p27">
              <a:extLst>
                <a:ext uri="{FF2B5EF4-FFF2-40B4-BE49-F238E27FC236}">
                  <a16:creationId xmlns:a16="http://schemas.microsoft.com/office/drawing/2014/main" id="{13213C0A-DD58-93A3-B16B-35E65654CD0D}"/>
                </a:ext>
              </a:extLst>
            </p:cNvPr>
            <p:cNvSpPr/>
            <p:nvPr/>
          </p:nvSpPr>
          <p:spPr>
            <a:xfrm>
              <a:off x="4583946" y="3760119"/>
              <a:ext cx="733927" cy="1286048"/>
            </a:xfrm>
            <a:custGeom>
              <a:avLst/>
              <a:gdLst/>
              <a:ahLst/>
              <a:cxnLst/>
              <a:rect l="l" t="t" r="r" b="b"/>
              <a:pathLst>
                <a:path w="37053" h="102740" extrusionOk="0">
                  <a:moveTo>
                    <a:pt x="13990" y="0"/>
                  </a:moveTo>
                  <a:lnTo>
                    <a:pt x="0" y="102739"/>
                  </a:lnTo>
                  <a:lnTo>
                    <a:pt x="37053" y="102739"/>
                  </a:lnTo>
                  <a:lnTo>
                    <a:pt x="23063" y="0"/>
                  </a:lnTo>
                  <a:close/>
                </a:path>
              </a:pathLst>
            </a:custGeom>
            <a:gradFill>
              <a:gsLst>
                <a:gs pos="0">
                  <a:srgbClr val="FDD77C">
                    <a:alpha val="51372"/>
                  </a:srgbClr>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7">
              <a:extLst>
                <a:ext uri="{FF2B5EF4-FFF2-40B4-BE49-F238E27FC236}">
                  <a16:creationId xmlns:a16="http://schemas.microsoft.com/office/drawing/2014/main" id="{FBD737C9-86E2-E2CC-4E89-0464016A2755}"/>
                </a:ext>
              </a:extLst>
            </p:cNvPr>
            <p:cNvSpPr/>
            <p:nvPr/>
          </p:nvSpPr>
          <p:spPr>
            <a:xfrm>
              <a:off x="3794823" y="3760119"/>
              <a:ext cx="789111" cy="1286048"/>
            </a:xfrm>
            <a:custGeom>
              <a:avLst/>
              <a:gdLst/>
              <a:ahLst/>
              <a:cxnLst/>
              <a:rect l="l" t="t" r="r" b="b"/>
              <a:pathLst>
                <a:path w="39839" h="102740" extrusionOk="0">
                  <a:moveTo>
                    <a:pt x="16777" y="0"/>
                  </a:moveTo>
                  <a:lnTo>
                    <a:pt x="1" y="102739"/>
                  </a:lnTo>
                  <a:lnTo>
                    <a:pt x="39839" y="102739"/>
                  </a:lnTo>
                  <a:lnTo>
                    <a:pt x="25861" y="0"/>
                  </a:lnTo>
                  <a:close/>
                </a:path>
              </a:pathLst>
            </a:custGeom>
            <a:gradFill>
              <a:gsLst>
                <a:gs pos="0">
                  <a:srgbClr val="FDD77C">
                    <a:alpha val="51372"/>
                  </a:srgbClr>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7">
              <a:extLst>
                <a:ext uri="{FF2B5EF4-FFF2-40B4-BE49-F238E27FC236}">
                  <a16:creationId xmlns:a16="http://schemas.microsoft.com/office/drawing/2014/main" id="{F3AA6FA6-40D3-68AD-FD4C-3A2A6EF38E2A}"/>
                </a:ext>
              </a:extLst>
            </p:cNvPr>
            <p:cNvSpPr/>
            <p:nvPr/>
          </p:nvSpPr>
          <p:spPr>
            <a:xfrm>
              <a:off x="4164847" y="3532319"/>
              <a:ext cx="789349" cy="1513541"/>
            </a:xfrm>
            <a:custGeom>
              <a:avLst/>
              <a:gdLst/>
              <a:ahLst/>
              <a:cxnLst/>
              <a:rect l="l" t="t" r="r" b="b"/>
              <a:pathLst>
                <a:path w="39851" h="116718" extrusionOk="0">
                  <a:moveTo>
                    <a:pt x="16788" y="0"/>
                  </a:moveTo>
                  <a:lnTo>
                    <a:pt x="0" y="116717"/>
                  </a:lnTo>
                  <a:lnTo>
                    <a:pt x="39851" y="116717"/>
                  </a:lnTo>
                  <a:lnTo>
                    <a:pt x="25861" y="0"/>
                  </a:lnTo>
                  <a:close/>
                </a:path>
              </a:pathLst>
            </a:custGeom>
            <a:gradFill>
              <a:gsLst>
                <a:gs pos="0">
                  <a:srgbClr val="FCBD24">
                    <a:alpha val="51400"/>
                  </a:srgbClr>
                </a:gs>
                <a:gs pos="100000">
                  <a:srgbClr val="FFFFFF">
                    <a:alpha val="5140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7">
              <a:extLst>
                <a:ext uri="{FF2B5EF4-FFF2-40B4-BE49-F238E27FC236}">
                  <a16:creationId xmlns:a16="http://schemas.microsoft.com/office/drawing/2014/main" id="{3079CFE5-AF80-A3F5-31BA-A9AC40937FD2}"/>
                </a:ext>
              </a:extLst>
            </p:cNvPr>
            <p:cNvSpPr/>
            <p:nvPr/>
          </p:nvSpPr>
          <p:spPr>
            <a:xfrm>
              <a:off x="3989487" y="3153667"/>
              <a:ext cx="399755" cy="686667"/>
            </a:xfrm>
            <a:custGeom>
              <a:avLst/>
              <a:gdLst/>
              <a:ahLst/>
              <a:cxnLst/>
              <a:rect l="l" t="t" r="r" b="b"/>
              <a:pathLst>
                <a:path w="20182" h="34667" extrusionOk="0">
                  <a:moveTo>
                    <a:pt x="10341" y="1"/>
                  </a:moveTo>
                  <a:cubicBezTo>
                    <a:pt x="10249" y="1"/>
                    <a:pt x="10156" y="3"/>
                    <a:pt x="10061" y="8"/>
                  </a:cubicBezTo>
                  <a:cubicBezTo>
                    <a:pt x="5572" y="234"/>
                    <a:pt x="4120" y="5211"/>
                    <a:pt x="3679" y="8961"/>
                  </a:cubicBezTo>
                  <a:cubicBezTo>
                    <a:pt x="3572" y="9926"/>
                    <a:pt x="3524" y="10890"/>
                    <a:pt x="3524" y="11867"/>
                  </a:cubicBezTo>
                  <a:lnTo>
                    <a:pt x="3524" y="31286"/>
                  </a:lnTo>
                  <a:lnTo>
                    <a:pt x="0" y="34667"/>
                  </a:lnTo>
                  <a:lnTo>
                    <a:pt x="20181" y="34667"/>
                  </a:lnTo>
                  <a:lnTo>
                    <a:pt x="17050" y="31286"/>
                  </a:lnTo>
                  <a:lnTo>
                    <a:pt x="17050" y="10771"/>
                  </a:lnTo>
                  <a:cubicBezTo>
                    <a:pt x="17050" y="10771"/>
                    <a:pt x="16472" y="1"/>
                    <a:pt x="103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7">
              <a:extLst>
                <a:ext uri="{FF2B5EF4-FFF2-40B4-BE49-F238E27FC236}">
                  <a16:creationId xmlns:a16="http://schemas.microsoft.com/office/drawing/2014/main" id="{FDA62986-E9BC-2DD9-664C-28C990EF9D94}"/>
                </a:ext>
              </a:extLst>
            </p:cNvPr>
            <p:cNvSpPr/>
            <p:nvPr/>
          </p:nvSpPr>
          <p:spPr>
            <a:xfrm>
              <a:off x="4751020" y="3153667"/>
              <a:ext cx="399755" cy="686667"/>
            </a:xfrm>
            <a:custGeom>
              <a:avLst/>
              <a:gdLst/>
              <a:ahLst/>
              <a:cxnLst/>
              <a:rect l="l" t="t" r="r" b="b"/>
              <a:pathLst>
                <a:path w="20182" h="34667" extrusionOk="0">
                  <a:moveTo>
                    <a:pt x="10341" y="1"/>
                  </a:moveTo>
                  <a:cubicBezTo>
                    <a:pt x="10249" y="1"/>
                    <a:pt x="10156" y="3"/>
                    <a:pt x="10061" y="8"/>
                  </a:cubicBezTo>
                  <a:cubicBezTo>
                    <a:pt x="5573" y="234"/>
                    <a:pt x="4108" y="5211"/>
                    <a:pt x="3680" y="8961"/>
                  </a:cubicBezTo>
                  <a:cubicBezTo>
                    <a:pt x="3572" y="9926"/>
                    <a:pt x="3513" y="10890"/>
                    <a:pt x="3513" y="11867"/>
                  </a:cubicBezTo>
                  <a:lnTo>
                    <a:pt x="3513" y="31286"/>
                  </a:lnTo>
                  <a:lnTo>
                    <a:pt x="1" y="34667"/>
                  </a:lnTo>
                  <a:lnTo>
                    <a:pt x="20182" y="34667"/>
                  </a:lnTo>
                  <a:lnTo>
                    <a:pt x="17038" y="31286"/>
                  </a:lnTo>
                  <a:lnTo>
                    <a:pt x="17038" y="10771"/>
                  </a:lnTo>
                  <a:cubicBezTo>
                    <a:pt x="17038" y="10771"/>
                    <a:pt x="16472" y="1"/>
                    <a:pt x="103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7">
              <a:extLst>
                <a:ext uri="{FF2B5EF4-FFF2-40B4-BE49-F238E27FC236}">
                  <a16:creationId xmlns:a16="http://schemas.microsoft.com/office/drawing/2014/main" id="{905A1B49-E378-ADEC-4833-DB621A92D339}"/>
                </a:ext>
              </a:extLst>
            </p:cNvPr>
            <p:cNvSpPr/>
            <p:nvPr/>
          </p:nvSpPr>
          <p:spPr>
            <a:xfrm>
              <a:off x="4155027" y="2219470"/>
              <a:ext cx="808938" cy="1524663"/>
            </a:xfrm>
            <a:custGeom>
              <a:avLst/>
              <a:gdLst/>
              <a:ahLst/>
              <a:cxnLst/>
              <a:rect l="l" t="t" r="r" b="b"/>
              <a:pathLst>
                <a:path w="40840" h="76974" extrusionOk="0">
                  <a:moveTo>
                    <a:pt x="20794" y="0"/>
                  </a:moveTo>
                  <a:cubicBezTo>
                    <a:pt x="20651" y="0"/>
                    <a:pt x="20507" y="4"/>
                    <a:pt x="20361" y="11"/>
                  </a:cubicBezTo>
                  <a:cubicBezTo>
                    <a:pt x="11276" y="476"/>
                    <a:pt x="8323" y="17335"/>
                    <a:pt x="7454" y="24931"/>
                  </a:cubicBezTo>
                  <a:cubicBezTo>
                    <a:pt x="7228" y="26884"/>
                    <a:pt x="7121" y="28848"/>
                    <a:pt x="7121" y="30813"/>
                  </a:cubicBezTo>
                  <a:lnTo>
                    <a:pt x="7121" y="70115"/>
                  </a:lnTo>
                  <a:lnTo>
                    <a:pt x="1" y="76973"/>
                  </a:lnTo>
                  <a:lnTo>
                    <a:pt x="40839" y="76973"/>
                  </a:lnTo>
                  <a:lnTo>
                    <a:pt x="34505" y="70115"/>
                  </a:lnTo>
                  <a:lnTo>
                    <a:pt x="34505" y="28598"/>
                  </a:lnTo>
                  <a:cubicBezTo>
                    <a:pt x="34505" y="28598"/>
                    <a:pt x="33341" y="0"/>
                    <a:pt x="207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7">
              <a:extLst>
                <a:ext uri="{FF2B5EF4-FFF2-40B4-BE49-F238E27FC236}">
                  <a16:creationId xmlns:a16="http://schemas.microsoft.com/office/drawing/2014/main" id="{3A7A1DB0-0949-2038-9544-EE8DDE0015EA}"/>
                </a:ext>
              </a:extLst>
            </p:cNvPr>
            <p:cNvSpPr/>
            <p:nvPr/>
          </p:nvSpPr>
          <p:spPr>
            <a:xfrm>
              <a:off x="4299126" y="2219470"/>
              <a:ext cx="536783" cy="555382"/>
            </a:xfrm>
            <a:custGeom>
              <a:avLst/>
              <a:gdLst/>
              <a:ahLst/>
              <a:cxnLst/>
              <a:rect l="l" t="t" r="r" b="b"/>
              <a:pathLst>
                <a:path w="27100" h="28039" extrusionOk="0">
                  <a:moveTo>
                    <a:pt x="13516" y="0"/>
                  </a:moveTo>
                  <a:cubicBezTo>
                    <a:pt x="13374" y="0"/>
                    <a:pt x="13230" y="4"/>
                    <a:pt x="13086" y="11"/>
                  </a:cubicBezTo>
                  <a:cubicBezTo>
                    <a:pt x="4001" y="476"/>
                    <a:pt x="1048" y="17335"/>
                    <a:pt x="179" y="24931"/>
                  </a:cubicBezTo>
                  <a:cubicBezTo>
                    <a:pt x="108" y="25586"/>
                    <a:pt x="48" y="26229"/>
                    <a:pt x="1" y="26872"/>
                  </a:cubicBezTo>
                  <a:cubicBezTo>
                    <a:pt x="4073" y="27622"/>
                    <a:pt x="8514" y="28039"/>
                    <a:pt x="13169" y="28039"/>
                  </a:cubicBezTo>
                  <a:cubicBezTo>
                    <a:pt x="18110" y="28039"/>
                    <a:pt x="22825" y="27574"/>
                    <a:pt x="27099" y="26729"/>
                  </a:cubicBezTo>
                  <a:cubicBezTo>
                    <a:pt x="26594" y="20396"/>
                    <a:pt x="24118" y="0"/>
                    <a:pt x="1351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7">
              <a:extLst>
                <a:ext uri="{FF2B5EF4-FFF2-40B4-BE49-F238E27FC236}">
                  <a16:creationId xmlns:a16="http://schemas.microsoft.com/office/drawing/2014/main" id="{1A3B9B36-2DEE-6986-0921-DDB699832A54}"/>
                </a:ext>
              </a:extLst>
            </p:cNvPr>
            <p:cNvSpPr/>
            <p:nvPr/>
          </p:nvSpPr>
          <p:spPr>
            <a:xfrm>
              <a:off x="4400190" y="2935429"/>
              <a:ext cx="343621" cy="343640"/>
            </a:xfrm>
            <a:custGeom>
              <a:avLst/>
              <a:gdLst/>
              <a:ahLst/>
              <a:cxnLst/>
              <a:rect l="l" t="t" r="r" b="b"/>
              <a:pathLst>
                <a:path w="17348" h="17349" extrusionOk="0">
                  <a:moveTo>
                    <a:pt x="8680" y="1"/>
                  </a:moveTo>
                  <a:cubicBezTo>
                    <a:pt x="3882" y="1"/>
                    <a:pt x="0" y="3882"/>
                    <a:pt x="0" y="8680"/>
                  </a:cubicBezTo>
                  <a:cubicBezTo>
                    <a:pt x="0" y="13467"/>
                    <a:pt x="3882" y="17348"/>
                    <a:pt x="8680" y="17348"/>
                  </a:cubicBezTo>
                  <a:cubicBezTo>
                    <a:pt x="13466" y="17348"/>
                    <a:pt x="17348" y="13467"/>
                    <a:pt x="17348" y="8680"/>
                  </a:cubicBezTo>
                  <a:cubicBezTo>
                    <a:pt x="17348" y="3882"/>
                    <a:pt x="13466" y="1"/>
                    <a:pt x="86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7">
              <a:extLst>
                <a:ext uri="{FF2B5EF4-FFF2-40B4-BE49-F238E27FC236}">
                  <a16:creationId xmlns:a16="http://schemas.microsoft.com/office/drawing/2014/main" id="{F1DFD425-86A7-AAD4-8440-CAC418956EDC}"/>
                </a:ext>
              </a:extLst>
            </p:cNvPr>
            <p:cNvSpPr/>
            <p:nvPr/>
          </p:nvSpPr>
          <p:spPr>
            <a:xfrm>
              <a:off x="4443350" y="2978589"/>
              <a:ext cx="257299" cy="257319"/>
            </a:xfrm>
            <a:custGeom>
              <a:avLst/>
              <a:gdLst/>
              <a:ahLst/>
              <a:cxnLst/>
              <a:rect l="l" t="t" r="r" b="b"/>
              <a:pathLst>
                <a:path w="12990" h="12991" extrusionOk="0">
                  <a:moveTo>
                    <a:pt x="6501" y="1"/>
                  </a:moveTo>
                  <a:cubicBezTo>
                    <a:pt x="2917" y="1"/>
                    <a:pt x="0" y="2918"/>
                    <a:pt x="0" y="6501"/>
                  </a:cubicBezTo>
                  <a:cubicBezTo>
                    <a:pt x="0" y="10085"/>
                    <a:pt x="2917" y="12990"/>
                    <a:pt x="6501" y="12990"/>
                  </a:cubicBezTo>
                  <a:cubicBezTo>
                    <a:pt x="10085" y="12990"/>
                    <a:pt x="12990" y="10085"/>
                    <a:pt x="12990" y="6501"/>
                  </a:cubicBezTo>
                  <a:cubicBezTo>
                    <a:pt x="12990" y="2918"/>
                    <a:pt x="10085" y="1"/>
                    <a:pt x="65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2" name="Google Shape;662;p27">
            <a:extLst>
              <a:ext uri="{FF2B5EF4-FFF2-40B4-BE49-F238E27FC236}">
                <a16:creationId xmlns:a16="http://schemas.microsoft.com/office/drawing/2014/main" id="{3A46B15A-36B9-BCEC-35B6-C86BFC5B9F9A}"/>
              </a:ext>
            </a:extLst>
          </p:cNvPr>
          <p:cNvSpPr/>
          <p:nvPr/>
        </p:nvSpPr>
        <p:spPr>
          <a:xfrm>
            <a:off x="3014191" y="3981320"/>
            <a:ext cx="21892" cy="21606"/>
          </a:xfrm>
          <a:custGeom>
            <a:avLst/>
            <a:gdLst/>
            <a:ahLst/>
            <a:cxnLst/>
            <a:rect l="l" t="t" r="r" b="b"/>
            <a:pathLst>
              <a:path w="918" h="906" extrusionOk="0">
                <a:moveTo>
                  <a:pt x="655" y="0"/>
                </a:moveTo>
                <a:cubicBezTo>
                  <a:pt x="441" y="215"/>
                  <a:pt x="215" y="429"/>
                  <a:pt x="0" y="631"/>
                </a:cubicBezTo>
                <a:lnTo>
                  <a:pt x="250" y="905"/>
                </a:lnTo>
                <a:cubicBezTo>
                  <a:pt x="477" y="691"/>
                  <a:pt x="691" y="477"/>
                  <a:pt x="917" y="262"/>
                </a:cubicBezTo>
                <a:lnTo>
                  <a:pt x="655" y="0"/>
                </a:lnTo>
                <a:close/>
              </a:path>
            </a:pathLst>
          </a:custGeom>
          <a:solidFill>
            <a:srgbClr val="AFBD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511;p24">
            <a:extLst>
              <a:ext uri="{FF2B5EF4-FFF2-40B4-BE49-F238E27FC236}">
                <a16:creationId xmlns:a16="http://schemas.microsoft.com/office/drawing/2014/main" id="{341C70DB-6C4C-9674-F426-5EFEFE7765F3}"/>
              </a:ext>
            </a:extLst>
          </p:cNvPr>
          <p:cNvSpPr txBox="1">
            <a:spLocks/>
          </p:cNvSpPr>
          <p:nvPr/>
        </p:nvSpPr>
        <p:spPr>
          <a:xfrm>
            <a:off x="2630712" y="858374"/>
            <a:ext cx="7341729" cy="48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1pPr>
            <a:lvl2pPr marR="0" lvl="1"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pPr algn="ctr">
              <a:buClr>
                <a:schemeClr val="dk1"/>
              </a:buClr>
              <a:buSzPts val="1100"/>
              <a:buFont typeface="Arial"/>
              <a:buNone/>
            </a:pPr>
            <a:r>
              <a:rPr lang="en-US" sz="8000" b="1" u="sng" dirty="0">
                <a:solidFill>
                  <a:srgbClr val="00B050"/>
                </a:solidFill>
              </a:rPr>
              <a:t>Thank You!</a:t>
            </a:r>
          </a:p>
        </p:txBody>
      </p:sp>
      <p:pic>
        <p:nvPicPr>
          <p:cNvPr id="6" name="Picture 5">
            <a:extLst>
              <a:ext uri="{FF2B5EF4-FFF2-40B4-BE49-F238E27FC236}">
                <a16:creationId xmlns:a16="http://schemas.microsoft.com/office/drawing/2014/main" id="{AC0CE131-6C95-6580-BA3B-100977A65D16}"/>
              </a:ext>
            </a:extLst>
          </p:cNvPr>
          <p:cNvPicPr>
            <a:picLocks noChangeAspect="1"/>
          </p:cNvPicPr>
          <p:nvPr/>
        </p:nvPicPr>
        <p:blipFill>
          <a:blip r:embed="rId3"/>
          <a:srcRect l="18955" t="8780" r="19324" b="32254"/>
          <a:stretch>
            <a:fillRect/>
          </a:stretch>
        </p:blipFill>
        <p:spPr>
          <a:xfrm>
            <a:off x="4856042" y="2448181"/>
            <a:ext cx="3204616" cy="1722110"/>
          </a:xfrm>
          <a:prstGeom prst="rect">
            <a:avLst/>
          </a:prstGeom>
        </p:spPr>
      </p:pic>
    </p:spTree>
    <p:extLst>
      <p:ext uri="{BB962C8B-B14F-4D97-AF65-F5344CB8AC3E}">
        <p14:creationId xmlns:p14="http://schemas.microsoft.com/office/powerpoint/2010/main" val="2838231778"/>
      </p:ext>
    </p:extLst>
  </p:cSld>
  <p:clrMapOvr>
    <a:masterClrMapping/>
  </p:clrMapOvr>
</p:sld>
</file>

<file path=ppt/theme/theme1.xml><?xml version="1.0" encoding="utf-8"?>
<a:theme xmlns:a="http://schemas.openxmlformats.org/drawingml/2006/main" name="Rocket Infographics by Slidesgo">
  <a:themeElements>
    <a:clrScheme name="Simple Light">
      <a:dk1>
        <a:srgbClr val="000000"/>
      </a:dk1>
      <a:lt1>
        <a:srgbClr val="FFFFFF"/>
      </a:lt1>
      <a:dk2>
        <a:srgbClr val="595959"/>
      </a:dk2>
      <a:lt2>
        <a:srgbClr val="EEEEEE"/>
      </a:lt2>
      <a:accent1>
        <a:srgbClr val="8ED174"/>
      </a:accent1>
      <a:accent2>
        <a:srgbClr val="00CD99"/>
      </a:accent2>
      <a:accent3>
        <a:srgbClr val="14A0C1"/>
      </a:accent3>
      <a:accent4>
        <a:srgbClr val="4F7CAA"/>
      </a:accent4>
      <a:accent5>
        <a:srgbClr val="5059AC"/>
      </a:accent5>
      <a:accent6>
        <a:srgbClr val="23295F"/>
      </a:accent6>
      <a:hlink>
        <a:srgbClr val="8ED17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273</TotalTime>
  <Words>2612</Words>
  <Application>Microsoft Office PowerPoint</Application>
  <PresentationFormat>On-screen Show (16:9)</PresentationFormat>
  <Paragraphs>317</Paragraphs>
  <Slides>37</Slides>
  <Notes>37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Fira Sans Extra Condensed Medium</vt:lpstr>
      <vt:lpstr>Roboto</vt:lpstr>
      <vt:lpstr>Rocket Infographics by Slidesgo</vt:lpstr>
      <vt:lpstr>The James Webb Space Telescope (JWST)</vt:lpstr>
      <vt:lpstr>PowerPoint Presentation</vt:lpstr>
      <vt:lpstr>INTRODUCTION</vt:lpstr>
      <vt:lpstr>Introduction:</vt:lpstr>
      <vt:lpstr>Project Background</vt:lpstr>
      <vt:lpstr>PowerPoint Presentation</vt:lpstr>
      <vt:lpstr>PowerPoint Presentation</vt:lpstr>
      <vt:lpstr>STAKEHOLDER  ANALYSIS</vt:lpstr>
      <vt:lpstr>Stakeholders in JWST Project:</vt:lpstr>
      <vt:lpstr>Stakeholder Map</vt:lpstr>
      <vt:lpstr>PowerPoint Presentation</vt:lpstr>
      <vt:lpstr>KEY CHALLENGES</vt:lpstr>
      <vt:lpstr>Key Challenges Of JWST:</vt:lpstr>
      <vt:lpstr>Technical Complexity:</vt:lpstr>
      <vt:lpstr>Schedule Challenges:</vt:lpstr>
      <vt:lpstr>Scope Challenges:</vt:lpstr>
      <vt:lpstr>Risk Management Complexity:</vt:lpstr>
      <vt:lpstr>04</vt:lpstr>
      <vt:lpstr>PowerPoint Presentation</vt:lpstr>
      <vt:lpstr>PowerPoint Presentation</vt:lpstr>
      <vt:lpstr>PowerPoint Presentation</vt:lpstr>
      <vt:lpstr>PowerPoint Presentation</vt:lpstr>
      <vt:lpstr>SUCCESSES &amp; FAILURES</vt:lpstr>
      <vt:lpstr>PowerPoint Presentation</vt:lpstr>
      <vt:lpstr>PowerPoint Presentation</vt:lpstr>
      <vt:lpstr>PowerPoint Presentation</vt:lpstr>
      <vt:lpstr>GLOBAL LESSONS FOR PM FROM JWST</vt:lpstr>
      <vt:lpstr>Managing Complexity Through Structure &amp; Discipline</vt:lpstr>
      <vt:lpstr>Collaboration &amp; Stakeholder Alignment Drive Success</vt:lpstr>
      <vt:lpstr>Adaptive Risk &amp; Recovery Management Is Essential</vt:lpstr>
      <vt:lpstr>Emerging Trends Applied or Needed in JWST</vt:lpstr>
      <vt:lpstr>Why Emerging Trends Matter</vt:lpstr>
      <vt:lpstr>Trends That JWST Successfully Applied</vt:lpstr>
      <vt:lpstr>Trends We Suggest For JWST Like Projects</vt:lpstr>
      <vt:lpstr>Conclusion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M.KASHIF ASIF</cp:lastModifiedBy>
  <cp:revision>10</cp:revision>
  <dcterms:modified xsi:type="dcterms:W3CDTF">2025-11-28T22:43:56Z</dcterms:modified>
</cp:coreProperties>
</file>