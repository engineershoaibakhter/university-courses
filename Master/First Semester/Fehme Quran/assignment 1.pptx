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7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8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6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0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9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3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7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9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9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3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87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47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66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05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8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2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3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Dialogue between Allah and Iblis </a:t>
            </a:r>
            <a:br>
              <a:rPr lang="en-GB" dirty="0"/>
            </a:br>
            <a:r>
              <a:rPr lang="en-GB" dirty="0"/>
              <a:t>(The Story of Adam and Iblis)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Based on Qur’anic references</a:t>
            </a:r>
          </a:p>
          <a:p>
            <a:r>
              <a:rPr dirty="0"/>
              <a:t>Prepared by: </a:t>
            </a:r>
            <a:r>
              <a:rPr lang="en-US" dirty="0"/>
              <a:t>Shoaib Akhter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– Creation of Adam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16261"/>
            <a:ext cx="6591985" cy="3777622"/>
          </a:xfrm>
        </p:spPr>
        <p:txBody>
          <a:bodyPr/>
          <a:lstStyle/>
          <a:p>
            <a:r>
              <a:rPr lang="en-GB" dirty="0"/>
              <a:t>Allah informed the angels: </a:t>
            </a:r>
            <a:r>
              <a:rPr lang="en-GB" i="1" dirty="0"/>
              <a:t>“I am going to place a vicegerent (Khalifah) on Earth.”</a:t>
            </a:r>
            <a:r>
              <a:rPr lang="en-GB" dirty="0"/>
              <a:t> (2:30)</a:t>
            </a:r>
          </a:p>
          <a:p>
            <a:r>
              <a:rPr lang="en-GB" dirty="0"/>
              <a:t>Angels asked, “Will You place one who will cause corruption and shed blood?”</a:t>
            </a:r>
          </a:p>
          <a:p>
            <a:r>
              <a:rPr lang="en-GB" dirty="0"/>
              <a:t>Allah replied, </a:t>
            </a:r>
            <a:r>
              <a:rPr lang="en-GB" i="1" dirty="0"/>
              <a:t>“I know what you do not know.”</a:t>
            </a:r>
            <a:endParaRPr lang="en-GB" dirty="0"/>
          </a:p>
          <a:p>
            <a:r>
              <a:rPr lang="en-GB" dirty="0"/>
              <a:t>Allah created Adam from clay and breathed into him spirit.</a:t>
            </a:r>
          </a:p>
          <a:p>
            <a:r>
              <a:rPr lang="en-GB" dirty="0"/>
              <a:t>Angels were commanded to bow Adam as a sign of </a:t>
            </a:r>
            <a:r>
              <a:rPr lang="en-GB" dirty="0" err="1"/>
              <a:t>honor</a:t>
            </a:r>
            <a:r>
              <a:rPr lang="en-GB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979343" cy="1280890"/>
          </a:xfrm>
        </p:spPr>
        <p:txBody>
          <a:bodyPr/>
          <a:lstStyle/>
          <a:p>
            <a:r>
              <a:rPr lang="en-US" b="1" dirty="0"/>
              <a:t>Iblis Rejects Allah’s Command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40871"/>
            <a:ext cx="6591985" cy="4636655"/>
          </a:xfrm>
        </p:spPr>
        <p:txBody>
          <a:bodyPr>
            <a:normAutofit/>
          </a:bodyPr>
          <a:lstStyle/>
          <a:p>
            <a:r>
              <a:rPr lang="en-GB" dirty="0"/>
              <a:t>All angels bowed </a:t>
            </a:r>
            <a:r>
              <a:rPr lang="en-GB" b="1" dirty="0"/>
              <a:t>except Iblis</a:t>
            </a:r>
            <a:r>
              <a:rPr lang="en-GB" dirty="0"/>
              <a:t>.</a:t>
            </a:r>
          </a:p>
          <a:p>
            <a:r>
              <a:rPr lang="en-GB" dirty="0"/>
              <a:t>Iblis refused out of </a:t>
            </a:r>
            <a:r>
              <a:rPr lang="en-GB" b="1" dirty="0"/>
              <a:t>pride and arrogance</a:t>
            </a:r>
            <a:r>
              <a:rPr lang="en-GB" dirty="0"/>
              <a:t>.</a:t>
            </a:r>
          </a:p>
          <a:p>
            <a:r>
              <a:rPr lang="en-GB" dirty="0"/>
              <a:t>Allah asked: </a:t>
            </a:r>
            <a:r>
              <a:rPr lang="en-GB" i="1" dirty="0"/>
              <a:t>“What prevented you from prostrating?”</a:t>
            </a:r>
          </a:p>
          <a:p>
            <a:r>
              <a:rPr lang="en-US" dirty="0"/>
              <a:t>Iblis replied:</a:t>
            </a:r>
          </a:p>
          <a:p>
            <a:r>
              <a:rPr lang="en-GB" dirty="0"/>
              <a:t>“I am better than him. You created me from fire and him from clay.” (7:12, 38:76)</a:t>
            </a:r>
          </a:p>
          <a:p>
            <a:r>
              <a:rPr lang="en-GB" dirty="0"/>
              <a:t>Due to his disobedience, Allah </a:t>
            </a:r>
            <a:r>
              <a:rPr lang="en-GB" b="1" dirty="0"/>
              <a:t>expelled him from Paradise</a:t>
            </a:r>
            <a:r>
              <a:rPr lang="en-GB" dirty="0"/>
              <a:t> and </a:t>
            </a:r>
            <a:r>
              <a:rPr lang="en-GB" b="1" dirty="0"/>
              <a:t>cursed him forever</a:t>
            </a:r>
            <a:r>
              <a:rPr lang="en-GB" dirty="0"/>
              <a:t>.</a:t>
            </a:r>
            <a:endParaRPr lang="en-GB" i="1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Iblis’s Request and Allah’s Response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886526"/>
            <a:ext cx="6591985" cy="4264891"/>
          </a:xfrm>
        </p:spPr>
        <p:txBody>
          <a:bodyPr>
            <a:normAutofit/>
          </a:bodyPr>
          <a:lstStyle/>
          <a:p>
            <a:r>
              <a:rPr lang="en-US" dirty="0"/>
              <a:t>Iblis requested:</a:t>
            </a:r>
          </a:p>
          <a:p>
            <a:pPr marL="0" indent="0">
              <a:buNone/>
            </a:pPr>
            <a:r>
              <a:rPr lang="en-GB" dirty="0"/>
              <a:t>“Grant me respite until the Day they are resurrected.” (7:14)</a:t>
            </a:r>
            <a:endParaRPr lang="en-US" dirty="0"/>
          </a:p>
          <a:p>
            <a:r>
              <a:rPr lang="en-US" dirty="0"/>
              <a:t>Allah accepted his request:</a:t>
            </a:r>
          </a:p>
          <a:p>
            <a:pPr marL="0" indent="0">
              <a:buNone/>
            </a:pPr>
            <a:r>
              <a:rPr lang="en-GB" dirty="0"/>
              <a:t>“You are granted respite until the appointed time.” (38:80–81)</a:t>
            </a:r>
            <a:endParaRPr lang="en-US" dirty="0"/>
          </a:p>
          <a:p>
            <a:r>
              <a:rPr lang="en-US" dirty="0"/>
              <a:t>Iblis then vowed:</a:t>
            </a:r>
          </a:p>
          <a:p>
            <a:pPr marL="0" indent="0">
              <a:buNone/>
            </a:pPr>
            <a:r>
              <a:rPr lang="en-GB" dirty="0"/>
              <a:t>“I will mislead them all—except Your sincere servants.” (38:82–83)</a:t>
            </a:r>
            <a:endParaRPr lang="en-US" dirty="0"/>
          </a:p>
          <a:p>
            <a:r>
              <a:rPr lang="en-US" dirty="0"/>
              <a:t>Allah warned:</a:t>
            </a:r>
          </a:p>
          <a:p>
            <a:pPr marL="0" indent="0">
              <a:buNone/>
            </a:pPr>
            <a:r>
              <a:rPr lang="en-GB" dirty="0"/>
              <a:t>“Whoever follows you, I will fill Hell with you all.” (7:18)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006B-4A79-5A1E-59BD-058FF005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Moral and Spiritual 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F58B7-2FF4-906A-50D8-AB762CA01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Pride and arrogance</a:t>
            </a:r>
            <a:r>
              <a:rPr lang="en-GB" dirty="0"/>
              <a:t> lead to downfall.</a:t>
            </a:r>
          </a:p>
          <a:p>
            <a:r>
              <a:rPr lang="en-GB" b="1" dirty="0"/>
              <a:t>Obedience to Allah</a:t>
            </a:r>
            <a:r>
              <a:rPr lang="en-GB" dirty="0"/>
              <a:t> brings </a:t>
            </a:r>
            <a:r>
              <a:rPr lang="en-GB" dirty="0" err="1"/>
              <a:t>honor</a:t>
            </a:r>
            <a:r>
              <a:rPr lang="en-GB" dirty="0"/>
              <a:t> and closeness.</a:t>
            </a:r>
          </a:p>
          <a:p>
            <a:r>
              <a:rPr lang="en-GB" b="1" dirty="0"/>
              <a:t>Iblis became an open enemy</a:t>
            </a:r>
            <a:r>
              <a:rPr lang="en-GB" dirty="0"/>
              <a:t> to humankind.</a:t>
            </a:r>
          </a:p>
          <a:p>
            <a:r>
              <a:rPr lang="en-GB" dirty="0"/>
              <a:t>Allah’s mercy allows </a:t>
            </a:r>
            <a:r>
              <a:rPr lang="en-GB" b="1" dirty="0"/>
              <a:t>repentance and guidance</a:t>
            </a:r>
            <a:r>
              <a:rPr lang="en-GB" dirty="0"/>
              <a:t> for those who obey.</a:t>
            </a:r>
          </a:p>
          <a:p>
            <a:r>
              <a:rPr lang="en-GB" dirty="0"/>
              <a:t>The story reminds believers to </a:t>
            </a:r>
            <a:r>
              <a:rPr lang="en-GB" b="1" dirty="0"/>
              <a:t>avoid arrogance, seek humility,</a:t>
            </a:r>
            <a:r>
              <a:rPr lang="en-GB" dirty="0"/>
              <a:t> and remain steadfast in </a:t>
            </a:r>
            <a:r>
              <a:rPr lang="en-GB" b="1" dirty="0"/>
              <a:t>faith and obedience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61836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29</TotalTime>
  <Words>304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Dialogue between Allah and Iblis  (The Story of Adam and Iblis)</vt:lpstr>
      <vt:lpstr>Introduction – Creation of Adam</vt:lpstr>
      <vt:lpstr>Iblis Rejects Allah’s Command</vt:lpstr>
      <vt:lpstr>Iblis’s Request and Allah’s Response</vt:lpstr>
      <vt:lpstr>Moral and Spiritual Lessons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02-131212-009</cp:lastModifiedBy>
  <cp:revision>6</cp:revision>
  <dcterms:created xsi:type="dcterms:W3CDTF">2013-01-27T09:14:16Z</dcterms:created>
  <dcterms:modified xsi:type="dcterms:W3CDTF">2025-10-08T03:14:38Z</dcterms:modified>
  <cp:category/>
</cp:coreProperties>
</file>