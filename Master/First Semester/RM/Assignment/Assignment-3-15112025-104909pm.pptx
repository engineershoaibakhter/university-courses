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5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E6EE0C-9251-4CD0-B881-106D81A1725A}" type="datetimeFigureOut">
              <a:rPr lang="zh-CN" altLang="en-US" smtClean="0"/>
              <a:t>2025/11/15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85D3A-C404-4E2C-BB22-7EF19C0362D4}" type="slidenum">
              <a:rPr lang="zh-CN" altLang="en-US" smtClean="0"/>
              <a:t>‹#›</a:t>
            </a:fld>
            <a:endParaRPr lang="zh-CN" altLang="en-US"/>
          </a:p>
        </p:txBody>
      </p:sp>
    </p:spTree>
    <p:extLst>
      <p:ext uri="{BB962C8B-B14F-4D97-AF65-F5344CB8AC3E}">
        <p14:creationId xmlns:p14="http://schemas.microsoft.com/office/powerpoint/2010/main" val="1610814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4FC8-B358-6874-B92D-96A59E2038F2}"/>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073332D5-54E5-8CBC-6EED-B16E1242DC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2B35C4D6-020A-4269-C1A4-5D9363FB6C56}"/>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5" name="Footer Placeholder 4">
            <a:extLst>
              <a:ext uri="{FF2B5EF4-FFF2-40B4-BE49-F238E27FC236}">
                <a16:creationId xmlns:a16="http://schemas.microsoft.com/office/drawing/2014/main" id="{C301B8DD-89E4-6F6C-EC62-E6AB175746EA}"/>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7E665CAE-6978-BFD2-E049-1C9942521E22}"/>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2561389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2EFB6-7943-7D17-5614-5D72356FD33F}"/>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9E964B2-65FE-FFDB-95A9-9D0D16EF4C69}"/>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A662C2E-D256-D277-CDAB-82448B7ABF36}"/>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5" name="Footer Placeholder 4">
            <a:extLst>
              <a:ext uri="{FF2B5EF4-FFF2-40B4-BE49-F238E27FC236}">
                <a16:creationId xmlns:a16="http://schemas.microsoft.com/office/drawing/2014/main" id="{73EB866C-E8B6-96A0-6901-10DFA5E3D0D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79FFBCEB-58AB-3FD9-AC87-0A00668C8A6D}"/>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1314396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2C8C1-0905-467E-1D32-CEA696DF12F1}"/>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1C4038BA-B34A-2F9C-EE97-8554D80F75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526E12B-FC6B-9369-D886-D7C31556EFE5}"/>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5" name="Footer Placeholder 4">
            <a:extLst>
              <a:ext uri="{FF2B5EF4-FFF2-40B4-BE49-F238E27FC236}">
                <a16:creationId xmlns:a16="http://schemas.microsoft.com/office/drawing/2014/main" id="{5A6B1844-F188-5DC3-7F49-B11DDC06BD61}"/>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FBED403-14E3-63BF-1795-6D677B95CA4C}"/>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3391267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7D705-6091-17D5-7FAB-045378FCE3FC}"/>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7EAA2F98-7E7E-8EAC-1F85-4107BEF88E65}"/>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C7F4B1E0-E402-4596-232F-789B5CFFFE34}"/>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B78795E5-842E-D44E-401B-A8EEB59015C3}"/>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6" name="Footer Placeholder 5">
            <a:extLst>
              <a:ext uri="{FF2B5EF4-FFF2-40B4-BE49-F238E27FC236}">
                <a16:creationId xmlns:a16="http://schemas.microsoft.com/office/drawing/2014/main" id="{3C68C45D-68CF-1EDF-284C-41BBFED6206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7771BFDD-4900-3CE7-4622-DFB22214BFB4}"/>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1719364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BFFA2-C31D-170F-A615-DE8F81127293}"/>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2CCCA13B-5E54-5367-61CA-6AA23C63F0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E2BCEC42-9CC9-B95D-AE54-E8C04872CCB2}"/>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35138EFB-0DC7-25C0-8CDE-74BEEDE445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C40E2174-4350-2788-DE66-7BFA769C3266}"/>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F5CA1CE1-4EE8-2A87-06AB-28E4B57994E8}"/>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8" name="Footer Placeholder 7">
            <a:extLst>
              <a:ext uri="{FF2B5EF4-FFF2-40B4-BE49-F238E27FC236}">
                <a16:creationId xmlns:a16="http://schemas.microsoft.com/office/drawing/2014/main" id="{84ADF391-0EBB-7F5B-3594-623E18E5422A}"/>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EA8A7779-2BDA-C09F-965C-9A0509B4CB8E}"/>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789375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4CFD7-4789-F929-F875-100C35D3D9AF}"/>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6E1601DF-8C90-EB0E-B948-B4D02F0B1C34}"/>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4" name="Footer Placeholder 3">
            <a:extLst>
              <a:ext uri="{FF2B5EF4-FFF2-40B4-BE49-F238E27FC236}">
                <a16:creationId xmlns:a16="http://schemas.microsoft.com/office/drawing/2014/main" id="{74D7908B-71EC-52C7-CCEA-D0AA297739AC}"/>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37B304D7-957C-DCE4-3016-CA879105E954}"/>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29665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909E9E-6460-3DBA-2BDB-B45CD5CA16F9}"/>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3" name="Footer Placeholder 2">
            <a:extLst>
              <a:ext uri="{FF2B5EF4-FFF2-40B4-BE49-F238E27FC236}">
                <a16:creationId xmlns:a16="http://schemas.microsoft.com/office/drawing/2014/main" id="{577B56DB-0BFF-BEB0-6C73-87AAA9603998}"/>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8ED3DD24-FB9A-79B6-17C3-0E0F2D72D133}"/>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2448791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7E993-2A80-7ABF-EA78-E4876E37E0C7}"/>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0334F80A-FB2E-1229-2198-4944D7B905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DD99AC7C-0726-6552-0A8F-9F37F04966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FDE08E3-BBC4-504F-F10A-C720D194BF58}"/>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6" name="Footer Placeholder 5">
            <a:extLst>
              <a:ext uri="{FF2B5EF4-FFF2-40B4-BE49-F238E27FC236}">
                <a16:creationId xmlns:a16="http://schemas.microsoft.com/office/drawing/2014/main" id="{B2860AA0-339D-A24D-4E17-F21D650CC9D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C2D2F02-DB00-1731-074A-91BC6ABCD165}"/>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2786500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D9FF9-BA89-5CFF-8750-B04507C2823D}"/>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477A9394-48F6-D430-71C7-4F2FE4FC7E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FFE7527E-F222-DB2E-745B-3231E78864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F9575443-1E85-52A8-BEF7-B3A2E9FA50ED}"/>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6" name="Footer Placeholder 5">
            <a:extLst>
              <a:ext uri="{FF2B5EF4-FFF2-40B4-BE49-F238E27FC236}">
                <a16:creationId xmlns:a16="http://schemas.microsoft.com/office/drawing/2014/main" id="{EACD7D15-0F27-1905-C561-7AFB7EC80046}"/>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CBD94A05-D07E-3A3E-6B14-7362F540AF4A}"/>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3065239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B4B10-D864-2DBE-4377-AF9E6615A130}"/>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2546B156-D034-7B39-0834-9C62F0746578}"/>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AFC1071-1C4E-2BE9-7FBD-E6ADD2E2B833}"/>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5" name="Footer Placeholder 4">
            <a:extLst>
              <a:ext uri="{FF2B5EF4-FFF2-40B4-BE49-F238E27FC236}">
                <a16:creationId xmlns:a16="http://schemas.microsoft.com/office/drawing/2014/main" id="{81DDE7D5-DF64-332D-CA0E-8C404476F8B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2CDFBC1-AD9A-0204-1FF8-611159A67718}"/>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1651565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424729-3013-009F-C4C8-023469246E94}"/>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C1F13575-32DE-4201-708D-3CE2FFD1C4F4}"/>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1D47849E-85FF-8A06-630C-727A73F101B0}"/>
              </a:ext>
            </a:extLst>
          </p:cNvPr>
          <p:cNvSpPr>
            <a:spLocks noGrp="1"/>
          </p:cNvSpPr>
          <p:nvPr>
            <p:ph type="dt" sz="half" idx="10"/>
          </p:nvPr>
        </p:nvSpPr>
        <p:spPr/>
        <p:txBody>
          <a:bodyPr/>
          <a:lstStyle/>
          <a:p>
            <a:fld id="{37110CF9-0BB6-4742-827F-395395B79F35}" type="datetimeFigureOut">
              <a:rPr lang="zh-CN" altLang="en-US" smtClean="0"/>
              <a:t>2025/11/15</a:t>
            </a:fld>
            <a:endParaRPr lang="zh-CN" altLang="en-US"/>
          </a:p>
        </p:txBody>
      </p:sp>
      <p:sp>
        <p:nvSpPr>
          <p:cNvPr id="5" name="Footer Placeholder 4">
            <a:extLst>
              <a:ext uri="{FF2B5EF4-FFF2-40B4-BE49-F238E27FC236}">
                <a16:creationId xmlns:a16="http://schemas.microsoft.com/office/drawing/2014/main" id="{2DF06259-3AB8-B8F5-1201-C1D0CA6252E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5D618D74-CDC4-25EF-6365-DD0692271EC6}"/>
              </a:ext>
            </a:extLst>
          </p:cNvPr>
          <p:cNvSpPr>
            <a:spLocks noGrp="1"/>
          </p:cNvSpPr>
          <p:nvPr>
            <p:ph type="sldNum" sz="quarter" idx="12"/>
          </p:nvPr>
        </p:nvSpPr>
        <p:spPr/>
        <p:txBody>
          <a:body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355374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1A852E-D826-CC74-207A-279210F852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ED0C7ADC-2CB5-E9EA-FC39-52CFBAEBD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947021FD-349C-2762-CF67-C8835B9779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110CF9-0BB6-4742-827F-395395B79F35}" type="datetimeFigureOut">
              <a:rPr lang="zh-CN" altLang="en-US" smtClean="0"/>
              <a:t>2025/11/15</a:t>
            </a:fld>
            <a:endParaRPr lang="zh-CN" altLang="en-US"/>
          </a:p>
        </p:txBody>
      </p:sp>
      <p:sp>
        <p:nvSpPr>
          <p:cNvPr id="5" name="Footer Placeholder 4">
            <a:extLst>
              <a:ext uri="{FF2B5EF4-FFF2-40B4-BE49-F238E27FC236}">
                <a16:creationId xmlns:a16="http://schemas.microsoft.com/office/drawing/2014/main" id="{9C84525F-80E5-4DC8-DED5-24A476AE6A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A2AB27C7-5233-B4AD-FB80-5997DDCF39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25F0E9-0C64-4B73-8CF9-DE3AF2BA4400}" type="slidenum">
              <a:rPr lang="zh-CN" altLang="en-US" smtClean="0"/>
              <a:t>‹#›</a:t>
            </a:fld>
            <a:endParaRPr lang="zh-CN" altLang="en-US"/>
          </a:p>
        </p:txBody>
      </p:sp>
    </p:spTree>
    <p:extLst>
      <p:ext uri="{BB962C8B-B14F-4D97-AF65-F5344CB8AC3E}">
        <p14:creationId xmlns:p14="http://schemas.microsoft.com/office/powerpoint/2010/main" val="392777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E739937-6E70-76DC-7B52-154C39721288}"/>
              </a:ext>
            </a:extLst>
          </p:cNvPr>
          <p:cNvSpPr txBox="1">
            <a:spLocks/>
          </p:cNvSpPr>
          <p:nvPr/>
        </p:nvSpPr>
        <p:spPr>
          <a:xfrm>
            <a:off x="1273969" y="371475"/>
            <a:ext cx="9534525" cy="571500"/>
          </a:xfrm>
          <a:prstGeom prst="rect">
            <a:avLst/>
          </a:prstGeom>
          <a:solidFill>
            <a:schemeClr val="tx2">
              <a:lumMod val="10000"/>
              <a:lumOff val="90000"/>
            </a:schemeClr>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altLang="zh-CN" sz="5000" dirty="0">
                <a:latin typeface="Times New Roman" panose="02020603050405020304" pitchFamily="18" charset="0"/>
                <a:cs typeface="Times New Roman" panose="02020603050405020304" pitchFamily="18" charset="0"/>
              </a:rPr>
              <a:t>Assignment Marks :15</a:t>
            </a:r>
            <a:endParaRPr lang="zh-CN" altLang="en-US" sz="5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7C9CFBA-8E7F-F6A6-94EE-57C2339A1B9B}"/>
              </a:ext>
            </a:extLst>
          </p:cNvPr>
          <p:cNvSpPr txBox="1"/>
          <p:nvPr/>
        </p:nvSpPr>
        <p:spPr>
          <a:xfrm>
            <a:off x="1150451" y="1125342"/>
            <a:ext cx="9658043" cy="4939814"/>
          </a:xfrm>
          <a:prstGeom prst="rect">
            <a:avLst/>
          </a:prstGeom>
          <a:solidFill>
            <a:schemeClr val="bg1"/>
          </a:solidFill>
        </p:spPr>
        <p:txBody>
          <a:bodyPr wrap="square">
            <a:spAutoFit/>
          </a:bodyPr>
          <a:lstStyle/>
          <a:p>
            <a:pPr algn="ctr"/>
            <a:r>
              <a:rPr lang="en-US" altLang="zh-CN" sz="4500" b="1" dirty="0">
                <a:solidFill>
                  <a:srgbClr val="FF0000"/>
                </a:solidFill>
                <a:latin typeface="Times New Roman" panose="02020603050405020304" pitchFamily="18" charset="0"/>
                <a:cs typeface="Times New Roman" panose="02020603050405020304" pitchFamily="18" charset="0"/>
              </a:rPr>
              <a:t>Individual Activity:</a:t>
            </a:r>
          </a:p>
          <a:p>
            <a:pPr algn="just"/>
            <a:r>
              <a:rPr lang="en-US" altLang="zh-CN" sz="4500" dirty="0">
                <a:latin typeface="Times New Roman" panose="02020603050405020304" pitchFamily="18" charset="0"/>
                <a:cs typeface="Times New Roman" panose="02020603050405020304" pitchFamily="18" charset="0"/>
              </a:rPr>
              <a:t>Write your research title and determine your variables. What might be the problem statement or problem definition for the situation as well framework of your study, theory and hypothesis? Please make presentation for next class</a:t>
            </a:r>
            <a:endParaRPr lang="en-US" altLang="zh-CN" sz="450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79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45</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等线</vt:lpstr>
      <vt:lpstr>等线 Light</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Faheem Akhtar BUKC</dc:creator>
  <cp:lastModifiedBy>Dr. Faheem Akhtar BUKC</cp:lastModifiedBy>
  <cp:revision>4</cp:revision>
  <dcterms:created xsi:type="dcterms:W3CDTF">2025-09-29T04:40:25Z</dcterms:created>
  <dcterms:modified xsi:type="dcterms:W3CDTF">2025-11-15T17:46:10Z</dcterms:modified>
</cp:coreProperties>
</file>