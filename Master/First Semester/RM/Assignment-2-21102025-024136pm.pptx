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5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A4FC8-B358-6874-B92D-96A59E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332D5-54E5-8CBC-6EED-B16E1242D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5C4D6-020A-4269-C1A4-5D9363FB6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1B8DD-89E4-6F6C-EC62-E6AB1757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65CAE-6978-BFD2-E049-1C994252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EFB6-7943-7D17-5614-5D72356F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964B2-65FE-FFDB-95A9-9D0D16EF4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62C2E-D256-D277-CDAB-82448B7A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866C-E8B6-96A0-6901-10DFA5E3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BCEB-58AB-3FD9-AC87-0A00668C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39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C8C1-0905-467E-1D32-CEA696DF1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038BA-B34A-2F9C-EE97-8554D80F7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6E12B-FC6B-9369-D886-D7C31556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B1844-F188-5DC3-7F49-B11DDC06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D403-14E3-63BF-1795-6D677B95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26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D705-6091-17D5-7FAB-045378FC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2F98-7E7E-8EAC-1F85-4107BEF88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4B1E0-E402-4596-232F-789B5CFFF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795E5-842E-D44E-401B-A8EEB5901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8C45D-68CF-1EDF-284C-41BBFED6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1BFDD-4900-3CE7-4622-DFB22214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364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FFA2-C31D-170F-A615-DE8F8112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CA13B-5E54-5367-61CA-6AA23C63F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CEC42-9CC9-B95D-AE54-E8C04872C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38EFB-0DC7-25C0-8CDE-74BEEDE44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E2174-4350-2788-DE66-7BFA769C3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A1CE1-4EE8-2A87-06AB-28E4B579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DF391-0EBB-7F5B-3594-623E18E5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A7779-2BDA-C09F-965C-9A0509B4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37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CFD7-4789-F929-F875-100C35D3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601DF-8C90-EB0E-B948-B4D02F0B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7908B-71EC-52C7-CCEA-D0AA2977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304D7-957C-DCE4-3016-CA879105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5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9E9E-6460-3DBA-2BDB-B45CD5CA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B56DB-0BFF-BEB0-6C73-87AAA9603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3DD24-FB9A-79B6-17C3-0E0F2D72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91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E993-2A80-7ABF-EA78-E4876E37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4F80A-FB2E-1229-2198-4944D7B90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9AC7C-0726-6552-0A8F-9F37F0496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E08E3-BBC4-504F-F10A-C720D194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60AA0-339D-A24D-4E17-F21D650C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D2F02-DB00-1731-074A-91BC6ABC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50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9FF9-BA89-5CFF-8750-B04507C2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A9394-48F6-D430-71C7-4F2FE4FC7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7527E-F222-DB2E-745B-3231E7886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75443-1E85-52A8-BEF7-B3A2E9FA5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D7D15-0F27-1905-C561-7AFB7EC8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94A05-D07E-3A3E-6B14-7362F540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239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4B10-D864-2DBE-4377-AF9E6615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6B156-D034-7B39-0834-9C62F0746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1071-1C4E-2BE9-7FBD-E6ADD2E2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DE7D5-DF64-332D-CA0E-8C404476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FBC1-AD9A-0204-1FF8-611159A6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56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24729-3013-009F-C4C8-023469246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13575-32DE-4201-708D-3CE2FFD1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7849E-85FF-8A06-630C-727A73F1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06259-3AB8-B8F5-1201-C1D0CA62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18D74-CDC4-25EF-6365-DD069227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74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A852E-D826-CC74-207A-279210F8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C7ADC-2CB5-E9EA-FC39-52CFBAEB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021FD-349C-2762-CF67-C8835B977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10CF9-0BB6-4742-827F-395395B79F35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525F-80E5-4DC8-DED5-24A476AE6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B27C7-5233-B4AD-FB80-5997DDCF3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5F0E9-0C64-4B73-8CF9-DE3AF2BA4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77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921D-257A-494B-2490-CFC5D0D88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737" y="1721643"/>
            <a:ext cx="9534525" cy="4107657"/>
          </a:xfrm>
          <a:solidFill>
            <a:schemeClr val="tx2">
              <a:lumMod val="10000"/>
              <a:lumOff val="90000"/>
            </a:schemeClr>
          </a:solidFill>
        </p:spPr>
        <p:txBody>
          <a:bodyPr>
            <a:normAutofit fontScale="90000"/>
          </a:bodyPr>
          <a:lstStyle/>
          <a:p>
            <a:pPr algn="just"/>
            <a:r>
              <a:rPr lang="en-US" altLang="zh-C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should select and download materials (Research Paper) relevant to their specific area of interest.</a:t>
            </a:r>
            <a:br>
              <a:rPr lang="en-US" altLang="zh-C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Extract: Aims and objective, research gap, methodology, outcome of the paper and future direction.</a:t>
            </a:r>
            <a:endParaRPr lang="zh-CN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739937-6E70-76DC-7B52-154C39721288}"/>
              </a:ext>
            </a:extLst>
          </p:cNvPr>
          <p:cNvSpPr txBox="1">
            <a:spLocks/>
          </p:cNvSpPr>
          <p:nvPr/>
        </p:nvSpPr>
        <p:spPr>
          <a:xfrm>
            <a:off x="1273969" y="371475"/>
            <a:ext cx="9534525" cy="10001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altLang="zh-CN" sz="5000">
                <a:latin typeface="Times New Roman" panose="02020603050405020304" pitchFamily="18" charset="0"/>
                <a:cs typeface="Times New Roman" panose="02020603050405020304" pitchFamily="18" charset="0"/>
              </a:rPr>
              <a:t>Marks :5</a:t>
            </a:r>
            <a:endParaRPr lang="zh-CN" alt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79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Theme</vt:lpstr>
      <vt:lpstr>Individual should select and download materials (Research Paper) relevant to their specific area of interest. Extract: Aims and objective, research gap, methodology, outcome of the paper and future direction.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Faheem Akhtar BUKC</dc:creator>
  <cp:lastModifiedBy>Dr. Faheem Akhtar BUKC</cp:lastModifiedBy>
  <cp:revision>4</cp:revision>
  <dcterms:created xsi:type="dcterms:W3CDTF">2025-09-29T04:40:25Z</dcterms:created>
  <dcterms:modified xsi:type="dcterms:W3CDTF">2025-10-21T09:41:13Z</dcterms:modified>
</cp:coreProperties>
</file>