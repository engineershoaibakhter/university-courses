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60" r:id="rId5"/>
    <p:sldId id="261" r:id="rId6"/>
    <p:sldId id="262" r:id="rId7"/>
    <p:sldId id="263" r:id="rId8"/>
    <p:sldId id="264" r:id="rId9"/>
    <p:sldId id="273" r:id="rId10"/>
    <p:sldId id="274" r:id="rId11"/>
    <p:sldId id="275" r:id="rId12"/>
    <p:sldId id="276" r:id="rId13"/>
    <p:sldId id="277" r:id="rId14"/>
    <p:sldId id="278" r:id="rId15"/>
    <p:sldId id="267" r:id="rId16"/>
    <p:sldId id="26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2685B3-62D9-4D83-9E09-C537A8F829B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74CB468-4E32-4AB5-8593-B79E2A5E4D6C}">
      <dgm:prSet/>
      <dgm:spPr/>
      <dgm:t>
        <a:bodyPr/>
        <a:lstStyle/>
        <a:p>
          <a:r>
            <a:rPr lang="en-US"/>
            <a:t>Ethics means choosing what's right and fair</a:t>
          </a:r>
        </a:p>
      </dgm:t>
    </dgm:pt>
    <dgm:pt modelId="{B9C3574E-0490-4FAA-BF8F-FCD4A28B6694}" type="parTrans" cxnId="{B6160A0B-12E5-4A67-A152-197F39A49EF8}">
      <dgm:prSet/>
      <dgm:spPr/>
      <dgm:t>
        <a:bodyPr/>
        <a:lstStyle/>
        <a:p>
          <a:endParaRPr lang="en-US"/>
        </a:p>
      </dgm:t>
    </dgm:pt>
    <dgm:pt modelId="{D3634F67-1FC4-4E3C-BC8A-30D11B4E2B33}" type="sibTrans" cxnId="{B6160A0B-12E5-4A67-A152-197F39A49EF8}">
      <dgm:prSet/>
      <dgm:spPr/>
      <dgm:t>
        <a:bodyPr/>
        <a:lstStyle/>
        <a:p>
          <a:endParaRPr lang="en-US"/>
        </a:p>
      </dgm:t>
    </dgm:pt>
    <dgm:pt modelId="{54FEA892-4F0D-4283-B179-9380CE70F07F}">
      <dgm:prSet/>
      <dgm:spPr/>
      <dgm:t>
        <a:bodyPr/>
        <a:lstStyle/>
        <a:p>
          <a:r>
            <a:rPr lang="en-US"/>
            <a:t>In HR, it covers rules for treating people well</a:t>
          </a:r>
        </a:p>
      </dgm:t>
    </dgm:pt>
    <dgm:pt modelId="{1E7A5836-D775-47EE-B297-4AF1612916BF}" type="parTrans" cxnId="{363304F6-DB96-488E-978C-30AB7AD0B520}">
      <dgm:prSet/>
      <dgm:spPr/>
      <dgm:t>
        <a:bodyPr/>
        <a:lstStyle/>
        <a:p>
          <a:endParaRPr lang="en-US"/>
        </a:p>
      </dgm:t>
    </dgm:pt>
    <dgm:pt modelId="{F10C9D03-8E6F-43B3-8B7B-EC130476EA26}" type="sibTrans" cxnId="{363304F6-DB96-488E-978C-30AB7AD0B520}">
      <dgm:prSet/>
      <dgm:spPr/>
      <dgm:t>
        <a:bodyPr/>
        <a:lstStyle/>
        <a:p>
          <a:endParaRPr lang="en-US"/>
        </a:p>
      </dgm:t>
    </dgm:pt>
    <dgm:pt modelId="{A01C7806-21D2-480A-90DA-E8CA5C585348}">
      <dgm:prSet/>
      <dgm:spPr/>
      <dgm:t>
        <a:bodyPr/>
        <a:lstStyle/>
        <a:p>
          <a:r>
            <a:rPr lang="en-US"/>
            <a:t>Prioritize ethical choices at every step</a:t>
          </a:r>
        </a:p>
      </dgm:t>
    </dgm:pt>
    <dgm:pt modelId="{53C4C431-8A9F-4577-8EF5-75A3BD3E439D}" type="parTrans" cxnId="{422DB969-43BF-436A-B257-E1B3FDB63EB5}">
      <dgm:prSet/>
      <dgm:spPr/>
      <dgm:t>
        <a:bodyPr/>
        <a:lstStyle/>
        <a:p>
          <a:endParaRPr lang="en-US"/>
        </a:p>
      </dgm:t>
    </dgm:pt>
    <dgm:pt modelId="{21ACB92C-77ED-4CE0-AC9E-458814B2DC9D}" type="sibTrans" cxnId="{422DB969-43BF-436A-B257-E1B3FDB63EB5}">
      <dgm:prSet/>
      <dgm:spPr/>
      <dgm:t>
        <a:bodyPr/>
        <a:lstStyle/>
        <a:p>
          <a:endParaRPr lang="en-US"/>
        </a:p>
      </dgm:t>
    </dgm:pt>
    <dgm:pt modelId="{B1C12929-3A93-42AD-BB26-66B9FFD7685D}">
      <dgm:prSet/>
      <dgm:spPr/>
      <dgm:t>
        <a:bodyPr/>
        <a:lstStyle/>
        <a:p>
          <a:r>
            <a:rPr lang="en-US"/>
            <a:t>Ensures compliance and protects privacy</a:t>
          </a:r>
        </a:p>
      </dgm:t>
    </dgm:pt>
    <dgm:pt modelId="{762FCC9F-32E5-4E4E-A18F-91E4F078677B}" type="parTrans" cxnId="{11B06060-1AFD-4A73-AEB1-0B4DBA556F1E}">
      <dgm:prSet/>
      <dgm:spPr/>
      <dgm:t>
        <a:bodyPr/>
        <a:lstStyle/>
        <a:p>
          <a:endParaRPr lang="en-US"/>
        </a:p>
      </dgm:t>
    </dgm:pt>
    <dgm:pt modelId="{C40B1CA5-9373-4562-9944-AE7CDC9673BD}" type="sibTrans" cxnId="{11B06060-1AFD-4A73-AEB1-0B4DBA556F1E}">
      <dgm:prSet/>
      <dgm:spPr/>
      <dgm:t>
        <a:bodyPr/>
        <a:lstStyle/>
        <a:p>
          <a:endParaRPr lang="en-US"/>
        </a:p>
      </dgm:t>
    </dgm:pt>
    <dgm:pt modelId="{6B889EC0-E743-4FBE-9E86-C3B29FF15706}" type="pres">
      <dgm:prSet presAssocID="{C52685B3-62D9-4D83-9E09-C537A8F829BB}" presName="outerComposite" presStyleCnt="0">
        <dgm:presLayoutVars>
          <dgm:chMax val="5"/>
          <dgm:dir/>
          <dgm:resizeHandles val="exact"/>
        </dgm:presLayoutVars>
      </dgm:prSet>
      <dgm:spPr/>
    </dgm:pt>
    <dgm:pt modelId="{7FD9C13F-D752-454E-9020-5347F5F07BAE}" type="pres">
      <dgm:prSet presAssocID="{C52685B3-62D9-4D83-9E09-C537A8F829BB}" presName="dummyMaxCanvas" presStyleCnt="0">
        <dgm:presLayoutVars/>
      </dgm:prSet>
      <dgm:spPr/>
    </dgm:pt>
    <dgm:pt modelId="{9F7C62D4-E1D5-4683-BD59-DFD4315EB61B}" type="pres">
      <dgm:prSet presAssocID="{C52685B3-62D9-4D83-9E09-C537A8F829BB}" presName="FourNodes_1" presStyleLbl="node1" presStyleIdx="0" presStyleCnt="4">
        <dgm:presLayoutVars>
          <dgm:bulletEnabled val="1"/>
        </dgm:presLayoutVars>
      </dgm:prSet>
      <dgm:spPr/>
    </dgm:pt>
    <dgm:pt modelId="{6AF7CF0B-B663-4BB5-B877-773DFC2C37AB}" type="pres">
      <dgm:prSet presAssocID="{C52685B3-62D9-4D83-9E09-C537A8F829BB}" presName="FourNodes_2" presStyleLbl="node1" presStyleIdx="1" presStyleCnt="4">
        <dgm:presLayoutVars>
          <dgm:bulletEnabled val="1"/>
        </dgm:presLayoutVars>
      </dgm:prSet>
      <dgm:spPr/>
    </dgm:pt>
    <dgm:pt modelId="{8F4C9722-ACC6-48A2-862A-F89E577725ED}" type="pres">
      <dgm:prSet presAssocID="{C52685B3-62D9-4D83-9E09-C537A8F829BB}" presName="FourNodes_3" presStyleLbl="node1" presStyleIdx="2" presStyleCnt="4">
        <dgm:presLayoutVars>
          <dgm:bulletEnabled val="1"/>
        </dgm:presLayoutVars>
      </dgm:prSet>
      <dgm:spPr/>
    </dgm:pt>
    <dgm:pt modelId="{51280500-4907-4133-8046-FB6B6B28EF7F}" type="pres">
      <dgm:prSet presAssocID="{C52685B3-62D9-4D83-9E09-C537A8F829BB}" presName="FourNodes_4" presStyleLbl="node1" presStyleIdx="3" presStyleCnt="4">
        <dgm:presLayoutVars>
          <dgm:bulletEnabled val="1"/>
        </dgm:presLayoutVars>
      </dgm:prSet>
      <dgm:spPr/>
    </dgm:pt>
    <dgm:pt modelId="{FCABC387-1A68-44DD-BB56-7BAF729C5F32}" type="pres">
      <dgm:prSet presAssocID="{C52685B3-62D9-4D83-9E09-C537A8F829BB}" presName="FourConn_1-2" presStyleLbl="fgAccFollowNode1" presStyleIdx="0" presStyleCnt="3">
        <dgm:presLayoutVars>
          <dgm:bulletEnabled val="1"/>
        </dgm:presLayoutVars>
      </dgm:prSet>
      <dgm:spPr/>
    </dgm:pt>
    <dgm:pt modelId="{BA441208-2127-47E0-B96D-F7993EB73A7C}" type="pres">
      <dgm:prSet presAssocID="{C52685B3-62D9-4D83-9E09-C537A8F829BB}" presName="FourConn_2-3" presStyleLbl="fgAccFollowNode1" presStyleIdx="1" presStyleCnt="3">
        <dgm:presLayoutVars>
          <dgm:bulletEnabled val="1"/>
        </dgm:presLayoutVars>
      </dgm:prSet>
      <dgm:spPr/>
    </dgm:pt>
    <dgm:pt modelId="{E70D0139-741B-4615-9433-E8E7BE6AEAF2}" type="pres">
      <dgm:prSet presAssocID="{C52685B3-62D9-4D83-9E09-C537A8F829BB}" presName="FourConn_3-4" presStyleLbl="fgAccFollowNode1" presStyleIdx="2" presStyleCnt="3">
        <dgm:presLayoutVars>
          <dgm:bulletEnabled val="1"/>
        </dgm:presLayoutVars>
      </dgm:prSet>
      <dgm:spPr/>
    </dgm:pt>
    <dgm:pt modelId="{94433232-0137-4DB3-B012-61BE2CB1DE94}" type="pres">
      <dgm:prSet presAssocID="{C52685B3-62D9-4D83-9E09-C537A8F829BB}" presName="FourNodes_1_text" presStyleLbl="node1" presStyleIdx="3" presStyleCnt="4">
        <dgm:presLayoutVars>
          <dgm:bulletEnabled val="1"/>
        </dgm:presLayoutVars>
      </dgm:prSet>
      <dgm:spPr/>
    </dgm:pt>
    <dgm:pt modelId="{174B41FE-8C42-4A16-BAE9-7ED83B3FBB1C}" type="pres">
      <dgm:prSet presAssocID="{C52685B3-62D9-4D83-9E09-C537A8F829BB}" presName="FourNodes_2_text" presStyleLbl="node1" presStyleIdx="3" presStyleCnt="4">
        <dgm:presLayoutVars>
          <dgm:bulletEnabled val="1"/>
        </dgm:presLayoutVars>
      </dgm:prSet>
      <dgm:spPr/>
    </dgm:pt>
    <dgm:pt modelId="{8D3485CC-23E2-42C7-A505-9D3E8D9BE5F6}" type="pres">
      <dgm:prSet presAssocID="{C52685B3-62D9-4D83-9E09-C537A8F829BB}" presName="FourNodes_3_text" presStyleLbl="node1" presStyleIdx="3" presStyleCnt="4">
        <dgm:presLayoutVars>
          <dgm:bulletEnabled val="1"/>
        </dgm:presLayoutVars>
      </dgm:prSet>
      <dgm:spPr/>
    </dgm:pt>
    <dgm:pt modelId="{2527C2CF-3907-4A2D-8512-DA6A3B37DEB2}" type="pres">
      <dgm:prSet presAssocID="{C52685B3-62D9-4D83-9E09-C537A8F829B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6160A0B-12E5-4A67-A152-197F39A49EF8}" srcId="{C52685B3-62D9-4D83-9E09-C537A8F829BB}" destId="{D74CB468-4E32-4AB5-8593-B79E2A5E4D6C}" srcOrd="0" destOrd="0" parTransId="{B9C3574E-0490-4FAA-BF8F-FCD4A28B6694}" sibTransId="{D3634F67-1FC4-4E3C-BC8A-30D11B4E2B33}"/>
    <dgm:cxn modelId="{0C051123-39F0-40B6-A151-60AADE7EF1F5}" type="presOf" srcId="{54FEA892-4F0D-4283-B179-9380CE70F07F}" destId="{6AF7CF0B-B663-4BB5-B877-773DFC2C37AB}" srcOrd="0" destOrd="0" presId="urn:microsoft.com/office/officeart/2005/8/layout/vProcess5"/>
    <dgm:cxn modelId="{C9ADB139-79F4-467F-B79C-FB3DD4B917E1}" type="presOf" srcId="{A01C7806-21D2-480A-90DA-E8CA5C585348}" destId="{8F4C9722-ACC6-48A2-862A-F89E577725ED}" srcOrd="0" destOrd="0" presId="urn:microsoft.com/office/officeart/2005/8/layout/vProcess5"/>
    <dgm:cxn modelId="{ECFBCB3E-9413-4DE0-9D45-BA2F9116AEAE}" type="presOf" srcId="{54FEA892-4F0D-4283-B179-9380CE70F07F}" destId="{174B41FE-8C42-4A16-BAE9-7ED83B3FBB1C}" srcOrd="1" destOrd="0" presId="urn:microsoft.com/office/officeart/2005/8/layout/vProcess5"/>
    <dgm:cxn modelId="{11B06060-1AFD-4A73-AEB1-0B4DBA556F1E}" srcId="{C52685B3-62D9-4D83-9E09-C537A8F829BB}" destId="{B1C12929-3A93-42AD-BB26-66B9FFD7685D}" srcOrd="3" destOrd="0" parTransId="{762FCC9F-32E5-4E4E-A18F-91E4F078677B}" sibTransId="{C40B1CA5-9373-4562-9944-AE7CDC9673BD}"/>
    <dgm:cxn modelId="{C67BEF63-50C0-435B-993B-A3A756AEACFD}" type="presOf" srcId="{D3634F67-1FC4-4E3C-BC8A-30D11B4E2B33}" destId="{FCABC387-1A68-44DD-BB56-7BAF729C5F32}" srcOrd="0" destOrd="0" presId="urn:microsoft.com/office/officeart/2005/8/layout/vProcess5"/>
    <dgm:cxn modelId="{E8B52046-846F-4BA6-BD03-E9491BA2253A}" type="presOf" srcId="{21ACB92C-77ED-4CE0-AC9E-458814B2DC9D}" destId="{E70D0139-741B-4615-9433-E8E7BE6AEAF2}" srcOrd="0" destOrd="0" presId="urn:microsoft.com/office/officeart/2005/8/layout/vProcess5"/>
    <dgm:cxn modelId="{422DB969-43BF-436A-B257-E1B3FDB63EB5}" srcId="{C52685B3-62D9-4D83-9E09-C537A8F829BB}" destId="{A01C7806-21D2-480A-90DA-E8CA5C585348}" srcOrd="2" destOrd="0" parTransId="{53C4C431-8A9F-4577-8EF5-75A3BD3E439D}" sibTransId="{21ACB92C-77ED-4CE0-AC9E-458814B2DC9D}"/>
    <dgm:cxn modelId="{6190C44E-13E2-423A-8F2D-8954FB0F26B1}" type="presOf" srcId="{C52685B3-62D9-4D83-9E09-C537A8F829BB}" destId="{6B889EC0-E743-4FBE-9E86-C3B29FF15706}" srcOrd="0" destOrd="0" presId="urn:microsoft.com/office/officeart/2005/8/layout/vProcess5"/>
    <dgm:cxn modelId="{39A649C0-E2B6-4A7E-9C63-48797E48FB33}" type="presOf" srcId="{B1C12929-3A93-42AD-BB26-66B9FFD7685D}" destId="{51280500-4907-4133-8046-FB6B6B28EF7F}" srcOrd="0" destOrd="0" presId="urn:microsoft.com/office/officeart/2005/8/layout/vProcess5"/>
    <dgm:cxn modelId="{A53AC8CE-5691-4B9C-9387-D0146321DA77}" type="presOf" srcId="{F10C9D03-8E6F-43B3-8B7B-EC130476EA26}" destId="{BA441208-2127-47E0-B96D-F7993EB73A7C}" srcOrd="0" destOrd="0" presId="urn:microsoft.com/office/officeart/2005/8/layout/vProcess5"/>
    <dgm:cxn modelId="{D54BD6D3-0457-4AE7-82D6-64BAD5671933}" type="presOf" srcId="{B1C12929-3A93-42AD-BB26-66B9FFD7685D}" destId="{2527C2CF-3907-4A2D-8512-DA6A3B37DEB2}" srcOrd="1" destOrd="0" presId="urn:microsoft.com/office/officeart/2005/8/layout/vProcess5"/>
    <dgm:cxn modelId="{96C4E7D3-2623-4C95-BDD3-0011D18C26A5}" type="presOf" srcId="{A01C7806-21D2-480A-90DA-E8CA5C585348}" destId="{8D3485CC-23E2-42C7-A505-9D3E8D9BE5F6}" srcOrd="1" destOrd="0" presId="urn:microsoft.com/office/officeart/2005/8/layout/vProcess5"/>
    <dgm:cxn modelId="{3F8D91EE-CF3E-451B-A050-A078314A945F}" type="presOf" srcId="{D74CB468-4E32-4AB5-8593-B79E2A5E4D6C}" destId="{94433232-0137-4DB3-B012-61BE2CB1DE94}" srcOrd="1" destOrd="0" presId="urn:microsoft.com/office/officeart/2005/8/layout/vProcess5"/>
    <dgm:cxn modelId="{064C64F3-E474-4539-8760-12B53458A278}" type="presOf" srcId="{D74CB468-4E32-4AB5-8593-B79E2A5E4D6C}" destId="{9F7C62D4-E1D5-4683-BD59-DFD4315EB61B}" srcOrd="0" destOrd="0" presId="urn:microsoft.com/office/officeart/2005/8/layout/vProcess5"/>
    <dgm:cxn modelId="{363304F6-DB96-488E-978C-30AB7AD0B520}" srcId="{C52685B3-62D9-4D83-9E09-C537A8F829BB}" destId="{54FEA892-4F0D-4283-B179-9380CE70F07F}" srcOrd="1" destOrd="0" parTransId="{1E7A5836-D775-47EE-B297-4AF1612916BF}" sibTransId="{F10C9D03-8E6F-43B3-8B7B-EC130476EA26}"/>
    <dgm:cxn modelId="{FA9A2F85-4A15-48B7-9C61-316D651F57CB}" type="presParOf" srcId="{6B889EC0-E743-4FBE-9E86-C3B29FF15706}" destId="{7FD9C13F-D752-454E-9020-5347F5F07BAE}" srcOrd="0" destOrd="0" presId="urn:microsoft.com/office/officeart/2005/8/layout/vProcess5"/>
    <dgm:cxn modelId="{B38ED91F-FA87-40F4-9E36-317F0A34F850}" type="presParOf" srcId="{6B889EC0-E743-4FBE-9E86-C3B29FF15706}" destId="{9F7C62D4-E1D5-4683-BD59-DFD4315EB61B}" srcOrd="1" destOrd="0" presId="urn:microsoft.com/office/officeart/2005/8/layout/vProcess5"/>
    <dgm:cxn modelId="{E8B6BD06-52D4-4A5B-9946-162235867A46}" type="presParOf" srcId="{6B889EC0-E743-4FBE-9E86-C3B29FF15706}" destId="{6AF7CF0B-B663-4BB5-B877-773DFC2C37AB}" srcOrd="2" destOrd="0" presId="urn:microsoft.com/office/officeart/2005/8/layout/vProcess5"/>
    <dgm:cxn modelId="{5C10314E-3255-4320-8D38-E4A0748D6A58}" type="presParOf" srcId="{6B889EC0-E743-4FBE-9E86-C3B29FF15706}" destId="{8F4C9722-ACC6-48A2-862A-F89E577725ED}" srcOrd="3" destOrd="0" presId="urn:microsoft.com/office/officeart/2005/8/layout/vProcess5"/>
    <dgm:cxn modelId="{AF299D71-1FBA-4BB2-96DC-B36B10DDE1C0}" type="presParOf" srcId="{6B889EC0-E743-4FBE-9E86-C3B29FF15706}" destId="{51280500-4907-4133-8046-FB6B6B28EF7F}" srcOrd="4" destOrd="0" presId="urn:microsoft.com/office/officeart/2005/8/layout/vProcess5"/>
    <dgm:cxn modelId="{88CFD414-67C3-439F-A6DB-6944271224A3}" type="presParOf" srcId="{6B889EC0-E743-4FBE-9E86-C3B29FF15706}" destId="{FCABC387-1A68-44DD-BB56-7BAF729C5F32}" srcOrd="5" destOrd="0" presId="urn:microsoft.com/office/officeart/2005/8/layout/vProcess5"/>
    <dgm:cxn modelId="{A6E333C6-6D8D-4766-8EFC-1175C402F83C}" type="presParOf" srcId="{6B889EC0-E743-4FBE-9E86-C3B29FF15706}" destId="{BA441208-2127-47E0-B96D-F7993EB73A7C}" srcOrd="6" destOrd="0" presId="urn:microsoft.com/office/officeart/2005/8/layout/vProcess5"/>
    <dgm:cxn modelId="{2D295860-D125-46D0-A438-3067D1C014B3}" type="presParOf" srcId="{6B889EC0-E743-4FBE-9E86-C3B29FF15706}" destId="{E70D0139-741B-4615-9433-E8E7BE6AEAF2}" srcOrd="7" destOrd="0" presId="urn:microsoft.com/office/officeart/2005/8/layout/vProcess5"/>
    <dgm:cxn modelId="{97B1745D-5A4C-4ADD-AE51-AFA04F6BCF37}" type="presParOf" srcId="{6B889EC0-E743-4FBE-9E86-C3B29FF15706}" destId="{94433232-0137-4DB3-B012-61BE2CB1DE94}" srcOrd="8" destOrd="0" presId="urn:microsoft.com/office/officeart/2005/8/layout/vProcess5"/>
    <dgm:cxn modelId="{0E509195-96A8-4C9D-A3A1-BE35E121DCDC}" type="presParOf" srcId="{6B889EC0-E743-4FBE-9E86-C3B29FF15706}" destId="{174B41FE-8C42-4A16-BAE9-7ED83B3FBB1C}" srcOrd="9" destOrd="0" presId="urn:microsoft.com/office/officeart/2005/8/layout/vProcess5"/>
    <dgm:cxn modelId="{ECF5DE37-5FA3-45E4-A505-EFF82D2C0A9B}" type="presParOf" srcId="{6B889EC0-E743-4FBE-9E86-C3B29FF15706}" destId="{8D3485CC-23E2-42C7-A505-9D3E8D9BE5F6}" srcOrd="10" destOrd="0" presId="urn:microsoft.com/office/officeart/2005/8/layout/vProcess5"/>
    <dgm:cxn modelId="{04D94FF1-A0EC-41AA-A2FD-DC5DF063161B}" type="presParOf" srcId="{6B889EC0-E743-4FBE-9E86-C3B29FF15706}" destId="{2527C2CF-3907-4A2D-8512-DA6A3B37DEB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FC9021-05FD-44BC-BBDA-DCF05D12C7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8666E86-053D-48F9-AE88-7D9280517DBF}">
      <dgm:prSet/>
      <dgm:spPr/>
      <dgm:t>
        <a:bodyPr/>
        <a:lstStyle/>
        <a:p>
          <a:r>
            <a:rPr lang="en-US" b="1"/>
            <a:t>Honesty: </a:t>
          </a:r>
          <a:r>
            <a:rPr lang="en-US"/>
            <a:t>Always tell the truth</a:t>
          </a:r>
        </a:p>
      </dgm:t>
    </dgm:pt>
    <dgm:pt modelId="{E02789BE-0056-490C-BEBE-2AAAFBA73510}" type="parTrans" cxnId="{CD717536-3429-4D03-A779-74E01BFE3453}">
      <dgm:prSet/>
      <dgm:spPr/>
      <dgm:t>
        <a:bodyPr/>
        <a:lstStyle/>
        <a:p>
          <a:endParaRPr lang="en-US"/>
        </a:p>
      </dgm:t>
    </dgm:pt>
    <dgm:pt modelId="{FE01E123-3B26-4DA7-A79F-8FBF8A2BEA4A}" type="sibTrans" cxnId="{CD717536-3429-4D03-A779-74E01BFE3453}">
      <dgm:prSet/>
      <dgm:spPr/>
      <dgm:t>
        <a:bodyPr/>
        <a:lstStyle/>
        <a:p>
          <a:endParaRPr lang="en-US"/>
        </a:p>
      </dgm:t>
    </dgm:pt>
    <dgm:pt modelId="{C7888F1E-3582-46EF-8F61-A5FA5AC99261}">
      <dgm:prSet/>
      <dgm:spPr/>
      <dgm:t>
        <a:bodyPr/>
        <a:lstStyle/>
        <a:p>
          <a:r>
            <a:rPr lang="en-US" b="1"/>
            <a:t>Fairness: </a:t>
          </a:r>
          <a:r>
            <a:rPr lang="en-US"/>
            <a:t>Treat everyone the same</a:t>
          </a:r>
        </a:p>
      </dgm:t>
    </dgm:pt>
    <dgm:pt modelId="{1F2C6CB1-6399-475A-B2F7-06D64A455376}" type="parTrans" cxnId="{76EE7607-AC39-4F59-8FC4-1869E9B7F042}">
      <dgm:prSet/>
      <dgm:spPr/>
      <dgm:t>
        <a:bodyPr/>
        <a:lstStyle/>
        <a:p>
          <a:endParaRPr lang="en-US"/>
        </a:p>
      </dgm:t>
    </dgm:pt>
    <dgm:pt modelId="{39167637-70D2-4BA9-838F-D08B2B561E3F}" type="sibTrans" cxnId="{76EE7607-AC39-4F59-8FC4-1869E9B7F042}">
      <dgm:prSet/>
      <dgm:spPr/>
      <dgm:t>
        <a:bodyPr/>
        <a:lstStyle/>
        <a:p>
          <a:endParaRPr lang="en-US"/>
        </a:p>
      </dgm:t>
    </dgm:pt>
    <dgm:pt modelId="{2AF74006-EB31-4577-8153-08E42AFC5FA1}">
      <dgm:prSet/>
      <dgm:spPr/>
      <dgm:t>
        <a:bodyPr/>
        <a:lstStyle/>
        <a:p>
          <a:r>
            <a:rPr lang="en-US" b="1"/>
            <a:t>Respect: </a:t>
          </a:r>
          <a:r>
            <a:rPr lang="en-US"/>
            <a:t>Value each person's rights</a:t>
          </a:r>
        </a:p>
      </dgm:t>
    </dgm:pt>
    <dgm:pt modelId="{DADADC9D-8AFC-415D-A64A-45774628BB72}" type="parTrans" cxnId="{6B26975C-4BCA-4845-AC74-E51E57E8935A}">
      <dgm:prSet/>
      <dgm:spPr/>
      <dgm:t>
        <a:bodyPr/>
        <a:lstStyle/>
        <a:p>
          <a:endParaRPr lang="en-US"/>
        </a:p>
      </dgm:t>
    </dgm:pt>
    <dgm:pt modelId="{4F80DB18-527D-4118-AF96-41E0917609CE}" type="sibTrans" cxnId="{6B26975C-4BCA-4845-AC74-E51E57E8935A}">
      <dgm:prSet/>
      <dgm:spPr/>
      <dgm:t>
        <a:bodyPr/>
        <a:lstStyle/>
        <a:p>
          <a:endParaRPr lang="en-US"/>
        </a:p>
      </dgm:t>
    </dgm:pt>
    <dgm:pt modelId="{C1382E3A-FF48-4FD4-AB60-C036151B6B28}">
      <dgm:prSet/>
      <dgm:spPr/>
      <dgm:t>
        <a:bodyPr/>
        <a:lstStyle/>
        <a:p>
          <a:r>
            <a:rPr lang="en-US" b="1"/>
            <a:t>Responsibility: </a:t>
          </a:r>
          <a:r>
            <a:rPr lang="en-US"/>
            <a:t>Own up to actions</a:t>
          </a:r>
        </a:p>
      </dgm:t>
    </dgm:pt>
    <dgm:pt modelId="{0E8E1AF4-CE2C-4441-911B-8757A11DC32F}" type="parTrans" cxnId="{2215C1CC-376A-4CBC-8740-F54495A406DD}">
      <dgm:prSet/>
      <dgm:spPr/>
      <dgm:t>
        <a:bodyPr/>
        <a:lstStyle/>
        <a:p>
          <a:endParaRPr lang="en-US"/>
        </a:p>
      </dgm:t>
    </dgm:pt>
    <dgm:pt modelId="{52BBE780-4B9B-4144-B6DD-A9DFD74B74F5}" type="sibTrans" cxnId="{2215C1CC-376A-4CBC-8740-F54495A406DD}">
      <dgm:prSet/>
      <dgm:spPr/>
      <dgm:t>
        <a:bodyPr/>
        <a:lstStyle/>
        <a:p>
          <a:endParaRPr lang="en-US"/>
        </a:p>
      </dgm:t>
    </dgm:pt>
    <dgm:pt modelId="{980C732D-A814-42B2-A74E-23A773ED6C6E}" type="pres">
      <dgm:prSet presAssocID="{65FC9021-05FD-44BC-BBDA-DCF05D12C78C}" presName="linear" presStyleCnt="0">
        <dgm:presLayoutVars>
          <dgm:animLvl val="lvl"/>
          <dgm:resizeHandles val="exact"/>
        </dgm:presLayoutVars>
      </dgm:prSet>
      <dgm:spPr/>
    </dgm:pt>
    <dgm:pt modelId="{45B03365-64B2-490A-9F4D-3441B6BC2FC0}" type="pres">
      <dgm:prSet presAssocID="{C8666E86-053D-48F9-AE88-7D9280517D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5B1535-BA5B-4934-8421-28D10C8F53E9}" type="pres">
      <dgm:prSet presAssocID="{FE01E123-3B26-4DA7-A79F-8FBF8A2BEA4A}" presName="spacer" presStyleCnt="0"/>
      <dgm:spPr/>
    </dgm:pt>
    <dgm:pt modelId="{61EC0715-9766-436A-9146-962DE3C63DB8}" type="pres">
      <dgm:prSet presAssocID="{C7888F1E-3582-46EF-8F61-A5FA5AC992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3C7CB0-E7E2-42C7-9350-F530F4B61F79}" type="pres">
      <dgm:prSet presAssocID="{39167637-70D2-4BA9-838F-D08B2B561E3F}" presName="spacer" presStyleCnt="0"/>
      <dgm:spPr/>
    </dgm:pt>
    <dgm:pt modelId="{315AC102-3C1B-428A-BC6B-06882BFE5A96}" type="pres">
      <dgm:prSet presAssocID="{2AF74006-EB31-4577-8153-08E42AFC5F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A51847-3C19-40DB-AA5E-5953ED82F8A4}" type="pres">
      <dgm:prSet presAssocID="{4F80DB18-527D-4118-AF96-41E0917609CE}" presName="spacer" presStyleCnt="0"/>
      <dgm:spPr/>
    </dgm:pt>
    <dgm:pt modelId="{29FB132A-F97D-4272-9AD0-27AE8686A994}" type="pres">
      <dgm:prSet presAssocID="{C1382E3A-FF48-4FD4-AB60-C036151B6B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6EE7607-AC39-4F59-8FC4-1869E9B7F042}" srcId="{65FC9021-05FD-44BC-BBDA-DCF05D12C78C}" destId="{C7888F1E-3582-46EF-8F61-A5FA5AC99261}" srcOrd="1" destOrd="0" parTransId="{1F2C6CB1-6399-475A-B2F7-06D64A455376}" sibTransId="{39167637-70D2-4BA9-838F-D08B2B561E3F}"/>
    <dgm:cxn modelId="{32CCC918-C372-4483-AA9E-C10C825E3DD6}" type="presOf" srcId="{C7888F1E-3582-46EF-8F61-A5FA5AC99261}" destId="{61EC0715-9766-436A-9146-962DE3C63DB8}" srcOrd="0" destOrd="0" presId="urn:microsoft.com/office/officeart/2005/8/layout/vList2"/>
    <dgm:cxn modelId="{C1DA7C1F-7DCA-4BE9-8BD5-A0403210279D}" type="presOf" srcId="{C8666E86-053D-48F9-AE88-7D9280517DBF}" destId="{45B03365-64B2-490A-9F4D-3441B6BC2FC0}" srcOrd="0" destOrd="0" presId="urn:microsoft.com/office/officeart/2005/8/layout/vList2"/>
    <dgm:cxn modelId="{CD717536-3429-4D03-A779-74E01BFE3453}" srcId="{65FC9021-05FD-44BC-BBDA-DCF05D12C78C}" destId="{C8666E86-053D-48F9-AE88-7D9280517DBF}" srcOrd="0" destOrd="0" parTransId="{E02789BE-0056-490C-BEBE-2AAAFBA73510}" sibTransId="{FE01E123-3B26-4DA7-A79F-8FBF8A2BEA4A}"/>
    <dgm:cxn modelId="{6B26975C-4BCA-4845-AC74-E51E57E8935A}" srcId="{65FC9021-05FD-44BC-BBDA-DCF05D12C78C}" destId="{2AF74006-EB31-4577-8153-08E42AFC5FA1}" srcOrd="2" destOrd="0" parTransId="{DADADC9D-8AFC-415D-A64A-45774628BB72}" sibTransId="{4F80DB18-527D-4118-AF96-41E0917609CE}"/>
    <dgm:cxn modelId="{28B47E61-427E-4D8D-9F32-76286324161D}" type="presOf" srcId="{2AF74006-EB31-4577-8153-08E42AFC5FA1}" destId="{315AC102-3C1B-428A-BC6B-06882BFE5A96}" srcOrd="0" destOrd="0" presId="urn:microsoft.com/office/officeart/2005/8/layout/vList2"/>
    <dgm:cxn modelId="{00C5174E-8265-4A6F-B6DE-6A38D29EC9BB}" type="presOf" srcId="{65FC9021-05FD-44BC-BBDA-DCF05D12C78C}" destId="{980C732D-A814-42B2-A74E-23A773ED6C6E}" srcOrd="0" destOrd="0" presId="urn:microsoft.com/office/officeart/2005/8/layout/vList2"/>
    <dgm:cxn modelId="{2F65BFBF-AC8E-46A8-A138-B6F7CEB18EE1}" type="presOf" srcId="{C1382E3A-FF48-4FD4-AB60-C036151B6B28}" destId="{29FB132A-F97D-4272-9AD0-27AE8686A994}" srcOrd="0" destOrd="0" presId="urn:microsoft.com/office/officeart/2005/8/layout/vList2"/>
    <dgm:cxn modelId="{2215C1CC-376A-4CBC-8740-F54495A406DD}" srcId="{65FC9021-05FD-44BC-BBDA-DCF05D12C78C}" destId="{C1382E3A-FF48-4FD4-AB60-C036151B6B28}" srcOrd="3" destOrd="0" parTransId="{0E8E1AF4-CE2C-4441-911B-8757A11DC32F}" sibTransId="{52BBE780-4B9B-4144-B6DD-A9DFD74B74F5}"/>
    <dgm:cxn modelId="{5433CA9B-8479-4CEE-BC0B-1EC4A43906D6}" type="presParOf" srcId="{980C732D-A814-42B2-A74E-23A773ED6C6E}" destId="{45B03365-64B2-490A-9F4D-3441B6BC2FC0}" srcOrd="0" destOrd="0" presId="urn:microsoft.com/office/officeart/2005/8/layout/vList2"/>
    <dgm:cxn modelId="{DD453C40-CC0E-43CD-88E7-FB1AA1EA9774}" type="presParOf" srcId="{980C732D-A814-42B2-A74E-23A773ED6C6E}" destId="{455B1535-BA5B-4934-8421-28D10C8F53E9}" srcOrd="1" destOrd="0" presId="urn:microsoft.com/office/officeart/2005/8/layout/vList2"/>
    <dgm:cxn modelId="{69FF7AFC-BFC9-41EC-8FED-395077486EC7}" type="presParOf" srcId="{980C732D-A814-42B2-A74E-23A773ED6C6E}" destId="{61EC0715-9766-436A-9146-962DE3C63DB8}" srcOrd="2" destOrd="0" presId="urn:microsoft.com/office/officeart/2005/8/layout/vList2"/>
    <dgm:cxn modelId="{244304F1-08BC-4B5D-9F50-1B7B5C74482A}" type="presParOf" srcId="{980C732D-A814-42B2-A74E-23A773ED6C6E}" destId="{2A3C7CB0-E7E2-42C7-9350-F530F4B61F79}" srcOrd="3" destOrd="0" presId="urn:microsoft.com/office/officeart/2005/8/layout/vList2"/>
    <dgm:cxn modelId="{BA94972A-CD6F-47E7-93FF-B287F647F689}" type="presParOf" srcId="{980C732D-A814-42B2-A74E-23A773ED6C6E}" destId="{315AC102-3C1B-428A-BC6B-06882BFE5A96}" srcOrd="4" destOrd="0" presId="urn:microsoft.com/office/officeart/2005/8/layout/vList2"/>
    <dgm:cxn modelId="{48AE3961-C824-4165-BE52-8BF1132296CB}" type="presParOf" srcId="{980C732D-A814-42B2-A74E-23A773ED6C6E}" destId="{49A51847-3C19-40DB-AA5E-5953ED82F8A4}" srcOrd="5" destOrd="0" presId="urn:microsoft.com/office/officeart/2005/8/layout/vList2"/>
    <dgm:cxn modelId="{313B3A20-1128-4CD4-A520-155772CB2AA7}" type="presParOf" srcId="{980C732D-A814-42B2-A74E-23A773ED6C6E}" destId="{29FB132A-F97D-4272-9AD0-27AE8686A99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883998-C5C9-4C96-AD95-E96BD8B91C9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54D375-1E10-4D53-BF8B-B66DE8283BD1}">
      <dgm:prSet/>
      <dgm:spPr/>
      <dgm:t>
        <a:bodyPr/>
        <a:lstStyle/>
        <a:p>
          <a:r>
            <a:rPr lang="en-US"/>
            <a:t>Follow all HR rules and regulations</a:t>
          </a:r>
        </a:p>
      </dgm:t>
    </dgm:pt>
    <dgm:pt modelId="{9DC4136F-74A0-44E5-94AC-D517D8935A43}" type="parTrans" cxnId="{9B70C95B-C07F-4002-B4EA-3EFFBB4596EE}">
      <dgm:prSet/>
      <dgm:spPr/>
      <dgm:t>
        <a:bodyPr/>
        <a:lstStyle/>
        <a:p>
          <a:endParaRPr lang="en-US"/>
        </a:p>
      </dgm:t>
    </dgm:pt>
    <dgm:pt modelId="{38F36CA3-6EAD-491A-A8A2-856CE68FF7E0}" type="sibTrans" cxnId="{9B70C95B-C07F-4002-B4EA-3EFFBB4596E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53A5556-24D5-4E56-9943-F74522A07AC2}">
      <dgm:prSet/>
      <dgm:spPr/>
      <dgm:t>
        <a:bodyPr/>
        <a:lstStyle/>
        <a:p>
          <a:r>
            <a:rPr lang="en-US"/>
            <a:t>Know laws on pay, safety, and rights</a:t>
          </a:r>
        </a:p>
      </dgm:t>
    </dgm:pt>
    <dgm:pt modelId="{64DEB807-0AFF-4C66-B531-CA09A014C0F4}" type="parTrans" cxnId="{C7BEF5DD-D057-4E21-A515-150FE5CF3F4B}">
      <dgm:prSet/>
      <dgm:spPr/>
      <dgm:t>
        <a:bodyPr/>
        <a:lstStyle/>
        <a:p>
          <a:endParaRPr lang="en-US"/>
        </a:p>
      </dgm:t>
    </dgm:pt>
    <dgm:pt modelId="{DA390534-6A64-41CF-B798-6C8F8061E2A7}" type="sibTrans" cxnId="{C7BEF5DD-D057-4E21-A515-150FE5CF3F4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DF1B4C2-53A1-40C0-A1E8-E6AB1452E998}">
      <dgm:prSet/>
      <dgm:spPr/>
      <dgm:t>
        <a:bodyPr/>
        <a:lstStyle/>
        <a:p>
          <a:r>
            <a:rPr lang="en-US"/>
            <a:t>Do regular checks to stay legal</a:t>
          </a:r>
        </a:p>
      </dgm:t>
    </dgm:pt>
    <dgm:pt modelId="{98414645-1A6C-4A4A-87B4-5839BE5C2D6A}" type="parTrans" cxnId="{009DA0DB-5145-4CCF-8914-BC9F6B4AC256}">
      <dgm:prSet/>
      <dgm:spPr/>
      <dgm:t>
        <a:bodyPr/>
        <a:lstStyle/>
        <a:p>
          <a:endParaRPr lang="en-US"/>
        </a:p>
      </dgm:t>
    </dgm:pt>
    <dgm:pt modelId="{6BAF5446-2257-4C33-BC73-A181D3829B5D}" type="sibTrans" cxnId="{009DA0DB-5145-4CCF-8914-BC9F6B4AC25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A7B608D-2EFD-41FB-9368-D5640F53F5F1}">
      <dgm:prSet/>
      <dgm:spPr/>
      <dgm:t>
        <a:bodyPr/>
        <a:lstStyle/>
        <a:p>
          <a:r>
            <a:rPr lang="en-US"/>
            <a:t>Train teams on new law changes</a:t>
          </a:r>
        </a:p>
      </dgm:t>
    </dgm:pt>
    <dgm:pt modelId="{630D339D-0AA4-45F9-B50F-1FE69F8582EE}" type="parTrans" cxnId="{9E954ABF-6E76-4AFD-A884-9D10ABEF2A5B}">
      <dgm:prSet/>
      <dgm:spPr/>
      <dgm:t>
        <a:bodyPr/>
        <a:lstStyle/>
        <a:p>
          <a:endParaRPr lang="en-US"/>
        </a:p>
      </dgm:t>
    </dgm:pt>
    <dgm:pt modelId="{1F506C83-A2C2-4E9B-8E45-8040AE5340EC}" type="sibTrans" cxnId="{9E954ABF-6E76-4AFD-A884-9D10ABEF2A5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D9AB87F-EFB1-4DB2-9EA0-D271E9255432}" type="pres">
      <dgm:prSet presAssocID="{1A883998-C5C9-4C96-AD95-E96BD8B91C90}" presName="Name0" presStyleCnt="0">
        <dgm:presLayoutVars>
          <dgm:animLvl val="lvl"/>
          <dgm:resizeHandles val="exact"/>
        </dgm:presLayoutVars>
      </dgm:prSet>
      <dgm:spPr/>
    </dgm:pt>
    <dgm:pt modelId="{7C46A2FF-663F-479D-A60F-A4543A33276F}" type="pres">
      <dgm:prSet presAssocID="{5754D375-1E10-4D53-BF8B-B66DE8283BD1}" presName="compositeNode" presStyleCnt="0">
        <dgm:presLayoutVars>
          <dgm:bulletEnabled val="1"/>
        </dgm:presLayoutVars>
      </dgm:prSet>
      <dgm:spPr/>
    </dgm:pt>
    <dgm:pt modelId="{6ABD195A-5DC0-4BCD-91AB-0DF0B60725EE}" type="pres">
      <dgm:prSet presAssocID="{5754D375-1E10-4D53-BF8B-B66DE8283BD1}" presName="bgRect" presStyleLbl="bgAccFollowNode1" presStyleIdx="0" presStyleCnt="4"/>
      <dgm:spPr/>
    </dgm:pt>
    <dgm:pt modelId="{11A864AF-3189-484C-8EE3-BF1C9141DE6E}" type="pres">
      <dgm:prSet presAssocID="{38F36CA3-6EAD-491A-A8A2-856CE68FF7E0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88F542D6-AC45-4A2F-899F-8AC201657EA9}" type="pres">
      <dgm:prSet presAssocID="{5754D375-1E10-4D53-BF8B-B66DE8283BD1}" presName="bottomLine" presStyleLbl="alignNode1" presStyleIdx="1" presStyleCnt="8">
        <dgm:presLayoutVars/>
      </dgm:prSet>
      <dgm:spPr/>
    </dgm:pt>
    <dgm:pt modelId="{0DC88117-7F89-4E8D-825D-2A45E328444D}" type="pres">
      <dgm:prSet presAssocID="{5754D375-1E10-4D53-BF8B-B66DE8283BD1}" presName="nodeText" presStyleLbl="bgAccFollowNode1" presStyleIdx="0" presStyleCnt="4">
        <dgm:presLayoutVars>
          <dgm:bulletEnabled val="1"/>
        </dgm:presLayoutVars>
      </dgm:prSet>
      <dgm:spPr/>
    </dgm:pt>
    <dgm:pt modelId="{2A719D3C-4990-46B3-BE70-0F16C02A0228}" type="pres">
      <dgm:prSet presAssocID="{38F36CA3-6EAD-491A-A8A2-856CE68FF7E0}" presName="sibTrans" presStyleCnt="0"/>
      <dgm:spPr/>
    </dgm:pt>
    <dgm:pt modelId="{F8E86CE3-BED7-4DBA-9AE9-89E8ADFEC487}" type="pres">
      <dgm:prSet presAssocID="{153A5556-24D5-4E56-9943-F74522A07AC2}" presName="compositeNode" presStyleCnt="0">
        <dgm:presLayoutVars>
          <dgm:bulletEnabled val="1"/>
        </dgm:presLayoutVars>
      </dgm:prSet>
      <dgm:spPr/>
    </dgm:pt>
    <dgm:pt modelId="{9689CCEC-0097-499E-BB37-525825BEC668}" type="pres">
      <dgm:prSet presAssocID="{153A5556-24D5-4E56-9943-F74522A07AC2}" presName="bgRect" presStyleLbl="bgAccFollowNode1" presStyleIdx="1" presStyleCnt="4"/>
      <dgm:spPr/>
    </dgm:pt>
    <dgm:pt modelId="{B6988733-D863-45F4-9538-2D1F316E7FA6}" type="pres">
      <dgm:prSet presAssocID="{DA390534-6A64-41CF-B798-6C8F8061E2A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0CE7A50-D8F2-4A1D-8686-8782271D2925}" type="pres">
      <dgm:prSet presAssocID="{153A5556-24D5-4E56-9943-F74522A07AC2}" presName="bottomLine" presStyleLbl="alignNode1" presStyleIdx="3" presStyleCnt="8">
        <dgm:presLayoutVars/>
      </dgm:prSet>
      <dgm:spPr/>
    </dgm:pt>
    <dgm:pt modelId="{1A5DA265-2696-4551-8E29-44107760F3ED}" type="pres">
      <dgm:prSet presAssocID="{153A5556-24D5-4E56-9943-F74522A07AC2}" presName="nodeText" presStyleLbl="bgAccFollowNode1" presStyleIdx="1" presStyleCnt="4">
        <dgm:presLayoutVars>
          <dgm:bulletEnabled val="1"/>
        </dgm:presLayoutVars>
      </dgm:prSet>
      <dgm:spPr/>
    </dgm:pt>
    <dgm:pt modelId="{F35B1902-8DE7-4E90-BBE4-3046AE5930B7}" type="pres">
      <dgm:prSet presAssocID="{DA390534-6A64-41CF-B798-6C8F8061E2A7}" presName="sibTrans" presStyleCnt="0"/>
      <dgm:spPr/>
    </dgm:pt>
    <dgm:pt modelId="{5245A7DF-8D9B-44ED-A27F-9836F8AF1A13}" type="pres">
      <dgm:prSet presAssocID="{FDF1B4C2-53A1-40C0-A1E8-E6AB1452E998}" presName="compositeNode" presStyleCnt="0">
        <dgm:presLayoutVars>
          <dgm:bulletEnabled val="1"/>
        </dgm:presLayoutVars>
      </dgm:prSet>
      <dgm:spPr/>
    </dgm:pt>
    <dgm:pt modelId="{DB0C48DD-0B99-473F-831F-87B209370A2F}" type="pres">
      <dgm:prSet presAssocID="{FDF1B4C2-53A1-40C0-A1E8-E6AB1452E998}" presName="bgRect" presStyleLbl="bgAccFollowNode1" presStyleIdx="2" presStyleCnt="4"/>
      <dgm:spPr/>
    </dgm:pt>
    <dgm:pt modelId="{E18CDD58-7EA3-4716-984C-282A40B3688F}" type="pres">
      <dgm:prSet presAssocID="{6BAF5446-2257-4C33-BC73-A181D3829B5D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FBEDA7E2-8FDC-44EB-99DA-B1D4E56DC5A0}" type="pres">
      <dgm:prSet presAssocID="{FDF1B4C2-53A1-40C0-A1E8-E6AB1452E998}" presName="bottomLine" presStyleLbl="alignNode1" presStyleIdx="5" presStyleCnt="8">
        <dgm:presLayoutVars/>
      </dgm:prSet>
      <dgm:spPr/>
    </dgm:pt>
    <dgm:pt modelId="{87B6A52F-4B03-42E0-AFB6-359F7BBEC903}" type="pres">
      <dgm:prSet presAssocID="{FDF1B4C2-53A1-40C0-A1E8-E6AB1452E998}" presName="nodeText" presStyleLbl="bgAccFollowNode1" presStyleIdx="2" presStyleCnt="4">
        <dgm:presLayoutVars>
          <dgm:bulletEnabled val="1"/>
        </dgm:presLayoutVars>
      </dgm:prSet>
      <dgm:spPr/>
    </dgm:pt>
    <dgm:pt modelId="{923F2BBB-A8BC-429B-9ADD-C379952C322A}" type="pres">
      <dgm:prSet presAssocID="{6BAF5446-2257-4C33-BC73-A181D3829B5D}" presName="sibTrans" presStyleCnt="0"/>
      <dgm:spPr/>
    </dgm:pt>
    <dgm:pt modelId="{8D2D3C3F-1450-4758-B45F-F0ECEE966E92}" type="pres">
      <dgm:prSet presAssocID="{EA7B608D-2EFD-41FB-9368-D5640F53F5F1}" presName="compositeNode" presStyleCnt="0">
        <dgm:presLayoutVars>
          <dgm:bulletEnabled val="1"/>
        </dgm:presLayoutVars>
      </dgm:prSet>
      <dgm:spPr/>
    </dgm:pt>
    <dgm:pt modelId="{39E1376C-9607-49E3-88B9-0394822B8681}" type="pres">
      <dgm:prSet presAssocID="{EA7B608D-2EFD-41FB-9368-D5640F53F5F1}" presName="bgRect" presStyleLbl="bgAccFollowNode1" presStyleIdx="3" presStyleCnt="4"/>
      <dgm:spPr/>
    </dgm:pt>
    <dgm:pt modelId="{8C7E2856-EA90-4FFF-BEEE-02FA3A711B9B}" type="pres">
      <dgm:prSet presAssocID="{1F506C83-A2C2-4E9B-8E45-8040AE5340E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2A234B2-7229-4C2C-A7A3-E6705B50F3BA}" type="pres">
      <dgm:prSet presAssocID="{EA7B608D-2EFD-41FB-9368-D5640F53F5F1}" presName="bottomLine" presStyleLbl="alignNode1" presStyleIdx="7" presStyleCnt="8">
        <dgm:presLayoutVars/>
      </dgm:prSet>
      <dgm:spPr/>
    </dgm:pt>
    <dgm:pt modelId="{C9749FB1-4A14-4F3E-82BE-5396F99D6F87}" type="pres">
      <dgm:prSet presAssocID="{EA7B608D-2EFD-41FB-9368-D5640F53F5F1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460A9404-827B-4E68-AA0E-E81DBEBFCFA6}" type="presOf" srcId="{38F36CA3-6EAD-491A-A8A2-856CE68FF7E0}" destId="{11A864AF-3189-484C-8EE3-BF1C9141DE6E}" srcOrd="0" destOrd="0" presId="urn:microsoft.com/office/officeart/2016/7/layout/BasicLinearProcessNumbered"/>
    <dgm:cxn modelId="{8D6EB427-B7A0-4BAA-B2E8-2DC1E0D726A8}" type="presOf" srcId="{EA7B608D-2EFD-41FB-9368-D5640F53F5F1}" destId="{C9749FB1-4A14-4F3E-82BE-5396F99D6F87}" srcOrd="1" destOrd="0" presId="urn:microsoft.com/office/officeart/2016/7/layout/BasicLinearProcessNumbered"/>
    <dgm:cxn modelId="{16DB8433-7576-41A7-A985-7DC396B61A1B}" type="presOf" srcId="{6BAF5446-2257-4C33-BC73-A181D3829B5D}" destId="{E18CDD58-7EA3-4716-984C-282A40B3688F}" srcOrd="0" destOrd="0" presId="urn:microsoft.com/office/officeart/2016/7/layout/BasicLinearProcessNumbered"/>
    <dgm:cxn modelId="{9B70C95B-C07F-4002-B4EA-3EFFBB4596EE}" srcId="{1A883998-C5C9-4C96-AD95-E96BD8B91C90}" destId="{5754D375-1E10-4D53-BF8B-B66DE8283BD1}" srcOrd="0" destOrd="0" parTransId="{9DC4136F-74A0-44E5-94AC-D517D8935A43}" sibTransId="{38F36CA3-6EAD-491A-A8A2-856CE68FF7E0}"/>
    <dgm:cxn modelId="{CE8A9766-F8E5-4C49-8F78-33FD613FA2C4}" type="presOf" srcId="{5754D375-1E10-4D53-BF8B-B66DE8283BD1}" destId="{0DC88117-7F89-4E8D-825D-2A45E328444D}" srcOrd="1" destOrd="0" presId="urn:microsoft.com/office/officeart/2016/7/layout/BasicLinearProcessNumbered"/>
    <dgm:cxn modelId="{01A8A648-6C8A-452A-AD1F-2358AA059DAA}" type="presOf" srcId="{1A883998-C5C9-4C96-AD95-E96BD8B91C90}" destId="{2D9AB87F-EFB1-4DB2-9EA0-D271E9255432}" srcOrd="0" destOrd="0" presId="urn:microsoft.com/office/officeart/2016/7/layout/BasicLinearProcessNumbered"/>
    <dgm:cxn modelId="{D4A0E371-2934-4F08-AB33-022413CACE83}" type="presOf" srcId="{DA390534-6A64-41CF-B798-6C8F8061E2A7}" destId="{B6988733-D863-45F4-9538-2D1F316E7FA6}" srcOrd="0" destOrd="0" presId="urn:microsoft.com/office/officeart/2016/7/layout/BasicLinearProcessNumbered"/>
    <dgm:cxn modelId="{59F1F853-0CA5-4D15-8543-3A7F76850183}" type="presOf" srcId="{1F506C83-A2C2-4E9B-8E45-8040AE5340EC}" destId="{8C7E2856-EA90-4FFF-BEEE-02FA3A711B9B}" srcOrd="0" destOrd="0" presId="urn:microsoft.com/office/officeart/2016/7/layout/BasicLinearProcessNumbered"/>
    <dgm:cxn modelId="{9E954ABF-6E76-4AFD-A884-9D10ABEF2A5B}" srcId="{1A883998-C5C9-4C96-AD95-E96BD8B91C90}" destId="{EA7B608D-2EFD-41FB-9368-D5640F53F5F1}" srcOrd="3" destOrd="0" parTransId="{630D339D-0AA4-45F9-B50F-1FE69F8582EE}" sibTransId="{1F506C83-A2C2-4E9B-8E45-8040AE5340EC}"/>
    <dgm:cxn modelId="{433BAABF-CE75-4638-9706-7AF6DCFEA825}" type="presOf" srcId="{FDF1B4C2-53A1-40C0-A1E8-E6AB1452E998}" destId="{DB0C48DD-0B99-473F-831F-87B209370A2F}" srcOrd="0" destOrd="0" presId="urn:microsoft.com/office/officeart/2016/7/layout/BasicLinearProcessNumbered"/>
    <dgm:cxn modelId="{93699CC1-E2EC-4D37-8484-EA9E1A1533D7}" type="presOf" srcId="{EA7B608D-2EFD-41FB-9368-D5640F53F5F1}" destId="{39E1376C-9607-49E3-88B9-0394822B8681}" srcOrd="0" destOrd="0" presId="urn:microsoft.com/office/officeart/2016/7/layout/BasicLinearProcessNumbered"/>
    <dgm:cxn modelId="{E50145D3-3B9A-4B73-9FF3-9DDD568E4E34}" type="presOf" srcId="{153A5556-24D5-4E56-9943-F74522A07AC2}" destId="{9689CCEC-0097-499E-BB37-525825BEC668}" srcOrd="0" destOrd="0" presId="urn:microsoft.com/office/officeart/2016/7/layout/BasicLinearProcessNumbered"/>
    <dgm:cxn modelId="{009DA0DB-5145-4CCF-8914-BC9F6B4AC256}" srcId="{1A883998-C5C9-4C96-AD95-E96BD8B91C90}" destId="{FDF1B4C2-53A1-40C0-A1E8-E6AB1452E998}" srcOrd="2" destOrd="0" parTransId="{98414645-1A6C-4A4A-87B4-5839BE5C2D6A}" sibTransId="{6BAF5446-2257-4C33-BC73-A181D3829B5D}"/>
    <dgm:cxn modelId="{C7BEF5DD-D057-4E21-A515-150FE5CF3F4B}" srcId="{1A883998-C5C9-4C96-AD95-E96BD8B91C90}" destId="{153A5556-24D5-4E56-9943-F74522A07AC2}" srcOrd="1" destOrd="0" parTransId="{64DEB807-0AFF-4C66-B531-CA09A014C0F4}" sibTransId="{DA390534-6A64-41CF-B798-6C8F8061E2A7}"/>
    <dgm:cxn modelId="{248A24E1-EAEE-44EC-8412-B8430501466B}" type="presOf" srcId="{153A5556-24D5-4E56-9943-F74522A07AC2}" destId="{1A5DA265-2696-4551-8E29-44107760F3ED}" srcOrd="1" destOrd="0" presId="urn:microsoft.com/office/officeart/2016/7/layout/BasicLinearProcessNumbered"/>
    <dgm:cxn modelId="{0E1DCEE5-1CC3-4FCF-B98A-0C13D77FD1E2}" type="presOf" srcId="{5754D375-1E10-4D53-BF8B-B66DE8283BD1}" destId="{6ABD195A-5DC0-4BCD-91AB-0DF0B60725EE}" srcOrd="0" destOrd="0" presId="urn:microsoft.com/office/officeart/2016/7/layout/BasicLinearProcessNumbered"/>
    <dgm:cxn modelId="{ABEDFCE9-9868-48C2-9A60-3B93CB8A9C6B}" type="presOf" srcId="{FDF1B4C2-53A1-40C0-A1E8-E6AB1452E998}" destId="{87B6A52F-4B03-42E0-AFB6-359F7BBEC903}" srcOrd="1" destOrd="0" presId="urn:microsoft.com/office/officeart/2016/7/layout/BasicLinearProcessNumbered"/>
    <dgm:cxn modelId="{223EF502-D814-454D-A28D-0175AB203778}" type="presParOf" srcId="{2D9AB87F-EFB1-4DB2-9EA0-D271E9255432}" destId="{7C46A2FF-663F-479D-A60F-A4543A33276F}" srcOrd="0" destOrd="0" presId="urn:microsoft.com/office/officeart/2016/7/layout/BasicLinearProcessNumbered"/>
    <dgm:cxn modelId="{0B60F69D-E31D-46FA-9229-A523B3AE2D7C}" type="presParOf" srcId="{7C46A2FF-663F-479D-A60F-A4543A33276F}" destId="{6ABD195A-5DC0-4BCD-91AB-0DF0B60725EE}" srcOrd="0" destOrd="0" presId="urn:microsoft.com/office/officeart/2016/7/layout/BasicLinearProcessNumbered"/>
    <dgm:cxn modelId="{0618E388-A638-4AB9-A158-6DECCE30CE69}" type="presParOf" srcId="{7C46A2FF-663F-479D-A60F-A4543A33276F}" destId="{11A864AF-3189-484C-8EE3-BF1C9141DE6E}" srcOrd="1" destOrd="0" presId="urn:microsoft.com/office/officeart/2016/7/layout/BasicLinearProcessNumbered"/>
    <dgm:cxn modelId="{DAB761D5-07C6-40B7-BD7B-B22D03D4B6AD}" type="presParOf" srcId="{7C46A2FF-663F-479D-A60F-A4543A33276F}" destId="{88F542D6-AC45-4A2F-899F-8AC201657EA9}" srcOrd="2" destOrd="0" presId="urn:microsoft.com/office/officeart/2016/7/layout/BasicLinearProcessNumbered"/>
    <dgm:cxn modelId="{9CB680C3-673F-450D-9016-5A0EFE5D5D0D}" type="presParOf" srcId="{7C46A2FF-663F-479D-A60F-A4543A33276F}" destId="{0DC88117-7F89-4E8D-825D-2A45E328444D}" srcOrd="3" destOrd="0" presId="urn:microsoft.com/office/officeart/2016/7/layout/BasicLinearProcessNumbered"/>
    <dgm:cxn modelId="{DBE722A9-7B3A-443B-AA6D-84214D3D7A6C}" type="presParOf" srcId="{2D9AB87F-EFB1-4DB2-9EA0-D271E9255432}" destId="{2A719D3C-4990-46B3-BE70-0F16C02A0228}" srcOrd="1" destOrd="0" presId="urn:microsoft.com/office/officeart/2016/7/layout/BasicLinearProcessNumbered"/>
    <dgm:cxn modelId="{020AFD54-0978-4CCA-91F4-61E14CDABF00}" type="presParOf" srcId="{2D9AB87F-EFB1-4DB2-9EA0-D271E9255432}" destId="{F8E86CE3-BED7-4DBA-9AE9-89E8ADFEC487}" srcOrd="2" destOrd="0" presId="urn:microsoft.com/office/officeart/2016/7/layout/BasicLinearProcessNumbered"/>
    <dgm:cxn modelId="{305B97FE-A530-4A55-A7F1-CC19105161F0}" type="presParOf" srcId="{F8E86CE3-BED7-4DBA-9AE9-89E8ADFEC487}" destId="{9689CCEC-0097-499E-BB37-525825BEC668}" srcOrd="0" destOrd="0" presId="urn:microsoft.com/office/officeart/2016/7/layout/BasicLinearProcessNumbered"/>
    <dgm:cxn modelId="{EE04D51F-50F6-4544-85EF-C39508C97458}" type="presParOf" srcId="{F8E86CE3-BED7-4DBA-9AE9-89E8ADFEC487}" destId="{B6988733-D863-45F4-9538-2D1F316E7FA6}" srcOrd="1" destOrd="0" presId="urn:microsoft.com/office/officeart/2016/7/layout/BasicLinearProcessNumbered"/>
    <dgm:cxn modelId="{C6315085-2C3D-413A-8BAA-728F1DE7D0DF}" type="presParOf" srcId="{F8E86CE3-BED7-4DBA-9AE9-89E8ADFEC487}" destId="{A0CE7A50-D8F2-4A1D-8686-8782271D2925}" srcOrd="2" destOrd="0" presId="urn:microsoft.com/office/officeart/2016/7/layout/BasicLinearProcessNumbered"/>
    <dgm:cxn modelId="{03051F29-EE13-4EC3-B550-436A467AE46E}" type="presParOf" srcId="{F8E86CE3-BED7-4DBA-9AE9-89E8ADFEC487}" destId="{1A5DA265-2696-4551-8E29-44107760F3ED}" srcOrd="3" destOrd="0" presId="urn:microsoft.com/office/officeart/2016/7/layout/BasicLinearProcessNumbered"/>
    <dgm:cxn modelId="{C0EB8035-30EF-4084-A381-F4572EBE4AF7}" type="presParOf" srcId="{2D9AB87F-EFB1-4DB2-9EA0-D271E9255432}" destId="{F35B1902-8DE7-4E90-BBE4-3046AE5930B7}" srcOrd="3" destOrd="0" presId="urn:microsoft.com/office/officeart/2016/7/layout/BasicLinearProcessNumbered"/>
    <dgm:cxn modelId="{8D147DE8-4256-4469-8F47-7B82AA98561A}" type="presParOf" srcId="{2D9AB87F-EFB1-4DB2-9EA0-D271E9255432}" destId="{5245A7DF-8D9B-44ED-A27F-9836F8AF1A13}" srcOrd="4" destOrd="0" presId="urn:microsoft.com/office/officeart/2016/7/layout/BasicLinearProcessNumbered"/>
    <dgm:cxn modelId="{B05F6A24-B317-412D-AF63-E0301F5BF899}" type="presParOf" srcId="{5245A7DF-8D9B-44ED-A27F-9836F8AF1A13}" destId="{DB0C48DD-0B99-473F-831F-87B209370A2F}" srcOrd="0" destOrd="0" presId="urn:microsoft.com/office/officeart/2016/7/layout/BasicLinearProcessNumbered"/>
    <dgm:cxn modelId="{47538C26-594A-4B7A-9D82-8BB012839108}" type="presParOf" srcId="{5245A7DF-8D9B-44ED-A27F-9836F8AF1A13}" destId="{E18CDD58-7EA3-4716-984C-282A40B3688F}" srcOrd="1" destOrd="0" presId="urn:microsoft.com/office/officeart/2016/7/layout/BasicLinearProcessNumbered"/>
    <dgm:cxn modelId="{9A5A5FD8-BA17-419D-AF46-8672F82A6262}" type="presParOf" srcId="{5245A7DF-8D9B-44ED-A27F-9836F8AF1A13}" destId="{FBEDA7E2-8FDC-44EB-99DA-B1D4E56DC5A0}" srcOrd="2" destOrd="0" presId="urn:microsoft.com/office/officeart/2016/7/layout/BasicLinearProcessNumbered"/>
    <dgm:cxn modelId="{279EA646-5D56-4917-83B9-493EB1D552E1}" type="presParOf" srcId="{5245A7DF-8D9B-44ED-A27F-9836F8AF1A13}" destId="{87B6A52F-4B03-42E0-AFB6-359F7BBEC903}" srcOrd="3" destOrd="0" presId="urn:microsoft.com/office/officeart/2016/7/layout/BasicLinearProcessNumbered"/>
    <dgm:cxn modelId="{6952B803-86EE-49EC-954F-AB1F97B72C9C}" type="presParOf" srcId="{2D9AB87F-EFB1-4DB2-9EA0-D271E9255432}" destId="{923F2BBB-A8BC-429B-9ADD-C379952C322A}" srcOrd="5" destOrd="0" presId="urn:microsoft.com/office/officeart/2016/7/layout/BasicLinearProcessNumbered"/>
    <dgm:cxn modelId="{9E19F9FC-45D8-4948-A2C3-D5EC52340A9D}" type="presParOf" srcId="{2D9AB87F-EFB1-4DB2-9EA0-D271E9255432}" destId="{8D2D3C3F-1450-4758-B45F-F0ECEE966E92}" srcOrd="6" destOrd="0" presId="urn:microsoft.com/office/officeart/2016/7/layout/BasicLinearProcessNumbered"/>
    <dgm:cxn modelId="{BA29E7E0-E07E-4125-8EA6-436C05039217}" type="presParOf" srcId="{8D2D3C3F-1450-4758-B45F-F0ECEE966E92}" destId="{39E1376C-9607-49E3-88B9-0394822B8681}" srcOrd="0" destOrd="0" presId="urn:microsoft.com/office/officeart/2016/7/layout/BasicLinearProcessNumbered"/>
    <dgm:cxn modelId="{5C01A1FF-B868-45EB-9ED1-27737254BBC0}" type="presParOf" srcId="{8D2D3C3F-1450-4758-B45F-F0ECEE966E92}" destId="{8C7E2856-EA90-4FFF-BEEE-02FA3A711B9B}" srcOrd="1" destOrd="0" presId="urn:microsoft.com/office/officeart/2016/7/layout/BasicLinearProcessNumbered"/>
    <dgm:cxn modelId="{2358F195-BF4B-4162-B965-D316523D88F4}" type="presParOf" srcId="{8D2D3C3F-1450-4758-B45F-F0ECEE966E92}" destId="{32A234B2-7229-4C2C-A7A3-E6705B50F3BA}" srcOrd="2" destOrd="0" presId="urn:microsoft.com/office/officeart/2016/7/layout/BasicLinearProcessNumbered"/>
    <dgm:cxn modelId="{38F633BA-5E0C-4FB5-9D01-77A1BA7CE6CE}" type="presParOf" srcId="{8D2D3C3F-1450-4758-B45F-F0ECEE966E92}" destId="{C9749FB1-4A14-4F3E-82BE-5396F99D6F8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9C15EE-4327-4535-8A42-36A3B0B5852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871536-BF21-4A60-8C1E-9DA5E47FF749}">
      <dgm:prSet/>
      <dgm:spPr/>
      <dgm:t>
        <a:bodyPr/>
        <a:lstStyle/>
        <a:p>
          <a:r>
            <a:rPr lang="en-US" dirty="0"/>
            <a:t>Tell if personal stuff affects work choices</a:t>
          </a:r>
        </a:p>
      </dgm:t>
    </dgm:pt>
    <dgm:pt modelId="{FBB71EEA-3FCA-49F6-947C-FCB6408BAC83}" type="parTrans" cxnId="{99746379-3494-4467-B374-A04FA9BB96D4}">
      <dgm:prSet/>
      <dgm:spPr/>
      <dgm:t>
        <a:bodyPr/>
        <a:lstStyle/>
        <a:p>
          <a:endParaRPr lang="en-US"/>
        </a:p>
      </dgm:t>
    </dgm:pt>
    <dgm:pt modelId="{C5AB0096-BEAB-4A78-930F-E9533036661C}" type="sibTrans" cxnId="{99746379-3494-4467-B374-A04FA9BB96D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D80469E-5C5F-4013-885B-047267D3AE22}">
      <dgm:prSet/>
      <dgm:spPr/>
      <dgm:t>
        <a:bodyPr/>
        <a:lstStyle/>
        <a:p>
          <a:r>
            <a:rPr lang="en-US" dirty="0"/>
            <a:t>Avoid deals that help you or family unfairly</a:t>
          </a:r>
        </a:p>
      </dgm:t>
    </dgm:pt>
    <dgm:pt modelId="{1D61F48A-7C40-44C4-BF5C-90C94F2E2E32}" type="parTrans" cxnId="{58B54550-CECD-4EAC-8768-EBFCBF0816DC}">
      <dgm:prSet/>
      <dgm:spPr/>
      <dgm:t>
        <a:bodyPr/>
        <a:lstStyle/>
        <a:p>
          <a:endParaRPr lang="en-US"/>
        </a:p>
      </dgm:t>
    </dgm:pt>
    <dgm:pt modelId="{DA244B35-25FA-4A16-B679-563D7DDCF443}" type="sibTrans" cxnId="{58B54550-CECD-4EAC-8768-EBFCBF0816D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3D6A69D-E7DF-4525-83F6-76BCDC31AF3D}">
      <dgm:prSet/>
      <dgm:spPr/>
      <dgm:t>
        <a:bodyPr/>
        <a:lstStyle/>
        <a:p>
          <a:r>
            <a:rPr lang="en-US" dirty="0"/>
            <a:t>Follow company rules on gifts or side jobs</a:t>
          </a:r>
        </a:p>
      </dgm:t>
    </dgm:pt>
    <dgm:pt modelId="{6E250546-E5C7-40C6-86AC-19646C8E0AB8}" type="parTrans" cxnId="{D671255D-585B-4C3D-AA9A-19EB2794B350}">
      <dgm:prSet/>
      <dgm:spPr/>
      <dgm:t>
        <a:bodyPr/>
        <a:lstStyle/>
        <a:p>
          <a:endParaRPr lang="en-US"/>
        </a:p>
      </dgm:t>
    </dgm:pt>
    <dgm:pt modelId="{26243CB8-B1AB-4BD3-B802-2006782D4A1C}" type="sibTrans" cxnId="{D671255D-585B-4C3D-AA9A-19EB2794B35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6380FD6-C4CB-424A-934A-FF1CFCF310CC}">
      <dgm:prSet/>
      <dgm:spPr/>
      <dgm:t>
        <a:bodyPr/>
        <a:lstStyle/>
        <a:p>
          <a:r>
            <a:rPr lang="en-US" dirty="0"/>
            <a:t>Ask for advice if unsure</a:t>
          </a:r>
        </a:p>
      </dgm:t>
    </dgm:pt>
    <dgm:pt modelId="{C4ACE70B-C5F5-4807-ADD0-A41908288BFA}" type="parTrans" cxnId="{25E0A4CB-688B-4053-9B67-DB0D1B2F8D08}">
      <dgm:prSet/>
      <dgm:spPr/>
      <dgm:t>
        <a:bodyPr/>
        <a:lstStyle/>
        <a:p>
          <a:endParaRPr lang="en-US"/>
        </a:p>
      </dgm:t>
    </dgm:pt>
    <dgm:pt modelId="{2CF19691-45FE-4E79-81F7-7EAB2EED1CA8}" type="sibTrans" cxnId="{25E0A4CB-688B-4053-9B67-DB0D1B2F8D0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3BBC484-5593-4ABE-9A4E-DF1025B59441}" type="pres">
      <dgm:prSet presAssocID="{189C15EE-4327-4535-8A42-36A3B0B58523}" presName="Name0" presStyleCnt="0">
        <dgm:presLayoutVars>
          <dgm:animLvl val="lvl"/>
          <dgm:resizeHandles val="exact"/>
        </dgm:presLayoutVars>
      </dgm:prSet>
      <dgm:spPr/>
    </dgm:pt>
    <dgm:pt modelId="{E470FABB-4F63-4008-80FC-6E8A6FBFEA1E}" type="pres">
      <dgm:prSet presAssocID="{63871536-BF21-4A60-8C1E-9DA5E47FF749}" presName="compositeNode" presStyleCnt="0">
        <dgm:presLayoutVars>
          <dgm:bulletEnabled val="1"/>
        </dgm:presLayoutVars>
      </dgm:prSet>
      <dgm:spPr/>
    </dgm:pt>
    <dgm:pt modelId="{84DDAE4F-4D6E-4E1D-87D8-74531A7F6E53}" type="pres">
      <dgm:prSet presAssocID="{63871536-BF21-4A60-8C1E-9DA5E47FF749}" presName="bgRect" presStyleLbl="alignNode1" presStyleIdx="0" presStyleCnt="4"/>
      <dgm:spPr/>
    </dgm:pt>
    <dgm:pt modelId="{0F3FF3D7-867B-40FF-8531-6DA134BEBEBD}" type="pres">
      <dgm:prSet presAssocID="{C5AB0096-BEAB-4A78-930F-E9533036661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CB1361EA-CE4A-449C-BB88-AF3F64AA89AF}" type="pres">
      <dgm:prSet presAssocID="{63871536-BF21-4A60-8C1E-9DA5E47FF749}" presName="nodeRect" presStyleLbl="alignNode1" presStyleIdx="0" presStyleCnt="4">
        <dgm:presLayoutVars>
          <dgm:bulletEnabled val="1"/>
        </dgm:presLayoutVars>
      </dgm:prSet>
      <dgm:spPr/>
    </dgm:pt>
    <dgm:pt modelId="{1DC231AE-5845-408B-8D5A-538656FEB1D9}" type="pres">
      <dgm:prSet presAssocID="{C5AB0096-BEAB-4A78-930F-E9533036661C}" presName="sibTrans" presStyleCnt="0"/>
      <dgm:spPr/>
    </dgm:pt>
    <dgm:pt modelId="{02722267-5B0E-4A44-95DB-A5A5E140B9AF}" type="pres">
      <dgm:prSet presAssocID="{9D80469E-5C5F-4013-885B-047267D3AE22}" presName="compositeNode" presStyleCnt="0">
        <dgm:presLayoutVars>
          <dgm:bulletEnabled val="1"/>
        </dgm:presLayoutVars>
      </dgm:prSet>
      <dgm:spPr/>
    </dgm:pt>
    <dgm:pt modelId="{6CD778DB-76E0-484E-8D68-88213F7B1082}" type="pres">
      <dgm:prSet presAssocID="{9D80469E-5C5F-4013-885B-047267D3AE22}" presName="bgRect" presStyleLbl="alignNode1" presStyleIdx="1" presStyleCnt="4"/>
      <dgm:spPr/>
    </dgm:pt>
    <dgm:pt modelId="{1EF9B7BC-2F55-4323-89EE-A7F47FD36BF6}" type="pres">
      <dgm:prSet presAssocID="{DA244B35-25FA-4A16-B679-563D7DDCF443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F692AD7B-3606-4475-9DD8-B59F0D007275}" type="pres">
      <dgm:prSet presAssocID="{9D80469E-5C5F-4013-885B-047267D3AE22}" presName="nodeRect" presStyleLbl="alignNode1" presStyleIdx="1" presStyleCnt="4">
        <dgm:presLayoutVars>
          <dgm:bulletEnabled val="1"/>
        </dgm:presLayoutVars>
      </dgm:prSet>
      <dgm:spPr/>
    </dgm:pt>
    <dgm:pt modelId="{74F7AD00-4F16-4D97-9C52-E84107DC8669}" type="pres">
      <dgm:prSet presAssocID="{DA244B35-25FA-4A16-B679-563D7DDCF443}" presName="sibTrans" presStyleCnt="0"/>
      <dgm:spPr/>
    </dgm:pt>
    <dgm:pt modelId="{EAB6DFB5-CB16-4D57-AD10-A0FF863F0C06}" type="pres">
      <dgm:prSet presAssocID="{B3D6A69D-E7DF-4525-83F6-76BCDC31AF3D}" presName="compositeNode" presStyleCnt="0">
        <dgm:presLayoutVars>
          <dgm:bulletEnabled val="1"/>
        </dgm:presLayoutVars>
      </dgm:prSet>
      <dgm:spPr/>
    </dgm:pt>
    <dgm:pt modelId="{08448E3E-E524-43EA-924F-96E84C745491}" type="pres">
      <dgm:prSet presAssocID="{B3D6A69D-E7DF-4525-83F6-76BCDC31AF3D}" presName="bgRect" presStyleLbl="alignNode1" presStyleIdx="2" presStyleCnt="4"/>
      <dgm:spPr/>
    </dgm:pt>
    <dgm:pt modelId="{1E9D034A-79BE-40DD-9726-B8FB445AD3A3}" type="pres">
      <dgm:prSet presAssocID="{26243CB8-B1AB-4BD3-B802-2006782D4A1C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B2CAB015-C9CD-4A6F-A40B-19C2EA484517}" type="pres">
      <dgm:prSet presAssocID="{B3D6A69D-E7DF-4525-83F6-76BCDC31AF3D}" presName="nodeRect" presStyleLbl="alignNode1" presStyleIdx="2" presStyleCnt="4">
        <dgm:presLayoutVars>
          <dgm:bulletEnabled val="1"/>
        </dgm:presLayoutVars>
      </dgm:prSet>
      <dgm:spPr/>
    </dgm:pt>
    <dgm:pt modelId="{722D0C0A-20C3-4A21-84B4-EA81362DE4EA}" type="pres">
      <dgm:prSet presAssocID="{26243CB8-B1AB-4BD3-B802-2006782D4A1C}" presName="sibTrans" presStyleCnt="0"/>
      <dgm:spPr/>
    </dgm:pt>
    <dgm:pt modelId="{A44AE2DE-40C2-46DD-9A38-61E97DF217DC}" type="pres">
      <dgm:prSet presAssocID="{66380FD6-C4CB-424A-934A-FF1CFCF310CC}" presName="compositeNode" presStyleCnt="0">
        <dgm:presLayoutVars>
          <dgm:bulletEnabled val="1"/>
        </dgm:presLayoutVars>
      </dgm:prSet>
      <dgm:spPr/>
    </dgm:pt>
    <dgm:pt modelId="{44D2669F-C539-4147-8511-CD3CA5FBF91A}" type="pres">
      <dgm:prSet presAssocID="{66380FD6-C4CB-424A-934A-FF1CFCF310CC}" presName="bgRect" presStyleLbl="alignNode1" presStyleIdx="3" presStyleCnt="4"/>
      <dgm:spPr/>
    </dgm:pt>
    <dgm:pt modelId="{70423EAE-2EB0-41F2-803D-88910396254F}" type="pres">
      <dgm:prSet presAssocID="{2CF19691-45FE-4E79-81F7-7EAB2EED1CA8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00970EE3-8D4F-4FC9-8245-9676D18F3F02}" type="pres">
      <dgm:prSet presAssocID="{66380FD6-C4CB-424A-934A-FF1CFCF310CC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3608403-74EA-4014-86FC-02CF2115AAA5}" type="presOf" srcId="{2CF19691-45FE-4E79-81F7-7EAB2EED1CA8}" destId="{70423EAE-2EB0-41F2-803D-88910396254F}" srcOrd="0" destOrd="0" presId="urn:microsoft.com/office/officeart/2016/7/layout/LinearBlockProcessNumbered"/>
    <dgm:cxn modelId="{DF57AB1D-468B-43D7-9200-F757B380C4FE}" type="presOf" srcId="{9D80469E-5C5F-4013-885B-047267D3AE22}" destId="{F692AD7B-3606-4475-9DD8-B59F0D007275}" srcOrd="1" destOrd="0" presId="urn:microsoft.com/office/officeart/2016/7/layout/LinearBlockProcessNumbered"/>
    <dgm:cxn modelId="{C95BE32E-E04E-4ABA-A6B7-977D6679E3A4}" type="presOf" srcId="{26243CB8-B1AB-4BD3-B802-2006782D4A1C}" destId="{1E9D034A-79BE-40DD-9726-B8FB445AD3A3}" srcOrd="0" destOrd="0" presId="urn:microsoft.com/office/officeart/2016/7/layout/LinearBlockProcessNumbered"/>
    <dgm:cxn modelId="{ACB7483C-112C-43C9-9342-F7F3D732AB56}" type="presOf" srcId="{B3D6A69D-E7DF-4525-83F6-76BCDC31AF3D}" destId="{08448E3E-E524-43EA-924F-96E84C745491}" srcOrd="0" destOrd="0" presId="urn:microsoft.com/office/officeart/2016/7/layout/LinearBlockProcessNumbered"/>
    <dgm:cxn modelId="{D671255D-585B-4C3D-AA9A-19EB2794B350}" srcId="{189C15EE-4327-4535-8A42-36A3B0B58523}" destId="{B3D6A69D-E7DF-4525-83F6-76BCDC31AF3D}" srcOrd="2" destOrd="0" parTransId="{6E250546-E5C7-40C6-86AC-19646C8E0AB8}" sibTransId="{26243CB8-B1AB-4BD3-B802-2006782D4A1C}"/>
    <dgm:cxn modelId="{85CC9166-ABD6-4718-AEC4-BFAEACDCC33C}" type="presOf" srcId="{DA244B35-25FA-4A16-B679-563D7DDCF443}" destId="{1EF9B7BC-2F55-4323-89EE-A7F47FD36BF6}" srcOrd="0" destOrd="0" presId="urn:microsoft.com/office/officeart/2016/7/layout/LinearBlockProcessNumbered"/>
    <dgm:cxn modelId="{0A5F734F-6C9C-4EE9-A86D-FBDF6B1F4F88}" type="presOf" srcId="{63871536-BF21-4A60-8C1E-9DA5E47FF749}" destId="{CB1361EA-CE4A-449C-BB88-AF3F64AA89AF}" srcOrd="1" destOrd="0" presId="urn:microsoft.com/office/officeart/2016/7/layout/LinearBlockProcessNumbered"/>
    <dgm:cxn modelId="{58B54550-CECD-4EAC-8768-EBFCBF0816DC}" srcId="{189C15EE-4327-4535-8A42-36A3B0B58523}" destId="{9D80469E-5C5F-4013-885B-047267D3AE22}" srcOrd="1" destOrd="0" parTransId="{1D61F48A-7C40-44C4-BF5C-90C94F2E2E32}" sibTransId="{DA244B35-25FA-4A16-B679-563D7DDCF443}"/>
    <dgm:cxn modelId="{113E5157-F2A4-4A56-8589-857FEE3C221E}" type="presOf" srcId="{C5AB0096-BEAB-4A78-930F-E9533036661C}" destId="{0F3FF3D7-867B-40FF-8531-6DA134BEBEBD}" srcOrd="0" destOrd="0" presId="urn:microsoft.com/office/officeart/2016/7/layout/LinearBlockProcessNumbered"/>
    <dgm:cxn modelId="{99746379-3494-4467-B374-A04FA9BB96D4}" srcId="{189C15EE-4327-4535-8A42-36A3B0B58523}" destId="{63871536-BF21-4A60-8C1E-9DA5E47FF749}" srcOrd="0" destOrd="0" parTransId="{FBB71EEA-3FCA-49F6-947C-FCB6408BAC83}" sibTransId="{C5AB0096-BEAB-4A78-930F-E9533036661C}"/>
    <dgm:cxn modelId="{2ACF7790-C6A9-45DB-A1CD-2BDF3E71508F}" type="presOf" srcId="{63871536-BF21-4A60-8C1E-9DA5E47FF749}" destId="{84DDAE4F-4D6E-4E1D-87D8-74531A7F6E53}" srcOrd="0" destOrd="0" presId="urn:microsoft.com/office/officeart/2016/7/layout/LinearBlockProcessNumbered"/>
    <dgm:cxn modelId="{6A4BEBA2-B076-4B1D-BEF8-DA0EEE39A0F7}" type="presOf" srcId="{66380FD6-C4CB-424A-934A-FF1CFCF310CC}" destId="{00970EE3-8D4F-4FC9-8245-9676D18F3F02}" srcOrd="1" destOrd="0" presId="urn:microsoft.com/office/officeart/2016/7/layout/LinearBlockProcessNumbered"/>
    <dgm:cxn modelId="{25E0A4CB-688B-4053-9B67-DB0D1B2F8D08}" srcId="{189C15EE-4327-4535-8A42-36A3B0B58523}" destId="{66380FD6-C4CB-424A-934A-FF1CFCF310CC}" srcOrd="3" destOrd="0" parTransId="{C4ACE70B-C5F5-4807-ADD0-A41908288BFA}" sibTransId="{2CF19691-45FE-4E79-81F7-7EAB2EED1CA8}"/>
    <dgm:cxn modelId="{4DCBFACE-F93A-427B-8DB1-318D5C3CB8F5}" type="presOf" srcId="{66380FD6-C4CB-424A-934A-FF1CFCF310CC}" destId="{44D2669F-C539-4147-8511-CD3CA5FBF91A}" srcOrd="0" destOrd="0" presId="urn:microsoft.com/office/officeart/2016/7/layout/LinearBlockProcessNumbered"/>
    <dgm:cxn modelId="{704087D5-484F-4714-87F2-CA97BD9D6493}" type="presOf" srcId="{189C15EE-4327-4535-8A42-36A3B0B58523}" destId="{D3BBC484-5593-4ABE-9A4E-DF1025B59441}" srcOrd="0" destOrd="0" presId="urn:microsoft.com/office/officeart/2016/7/layout/LinearBlockProcessNumbered"/>
    <dgm:cxn modelId="{4BBA6CDD-6535-4645-AAFE-A4CC815532A8}" type="presOf" srcId="{B3D6A69D-E7DF-4525-83F6-76BCDC31AF3D}" destId="{B2CAB015-C9CD-4A6F-A40B-19C2EA484517}" srcOrd="1" destOrd="0" presId="urn:microsoft.com/office/officeart/2016/7/layout/LinearBlockProcessNumbered"/>
    <dgm:cxn modelId="{7DD40DDE-C969-4F19-A526-9AED27B8BE26}" type="presOf" srcId="{9D80469E-5C5F-4013-885B-047267D3AE22}" destId="{6CD778DB-76E0-484E-8D68-88213F7B1082}" srcOrd="0" destOrd="0" presId="urn:microsoft.com/office/officeart/2016/7/layout/LinearBlockProcessNumbered"/>
    <dgm:cxn modelId="{BE6EAD1B-0A17-43CA-9FFF-91214EECC322}" type="presParOf" srcId="{D3BBC484-5593-4ABE-9A4E-DF1025B59441}" destId="{E470FABB-4F63-4008-80FC-6E8A6FBFEA1E}" srcOrd="0" destOrd="0" presId="urn:microsoft.com/office/officeart/2016/7/layout/LinearBlockProcessNumbered"/>
    <dgm:cxn modelId="{FFCFBB95-D837-4DA7-8F4C-1C4A0CB6906C}" type="presParOf" srcId="{E470FABB-4F63-4008-80FC-6E8A6FBFEA1E}" destId="{84DDAE4F-4D6E-4E1D-87D8-74531A7F6E53}" srcOrd="0" destOrd="0" presId="urn:microsoft.com/office/officeart/2016/7/layout/LinearBlockProcessNumbered"/>
    <dgm:cxn modelId="{A1E44E94-C78E-43A4-AA1A-F61A96F4155D}" type="presParOf" srcId="{E470FABB-4F63-4008-80FC-6E8A6FBFEA1E}" destId="{0F3FF3D7-867B-40FF-8531-6DA134BEBEBD}" srcOrd="1" destOrd="0" presId="urn:microsoft.com/office/officeart/2016/7/layout/LinearBlockProcessNumbered"/>
    <dgm:cxn modelId="{FE261D09-4812-4ED0-9517-47A9CA4D18FB}" type="presParOf" srcId="{E470FABB-4F63-4008-80FC-6E8A6FBFEA1E}" destId="{CB1361EA-CE4A-449C-BB88-AF3F64AA89AF}" srcOrd="2" destOrd="0" presId="urn:microsoft.com/office/officeart/2016/7/layout/LinearBlockProcessNumbered"/>
    <dgm:cxn modelId="{10585721-7AEE-4CD1-B56E-953C50F064EE}" type="presParOf" srcId="{D3BBC484-5593-4ABE-9A4E-DF1025B59441}" destId="{1DC231AE-5845-408B-8D5A-538656FEB1D9}" srcOrd="1" destOrd="0" presId="urn:microsoft.com/office/officeart/2016/7/layout/LinearBlockProcessNumbered"/>
    <dgm:cxn modelId="{5356E252-2227-4544-9D73-FAC1C5B6959A}" type="presParOf" srcId="{D3BBC484-5593-4ABE-9A4E-DF1025B59441}" destId="{02722267-5B0E-4A44-95DB-A5A5E140B9AF}" srcOrd="2" destOrd="0" presId="urn:microsoft.com/office/officeart/2016/7/layout/LinearBlockProcessNumbered"/>
    <dgm:cxn modelId="{181E2D3C-0E47-4028-8D24-89FDE132E9EB}" type="presParOf" srcId="{02722267-5B0E-4A44-95DB-A5A5E140B9AF}" destId="{6CD778DB-76E0-484E-8D68-88213F7B1082}" srcOrd="0" destOrd="0" presId="urn:microsoft.com/office/officeart/2016/7/layout/LinearBlockProcessNumbered"/>
    <dgm:cxn modelId="{49B43269-E1F4-4886-9854-DF807106657A}" type="presParOf" srcId="{02722267-5B0E-4A44-95DB-A5A5E140B9AF}" destId="{1EF9B7BC-2F55-4323-89EE-A7F47FD36BF6}" srcOrd="1" destOrd="0" presId="urn:microsoft.com/office/officeart/2016/7/layout/LinearBlockProcessNumbered"/>
    <dgm:cxn modelId="{62E4AD65-2F2E-4FFF-8172-0A78C9001A70}" type="presParOf" srcId="{02722267-5B0E-4A44-95DB-A5A5E140B9AF}" destId="{F692AD7B-3606-4475-9DD8-B59F0D007275}" srcOrd="2" destOrd="0" presId="urn:microsoft.com/office/officeart/2016/7/layout/LinearBlockProcessNumbered"/>
    <dgm:cxn modelId="{2F050DD4-9F3D-4085-98D0-AAEEA14B9B05}" type="presParOf" srcId="{D3BBC484-5593-4ABE-9A4E-DF1025B59441}" destId="{74F7AD00-4F16-4D97-9C52-E84107DC8669}" srcOrd="3" destOrd="0" presId="urn:microsoft.com/office/officeart/2016/7/layout/LinearBlockProcessNumbered"/>
    <dgm:cxn modelId="{501E1795-46D7-4652-8351-52485CF1B3F7}" type="presParOf" srcId="{D3BBC484-5593-4ABE-9A4E-DF1025B59441}" destId="{EAB6DFB5-CB16-4D57-AD10-A0FF863F0C06}" srcOrd="4" destOrd="0" presId="urn:microsoft.com/office/officeart/2016/7/layout/LinearBlockProcessNumbered"/>
    <dgm:cxn modelId="{32CAEC03-7D03-4579-8719-9FE19868D53E}" type="presParOf" srcId="{EAB6DFB5-CB16-4D57-AD10-A0FF863F0C06}" destId="{08448E3E-E524-43EA-924F-96E84C745491}" srcOrd="0" destOrd="0" presId="urn:microsoft.com/office/officeart/2016/7/layout/LinearBlockProcessNumbered"/>
    <dgm:cxn modelId="{90193271-5025-4B16-9673-E46DCEE7D0C5}" type="presParOf" srcId="{EAB6DFB5-CB16-4D57-AD10-A0FF863F0C06}" destId="{1E9D034A-79BE-40DD-9726-B8FB445AD3A3}" srcOrd="1" destOrd="0" presId="urn:microsoft.com/office/officeart/2016/7/layout/LinearBlockProcessNumbered"/>
    <dgm:cxn modelId="{F70FE973-F1DB-4AAD-9DDD-BC83CA84459F}" type="presParOf" srcId="{EAB6DFB5-CB16-4D57-AD10-A0FF863F0C06}" destId="{B2CAB015-C9CD-4A6F-A40B-19C2EA484517}" srcOrd="2" destOrd="0" presId="urn:microsoft.com/office/officeart/2016/7/layout/LinearBlockProcessNumbered"/>
    <dgm:cxn modelId="{BA4153F2-E7CD-4B9C-98DE-54E2B5B0CC39}" type="presParOf" srcId="{D3BBC484-5593-4ABE-9A4E-DF1025B59441}" destId="{722D0C0A-20C3-4A21-84B4-EA81362DE4EA}" srcOrd="5" destOrd="0" presId="urn:microsoft.com/office/officeart/2016/7/layout/LinearBlockProcessNumbered"/>
    <dgm:cxn modelId="{2DF21EBC-624F-4193-9BED-957E5C4D6862}" type="presParOf" srcId="{D3BBC484-5593-4ABE-9A4E-DF1025B59441}" destId="{A44AE2DE-40C2-46DD-9A38-61E97DF217DC}" srcOrd="6" destOrd="0" presId="urn:microsoft.com/office/officeart/2016/7/layout/LinearBlockProcessNumbered"/>
    <dgm:cxn modelId="{51A90D8D-7EC5-4340-B09E-98B90381EFD8}" type="presParOf" srcId="{A44AE2DE-40C2-46DD-9A38-61E97DF217DC}" destId="{44D2669F-C539-4147-8511-CD3CA5FBF91A}" srcOrd="0" destOrd="0" presId="urn:microsoft.com/office/officeart/2016/7/layout/LinearBlockProcessNumbered"/>
    <dgm:cxn modelId="{57FA2AAA-4CCB-466A-BEEB-4945D56935F0}" type="presParOf" srcId="{A44AE2DE-40C2-46DD-9A38-61E97DF217DC}" destId="{70423EAE-2EB0-41F2-803D-88910396254F}" srcOrd="1" destOrd="0" presId="urn:microsoft.com/office/officeart/2016/7/layout/LinearBlockProcessNumbered"/>
    <dgm:cxn modelId="{2D682ED8-4287-4111-AE8D-6864BB27B270}" type="presParOf" srcId="{A44AE2DE-40C2-46DD-9A38-61E97DF217DC}" destId="{00970EE3-8D4F-4FC9-8245-9676D18F3F0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14EF25-B248-4434-92BD-AC63708D5BE6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5178308-39C7-4A50-AC18-CDFA35D70AC4}">
      <dgm:prSet/>
      <dgm:spPr/>
      <dgm:t>
        <a:bodyPr/>
        <a:lstStyle/>
        <a:p>
          <a:r>
            <a:rPr lang="en-US"/>
            <a:t>Be</a:t>
          </a:r>
        </a:p>
      </dgm:t>
    </dgm:pt>
    <dgm:pt modelId="{E8F10AAD-8585-413E-9CB5-2B545D2A97BD}" type="parTrans" cxnId="{3AC3FC13-BC6A-4C12-88B4-992EB0B9BFDB}">
      <dgm:prSet/>
      <dgm:spPr/>
      <dgm:t>
        <a:bodyPr/>
        <a:lstStyle/>
        <a:p>
          <a:endParaRPr lang="en-US"/>
        </a:p>
      </dgm:t>
    </dgm:pt>
    <dgm:pt modelId="{E34AB089-9FD6-41D1-9E6B-308BCA99B4D3}" type="sibTrans" cxnId="{3AC3FC13-BC6A-4C12-88B4-992EB0B9BFDB}">
      <dgm:prSet/>
      <dgm:spPr/>
      <dgm:t>
        <a:bodyPr/>
        <a:lstStyle/>
        <a:p>
          <a:endParaRPr lang="en-US"/>
        </a:p>
      </dgm:t>
    </dgm:pt>
    <dgm:pt modelId="{CE2522DF-D175-4CA3-A1A9-34B409B1C96B}">
      <dgm:prSet/>
      <dgm:spPr/>
      <dgm:t>
        <a:bodyPr/>
        <a:lstStyle/>
        <a:p>
          <a:r>
            <a:rPr lang="en-US"/>
            <a:t>Be open about how choices are made</a:t>
          </a:r>
        </a:p>
      </dgm:t>
    </dgm:pt>
    <dgm:pt modelId="{4979A764-20B3-4458-9FE6-858A401C9354}" type="parTrans" cxnId="{FB209DD1-0C54-4695-A8AE-6E5593966651}">
      <dgm:prSet/>
      <dgm:spPr/>
      <dgm:t>
        <a:bodyPr/>
        <a:lstStyle/>
        <a:p>
          <a:endParaRPr lang="en-US"/>
        </a:p>
      </dgm:t>
    </dgm:pt>
    <dgm:pt modelId="{2081C103-D44A-4F83-8DF5-84518EF6D026}" type="sibTrans" cxnId="{FB209DD1-0C54-4695-A8AE-6E5593966651}">
      <dgm:prSet/>
      <dgm:spPr/>
      <dgm:t>
        <a:bodyPr/>
        <a:lstStyle/>
        <a:p>
          <a:endParaRPr lang="en-US"/>
        </a:p>
      </dgm:t>
    </dgm:pt>
    <dgm:pt modelId="{1374FC96-7DDD-47F8-BBDA-89C50F2FF855}">
      <dgm:prSet/>
      <dgm:spPr/>
      <dgm:t>
        <a:bodyPr/>
        <a:lstStyle/>
        <a:p>
          <a:r>
            <a:rPr lang="en-US"/>
            <a:t>Share</a:t>
          </a:r>
        </a:p>
      </dgm:t>
    </dgm:pt>
    <dgm:pt modelId="{DE37CD0F-31E1-4C5B-ADB6-D9E47D7D18A9}" type="parTrans" cxnId="{0C481C57-0CDC-4DE8-A471-A0D0A99D8B3C}">
      <dgm:prSet/>
      <dgm:spPr/>
      <dgm:t>
        <a:bodyPr/>
        <a:lstStyle/>
        <a:p>
          <a:endParaRPr lang="en-US"/>
        </a:p>
      </dgm:t>
    </dgm:pt>
    <dgm:pt modelId="{F6B1D6AB-445A-4435-8E44-22D73DAAB8AD}" type="sibTrans" cxnId="{0C481C57-0CDC-4DE8-A471-A0D0A99D8B3C}">
      <dgm:prSet/>
      <dgm:spPr/>
      <dgm:t>
        <a:bodyPr/>
        <a:lstStyle/>
        <a:p>
          <a:endParaRPr lang="en-US"/>
        </a:p>
      </dgm:t>
    </dgm:pt>
    <dgm:pt modelId="{176DF417-13F7-4801-9724-E950EE96ABC4}">
      <dgm:prSet/>
      <dgm:spPr/>
      <dgm:t>
        <a:bodyPr/>
        <a:lstStyle/>
        <a:p>
          <a:r>
            <a:rPr lang="en-US"/>
            <a:t>Share reasons for HR changes</a:t>
          </a:r>
        </a:p>
      </dgm:t>
    </dgm:pt>
    <dgm:pt modelId="{A699EE6A-DF4D-4E50-92CF-6F67AC0E037F}" type="parTrans" cxnId="{8EC1702C-A1AE-4946-9539-11B1AD6CFB11}">
      <dgm:prSet/>
      <dgm:spPr/>
      <dgm:t>
        <a:bodyPr/>
        <a:lstStyle/>
        <a:p>
          <a:endParaRPr lang="en-US"/>
        </a:p>
      </dgm:t>
    </dgm:pt>
    <dgm:pt modelId="{9181D795-B61B-4C76-A703-7A6AD4A778E2}" type="sibTrans" cxnId="{8EC1702C-A1AE-4946-9539-11B1AD6CFB11}">
      <dgm:prSet/>
      <dgm:spPr/>
      <dgm:t>
        <a:bodyPr/>
        <a:lstStyle/>
        <a:p>
          <a:endParaRPr lang="en-US"/>
        </a:p>
      </dgm:t>
    </dgm:pt>
    <dgm:pt modelId="{727DAF33-07EB-44FE-BB86-D86E1E78F10F}">
      <dgm:prSet/>
      <dgm:spPr/>
      <dgm:t>
        <a:bodyPr/>
        <a:lstStyle/>
        <a:p>
          <a:r>
            <a:rPr lang="en-US"/>
            <a:t>Keep</a:t>
          </a:r>
        </a:p>
      </dgm:t>
    </dgm:pt>
    <dgm:pt modelId="{CE15DE8C-8C3F-481D-8F28-8124A8658ED6}" type="parTrans" cxnId="{BB14363F-937F-4150-B3AD-DDD5BA5090F7}">
      <dgm:prSet/>
      <dgm:spPr/>
      <dgm:t>
        <a:bodyPr/>
        <a:lstStyle/>
        <a:p>
          <a:endParaRPr lang="en-US"/>
        </a:p>
      </dgm:t>
    </dgm:pt>
    <dgm:pt modelId="{1264D1C9-3966-4B0D-A556-B3070318FE7B}" type="sibTrans" cxnId="{BB14363F-937F-4150-B3AD-DDD5BA5090F7}">
      <dgm:prSet/>
      <dgm:spPr/>
      <dgm:t>
        <a:bodyPr/>
        <a:lstStyle/>
        <a:p>
          <a:endParaRPr lang="en-US"/>
        </a:p>
      </dgm:t>
    </dgm:pt>
    <dgm:pt modelId="{010499AD-6C91-4EF5-BF8B-BBD2679C2F99}">
      <dgm:prSet/>
      <dgm:spPr/>
      <dgm:t>
        <a:bodyPr/>
        <a:lstStyle/>
        <a:p>
          <a:r>
            <a:rPr lang="en-US"/>
            <a:t>Keep records clear and honest</a:t>
          </a:r>
        </a:p>
      </dgm:t>
    </dgm:pt>
    <dgm:pt modelId="{24AE5EC8-94E5-49CB-89A1-DEB956251361}" type="parTrans" cxnId="{19DCBADF-E6FE-47B0-903A-1974E0329062}">
      <dgm:prSet/>
      <dgm:spPr/>
      <dgm:t>
        <a:bodyPr/>
        <a:lstStyle/>
        <a:p>
          <a:endParaRPr lang="en-US"/>
        </a:p>
      </dgm:t>
    </dgm:pt>
    <dgm:pt modelId="{B90E990D-16EE-408A-AC82-A284F0DAB1C5}" type="sibTrans" cxnId="{19DCBADF-E6FE-47B0-903A-1974E0329062}">
      <dgm:prSet/>
      <dgm:spPr/>
      <dgm:t>
        <a:bodyPr/>
        <a:lstStyle/>
        <a:p>
          <a:endParaRPr lang="en-US"/>
        </a:p>
      </dgm:t>
    </dgm:pt>
    <dgm:pt modelId="{A4472E2F-58F9-4D94-B211-75CBDAD09727}">
      <dgm:prSet/>
      <dgm:spPr/>
      <dgm:t>
        <a:bodyPr/>
        <a:lstStyle/>
        <a:p>
          <a:r>
            <a:rPr lang="en-US"/>
            <a:t>Build</a:t>
          </a:r>
        </a:p>
      </dgm:t>
    </dgm:pt>
    <dgm:pt modelId="{163015D1-C399-4483-B829-93D4CA81C36C}" type="parTrans" cxnId="{55256B03-5624-460A-9606-1ACD946BFB57}">
      <dgm:prSet/>
      <dgm:spPr/>
      <dgm:t>
        <a:bodyPr/>
        <a:lstStyle/>
        <a:p>
          <a:endParaRPr lang="en-US"/>
        </a:p>
      </dgm:t>
    </dgm:pt>
    <dgm:pt modelId="{5CBEE8DC-F383-4B37-B602-3D1EBA2DA515}" type="sibTrans" cxnId="{55256B03-5624-460A-9606-1ACD946BFB57}">
      <dgm:prSet/>
      <dgm:spPr/>
      <dgm:t>
        <a:bodyPr/>
        <a:lstStyle/>
        <a:p>
          <a:endParaRPr lang="en-US"/>
        </a:p>
      </dgm:t>
    </dgm:pt>
    <dgm:pt modelId="{193D762C-77C4-45A5-90C0-EFC36722B0BE}">
      <dgm:prSet/>
      <dgm:spPr/>
      <dgm:t>
        <a:bodyPr/>
        <a:lstStyle/>
        <a:p>
          <a:r>
            <a:rPr lang="en-US"/>
            <a:t>Build trust by not hiding facts</a:t>
          </a:r>
        </a:p>
      </dgm:t>
    </dgm:pt>
    <dgm:pt modelId="{8BEF3E6B-9639-45D5-ABE7-5ACF1D0F0187}" type="parTrans" cxnId="{6D112D51-056F-4FFD-A473-7E438794E7D4}">
      <dgm:prSet/>
      <dgm:spPr/>
      <dgm:t>
        <a:bodyPr/>
        <a:lstStyle/>
        <a:p>
          <a:endParaRPr lang="en-US"/>
        </a:p>
      </dgm:t>
    </dgm:pt>
    <dgm:pt modelId="{0C450187-C60B-409D-8D9E-BA499849A085}" type="sibTrans" cxnId="{6D112D51-056F-4FFD-A473-7E438794E7D4}">
      <dgm:prSet/>
      <dgm:spPr/>
      <dgm:t>
        <a:bodyPr/>
        <a:lstStyle/>
        <a:p>
          <a:endParaRPr lang="en-US"/>
        </a:p>
      </dgm:t>
    </dgm:pt>
    <dgm:pt modelId="{666ABAC5-A3AF-4913-95EB-58EBE6F5FE98}" type="pres">
      <dgm:prSet presAssocID="{EB14EF25-B248-4434-92BD-AC63708D5BE6}" presName="Name0" presStyleCnt="0">
        <dgm:presLayoutVars>
          <dgm:dir/>
          <dgm:animLvl val="lvl"/>
          <dgm:resizeHandles val="exact"/>
        </dgm:presLayoutVars>
      </dgm:prSet>
      <dgm:spPr/>
    </dgm:pt>
    <dgm:pt modelId="{7CC14C04-2CA7-4B5B-9719-8BCFE0FE7589}" type="pres">
      <dgm:prSet presAssocID="{65178308-39C7-4A50-AC18-CDFA35D70AC4}" presName="composite" presStyleCnt="0"/>
      <dgm:spPr/>
    </dgm:pt>
    <dgm:pt modelId="{6474530C-1978-4557-8850-AB4AD6A93DC7}" type="pres">
      <dgm:prSet presAssocID="{65178308-39C7-4A50-AC18-CDFA35D70AC4}" presName="parTx" presStyleLbl="alignNode1" presStyleIdx="0" presStyleCnt="4">
        <dgm:presLayoutVars>
          <dgm:chMax val="0"/>
          <dgm:chPref val="0"/>
        </dgm:presLayoutVars>
      </dgm:prSet>
      <dgm:spPr/>
    </dgm:pt>
    <dgm:pt modelId="{8A14DEE4-D101-4D3A-9D53-4833CF64C4DF}" type="pres">
      <dgm:prSet presAssocID="{65178308-39C7-4A50-AC18-CDFA35D70AC4}" presName="desTx" presStyleLbl="alignAccFollowNode1" presStyleIdx="0" presStyleCnt="4">
        <dgm:presLayoutVars/>
      </dgm:prSet>
      <dgm:spPr/>
    </dgm:pt>
    <dgm:pt modelId="{6391C3AE-FCE9-460A-ABF1-48EC8C39A440}" type="pres">
      <dgm:prSet presAssocID="{E34AB089-9FD6-41D1-9E6B-308BCA99B4D3}" presName="space" presStyleCnt="0"/>
      <dgm:spPr/>
    </dgm:pt>
    <dgm:pt modelId="{A0C0A1CE-92D2-4BAA-AE96-1765FCC2095B}" type="pres">
      <dgm:prSet presAssocID="{1374FC96-7DDD-47F8-BBDA-89C50F2FF855}" presName="composite" presStyleCnt="0"/>
      <dgm:spPr/>
    </dgm:pt>
    <dgm:pt modelId="{526FEFD8-FC1D-456E-BB38-19FCA4551C9C}" type="pres">
      <dgm:prSet presAssocID="{1374FC96-7DDD-47F8-BBDA-89C50F2FF855}" presName="parTx" presStyleLbl="alignNode1" presStyleIdx="1" presStyleCnt="4">
        <dgm:presLayoutVars>
          <dgm:chMax val="0"/>
          <dgm:chPref val="0"/>
        </dgm:presLayoutVars>
      </dgm:prSet>
      <dgm:spPr/>
    </dgm:pt>
    <dgm:pt modelId="{6FF5C657-6375-48E8-816B-D06D5DEDCFE9}" type="pres">
      <dgm:prSet presAssocID="{1374FC96-7DDD-47F8-BBDA-89C50F2FF855}" presName="desTx" presStyleLbl="alignAccFollowNode1" presStyleIdx="1" presStyleCnt="4">
        <dgm:presLayoutVars/>
      </dgm:prSet>
      <dgm:spPr/>
    </dgm:pt>
    <dgm:pt modelId="{78C9D7B7-F61A-4BD3-A379-1699DF80955A}" type="pres">
      <dgm:prSet presAssocID="{F6B1D6AB-445A-4435-8E44-22D73DAAB8AD}" presName="space" presStyleCnt="0"/>
      <dgm:spPr/>
    </dgm:pt>
    <dgm:pt modelId="{9D473881-6821-499E-9D86-01C74A3C2796}" type="pres">
      <dgm:prSet presAssocID="{727DAF33-07EB-44FE-BB86-D86E1E78F10F}" presName="composite" presStyleCnt="0"/>
      <dgm:spPr/>
    </dgm:pt>
    <dgm:pt modelId="{260955F9-5E3A-48D9-9094-D8A7ECE1D8B1}" type="pres">
      <dgm:prSet presAssocID="{727DAF33-07EB-44FE-BB86-D86E1E78F10F}" presName="parTx" presStyleLbl="alignNode1" presStyleIdx="2" presStyleCnt="4">
        <dgm:presLayoutVars>
          <dgm:chMax val="0"/>
          <dgm:chPref val="0"/>
        </dgm:presLayoutVars>
      </dgm:prSet>
      <dgm:spPr/>
    </dgm:pt>
    <dgm:pt modelId="{AFD75D4E-06F4-4669-A038-EA8471EEE9D5}" type="pres">
      <dgm:prSet presAssocID="{727DAF33-07EB-44FE-BB86-D86E1E78F10F}" presName="desTx" presStyleLbl="alignAccFollowNode1" presStyleIdx="2" presStyleCnt="4">
        <dgm:presLayoutVars/>
      </dgm:prSet>
      <dgm:spPr/>
    </dgm:pt>
    <dgm:pt modelId="{8BF1446C-AAFD-4247-A982-E0DB54FDEC14}" type="pres">
      <dgm:prSet presAssocID="{1264D1C9-3966-4B0D-A556-B3070318FE7B}" presName="space" presStyleCnt="0"/>
      <dgm:spPr/>
    </dgm:pt>
    <dgm:pt modelId="{1E150C56-B833-407A-8CE8-C66C3965519D}" type="pres">
      <dgm:prSet presAssocID="{A4472E2F-58F9-4D94-B211-75CBDAD09727}" presName="composite" presStyleCnt="0"/>
      <dgm:spPr/>
    </dgm:pt>
    <dgm:pt modelId="{274BA673-0FA2-45FF-BC7B-D665A5B49DE3}" type="pres">
      <dgm:prSet presAssocID="{A4472E2F-58F9-4D94-B211-75CBDAD09727}" presName="parTx" presStyleLbl="alignNode1" presStyleIdx="3" presStyleCnt="4">
        <dgm:presLayoutVars>
          <dgm:chMax val="0"/>
          <dgm:chPref val="0"/>
        </dgm:presLayoutVars>
      </dgm:prSet>
      <dgm:spPr/>
    </dgm:pt>
    <dgm:pt modelId="{C823FF37-E4AD-4F4C-A5CE-824E70AD6404}" type="pres">
      <dgm:prSet presAssocID="{A4472E2F-58F9-4D94-B211-75CBDAD09727}" presName="desTx" presStyleLbl="alignAccFollowNode1" presStyleIdx="3" presStyleCnt="4">
        <dgm:presLayoutVars/>
      </dgm:prSet>
      <dgm:spPr/>
    </dgm:pt>
  </dgm:ptLst>
  <dgm:cxnLst>
    <dgm:cxn modelId="{55256B03-5624-460A-9606-1ACD946BFB57}" srcId="{EB14EF25-B248-4434-92BD-AC63708D5BE6}" destId="{A4472E2F-58F9-4D94-B211-75CBDAD09727}" srcOrd="3" destOrd="0" parTransId="{163015D1-C399-4483-B829-93D4CA81C36C}" sibTransId="{5CBEE8DC-F383-4B37-B602-3D1EBA2DA515}"/>
    <dgm:cxn modelId="{3AC3FC13-BC6A-4C12-88B4-992EB0B9BFDB}" srcId="{EB14EF25-B248-4434-92BD-AC63708D5BE6}" destId="{65178308-39C7-4A50-AC18-CDFA35D70AC4}" srcOrd="0" destOrd="0" parTransId="{E8F10AAD-8585-413E-9CB5-2B545D2A97BD}" sibTransId="{E34AB089-9FD6-41D1-9E6B-308BCA99B4D3}"/>
    <dgm:cxn modelId="{52AC6E16-929E-4AAA-A903-10C1673588D9}" type="presOf" srcId="{193D762C-77C4-45A5-90C0-EFC36722B0BE}" destId="{C823FF37-E4AD-4F4C-A5CE-824E70AD6404}" srcOrd="0" destOrd="0" presId="urn:microsoft.com/office/officeart/2016/7/layout/HorizontalActionList"/>
    <dgm:cxn modelId="{08EA2F2C-A8AA-44D7-A690-3A5DB3E08DDF}" type="presOf" srcId="{176DF417-13F7-4801-9724-E950EE96ABC4}" destId="{6FF5C657-6375-48E8-816B-D06D5DEDCFE9}" srcOrd="0" destOrd="0" presId="urn:microsoft.com/office/officeart/2016/7/layout/HorizontalActionList"/>
    <dgm:cxn modelId="{8EC1702C-A1AE-4946-9539-11B1AD6CFB11}" srcId="{1374FC96-7DDD-47F8-BBDA-89C50F2FF855}" destId="{176DF417-13F7-4801-9724-E950EE96ABC4}" srcOrd="0" destOrd="0" parTransId="{A699EE6A-DF4D-4E50-92CF-6F67AC0E037F}" sibTransId="{9181D795-B61B-4C76-A703-7A6AD4A778E2}"/>
    <dgm:cxn modelId="{BB14363F-937F-4150-B3AD-DDD5BA5090F7}" srcId="{EB14EF25-B248-4434-92BD-AC63708D5BE6}" destId="{727DAF33-07EB-44FE-BB86-D86E1E78F10F}" srcOrd="2" destOrd="0" parTransId="{CE15DE8C-8C3F-481D-8F28-8124A8658ED6}" sibTransId="{1264D1C9-3966-4B0D-A556-B3070318FE7B}"/>
    <dgm:cxn modelId="{C66CD367-87B5-49F8-AFA9-EAD5546AA4FA}" type="presOf" srcId="{1374FC96-7DDD-47F8-BBDA-89C50F2FF855}" destId="{526FEFD8-FC1D-456E-BB38-19FCA4551C9C}" srcOrd="0" destOrd="0" presId="urn:microsoft.com/office/officeart/2016/7/layout/HorizontalActionList"/>
    <dgm:cxn modelId="{6D112D51-056F-4FFD-A473-7E438794E7D4}" srcId="{A4472E2F-58F9-4D94-B211-75CBDAD09727}" destId="{193D762C-77C4-45A5-90C0-EFC36722B0BE}" srcOrd="0" destOrd="0" parTransId="{8BEF3E6B-9639-45D5-ABE7-5ACF1D0F0187}" sibTransId="{0C450187-C60B-409D-8D9E-BA499849A085}"/>
    <dgm:cxn modelId="{0C481C57-0CDC-4DE8-A471-A0D0A99D8B3C}" srcId="{EB14EF25-B248-4434-92BD-AC63708D5BE6}" destId="{1374FC96-7DDD-47F8-BBDA-89C50F2FF855}" srcOrd="1" destOrd="0" parTransId="{DE37CD0F-31E1-4C5B-ADB6-D9E47D7D18A9}" sibTransId="{F6B1D6AB-445A-4435-8E44-22D73DAAB8AD}"/>
    <dgm:cxn modelId="{7E093558-E6B5-4268-B3C8-4123C1A5CFB6}" type="presOf" srcId="{EB14EF25-B248-4434-92BD-AC63708D5BE6}" destId="{666ABAC5-A3AF-4913-95EB-58EBE6F5FE98}" srcOrd="0" destOrd="0" presId="urn:microsoft.com/office/officeart/2016/7/layout/HorizontalActionList"/>
    <dgm:cxn modelId="{B98CEB81-9A9E-41BB-A58B-B6295C1C9201}" type="presOf" srcId="{727DAF33-07EB-44FE-BB86-D86E1E78F10F}" destId="{260955F9-5E3A-48D9-9094-D8A7ECE1D8B1}" srcOrd="0" destOrd="0" presId="urn:microsoft.com/office/officeart/2016/7/layout/HorizontalActionList"/>
    <dgm:cxn modelId="{042A348C-B5EF-419C-9AA1-D49C38346C22}" type="presOf" srcId="{A4472E2F-58F9-4D94-B211-75CBDAD09727}" destId="{274BA673-0FA2-45FF-BC7B-D665A5B49DE3}" srcOrd="0" destOrd="0" presId="urn:microsoft.com/office/officeart/2016/7/layout/HorizontalActionList"/>
    <dgm:cxn modelId="{23951AC2-D6FD-44BF-B37C-4908875C846C}" type="presOf" srcId="{010499AD-6C91-4EF5-BF8B-BBD2679C2F99}" destId="{AFD75D4E-06F4-4669-A038-EA8471EEE9D5}" srcOrd="0" destOrd="0" presId="urn:microsoft.com/office/officeart/2016/7/layout/HorizontalActionList"/>
    <dgm:cxn modelId="{FB209DD1-0C54-4695-A8AE-6E5593966651}" srcId="{65178308-39C7-4A50-AC18-CDFA35D70AC4}" destId="{CE2522DF-D175-4CA3-A1A9-34B409B1C96B}" srcOrd="0" destOrd="0" parTransId="{4979A764-20B3-4458-9FE6-858A401C9354}" sibTransId="{2081C103-D44A-4F83-8DF5-84518EF6D026}"/>
    <dgm:cxn modelId="{19DCBADF-E6FE-47B0-903A-1974E0329062}" srcId="{727DAF33-07EB-44FE-BB86-D86E1E78F10F}" destId="{010499AD-6C91-4EF5-BF8B-BBD2679C2F99}" srcOrd="0" destOrd="0" parTransId="{24AE5EC8-94E5-49CB-89A1-DEB956251361}" sibTransId="{B90E990D-16EE-408A-AC82-A284F0DAB1C5}"/>
    <dgm:cxn modelId="{C86A06E6-7FB9-4069-93DB-7294B1EE7ED1}" type="presOf" srcId="{65178308-39C7-4A50-AC18-CDFA35D70AC4}" destId="{6474530C-1978-4557-8850-AB4AD6A93DC7}" srcOrd="0" destOrd="0" presId="urn:microsoft.com/office/officeart/2016/7/layout/HorizontalActionList"/>
    <dgm:cxn modelId="{B0B906F3-48A9-4FC3-B795-36F032D731F5}" type="presOf" srcId="{CE2522DF-D175-4CA3-A1A9-34B409B1C96B}" destId="{8A14DEE4-D101-4D3A-9D53-4833CF64C4DF}" srcOrd="0" destOrd="0" presId="urn:microsoft.com/office/officeart/2016/7/layout/HorizontalActionList"/>
    <dgm:cxn modelId="{46A022AF-29BC-42E4-B08B-E209A74CD3B0}" type="presParOf" srcId="{666ABAC5-A3AF-4913-95EB-58EBE6F5FE98}" destId="{7CC14C04-2CA7-4B5B-9719-8BCFE0FE7589}" srcOrd="0" destOrd="0" presId="urn:microsoft.com/office/officeart/2016/7/layout/HorizontalActionList"/>
    <dgm:cxn modelId="{A107F69B-89D5-42B7-B1EE-413DD9977B63}" type="presParOf" srcId="{7CC14C04-2CA7-4B5B-9719-8BCFE0FE7589}" destId="{6474530C-1978-4557-8850-AB4AD6A93DC7}" srcOrd="0" destOrd="0" presId="urn:microsoft.com/office/officeart/2016/7/layout/HorizontalActionList"/>
    <dgm:cxn modelId="{901D1124-6422-41BB-BD6B-3909EB804989}" type="presParOf" srcId="{7CC14C04-2CA7-4B5B-9719-8BCFE0FE7589}" destId="{8A14DEE4-D101-4D3A-9D53-4833CF64C4DF}" srcOrd="1" destOrd="0" presId="urn:microsoft.com/office/officeart/2016/7/layout/HorizontalActionList"/>
    <dgm:cxn modelId="{77EE9FCB-EBA3-4DFA-9B80-F71B532B5113}" type="presParOf" srcId="{666ABAC5-A3AF-4913-95EB-58EBE6F5FE98}" destId="{6391C3AE-FCE9-460A-ABF1-48EC8C39A440}" srcOrd="1" destOrd="0" presId="urn:microsoft.com/office/officeart/2016/7/layout/HorizontalActionList"/>
    <dgm:cxn modelId="{C377981D-3225-4D2A-9E6B-64175F5CF0BD}" type="presParOf" srcId="{666ABAC5-A3AF-4913-95EB-58EBE6F5FE98}" destId="{A0C0A1CE-92D2-4BAA-AE96-1765FCC2095B}" srcOrd="2" destOrd="0" presId="urn:microsoft.com/office/officeart/2016/7/layout/HorizontalActionList"/>
    <dgm:cxn modelId="{250BBE5D-FA9F-4E3C-AB9A-4D559E4F43A1}" type="presParOf" srcId="{A0C0A1CE-92D2-4BAA-AE96-1765FCC2095B}" destId="{526FEFD8-FC1D-456E-BB38-19FCA4551C9C}" srcOrd="0" destOrd="0" presId="urn:microsoft.com/office/officeart/2016/7/layout/HorizontalActionList"/>
    <dgm:cxn modelId="{DCB12E28-F6DC-4EBB-9CF2-28ACC93EE7A8}" type="presParOf" srcId="{A0C0A1CE-92D2-4BAA-AE96-1765FCC2095B}" destId="{6FF5C657-6375-48E8-816B-D06D5DEDCFE9}" srcOrd="1" destOrd="0" presId="urn:microsoft.com/office/officeart/2016/7/layout/HorizontalActionList"/>
    <dgm:cxn modelId="{7E6C3C2C-30DE-4F1B-A10A-6598B74F660D}" type="presParOf" srcId="{666ABAC5-A3AF-4913-95EB-58EBE6F5FE98}" destId="{78C9D7B7-F61A-4BD3-A379-1699DF80955A}" srcOrd="3" destOrd="0" presId="urn:microsoft.com/office/officeart/2016/7/layout/HorizontalActionList"/>
    <dgm:cxn modelId="{8CC28B0B-F2B5-4B7B-964C-ED028222D5C7}" type="presParOf" srcId="{666ABAC5-A3AF-4913-95EB-58EBE6F5FE98}" destId="{9D473881-6821-499E-9D86-01C74A3C2796}" srcOrd="4" destOrd="0" presId="urn:microsoft.com/office/officeart/2016/7/layout/HorizontalActionList"/>
    <dgm:cxn modelId="{EBF59464-A4E3-4A03-B227-D6DC0C11E606}" type="presParOf" srcId="{9D473881-6821-499E-9D86-01C74A3C2796}" destId="{260955F9-5E3A-48D9-9094-D8A7ECE1D8B1}" srcOrd="0" destOrd="0" presId="urn:microsoft.com/office/officeart/2016/7/layout/HorizontalActionList"/>
    <dgm:cxn modelId="{EA52B0B1-D097-431D-89C4-BF8065BC07D7}" type="presParOf" srcId="{9D473881-6821-499E-9D86-01C74A3C2796}" destId="{AFD75D4E-06F4-4669-A038-EA8471EEE9D5}" srcOrd="1" destOrd="0" presId="urn:microsoft.com/office/officeart/2016/7/layout/HorizontalActionList"/>
    <dgm:cxn modelId="{B8318D49-2444-4CB3-99E1-622FE24AE808}" type="presParOf" srcId="{666ABAC5-A3AF-4913-95EB-58EBE6F5FE98}" destId="{8BF1446C-AAFD-4247-A982-E0DB54FDEC14}" srcOrd="5" destOrd="0" presId="urn:microsoft.com/office/officeart/2016/7/layout/HorizontalActionList"/>
    <dgm:cxn modelId="{F63A2728-5969-4A32-BC7E-E9E78A2F234B}" type="presParOf" srcId="{666ABAC5-A3AF-4913-95EB-58EBE6F5FE98}" destId="{1E150C56-B833-407A-8CE8-C66C3965519D}" srcOrd="6" destOrd="0" presId="urn:microsoft.com/office/officeart/2016/7/layout/HorizontalActionList"/>
    <dgm:cxn modelId="{7F121A78-85E2-47C3-A38C-63AEB0638BFD}" type="presParOf" srcId="{1E150C56-B833-407A-8CE8-C66C3965519D}" destId="{274BA673-0FA2-45FF-BC7B-D665A5B49DE3}" srcOrd="0" destOrd="0" presId="urn:microsoft.com/office/officeart/2016/7/layout/HorizontalActionList"/>
    <dgm:cxn modelId="{3DF8D27D-9A0F-49E0-BC4A-B9FB8D616CE3}" type="presParOf" srcId="{1E150C56-B833-407A-8CE8-C66C3965519D}" destId="{C823FF37-E4AD-4F4C-A5CE-824E70AD6404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A2E9A8-98B2-4C47-89F1-DFCBADCB4E1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800A18A-58E9-41A4-B60E-BE984E60C452}">
      <dgm:prSet/>
      <dgm:spPr/>
      <dgm:t>
        <a:bodyPr/>
        <a:lstStyle/>
        <a:p>
          <a:r>
            <a:rPr lang="en-US" dirty="0"/>
            <a:t>Spot the problem early</a:t>
          </a:r>
        </a:p>
      </dgm:t>
    </dgm:pt>
    <dgm:pt modelId="{325928E9-F173-4156-9045-3F988119A188}" type="parTrans" cxnId="{2C6D4BF3-A3D6-4DF0-8EE1-2C7D725E5FDA}">
      <dgm:prSet/>
      <dgm:spPr/>
      <dgm:t>
        <a:bodyPr/>
        <a:lstStyle/>
        <a:p>
          <a:endParaRPr lang="en-US"/>
        </a:p>
      </dgm:t>
    </dgm:pt>
    <dgm:pt modelId="{FC036150-EC0D-445F-9F3E-8A791738E251}" type="sibTrans" cxnId="{2C6D4BF3-A3D6-4DF0-8EE1-2C7D725E5FDA}">
      <dgm:prSet/>
      <dgm:spPr/>
      <dgm:t>
        <a:bodyPr/>
        <a:lstStyle/>
        <a:p>
          <a:endParaRPr lang="en-US"/>
        </a:p>
      </dgm:t>
    </dgm:pt>
    <dgm:pt modelId="{E1EC9720-1901-498F-A4A2-44727597661D}">
      <dgm:prSet/>
      <dgm:spPr/>
      <dgm:t>
        <a:bodyPr/>
        <a:lstStyle/>
        <a:p>
          <a:r>
            <a:rPr lang="en-US" dirty="0"/>
            <a:t>Collect all the facts</a:t>
          </a:r>
        </a:p>
      </dgm:t>
    </dgm:pt>
    <dgm:pt modelId="{CB003C49-56CD-4900-A5BD-C3CD2AB72493}" type="parTrans" cxnId="{B69A8EFB-96CF-402D-8C13-1CF11472F5BA}">
      <dgm:prSet/>
      <dgm:spPr/>
      <dgm:t>
        <a:bodyPr/>
        <a:lstStyle/>
        <a:p>
          <a:endParaRPr lang="en-US"/>
        </a:p>
      </dgm:t>
    </dgm:pt>
    <dgm:pt modelId="{6102ECA4-A63D-4E7A-AE64-D44790F0402F}" type="sibTrans" cxnId="{B69A8EFB-96CF-402D-8C13-1CF11472F5BA}">
      <dgm:prSet/>
      <dgm:spPr/>
      <dgm:t>
        <a:bodyPr/>
        <a:lstStyle/>
        <a:p>
          <a:endParaRPr lang="en-US"/>
        </a:p>
      </dgm:t>
    </dgm:pt>
    <dgm:pt modelId="{4E7D56BA-E51F-4F52-9859-143029D8CD39}">
      <dgm:prSet/>
      <dgm:spPr/>
      <dgm:t>
        <a:bodyPr/>
        <a:lstStyle/>
        <a:p>
          <a:r>
            <a:rPr lang="en-US" dirty="0"/>
            <a:t>Think about who it affects</a:t>
          </a:r>
        </a:p>
      </dgm:t>
    </dgm:pt>
    <dgm:pt modelId="{E9F324AA-B8B5-41AA-A32F-6B3267E09BCD}" type="parTrans" cxnId="{3FE45420-DE0F-49C2-ABB2-CC7582C8E527}">
      <dgm:prSet/>
      <dgm:spPr/>
      <dgm:t>
        <a:bodyPr/>
        <a:lstStyle/>
        <a:p>
          <a:endParaRPr lang="en-US"/>
        </a:p>
      </dgm:t>
    </dgm:pt>
    <dgm:pt modelId="{3A511479-AB23-49A6-BF1C-E7DEED410127}" type="sibTrans" cxnId="{3FE45420-DE0F-49C2-ABB2-CC7582C8E527}">
      <dgm:prSet/>
      <dgm:spPr/>
      <dgm:t>
        <a:bodyPr/>
        <a:lstStyle/>
        <a:p>
          <a:endParaRPr lang="en-US"/>
        </a:p>
      </dgm:t>
    </dgm:pt>
    <dgm:pt modelId="{566CA6EE-E552-4ED8-A08F-A1890187D867}">
      <dgm:prSet/>
      <dgm:spPr/>
      <dgm:t>
        <a:bodyPr/>
        <a:lstStyle/>
        <a:p>
          <a:r>
            <a:rPr lang="en-US" dirty="0"/>
            <a:t>Pick the fairest option</a:t>
          </a:r>
        </a:p>
      </dgm:t>
    </dgm:pt>
    <dgm:pt modelId="{359D95C6-7532-4F74-BE66-C2CF37539B14}" type="parTrans" cxnId="{4C2B6A3E-A083-48FE-BD3A-D64EFACFF320}">
      <dgm:prSet/>
      <dgm:spPr/>
      <dgm:t>
        <a:bodyPr/>
        <a:lstStyle/>
        <a:p>
          <a:endParaRPr lang="en-US"/>
        </a:p>
      </dgm:t>
    </dgm:pt>
    <dgm:pt modelId="{8A05BF68-88B0-4721-AB30-49251EACA435}" type="sibTrans" cxnId="{4C2B6A3E-A083-48FE-BD3A-D64EFACFF320}">
      <dgm:prSet/>
      <dgm:spPr/>
      <dgm:t>
        <a:bodyPr/>
        <a:lstStyle/>
        <a:p>
          <a:endParaRPr lang="en-US"/>
        </a:p>
      </dgm:t>
    </dgm:pt>
    <dgm:pt modelId="{D940E6A1-64F4-425E-8010-21CB8BFFCBD6}" type="pres">
      <dgm:prSet presAssocID="{7CA2E9A8-98B2-4C47-89F1-DFCBADCB4E19}" presName="Name0" presStyleCnt="0">
        <dgm:presLayoutVars>
          <dgm:dir/>
          <dgm:resizeHandles val="exact"/>
        </dgm:presLayoutVars>
      </dgm:prSet>
      <dgm:spPr/>
    </dgm:pt>
    <dgm:pt modelId="{4E2D5BE4-7BEA-4BD9-A946-78134EA43899}" type="pres">
      <dgm:prSet presAssocID="{B800A18A-58E9-41A4-B60E-BE984E60C452}" presName="node" presStyleLbl="node1" presStyleIdx="0" presStyleCnt="4">
        <dgm:presLayoutVars>
          <dgm:bulletEnabled val="1"/>
        </dgm:presLayoutVars>
      </dgm:prSet>
      <dgm:spPr/>
    </dgm:pt>
    <dgm:pt modelId="{AA727910-79AD-4549-82FF-B6C81A1159E2}" type="pres">
      <dgm:prSet presAssocID="{FC036150-EC0D-445F-9F3E-8A791738E251}" presName="sibTrans" presStyleLbl="sibTrans1D1" presStyleIdx="0" presStyleCnt="3"/>
      <dgm:spPr/>
    </dgm:pt>
    <dgm:pt modelId="{FB1841C5-74FC-43FE-B9CC-0094BD10223B}" type="pres">
      <dgm:prSet presAssocID="{FC036150-EC0D-445F-9F3E-8A791738E251}" presName="connectorText" presStyleLbl="sibTrans1D1" presStyleIdx="0" presStyleCnt="3"/>
      <dgm:spPr/>
    </dgm:pt>
    <dgm:pt modelId="{6A3CE449-AD54-4A27-A78A-BF5074808A4B}" type="pres">
      <dgm:prSet presAssocID="{E1EC9720-1901-498F-A4A2-44727597661D}" presName="node" presStyleLbl="node1" presStyleIdx="1" presStyleCnt="4">
        <dgm:presLayoutVars>
          <dgm:bulletEnabled val="1"/>
        </dgm:presLayoutVars>
      </dgm:prSet>
      <dgm:spPr/>
    </dgm:pt>
    <dgm:pt modelId="{1EE8E32C-5710-4A22-BED7-FE17BC7FFC66}" type="pres">
      <dgm:prSet presAssocID="{6102ECA4-A63D-4E7A-AE64-D44790F0402F}" presName="sibTrans" presStyleLbl="sibTrans1D1" presStyleIdx="1" presStyleCnt="3"/>
      <dgm:spPr/>
    </dgm:pt>
    <dgm:pt modelId="{46C1B99B-E768-416B-B479-D01B0A00234F}" type="pres">
      <dgm:prSet presAssocID="{6102ECA4-A63D-4E7A-AE64-D44790F0402F}" presName="connectorText" presStyleLbl="sibTrans1D1" presStyleIdx="1" presStyleCnt="3"/>
      <dgm:spPr/>
    </dgm:pt>
    <dgm:pt modelId="{3962AA73-F1FE-41D0-94E7-25EC157FD23F}" type="pres">
      <dgm:prSet presAssocID="{4E7D56BA-E51F-4F52-9859-143029D8CD39}" presName="node" presStyleLbl="node1" presStyleIdx="2" presStyleCnt="4">
        <dgm:presLayoutVars>
          <dgm:bulletEnabled val="1"/>
        </dgm:presLayoutVars>
      </dgm:prSet>
      <dgm:spPr/>
    </dgm:pt>
    <dgm:pt modelId="{89413DC5-D1AD-4789-ABDC-F19694C170B3}" type="pres">
      <dgm:prSet presAssocID="{3A511479-AB23-49A6-BF1C-E7DEED410127}" presName="sibTrans" presStyleLbl="sibTrans1D1" presStyleIdx="2" presStyleCnt="3"/>
      <dgm:spPr/>
    </dgm:pt>
    <dgm:pt modelId="{540DF8A6-CF4B-4721-997C-27632332E0D3}" type="pres">
      <dgm:prSet presAssocID="{3A511479-AB23-49A6-BF1C-E7DEED410127}" presName="connectorText" presStyleLbl="sibTrans1D1" presStyleIdx="2" presStyleCnt="3"/>
      <dgm:spPr/>
    </dgm:pt>
    <dgm:pt modelId="{885B421B-BF93-48A7-9AB4-7D8B64DBF079}" type="pres">
      <dgm:prSet presAssocID="{566CA6EE-E552-4ED8-A08F-A1890187D867}" presName="node" presStyleLbl="node1" presStyleIdx="3" presStyleCnt="4">
        <dgm:presLayoutVars>
          <dgm:bulletEnabled val="1"/>
        </dgm:presLayoutVars>
      </dgm:prSet>
      <dgm:spPr/>
    </dgm:pt>
  </dgm:ptLst>
  <dgm:cxnLst>
    <dgm:cxn modelId="{B6B9400C-A75A-4F48-8705-CADFE9AC9232}" type="presOf" srcId="{FC036150-EC0D-445F-9F3E-8A791738E251}" destId="{FB1841C5-74FC-43FE-B9CC-0094BD10223B}" srcOrd="1" destOrd="0" presId="urn:microsoft.com/office/officeart/2016/7/layout/RepeatingBendingProcessNew"/>
    <dgm:cxn modelId="{3FE45420-DE0F-49C2-ABB2-CC7582C8E527}" srcId="{7CA2E9A8-98B2-4C47-89F1-DFCBADCB4E19}" destId="{4E7D56BA-E51F-4F52-9859-143029D8CD39}" srcOrd="2" destOrd="0" parTransId="{E9F324AA-B8B5-41AA-A32F-6B3267E09BCD}" sibTransId="{3A511479-AB23-49A6-BF1C-E7DEED410127}"/>
    <dgm:cxn modelId="{10048332-6349-4943-99E3-4CF55C9B8F9F}" type="presOf" srcId="{E1EC9720-1901-498F-A4A2-44727597661D}" destId="{6A3CE449-AD54-4A27-A78A-BF5074808A4B}" srcOrd="0" destOrd="0" presId="urn:microsoft.com/office/officeart/2016/7/layout/RepeatingBendingProcessNew"/>
    <dgm:cxn modelId="{3CA7413A-1AF8-4EFC-B296-8E1B799F1D9F}" type="presOf" srcId="{B800A18A-58E9-41A4-B60E-BE984E60C452}" destId="{4E2D5BE4-7BEA-4BD9-A946-78134EA43899}" srcOrd="0" destOrd="0" presId="urn:microsoft.com/office/officeart/2016/7/layout/RepeatingBendingProcessNew"/>
    <dgm:cxn modelId="{4C2B6A3E-A083-48FE-BD3A-D64EFACFF320}" srcId="{7CA2E9A8-98B2-4C47-89F1-DFCBADCB4E19}" destId="{566CA6EE-E552-4ED8-A08F-A1890187D867}" srcOrd="3" destOrd="0" parTransId="{359D95C6-7532-4F74-BE66-C2CF37539B14}" sibTransId="{8A05BF68-88B0-4721-AB30-49251EACA435}"/>
    <dgm:cxn modelId="{2B68624D-48E5-4763-8E2B-8B840FF5EEEA}" type="presOf" srcId="{4E7D56BA-E51F-4F52-9859-143029D8CD39}" destId="{3962AA73-F1FE-41D0-94E7-25EC157FD23F}" srcOrd="0" destOrd="0" presId="urn:microsoft.com/office/officeart/2016/7/layout/RepeatingBendingProcessNew"/>
    <dgm:cxn modelId="{9BA10E6F-3DB4-420B-B009-A86FA32D1940}" type="presOf" srcId="{566CA6EE-E552-4ED8-A08F-A1890187D867}" destId="{885B421B-BF93-48A7-9AB4-7D8B64DBF079}" srcOrd="0" destOrd="0" presId="urn:microsoft.com/office/officeart/2016/7/layout/RepeatingBendingProcessNew"/>
    <dgm:cxn modelId="{7E259693-3E33-49F9-B2F5-E3BB3F40AEA6}" type="presOf" srcId="{6102ECA4-A63D-4E7A-AE64-D44790F0402F}" destId="{1EE8E32C-5710-4A22-BED7-FE17BC7FFC66}" srcOrd="0" destOrd="0" presId="urn:microsoft.com/office/officeart/2016/7/layout/RepeatingBendingProcessNew"/>
    <dgm:cxn modelId="{3CE9DC98-5A61-4459-B5F2-ED392664080F}" type="presOf" srcId="{FC036150-EC0D-445F-9F3E-8A791738E251}" destId="{AA727910-79AD-4549-82FF-B6C81A1159E2}" srcOrd="0" destOrd="0" presId="urn:microsoft.com/office/officeart/2016/7/layout/RepeatingBendingProcessNew"/>
    <dgm:cxn modelId="{912AE4A3-B189-402D-86B0-8F3D039DB194}" type="presOf" srcId="{3A511479-AB23-49A6-BF1C-E7DEED410127}" destId="{540DF8A6-CF4B-4721-997C-27632332E0D3}" srcOrd="1" destOrd="0" presId="urn:microsoft.com/office/officeart/2016/7/layout/RepeatingBendingProcessNew"/>
    <dgm:cxn modelId="{7D09F9A3-110A-458F-B581-15D3BB6B5F03}" type="presOf" srcId="{6102ECA4-A63D-4E7A-AE64-D44790F0402F}" destId="{46C1B99B-E768-416B-B479-D01B0A00234F}" srcOrd="1" destOrd="0" presId="urn:microsoft.com/office/officeart/2016/7/layout/RepeatingBendingProcessNew"/>
    <dgm:cxn modelId="{126420AD-6BFF-4CE4-B8DB-3A0632C771B7}" type="presOf" srcId="{7CA2E9A8-98B2-4C47-89F1-DFCBADCB4E19}" destId="{D940E6A1-64F4-425E-8010-21CB8BFFCBD6}" srcOrd="0" destOrd="0" presId="urn:microsoft.com/office/officeart/2016/7/layout/RepeatingBendingProcessNew"/>
    <dgm:cxn modelId="{17B0BCC7-1605-4C34-B20A-25192D25B294}" type="presOf" srcId="{3A511479-AB23-49A6-BF1C-E7DEED410127}" destId="{89413DC5-D1AD-4789-ABDC-F19694C170B3}" srcOrd="0" destOrd="0" presId="urn:microsoft.com/office/officeart/2016/7/layout/RepeatingBendingProcessNew"/>
    <dgm:cxn modelId="{2C6D4BF3-A3D6-4DF0-8EE1-2C7D725E5FDA}" srcId="{7CA2E9A8-98B2-4C47-89F1-DFCBADCB4E19}" destId="{B800A18A-58E9-41A4-B60E-BE984E60C452}" srcOrd="0" destOrd="0" parTransId="{325928E9-F173-4156-9045-3F988119A188}" sibTransId="{FC036150-EC0D-445F-9F3E-8A791738E251}"/>
    <dgm:cxn modelId="{B69A8EFB-96CF-402D-8C13-1CF11472F5BA}" srcId="{7CA2E9A8-98B2-4C47-89F1-DFCBADCB4E19}" destId="{E1EC9720-1901-498F-A4A2-44727597661D}" srcOrd="1" destOrd="0" parTransId="{CB003C49-56CD-4900-A5BD-C3CD2AB72493}" sibTransId="{6102ECA4-A63D-4E7A-AE64-D44790F0402F}"/>
    <dgm:cxn modelId="{51C85CD9-5BFE-496D-879F-F3C272B96D65}" type="presParOf" srcId="{D940E6A1-64F4-425E-8010-21CB8BFFCBD6}" destId="{4E2D5BE4-7BEA-4BD9-A946-78134EA43899}" srcOrd="0" destOrd="0" presId="urn:microsoft.com/office/officeart/2016/7/layout/RepeatingBendingProcessNew"/>
    <dgm:cxn modelId="{690F613E-C45C-4C01-AECE-49DB39D6913D}" type="presParOf" srcId="{D940E6A1-64F4-425E-8010-21CB8BFFCBD6}" destId="{AA727910-79AD-4549-82FF-B6C81A1159E2}" srcOrd="1" destOrd="0" presId="urn:microsoft.com/office/officeart/2016/7/layout/RepeatingBendingProcessNew"/>
    <dgm:cxn modelId="{E5F8BFA4-FDB1-4102-B75D-662E4EEF05C3}" type="presParOf" srcId="{AA727910-79AD-4549-82FF-B6C81A1159E2}" destId="{FB1841C5-74FC-43FE-B9CC-0094BD10223B}" srcOrd="0" destOrd="0" presId="urn:microsoft.com/office/officeart/2016/7/layout/RepeatingBendingProcessNew"/>
    <dgm:cxn modelId="{806322B8-8C78-46E4-9426-978C2D8EB53E}" type="presParOf" srcId="{D940E6A1-64F4-425E-8010-21CB8BFFCBD6}" destId="{6A3CE449-AD54-4A27-A78A-BF5074808A4B}" srcOrd="2" destOrd="0" presId="urn:microsoft.com/office/officeart/2016/7/layout/RepeatingBendingProcessNew"/>
    <dgm:cxn modelId="{5CAE7246-91EC-4153-A43F-DD1918EBF564}" type="presParOf" srcId="{D940E6A1-64F4-425E-8010-21CB8BFFCBD6}" destId="{1EE8E32C-5710-4A22-BED7-FE17BC7FFC66}" srcOrd="3" destOrd="0" presId="urn:microsoft.com/office/officeart/2016/7/layout/RepeatingBendingProcessNew"/>
    <dgm:cxn modelId="{EE0E1743-565D-4152-9816-10DDFE603495}" type="presParOf" srcId="{1EE8E32C-5710-4A22-BED7-FE17BC7FFC66}" destId="{46C1B99B-E768-416B-B479-D01B0A00234F}" srcOrd="0" destOrd="0" presId="urn:microsoft.com/office/officeart/2016/7/layout/RepeatingBendingProcessNew"/>
    <dgm:cxn modelId="{972A85DA-889B-42B5-98AB-02BF3684FABC}" type="presParOf" srcId="{D940E6A1-64F4-425E-8010-21CB8BFFCBD6}" destId="{3962AA73-F1FE-41D0-94E7-25EC157FD23F}" srcOrd="4" destOrd="0" presId="urn:microsoft.com/office/officeart/2016/7/layout/RepeatingBendingProcessNew"/>
    <dgm:cxn modelId="{94393260-D075-4B41-8B2F-FBA5056CA595}" type="presParOf" srcId="{D940E6A1-64F4-425E-8010-21CB8BFFCBD6}" destId="{89413DC5-D1AD-4789-ABDC-F19694C170B3}" srcOrd="5" destOrd="0" presId="urn:microsoft.com/office/officeart/2016/7/layout/RepeatingBendingProcessNew"/>
    <dgm:cxn modelId="{6D9F5FFE-7465-44BB-9D23-765ACA8740DA}" type="presParOf" srcId="{89413DC5-D1AD-4789-ABDC-F19694C170B3}" destId="{540DF8A6-CF4B-4721-997C-27632332E0D3}" srcOrd="0" destOrd="0" presId="urn:microsoft.com/office/officeart/2016/7/layout/RepeatingBendingProcessNew"/>
    <dgm:cxn modelId="{936FB82D-02B3-4F28-923E-BD88E5E234D6}" type="presParOf" srcId="{D940E6A1-64F4-425E-8010-21CB8BFFCBD6}" destId="{885B421B-BF93-48A7-9AB4-7D8B64DBF079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A2E9A8-98B2-4C47-89F1-DFCBADCB4E1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800A18A-58E9-41A4-B60E-BE984E60C452}">
      <dgm:prSet/>
      <dgm:spPr/>
      <dgm:t>
        <a:bodyPr/>
        <a:lstStyle/>
        <a:p>
          <a:r>
            <a:rPr lang="en-US" dirty="0"/>
            <a:t>Example: Worker reports bad behavior</a:t>
          </a:r>
        </a:p>
      </dgm:t>
    </dgm:pt>
    <dgm:pt modelId="{325928E9-F173-4156-9045-3F988119A188}" type="parTrans" cxnId="{2C6D4BF3-A3D6-4DF0-8EE1-2C7D725E5FDA}">
      <dgm:prSet/>
      <dgm:spPr/>
      <dgm:t>
        <a:bodyPr/>
        <a:lstStyle/>
        <a:p>
          <a:endParaRPr lang="en-US"/>
        </a:p>
      </dgm:t>
    </dgm:pt>
    <dgm:pt modelId="{FC036150-EC0D-445F-9F3E-8A791738E251}" type="sibTrans" cxnId="{2C6D4BF3-A3D6-4DF0-8EE1-2C7D725E5FDA}">
      <dgm:prSet/>
      <dgm:spPr/>
      <dgm:t>
        <a:bodyPr/>
        <a:lstStyle/>
        <a:p>
          <a:endParaRPr lang="en-US"/>
        </a:p>
      </dgm:t>
    </dgm:pt>
    <dgm:pt modelId="{E1EC9720-1901-498F-A4A2-44727597661D}">
      <dgm:prSet/>
      <dgm:spPr/>
      <dgm:t>
        <a:bodyPr/>
        <a:lstStyle/>
        <a:p>
          <a:r>
            <a:rPr lang="en-US" dirty="0"/>
            <a:t>Investigate fairly and quickly</a:t>
          </a:r>
        </a:p>
      </dgm:t>
    </dgm:pt>
    <dgm:pt modelId="{CB003C49-56CD-4900-A5BD-C3CD2AB72493}" type="parTrans" cxnId="{B69A8EFB-96CF-402D-8C13-1CF11472F5BA}">
      <dgm:prSet/>
      <dgm:spPr/>
      <dgm:t>
        <a:bodyPr/>
        <a:lstStyle/>
        <a:p>
          <a:endParaRPr lang="en-US"/>
        </a:p>
      </dgm:t>
    </dgm:pt>
    <dgm:pt modelId="{6102ECA4-A63D-4E7A-AE64-D44790F0402F}" type="sibTrans" cxnId="{B69A8EFB-96CF-402D-8C13-1CF11472F5BA}">
      <dgm:prSet/>
      <dgm:spPr/>
      <dgm:t>
        <a:bodyPr/>
        <a:lstStyle/>
        <a:p>
          <a:endParaRPr lang="en-US"/>
        </a:p>
      </dgm:t>
    </dgm:pt>
    <dgm:pt modelId="{4E7D56BA-E51F-4F52-9859-143029D8CD39}">
      <dgm:prSet/>
      <dgm:spPr/>
      <dgm:t>
        <a:bodyPr/>
        <a:lstStyle/>
        <a:p>
          <a:r>
            <a:rPr lang="en-US" dirty="0"/>
            <a:t>Protect the person who complained</a:t>
          </a:r>
        </a:p>
      </dgm:t>
    </dgm:pt>
    <dgm:pt modelId="{E9F324AA-B8B5-41AA-A32F-6B3267E09BCD}" type="parTrans" cxnId="{3FE45420-DE0F-49C2-ABB2-CC7582C8E527}">
      <dgm:prSet/>
      <dgm:spPr/>
      <dgm:t>
        <a:bodyPr/>
        <a:lstStyle/>
        <a:p>
          <a:endParaRPr lang="en-US"/>
        </a:p>
      </dgm:t>
    </dgm:pt>
    <dgm:pt modelId="{3A511479-AB23-49A6-BF1C-E7DEED410127}" type="sibTrans" cxnId="{3FE45420-DE0F-49C2-ABB2-CC7582C8E527}">
      <dgm:prSet/>
      <dgm:spPr/>
      <dgm:t>
        <a:bodyPr/>
        <a:lstStyle/>
        <a:p>
          <a:endParaRPr lang="en-US"/>
        </a:p>
      </dgm:t>
    </dgm:pt>
    <dgm:pt modelId="{566CA6EE-E552-4ED8-A08F-A1890187D867}">
      <dgm:prSet/>
      <dgm:spPr/>
      <dgm:t>
        <a:bodyPr/>
        <a:lstStyle/>
        <a:p>
          <a:r>
            <a:rPr lang="en-US" dirty="0"/>
            <a:t>Take action based on facts, not rumors</a:t>
          </a:r>
        </a:p>
      </dgm:t>
    </dgm:pt>
    <dgm:pt modelId="{359D95C6-7532-4F74-BE66-C2CF37539B14}" type="parTrans" cxnId="{4C2B6A3E-A083-48FE-BD3A-D64EFACFF320}">
      <dgm:prSet/>
      <dgm:spPr/>
      <dgm:t>
        <a:bodyPr/>
        <a:lstStyle/>
        <a:p>
          <a:endParaRPr lang="en-US"/>
        </a:p>
      </dgm:t>
    </dgm:pt>
    <dgm:pt modelId="{8A05BF68-88B0-4721-AB30-49251EACA435}" type="sibTrans" cxnId="{4C2B6A3E-A083-48FE-BD3A-D64EFACFF320}">
      <dgm:prSet/>
      <dgm:spPr/>
      <dgm:t>
        <a:bodyPr/>
        <a:lstStyle/>
        <a:p>
          <a:endParaRPr lang="en-US"/>
        </a:p>
      </dgm:t>
    </dgm:pt>
    <dgm:pt modelId="{B4FC62EA-EC16-4BB3-902C-76224413E397}" type="pres">
      <dgm:prSet presAssocID="{7CA2E9A8-98B2-4C47-89F1-DFCBADCB4E19}" presName="diagram" presStyleCnt="0">
        <dgm:presLayoutVars>
          <dgm:dir/>
          <dgm:resizeHandles val="exact"/>
        </dgm:presLayoutVars>
      </dgm:prSet>
      <dgm:spPr/>
    </dgm:pt>
    <dgm:pt modelId="{D9C7DDA8-1A32-489E-AEAA-29BE23DF47BC}" type="pres">
      <dgm:prSet presAssocID="{B800A18A-58E9-41A4-B60E-BE984E60C452}" presName="node" presStyleLbl="node1" presStyleIdx="0" presStyleCnt="4">
        <dgm:presLayoutVars>
          <dgm:bulletEnabled val="1"/>
        </dgm:presLayoutVars>
      </dgm:prSet>
      <dgm:spPr/>
    </dgm:pt>
    <dgm:pt modelId="{37FE9154-86E6-4DA3-86E8-850C409436B5}" type="pres">
      <dgm:prSet presAssocID="{FC036150-EC0D-445F-9F3E-8A791738E251}" presName="sibTrans" presStyleCnt="0"/>
      <dgm:spPr/>
    </dgm:pt>
    <dgm:pt modelId="{43E9A9D8-465C-44D0-BD0C-329B8F4D1179}" type="pres">
      <dgm:prSet presAssocID="{E1EC9720-1901-498F-A4A2-44727597661D}" presName="node" presStyleLbl="node1" presStyleIdx="1" presStyleCnt="4">
        <dgm:presLayoutVars>
          <dgm:bulletEnabled val="1"/>
        </dgm:presLayoutVars>
      </dgm:prSet>
      <dgm:spPr/>
    </dgm:pt>
    <dgm:pt modelId="{512D5FFE-B849-4E7C-8484-5D84F96A2A8B}" type="pres">
      <dgm:prSet presAssocID="{6102ECA4-A63D-4E7A-AE64-D44790F0402F}" presName="sibTrans" presStyleCnt="0"/>
      <dgm:spPr/>
    </dgm:pt>
    <dgm:pt modelId="{C72D97DB-470E-4A74-9341-3738E49DF555}" type="pres">
      <dgm:prSet presAssocID="{4E7D56BA-E51F-4F52-9859-143029D8CD39}" presName="node" presStyleLbl="node1" presStyleIdx="2" presStyleCnt="4">
        <dgm:presLayoutVars>
          <dgm:bulletEnabled val="1"/>
        </dgm:presLayoutVars>
      </dgm:prSet>
      <dgm:spPr/>
    </dgm:pt>
    <dgm:pt modelId="{07875EC3-7D76-4A78-8153-6C48780A5389}" type="pres">
      <dgm:prSet presAssocID="{3A511479-AB23-49A6-BF1C-E7DEED410127}" presName="sibTrans" presStyleCnt="0"/>
      <dgm:spPr/>
    </dgm:pt>
    <dgm:pt modelId="{8071FF2C-EDE7-4DED-AB22-7D8DAE35B94A}" type="pres">
      <dgm:prSet presAssocID="{566CA6EE-E552-4ED8-A08F-A1890187D867}" presName="node" presStyleLbl="node1" presStyleIdx="3" presStyleCnt="4">
        <dgm:presLayoutVars>
          <dgm:bulletEnabled val="1"/>
        </dgm:presLayoutVars>
      </dgm:prSet>
      <dgm:spPr/>
    </dgm:pt>
  </dgm:ptLst>
  <dgm:cxnLst>
    <dgm:cxn modelId="{3FE45420-DE0F-49C2-ABB2-CC7582C8E527}" srcId="{7CA2E9A8-98B2-4C47-89F1-DFCBADCB4E19}" destId="{4E7D56BA-E51F-4F52-9859-143029D8CD39}" srcOrd="2" destOrd="0" parTransId="{E9F324AA-B8B5-41AA-A32F-6B3267E09BCD}" sibTransId="{3A511479-AB23-49A6-BF1C-E7DEED410127}"/>
    <dgm:cxn modelId="{4C2B6A3E-A083-48FE-BD3A-D64EFACFF320}" srcId="{7CA2E9A8-98B2-4C47-89F1-DFCBADCB4E19}" destId="{566CA6EE-E552-4ED8-A08F-A1890187D867}" srcOrd="3" destOrd="0" parTransId="{359D95C6-7532-4F74-BE66-C2CF37539B14}" sibTransId="{8A05BF68-88B0-4721-AB30-49251EACA435}"/>
    <dgm:cxn modelId="{924A179F-B11A-4200-931F-0883539F8E34}" type="presOf" srcId="{4E7D56BA-E51F-4F52-9859-143029D8CD39}" destId="{C72D97DB-470E-4A74-9341-3738E49DF555}" srcOrd="0" destOrd="0" presId="urn:microsoft.com/office/officeart/2005/8/layout/default"/>
    <dgm:cxn modelId="{CF6793B2-1BCB-4AA3-83AB-BD3D4DD7804F}" type="presOf" srcId="{7CA2E9A8-98B2-4C47-89F1-DFCBADCB4E19}" destId="{B4FC62EA-EC16-4BB3-902C-76224413E397}" srcOrd="0" destOrd="0" presId="urn:microsoft.com/office/officeart/2005/8/layout/default"/>
    <dgm:cxn modelId="{4E39C8B4-A89C-4633-8A29-CC10F2B74F7F}" type="presOf" srcId="{E1EC9720-1901-498F-A4A2-44727597661D}" destId="{43E9A9D8-465C-44D0-BD0C-329B8F4D1179}" srcOrd="0" destOrd="0" presId="urn:microsoft.com/office/officeart/2005/8/layout/default"/>
    <dgm:cxn modelId="{235265DE-D89F-45F2-95B5-C42AFD5C60C1}" type="presOf" srcId="{566CA6EE-E552-4ED8-A08F-A1890187D867}" destId="{8071FF2C-EDE7-4DED-AB22-7D8DAE35B94A}" srcOrd="0" destOrd="0" presId="urn:microsoft.com/office/officeart/2005/8/layout/default"/>
    <dgm:cxn modelId="{AFE614F2-37E5-4847-839B-175E038B1194}" type="presOf" srcId="{B800A18A-58E9-41A4-B60E-BE984E60C452}" destId="{D9C7DDA8-1A32-489E-AEAA-29BE23DF47BC}" srcOrd="0" destOrd="0" presId="urn:microsoft.com/office/officeart/2005/8/layout/default"/>
    <dgm:cxn modelId="{2C6D4BF3-A3D6-4DF0-8EE1-2C7D725E5FDA}" srcId="{7CA2E9A8-98B2-4C47-89F1-DFCBADCB4E19}" destId="{B800A18A-58E9-41A4-B60E-BE984E60C452}" srcOrd="0" destOrd="0" parTransId="{325928E9-F173-4156-9045-3F988119A188}" sibTransId="{FC036150-EC0D-445F-9F3E-8A791738E251}"/>
    <dgm:cxn modelId="{B69A8EFB-96CF-402D-8C13-1CF11472F5BA}" srcId="{7CA2E9A8-98B2-4C47-89F1-DFCBADCB4E19}" destId="{E1EC9720-1901-498F-A4A2-44727597661D}" srcOrd="1" destOrd="0" parTransId="{CB003C49-56CD-4900-A5BD-C3CD2AB72493}" sibTransId="{6102ECA4-A63D-4E7A-AE64-D44790F0402F}"/>
    <dgm:cxn modelId="{22D14D42-7994-4A9C-991C-9C79C2B25700}" type="presParOf" srcId="{B4FC62EA-EC16-4BB3-902C-76224413E397}" destId="{D9C7DDA8-1A32-489E-AEAA-29BE23DF47BC}" srcOrd="0" destOrd="0" presId="urn:microsoft.com/office/officeart/2005/8/layout/default"/>
    <dgm:cxn modelId="{D485DE56-5662-4B4C-A759-F183A3F6C0DE}" type="presParOf" srcId="{B4FC62EA-EC16-4BB3-902C-76224413E397}" destId="{37FE9154-86E6-4DA3-86E8-850C409436B5}" srcOrd="1" destOrd="0" presId="urn:microsoft.com/office/officeart/2005/8/layout/default"/>
    <dgm:cxn modelId="{FC7B8A7C-3EA7-4FB2-B01D-69BACCDD2361}" type="presParOf" srcId="{B4FC62EA-EC16-4BB3-902C-76224413E397}" destId="{43E9A9D8-465C-44D0-BD0C-329B8F4D1179}" srcOrd="2" destOrd="0" presId="urn:microsoft.com/office/officeart/2005/8/layout/default"/>
    <dgm:cxn modelId="{846E38AE-AF22-4902-86C7-6E1D209D8C5C}" type="presParOf" srcId="{B4FC62EA-EC16-4BB3-902C-76224413E397}" destId="{512D5FFE-B849-4E7C-8484-5D84F96A2A8B}" srcOrd="3" destOrd="0" presId="urn:microsoft.com/office/officeart/2005/8/layout/default"/>
    <dgm:cxn modelId="{EF7040C5-4F68-4CA9-AF69-B5B11561B72C}" type="presParOf" srcId="{B4FC62EA-EC16-4BB3-902C-76224413E397}" destId="{C72D97DB-470E-4A74-9341-3738E49DF555}" srcOrd="4" destOrd="0" presId="urn:microsoft.com/office/officeart/2005/8/layout/default"/>
    <dgm:cxn modelId="{0A00F350-F072-4C3B-A8BD-C50FD9BC70CD}" type="presParOf" srcId="{B4FC62EA-EC16-4BB3-902C-76224413E397}" destId="{07875EC3-7D76-4A78-8153-6C48780A5389}" srcOrd="5" destOrd="0" presId="urn:microsoft.com/office/officeart/2005/8/layout/default"/>
    <dgm:cxn modelId="{FFBB3C73-0572-4C7F-A3E2-623C0B7C1FD4}" type="presParOf" srcId="{B4FC62EA-EC16-4BB3-902C-76224413E397}" destId="{8071FF2C-EDE7-4DED-AB22-7D8DAE35B94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CA2E9A8-98B2-4C47-89F1-DFCBADCB4E1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00A18A-58E9-41A4-B60E-BE984E60C452}">
      <dgm:prSet/>
      <dgm:spPr/>
      <dgm:t>
        <a:bodyPr/>
        <a:lstStyle/>
        <a:p>
          <a:r>
            <a:rPr lang="en-US" dirty="0"/>
            <a:t>Example: Employee info gets leaked</a:t>
          </a:r>
        </a:p>
      </dgm:t>
    </dgm:pt>
    <dgm:pt modelId="{325928E9-F173-4156-9045-3F988119A188}" type="parTrans" cxnId="{2C6D4BF3-A3D6-4DF0-8EE1-2C7D725E5FDA}">
      <dgm:prSet/>
      <dgm:spPr/>
      <dgm:t>
        <a:bodyPr/>
        <a:lstStyle/>
        <a:p>
          <a:endParaRPr lang="en-US"/>
        </a:p>
      </dgm:t>
    </dgm:pt>
    <dgm:pt modelId="{FC036150-EC0D-445F-9F3E-8A791738E251}" type="sibTrans" cxnId="{2C6D4BF3-A3D6-4DF0-8EE1-2C7D725E5FDA}">
      <dgm:prSet/>
      <dgm:spPr/>
      <dgm:t>
        <a:bodyPr/>
        <a:lstStyle/>
        <a:p>
          <a:endParaRPr lang="en-US"/>
        </a:p>
      </dgm:t>
    </dgm:pt>
    <dgm:pt modelId="{E1EC9720-1901-498F-A4A2-44727597661D}">
      <dgm:prSet/>
      <dgm:spPr/>
      <dgm:t>
        <a:bodyPr/>
        <a:lstStyle/>
        <a:p>
          <a:r>
            <a:rPr lang="en-US" dirty="0"/>
            <a:t>Notify people affected right away</a:t>
          </a:r>
        </a:p>
      </dgm:t>
    </dgm:pt>
    <dgm:pt modelId="{CB003C49-56CD-4900-A5BD-C3CD2AB72493}" type="parTrans" cxnId="{B69A8EFB-96CF-402D-8C13-1CF11472F5BA}">
      <dgm:prSet/>
      <dgm:spPr/>
      <dgm:t>
        <a:bodyPr/>
        <a:lstStyle/>
        <a:p>
          <a:endParaRPr lang="en-US"/>
        </a:p>
      </dgm:t>
    </dgm:pt>
    <dgm:pt modelId="{6102ECA4-A63D-4E7A-AE64-D44790F0402F}" type="sibTrans" cxnId="{B69A8EFB-96CF-402D-8C13-1CF11472F5BA}">
      <dgm:prSet/>
      <dgm:spPr/>
      <dgm:t>
        <a:bodyPr/>
        <a:lstStyle/>
        <a:p>
          <a:endParaRPr lang="en-US"/>
        </a:p>
      </dgm:t>
    </dgm:pt>
    <dgm:pt modelId="{4E7D56BA-E51F-4F52-9859-143029D8CD39}">
      <dgm:prSet/>
      <dgm:spPr/>
      <dgm:t>
        <a:bodyPr/>
        <a:lstStyle/>
        <a:p>
          <a:r>
            <a:rPr lang="en-US" dirty="0"/>
            <a:t>Fix the issue and improve security</a:t>
          </a:r>
        </a:p>
      </dgm:t>
    </dgm:pt>
    <dgm:pt modelId="{E9F324AA-B8B5-41AA-A32F-6B3267E09BCD}" type="parTrans" cxnId="{3FE45420-DE0F-49C2-ABB2-CC7582C8E527}">
      <dgm:prSet/>
      <dgm:spPr/>
      <dgm:t>
        <a:bodyPr/>
        <a:lstStyle/>
        <a:p>
          <a:endParaRPr lang="en-US"/>
        </a:p>
      </dgm:t>
    </dgm:pt>
    <dgm:pt modelId="{3A511479-AB23-49A6-BF1C-E7DEED410127}" type="sibTrans" cxnId="{3FE45420-DE0F-49C2-ABB2-CC7582C8E527}">
      <dgm:prSet/>
      <dgm:spPr/>
      <dgm:t>
        <a:bodyPr/>
        <a:lstStyle/>
        <a:p>
          <a:endParaRPr lang="en-US"/>
        </a:p>
      </dgm:t>
    </dgm:pt>
    <dgm:pt modelId="{566CA6EE-E552-4ED8-A08F-A1890187D867}">
      <dgm:prSet/>
      <dgm:spPr/>
      <dgm:t>
        <a:bodyPr/>
        <a:lstStyle/>
        <a:p>
          <a:r>
            <a:rPr lang="en-US" dirty="0"/>
            <a:t>Learn from it to prevent next time</a:t>
          </a:r>
        </a:p>
      </dgm:t>
    </dgm:pt>
    <dgm:pt modelId="{359D95C6-7532-4F74-BE66-C2CF37539B14}" type="parTrans" cxnId="{4C2B6A3E-A083-48FE-BD3A-D64EFACFF320}">
      <dgm:prSet/>
      <dgm:spPr/>
      <dgm:t>
        <a:bodyPr/>
        <a:lstStyle/>
        <a:p>
          <a:endParaRPr lang="en-US"/>
        </a:p>
      </dgm:t>
    </dgm:pt>
    <dgm:pt modelId="{8A05BF68-88B0-4721-AB30-49251EACA435}" type="sibTrans" cxnId="{4C2B6A3E-A083-48FE-BD3A-D64EFACFF320}">
      <dgm:prSet/>
      <dgm:spPr/>
      <dgm:t>
        <a:bodyPr/>
        <a:lstStyle/>
        <a:p>
          <a:endParaRPr lang="en-US"/>
        </a:p>
      </dgm:t>
    </dgm:pt>
    <dgm:pt modelId="{020BD881-FBC4-4DE2-B441-C75CBB555F51}" type="pres">
      <dgm:prSet presAssocID="{7CA2E9A8-98B2-4C47-89F1-DFCBADCB4E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720EBD-73EE-48CF-8B3F-CCDA16978B32}" type="pres">
      <dgm:prSet presAssocID="{B800A18A-58E9-41A4-B60E-BE984E60C452}" presName="hierRoot1" presStyleCnt="0"/>
      <dgm:spPr/>
    </dgm:pt>
    <dgm:pt modelId="{16FB6273-C466-45A7-9BB3-DA0837ECF02C}" type="pres">
      <dgm:prSet presAssocID="{B800A18A-58E9-41A4-B60E-BE984E60C452}" presName="composite" presStyleCnt="0"/>
      <dgm:spPr/>
    </dgm:pt>
    <dgm:pt modelId="{C8643F10-E0AA-4761-A896-062544ADC194}" type="pres">
      <dgm:prSet presAssocID="{B800A18A-58E9-41A4-B60E-BE984E60C452}" presName="background" presStyleLbl="node0" presStyleIdx="0" presStyleCnt="4"/>
      <dgm:spPr/>
    </dgm:pt>
    <dgm:pt modelId="{F8D2736A-210A-44A6-91BA-2890535C534B}" type="pres">
      <dgm:prSet presAssocID="{B800A18A-58E9-41A4-B60E-BE984E60C452}" presName="text" presStyleLbl="fgAcc0" presStyleIdx="0" presStyleCnt="4">
        <dgm:presLayoutVars>
          <dgm:chPref val="3"/>
        </dgm:presLayoutVars>
      </dgm:prSet>
      <dgm:spPr/>
    </dgm:pt>
    <dgm:pt modelId="{6E730E41-045E-4569-8C3B-D33D6E378AEE}" type="pres">
      <dgm:prSet presAssocID="{B800A18A-58E9-41A4-B60E-BE984E60C452}" presName="hierChild2" presStyleCnt="0"/>
      <dgm:spPr/>
    </dgm:pt>
    <dgm:pt modelId="{9738D32D-070E-4AFE-8436-CCFA0F501D41}" type="pres">
      <dgm:prSet presAssocID="{E1EC9720-1901-498F-A4A2-44727597661D}" presName="hierRoot1" presStyleCnt="0"/>
      <dgm:spPr/>
    </dgm:pt>
    <dgm:pt modelId="{07957632-C28A-4828-B603-EBB23B950D79}" type="pres">
      <dgm:prSet presAssocID="{E1EC9720-1901-498F-A4A2-44727597661D}" presName="composite" presStyleCnt="0"/>
      <dgm:spPr/>
    </dgm:pt>
    <dgm:pt modelId="{CC47CD69-83E5-4900-8BCB-8502617D6F04}" type="pres">
      <dgm:prSet presAssocID="{E1EC9720-1901-498F-A4A2-44727597661D}" presName="background" presStyleLbl="node0" presStyleIdx="1" presStyleCnt="4"/>
      <dgm:spPr/>
    </dgm:pt>
    <dgm:pt modelId="{7B8A76C3-2DB8-4D7D-84D5-771BEE66A06D}" type="pres">
      <dgm:prSet presAssocID="{E1EC9720-1901-498F-A4A2-44727597661D}" presName="text" presStyleLbl="fgAcc0" presStyleIdx="1" presStyleCnt="4">
        <dgm:presLayoutVars>
          <dgm:chPref val="3"/>
        </dgm:presLayoutVars>
      </dgm:prSet>
      <dgm:spPr/>
    </dgm:pt>
    <dgm:pt modelId="{AF40B5B4-1E0C-4425-954C-51C720CBC3CD}" type="pres">
      <dgm:prSet presAssocID="{E1EC9720-1901-498F-A4A2-44727597661D}" presName="hierChild2" presStyleCnt="0"/>
      <dgm:spPr/>
    </dgm:pt>
    <dgm:pt modelId="{222A1C5B-30F7-4009-A6BB-A0C0ABB6E478}" type="pres">
      <dgm:prSet presAssocID="{4E7D56BA-E51F-4F52-9859-143029D8CD39}" presName="hierRoot1" presStyleCnt="0"/>
      <dgm:spPr/>
    </dgm:pt>
    <dgm:pt modelId="{05DF59B1-DD0C-493F-93FD-AB6230374E4F}" type="pres">
      <dgm:prSet presAssocID="{4E7D56BA-E51F-4F52-9859-143029D8CD39}" presName="composite" presStyleCnt="0"/>
      <dgm:spPr/>
    </dgm:pt>
    <dgm:pt modelId="{C1B1F97F-EF4F-4C24-830E-764807C91889}" type="pres">
      <dgm:prSet presAssocID="{4E7D56BA-E51F-4F52-9859-143029D8CD39}" presName="background" presStyleLbl="node0" presStyleIdx="2" presStyleCnt="4"/>
      <dgm:spPr/>
    </dgm:pt>
    <dgm:pt modelId="{4147210F-04DB-4AEA-9792-5A5B6369FABD}" type="pres">
      <dgm:prSet presAssocID="{4E7D56BA-E51F-4F52-9859-143029D8CD39}" presName="text" presStyleLbl="fgAcc0" presStyleIdx="2" presStyleCnt="4">
        <dgm:presLayoutVars>
          <dgm:chPref val="3"/>
        </dgm:presLayoutVars>
      </dgm:prSet>
      <dgm:spPr/>
    </dgm:pt>
    <dgm:pt modelId="{7CA7C29F-5EF5-4724-8554-2AA910BA1BFB}" type="pres">
      <dgm:prSet presAssocID="{4E7D56BA-E51F-4F52-9859-143029D8CD39}" presName="hierChild2" presStyleCnt="0"/>
      <dgm:spPr/>
    </dgm:pt>
    <dgm:pt modelId="{9D0E1809-5793-4F2D-A450-FBC86C3B6920}" type="pres">
      <dgm:prSet presAssocID="{566CA6EE-E552-4ED8-A08F-A1890187D867}" presName="hierRoot1" presStyleCnt="0"/>
      <dgm:spPr/>
    </dgm:pt>
    <dgm:pt modelId="{F565DFF2-39E9-4C11-AA98-A99DEBD78724}" type="pres">
      <dgm:prSet presAssocID="{566CA6EE-E552-4ED8-A08F-A1890187D867}" presName="composite" presStyleCnt="0"/>
      <dgm:spPr/>
    </dgm:pt>
    <dgm:pt modelId="{1E2A87AB-4DFD-4094-82B1-855102B8AEA9}" type="pres">
      <dgm:prSet presAssocID="{566CA6EE-E552-4ED8-A08F-A1890187D867}" presName="background" presStyleLbl="node0" presStyleIdx="3" presStyleCnt="4"/>
      <dgm:spPr/>
    </dgm:pt>
    <dgm:pt modelId="{FEDD79DF-4123-4781-BCD4-EAD3E77BCE07}" type="pres">
      <dgm:prSet presAssocID="{566CA6EE-E552-4ED8-A08F-A1890187D867}" presName="text" presStyleLbl="fgAcc0" presStyleIdx="3" presStyleCnt="4">
        <dgm:presLayoutVars>
          <dgm:chPref val="3"/>
        </dgm:presLayoutVars>
      </dgm:prSet>
      <dgm:spPr/>
    </dgm:pt>
    <dgm:pt modelId="{8FAC91DE-8BBD-4D67-BE45-8E15D66A639F}" type="pres">
      <dgm:prSet presAssocID="{566CA6EE-E552-4ED8-A08F-A1890187D867}" presName="hierChild2" presStyleCnt="0"/>
      <dgm:spPr/>
    </dgm:pt>
  </dgm:ptLst>
  <dgm:cxnLst>
    <dgm:cxn modelId="{12AD9501-B9A9-4DFB-B31E-D28C7CA4F10E}" type="presOf" srcId="{566CA6EE-E552-4ED8-A08F-A1890187D867}" destId="{FEDD79DF-4123-4781-BCD4-EAD3E77BCE07}" srcOrd="0" destOrd="0" presId="urn:microsoft.com/office/officeart/2005/8/layout/hierarchy1"/>
    <dgm:cxn modelId="{C43F470A-28E3-4829-871D-A15641FC086F}" type="presOf" srcId="{B800A18A-58E9-41A4-B60E-BE984E60C452}" destId="{F8D2736A-210A-44A6-91BA-2890535C534B}" srcOrd="0" destOrd="0" presId="urn:microsoft.com/office/officeart/2005/8/layout/hierarchy1"/>
    <dgm:cxn modelId="{3FE45420-DE0F-49C2-ABB2-CC7582C8E527}" srcId="{7CA2E9A8-98B2-4C47-89F1-DFCBADCB4E19}" destId="{4E7D56BA-E51F-4F52-9859-143029D8CD39}" srcOrd="2" destOrd="0" parTransId="{E9F324AA-B8B5-41AA-A32F-6B3267E09BCD}" sibTransId="{3A511479-AB23-49A6-BF1C-E7DEED410127}"/>
    <dgm:cxn modelId="{4C2B6A3E-A083-48FE-BD3A-D64EFACFF320}" srcId="{7CA2E9A8-98B2-4C47-89F1-DFCBADCB4E19}" destId="{566CA6EE-E552-4ED8-A08F-A1890187D867}" srcOrd="3" destOrd="0" parTransId="{359D95C6-7532-4F74-BE66-C2CF37539B14}" sibTransId="{8A05BF68-88B0-4721-AB30-49251EACA435}"/>
    <dgm:cxn modelId="{55373ED8-D24E-4668-9621-8FDCA8E586B5}" type="presOf" srcId="{7CA2E9A8-98B2-4C47-89F1-DFCBADCB4E19}" destId="{020BD881-FBC4-4DE2-B441-C75CBB555F51}" srcOrd="0" destOrd="0" presId="urn:microsoft.com/office/officeart/2005/8/layout/hierarchy1"/>
    <dgm:cxn modelId="{96FBFFE7-136B-499D-AB2C-3E7B4CC7C05D}" type="presOf" srcId="{E1EC9720-1901-498F-A4A2-44727597661D}" destId="{7B8A76C3-2DB8-4D7D-84D5-771BEE66A06D}" srcOrd="0" destOrd="0" presId="urn:microsoft.com/office/officeart/2005/8/layout/hierarchy1"/>
    <dgm:cxn modelId="{5FBE93E9-5696-4D77-A219-0ABFFACFE8D7}" type="presOf" srcId="{4E7D56BA-E51F-4F52-9859-143029D8CD39}" destId="{4147210F-04DB-4AEA-9792-5A5B6369FABD}" srcOrd="0" destOrd="0" presId="urn:microsoft.com/office/officeart/2005/8/layout/hierarchy1"/>
    <dgm:cxn modelId="{2C6D4BF3-A3D6-4DF0-8EE1-2C7D725E5FDA}" srcId="{7CA2E9A8-98B2-4C47-89F1-DFCBADCB4E19}" destId="{B800A18A-58E9-41A4-B60E-BE984E60C452}" srcOrd="0" destOrd="0" parTransId="{325928E9-F173-4156-9045-3F988119A188}" sibTransId="{FC036150-EC0D-445F-9F3E-8A791738E251}"/>
    <dgm:cxn modelId="{B69A8EFB-96CF-402D-8C13-1CF11472F5BA}" srcId="{7CA2E9A8-98B2-4C47-89F1-DFCBADCB4E19}" destId="{E1EC9720-1901-498F-A4A2-44727597661D}" srcOrd="1" destOrd="0" parTransId="{CB003C49-56CD-4900-A5BD-C3CD2AB72493}" sibTransId="{6102ECA4-A63D-4E7A-AE64-D44790F0402F}"/>
    <dgm:cxn modelId="{504F0918-4BF8-4213-B4A3-2D60FC1C9AEF}" type="presParOf" srcId="{020BD881-FBC4-4DE2-B441-C75CBB555F51}" destId="{38720EBD-73EE-48CF-8B3F-CCDA16978B32}" srcOrd="0" destOrd="0" presId="urn:microsoft.com/office/officeart/2005/8/layout/hierarchy1"/>
    <dgm:cxn modelId="{E5C8CBDC-8B5B-475C-BE59-6420ECE56A9A}" type="presParOf" srcId="{38720EBD-73EE-48CF-8B3F-CCDA16978B32}" destId="{16FB6273-C466-45A7-9BB3-DA0837ECF02C}" srcOrd="0" destOrd="0" presId="urn:microsoft.com/office/officeart/2005/8/layout/hierarchy1"/>
    <dgm:cxn modelId="{7A8E17CA-7692-498A-8282-8E9F15BE1AE2}" type="presParOf" srcId="{16FB6273-C466-45A7-9BB3-DA0837ECF02C}" destId="{C8643F10-E0AA-4761-A896-062544ADC194}" srcOrd="0" destOrd="0" presId="urn:microsoft.com/office/officeart/2005/8/layout/hierarchy1"/>
    <dgm:cxn modelId="{D3F82ACE-F08B-4CA8-A292-0F76839B3D47}" type="presParOf" srcId="{16FB6273-C466-45A7-9BB3-DA0837ECF02C}" destId="{F8D2736A-210A-44A6-91BA-2890535C534B}" srcOrd="1" destOrd="0" presId="urn:microsoft.com/office/officeart/2005/8/layout/hierarchy1"/>
    <dgm:cxn modelId="{3A503EEF-3734-41A4-ABF5-3DBA9643F675}" type="presParOf" srcId="{38720EBD-73EE-48CF-8B3F-CCDA16978B32}" destId="{6E730E41-045E-4569-8C3B-D33D6E378AEE}" srcOrd="1" destOrd="0" presId="urn:microsoft.com/office/officeart/2005/8/layout/hierarchy1"/>
    <dgm:cxn modelId="{B348E20F-02BC-4CF6-857F-D95BFF7E7B59}" type="presParOf" srcId="{020BD881-FBC4-4DE2-B441-C75CBB555F51}" destId="{9738D32D-070E-4AFE-8436-CCFA0F501D41}" srcOrd="1" destOrd="0" presId="urn:microsoft.com/office/officeart/2005/8/layout/hierarchy1"/>
    <dgm:cxn modelId="{BBB3823B-4F53-4AB0-A853-F24130FDA471}" type="presParOf" srcId="{9738D32D-070E-4AFE-8436-CCFA0F501D41}" destId="{07957632-C28A-4828-B603-EBB23B950D79}" srcOrd="0" destOrd="0" presId="urn:microsoft.com/office/officeart/2005/8/layout/hierarchy1"/>
    <dgm:cxn modelId="{9EE24DDE-FE30-41AC-8C09-AFE8EE437AD2}" type="presParOf" srcId="{07957632-C28A-4828-B603-EBB23B950D79}" destId="{CC47CD69-83E5-4900-8BCB-8502617D6F04}" srcOrd="0" destOrd="0" presId="urn:microsoft.com/office/officeart/2005/8/layout/hierarchy1"/>
    <dgm:cxn modelId="{703D442C-5B00-41C0-95AF-E389CCEE0F1D}" type="presParOf" srcId="{07957632-C28A-4828-B603-EBB23B950D79}" destId="{7B8A76C3-2DB8-4D7D-84D5-771BEE66A06D}" srcOrd="1" destOrd="0" presId="urn:microsoft.com/office/officeart/2005/8/layout/hierarchy1"/>
    <dgm:cxn modelId="{A939CEBF-12D4-4995-859C-B5BE3A208070}" type="presParOf" srcId="{9738D32D-070E-4AFE-8436-CCFA0F501D41}" destId="{AF40B5B4-1E0C-4425-954C-51C720CBC3CD}" srcOrd="1" destOrd="0" presId="urn:microsoft.com/office/officeart/2005/8/layout/hierarchy1"/>
    <dgm:cxn modelId="{54A94EFE-7BBA-413D-85CC-879001454F1D}" type="presParOf" srcId="{020BD881-FBC4-4DE2-B441-C75CBB555F51}" destId="{222A1C5B-30F7-4009-A6BB-A0C0ABB6E478}" srcOrd="2" destOrd="0" presId="urn:microsoft.com/office/officeart/2005/8/layout/hierarchy1"/>
    <dgm:cxn modelId="{B50378B5-0DF0-4596-B764-9CAF3B7B2F8B}" type="presParOf" srcId="{222A1C5B-30F7-4009-A6BB-A0C0ABB6E478}" destId="{05DF59B1-DD0C-493F-93FD-AB6230374E4F}" srcOrd="0" destOrd="0" presId="urn:microsoft.com/office/officeart/2005/8/layout/hierarchy1"/>
    <dgm:cxn modelId="{6583ED8F-AD22-4D39-80C8-236143CC6CF7}" type="presParOf" srcId="{05DF59B1-DD0C-493F-93FD-AB6230374E4F}" destId="{C1B1F97F-EF4F-4C24-830E-764807C91889}" srcOrd="0" destOrd="0" presId="urn:microsoft.com/office/officeart/2005/8/layout/hierarchy1"/>
    <dgm:cxn modelId="{BBC93FD4-3B19-4875-BD8F-098876B4F1A7}" type="presParOf" srcId="{05DF59B1-DD0C-493F-93FD-AB6230374E4F}" destId="{4147210F-04DB-4AEA-9792-5A5B6369FABD}" srcOrd="1" destOrd="0" presId="urn:microsoft.com/office/officeart/2005/8/layout/hierarchy1"/>
    <dgm:cxn modelId="{B3853F11-4E41-47AB-B178-9A4BD4B9708F}" type="presParOf" srcId="{222A1C5B-30F7-4009-A6BB-A0C0ABB6E478}" destId="{7CA7C29F-5EF5-4724-8554-2AA910BA1BFB}" srcOrd="1" destOrd="0" presId="urn:microsoft.com/office/officeart/2005/8/layout/hierarchy1"/>
    <dgm:cxn modelId="{CE1F63C3-030C-40BA-9F88-67ADE603905E}" type="presParOf" srcId="{020BD881-FBC4-4DE2-B441-C75CBB555F51}" destId="{9D0E1809-5793-4F2D-A450-FBC86C3B6920}" srcOrd="3" destOrd="0" presId="urn:microsoft.com/office/officeart/2005/8/layout/hierarchy1"/>
    <dgm:cxn modelId="{C051B52A-D3D4-4401-93A1-E3E4463E71A8}" type="presParOf" srcId="{9D0E1809-5793-4F2D-A450-FBC86C3B6920}" destId="{F565DFF2-39E9-4C11-AA98-A99DEBD78724}" srcOrd="0" destOrd="0" presId="urn:microsoft.com/office/officeart/2005/8/layout/hierarchy1"/>
    <dgm:cxn modelId="{1442CB5E-B35F-4D65-BED5-57EE9C2158FC}" type="presParOf" srcId="{F565DFF2-39E9-4C11-AA98-A99DEBD78724}" destId="{1E2A87AB-4DFD-4094-82B1-855102B8AEA9}" srcOrd="0" destOrd="0" presId="urn:microsoft.com/office/officeart/2005/8/layout/hierarchy1"/>
    <dgm:cxn modelId="{97A26311-5B54-43E9-807E-DCE217BD7270}" type="presParOf" srcId="{F565DFF2-39E9-4C11-AA98-A99DEBD78724}" destId="{FEDD79DF-4123-4781-BCD4-EAD3E77BCE07}" srcOrd="1" destOrd="0" presId="urn:microsoft.com/office/officeart/2005/8/layout/hierarchy1"/>
    <dgm:cxn modelId="{333442FB-249C-4630-8153-D8E25558D06F}" type="presParOf" srcId="{9D0E1809-5793-4F2D-A450-FBC86C3B6920}" destId="{8FAC91DE-8BBD-4D67-BE45-8E15D66A63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CA2E9A8-98B2-4C47-89F1-DFCBADCB4E1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00A18A-58E9-41A4-B60E-BE984E60C452}">
      <dgm:prSet/>
      <dgm:spPr/>
      <dgm:t>
        <a:bodyPr/>
        <a:lstStyle/>
        <a:p>
          <a:r>
            <a:rPr lang="en-US" dirty="0"/>
            <a:t>Pressure to cut corners for quick results</a:t>
          </a:r>
        </a:p>
      </dgm:t>
    </dgm:pt>
    <dgm:pt modelId="{325928E9-F173-4156-9045-3F988119A188}" type="parTrans" cxnId="{2C6D4BF3-A3D6-4DF0-8EE1-2C7D725E5FDA}">
      <dgm:prSet/>
      <dgm:spPr/>
      <dgm:t>
        <a:bodyPr/>
        <a:lstStyle/>
        <a:p>
          <a:endParaRPr lang="en-US"/>
        </a:p>
      </dgm:t>
    </dgm:pt>
    <dgm:pt modelId="{FC036150-EC0D-445F-9F3E-8A791738E251}" type="sibTrans" cxnId="{2C6D4BF3-A3D6-4DF0-8EE1-2C7D725E5FDA}">
      <dgm:prSet/>
      <dgm:spPr/>
      <dgm:t>
        <a:bodyPr/>
        <a:lstStyle/>
        <a:p>
          <a:endParaRPr lang="en-US"/>
        </a:p>
      </dgm:t>
    </dgm:pt>
    <dgm:pt modelId="{E1EC9720-1901-498F-A4A2-44727597661D}">
      <dgm:prSet/>
      <dgm:spPr/>
      <dgm:t>
        <a:bodyPr/>
        <a:lstStyle/>
        <a:p>
          <a:r>
            <a:rPr lang="en-US" dirty="0"/>
            <a:t>Different views on what's right in teams</a:t>
          </a:r>
        </a:p>
      </dgm:t>
    </dgm:pt>
    <dgm:pt modelId="{CB003C49-56CD-4900-A5BD-C3CD2AB72493}" type="parTrans" cxnId="{B69A8EFB-96CF-402D-8C13-1CF11472F5BA}">
      <dgm:prSet/>
      <dgm:spPr/>
      <dgm:t>
        <a:bodyPr/>
        <a:lstStyle/>
        <a:p>
          <a:endParaRPr lang="en-US"/>
        </a:p>
      </dgm:t>
    </dgm:pt>
    <dgm:pt modelId="{6102ECA4-A63D-4E7A-AE64-D44790F0402F}" type="sibTrans" cxnId="{B69A8EFB-96CF-402D-8C13-1CF11472F5BA}">
      <dgm:prSet/>
      <dgm:spPr/>
      <dgm:t>
        <a:bodyPr/>
        <a:lstStyle/>
        <a:p>
          <a:endParaRPr lang="en-US"/>
        </a:p>
      </dgm:t>
    </dgm:pt>
    <dgm:pt modelId="{4E7D56BA-E51F-4F52-9859-143029D8CD39}">
      <dgm:prSet/>
      <dgm:spPr/>
      <dgm:t>
        <a:bodyPr/>
        <a:lstStyle/>
        <a:p>
          <a:r>
            <a:rPr lang="en-US" dirty="0"/>
            <a:t>Keeping up with new privacy laws</a:t>
          </a:r>
        </a:p>
      </dgm:t>
    </dgm:pt>
    <dgm:pt modelId="{E9F324AA-B8B5-41AA-A32F-6B3267E09BCD}" type="parTrans" cxnId="{3FE45420-DE0F-49C2-ABB2-CC7582C8E527}">
      <dgm:prSet/>
      <dgm:spPr/>
      <dgm:t>
        <a:bodyPr/>
        <a:lstStyle/>
        <a:p>
          <a:endParaRPr lang="en-US"/>
        </a:p>
      </dgm:t>
    </dgm:pt>
    <dgm:pt modelId="{3A511479-AB23-49A6-BF1C-E7DEED410127}" type="sibTrans" cxnId="{3FE45420-DE0F-49C2-ABB2-CC7582C8E527}">
      <dgm:prSet/>
      <dgm:spPr/>
      <dgm:t>
        <a:bodyPr/>
        <a:lstStyle/>
        <a:p>
          <a:endParaRPr lang="en-US"/>
        </a:p>
      </dgm:t>
    </dgm:pt>
    <dgm:pt modelId="{566CA6EE-E552-4ED8-A08F-A1890187D867}">
      <dgm:prSet/>
      <dgm:spPr/>
      <dgm:t>
        <a:bodyPr/>
        <a:lstStyle/>
        <a:p>
          <a:r>
            <a:rPr lang="en-US" dirty="0"/>
            <a:t>Balancing business needs with ethics</a:t>
          </a:r>
        </a:p>
      </dgm:t>
    </dgm:pt>
    <dgm:pt modelId="{359D95C6-7532-4F74-BE66-C2CF37539B14}" type="parTrans" cxnId="{4C2B6A3E-A083-48FE-BD3A-D64EFACFF320}">
      <dgm:prSet/>
      <dgm:spPr/>
      <dgm:t>
        <a:bodyPr/>
        <a:lstStyle/>
        <a:p>
          <a:endParaRPr lang="en-US"/>
        </a:p>
      </dgm:t>
    </dgm:pt>
    <dgm:pt modelId="{8A05BF68-88B0-4721-AB30-49251EACA435}" type="sibTrans" cxnId="{4C2B6A3E-A083-48FE-BD3A-D64EFACFF320}">
      <dgm:prSet/>
      <dgm:spPr/>
      <dgm:t>
        <a:bodyPr/>
        <a:lstStyle/>
        <a:p>
          <a:endParaRPr lang="en-US"/>
        </a:p>
      </dgm:t>
    </dgm:pt>
    <dgm:pt modelId="{795C2F12-34A9-4286-B798-5FD45DEBF1D7}" type="pres">
      <dgm:prSet presAssocID="{7CA2E9A8-98B2-4C47-89F1-DFCBADCB4E19}" presName="outerComposite" presStyleCnt="0">
        <dgm:presLayoutVars>
          <dgm:chMax val="5"/>
          <dgm:dir/>
          <dgm:resizeHandles val="exact"/>
        </dgm:presLayoutVars>
      </dgm:prSet>
      <dgm:spPr/>
    </dgm:pt>
    <dgm:pt modelId="{9A5136E0-A73B-4E8D-A7B2-0C7246EDD0B4}" type="pres">
      <dgm:prSet presAssocID="{7CA2E9A8-98B2-4C47-89F1-DFCBADCB4E19}" presName="dummyMaxCanvas" presStyleCnt="0">
        <dgm:presLayoutVars/>
      </dgm:prSet>
      <dgm:spPr/>
    </dgm:pt>
    <dgm:pt modelId="{57F3C749-BED0-46BA-BA0F-393B8B566486}" type="pres">
      <dgm:prSet presAssocID="{7CA2E9A8-98B2-4C47-89F1-DFCBADCB4E19}" presName="FourNodes_1" presStyleLbl="node1" presStyleIdx="0" presStyleCnt="4">
        <dgm:presLayoutVars>
          <dgm:bulletEnabled val="1"/>
        </dgm:presLayoutVars>
      </dgm:prSet>
      <dgm:spPr/>
    </dgm:pt>
    <dgm:pt modelId="{D6F2D284-660C-4F03-9A72-C44FAFE5AF55}" type="pres">
      <dgm:prSet presAssocID="{7CA2E9A8-98B2-4C47-89F1-DFCBADCB4E19}" presName="FourNodes_2" presStyleLbl="node1" presStyleIdx="1" presStyleCnt="4">
        <dgm:presLayoutVars>
          <dgm:bulletEnabled val="1"/>
        </dgm:presLayoutVars>
      </dgm:prSet>
      <dgm:spPr/>
    </dgm:pt>
    <dgm:pt modelId="{81765AD4-8804-4A62-B3EC-E5B9427D05EB}" type="pres">
      <dgm:prSet presAssocID="{7CA2E9A8-98B2-4C47-89F1-DFCBADCB4E19}" presName="FourNodes_3" presStyleLbl="node1" presStyleIdx="2" presStyleCnt="4">
        <dgm:presLayoutVars>
          <dgm:bulletEnabled val="1"/>
        </dgm:presLayoutVars>
      </dgm:prSet>
      <dgm:spPr/>
    </dgm:pt>
    <dgm:pt modelId="{0CF550FE-E454-4E0D-B4E0-5B1948F70DF1}" type="pres">
      <dgm:prSet presAssocID="{7CA2E9A8-98B2-4C47-89F1-DFCBADCB4E19}" presName="FourNodes_4" presStyleLbl="node1" presStyleIdx="3" presStyleCnt="4">
        <dgm:presLayoutVars>
          <dgm:bulletEnabled val="1"/>
        </dgm:presLayoutVars>
      </dgm:prSet>
      <dgm:spPr/>
    </dgm:pt>
    <dgm:pt modelId="{1A9AC02C-E590-4CDC-B923-497FEF1F28AB}" type="pres">
      <dgm:prSet presAssocID="{7CA2E9A8-98B2-4C47-89F1-DFCBADCB4E19}" presName="FourConn_1-2" presStyleLbl="fgAccFollowNode1" presStyleIdx="0" presStyleCnt="3">
        <dgm:presLayoutVars>
          <dgm:bulletEnabled val="1"/>
        </dgm:presLayoutVars>
      </dgm:prSet>
      <dgm:spPr/>
    </dgm:pt>
    <dgm:pt modelId="{A1CA5A57-6C41-4304-BA19-AB4E53B1F795}" type="pres">
      <dgm:prSet presAssocID="{7CA2E9A8-98B2-4C47-89F1-DFCBADCB4E19}" presName="FourConn_2-3" presStyleLbl="fgAccFollowNode1" presStyleIdx="1" presStyleCnt="3">
        <dgm:presLayoutVars>
          <dgm:bulletEnabled val="1"/>
        </dgm:presLayoutVars>
      </dgm:prSet>
      <dgm:spPr/>
    </dgm:pt>
    <dgm:pt modelId="{B208EF11-CCEB-4A58-95C5-3A94ABFBF199}" type="pres">
      <dgm:prSet presAssocID="{7CA2E9A8-98B2-4C47-89F1-DFCBADCB4E19}" presName="FourConn_3-4" presStyleLbl="fgAccFollowNode1" presStyleIdx="2" presStyleCnt="3">
        <dgm:presLayoutVars>
          <dgm:bulletEnabled val="1"/>
        </dgm:presLayoutVars>
      </dgm:prSet>
      <dgm:spPr/>
    </dgm:pt>
    <dgm:pt modelId="{3BE796AB-FAD6-4E49-AFC9-CAB6EC0F61C0}" type="pres">
      <dgm:prSet presAssocID="{7CA2E9A8-98B2-4C47-89F1-DFCBADCB4E19}" presName="FourNodes_1_text" presStyleLbl="node1" presStyleIdx="3" presStyleCnt="4">
        <dgm:presLayoutVars>
          <dgm:bulletEnabled val="1"/>
        </dgm:presLayoutVars>
      </dgm:prSet>
      <dgm:spPr/>
    </dgm:pt>
    <dgm:pt modelId="{2CA1CC87-278C-47E1-A264-3222E7C1FCDE}" type="pres">
      <dgm:prSet presAssocID="{7CA2E9A8-98B2-4C47-89F1-DFCBADCB4E19}" presName="FourNodes_2_text" presStyleLbl="node1" presStyleIdx="3" presStyleCnt="4">
        <dgm:presLayoutVars>
          <dgm:bulletEnabled val="1"/>
        </dgm:presLayoutVars>
      </dgm:prSet>
      <dgm:spPr/>
    </dgm:pt>
    <dgm:pt modelId="{827B349F-72E2-4411-A630-4E26905F3DFE}" type="pres">
      <dgm:prSet presAssocID="{7CA2E9A8-98B2-4C47-89F1-DFCBADCB4E19}" presName="FourNodes_3_text" presStyleLbl="node1" presStyleIdx="3" presStyleCnt="4">
        <dgm:presLayoutVars>
          <dgm:bulletEnabled val="1"/>
        </dgm:presLayoutVars>
      </dgm:prSet>
      <dgm:spPr/>
    </dgm:pt>
    <dgm:pt modelId="{CA3D70E6-EF19-4DD2-9377-C7998B049331}" type="pres">
      <dgm:prSet presAssocID="{7CA2E9A8-98B2-4C47-89F1-DFCBADCB4E1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A518A0F-DF70-4443-958D-4C9D70E1813B}" type="presOf" srcId="{7CA2E9A8-98B2-4C47-89F1-DFCBADCB4E19}" destId="{795C2F12-34A9-4286-B798-5FD45DEBF1D7}" srcOrd="0" destOrd="0" presId="urn:microsoft.com/office/officeart/2005/8/layout/vProcess5"/>
    <dgm:cxn modelId="{CC44EA1D-845B-4CFD-B843-F496064CB04A}" type="presOf" srcId="{B800A18A-58E9-41A4-B60E-BE984E60C452}" destId="{3BE796AB-FAD6-4E49-AFC9-CAB6EC0F61C0}" srcOrd="1" destOrd="0" presId="urn:microsoft.com/office/officeart/2005/8/layout/vProcess5"/>
    <dgm:cxn modelId="{4BBC221F-7713-4500-8C00-7E7CA7EDEE66}" type="presOf" srcId="{6102ECA4-A63D-4E7A-AE64-D44790F0402F}" destId="{A1CA5A57-6C41-4304-BA19-AB4E53B1F795}" srcOrd="0" destOrd="0" presId="urn:microsoft.com/office/officeart/2005/8/layout/vProcess5"/>
    <dgm:cxn modelId="{3FE45420-DE0F-49C2-ABB2-CC7582C8E527}" srcId="{7CA2E9A8-98B2-4C47-89F1-DFCBADCB4E19}" destId="{4E7D56BA-E51F-4F52-9859-143029D8CD39}" srcOrd="2" destOrd="0" parTransId="{E9F324AA-B8B5-41AA-A32F-6B3267E09BCD}" sibTransId="{3A511479-AB23-49A6-BF1C-E7DEED410127}"/>
    <dgm:cxn modelId="{4C2B6A3E-A083-48FE-BD3A-D64EFACFF320}" srcId="{7CA2E9A8-98B2-4C47-89F1-DFCBADCB4E19}" destId="{566CA6EE-E552-4ED8-A08F-A1890187D867}" srcOrd="3" destOrd="0" parTransId="{359D95C6-7532-4F74-BE66-C2CF37539B14}" sibTransId="{8A05BF68-88B0-4721-AB30-49251EACA435}"/>
    <dgm:cxn modelId="{F2755B71-F8F4-4EE8-AAAE-37A9FBF16422}" type="presOf" srcId="{B800A18A-58E9-41A4-B60E-BE984E60C452}" destId="{57F3C749-BED0-46BA-BA0F-393B8B566486}" srcOrd="0" destOrd="0" presId="urn:microsoft.com/office/officeart/2005/8/layout/vProcess5"/>
    <dgm:cxn modelId="{899E4151-6634-4C19-9EF4-E84C33AD9122}" type="presOf" srcId="{566CA6EE-E552-4ED8-A08F-A1890187D867}" destId="{CA3D70E6-EF19-4DD2-9377-C7998B049331}" srcOrd="1" destOrd="0" presId="urn:microsoft.com/office/officeart/2005/8/layout/vProcess5"/>
    <dgm:cxn modelId="{F7BDB057-22D3-472D-96D5-BD413EED84A2}" type="presOf" srcId="{4E7D56BA-E51F-4F52-9859-143029D8CD39}" destId="{81765AD4-8804-4A62-B3EC-E5B9427D05EB}" srcOrd="0" destOrd="0" presId="urn:microsoft.com/office/officeart/2005/8/layout/vProcess5"/>
    <dgm:cxn modelId="{966ED4AD-0C44-4547-BEE8-8ECE551C018E}" type="presOf" srcId="{E1EC9720-1901-498F-A4A2-44727597661D}" destId="{D6F2D284-660C-4F03-9A72-C44FAFE5AF55}" srcOrd="0" destOrd="0" presId="urn:microsoft.com/office/officeart/2005/8/layout/vProcess5"/>
    <dgm:cxn modelId="{2ACD65AF-1814-4040-B527-CB9781CD8885}" type="presOf" srcId="{3A511479-AB23-49A6-BF1C-E7DEED410127}" destId="{B208EF11-CCEB-4A58-95C5-3A94ABFBF199}" srcOrd="0" destOrd="0" presId="urn:microsoft.com/office/officeart/2005/8/layout/vProcess5"/>
    <dgm:cxn modelId="{ACE205B3-7DDF-4773-828B-BB796B26AC03}" type="presOf" srcId="{FC036150-EC0D-445F-9F3E-8A791738E251}" destId="{1A9AC02C-E590-4CDC-B923-497FEF1F28AB}" srcOrd="0" destOrd="0" presId="urn:microsoft.com/office/officeart/2005/8/layout/vProcess5"/>
    <dgm:cxn modelId="{41D8F1DF-F392-4DF9-930F-1D1E43457491}" type="presOf" srcId="{4E7D56BA-E51F-4F52-9859-143029D8CD39}" destId="{827B349F-72E2-4411-A630-4E26905F3DFE}" srcOrd="1" destOrd="0" presId="urn:microsoft.com/office/officeart/2005/8/layout/vProcess5"/>
    <dgm:cxn modelId="{5BEE30E2-C799-4222-BAAB-78E32BA6AA07}" type="presOf" srcId="{E1EC9720-1901-498F-A4A2-44727597661D}" destId="{2CA1CC87-278C-47E1-A264-3222E7C1FCDE}" srcOrd="1" destOrd="0" presId="urn:microsoft.com/office/officeart/2005/8/layout/vProcess5"/>
    <dgm:cxn modelId="{2C6D4BF3-A3D6-4DF0-8EE1-2C7D725E5FDA}" srcId="{7CA2E9A8-98B2-4C47-89F1-DFCBADCB4E19}" destId="{B800A18A-58E9-41A4-B60E-BE984E60C452}" srcOrd="0" destOrd="0" parTransId="{325928E9-F173-4156-9045-3F988119A188}" sibTransId="{FC036150-EC0D-445F-9F3E-8A791738E251}"/>
    <dgm:cxn modelId="{2932EAF8-E67D-435C-8A73-DB45C1DB46CB}" type="presOf" srcId="{566CA6EE-E552-4ED8-A08F-A1890187D867}" destId="{0CF550FE-E454-4E0D-B4E0-5B1948F70DF1}" srcOrd="0" destOrd="0" presId="urn:microsoft.com/office/officeart/2005/8/layout/vProcess5"/>
    <dgm:cxn modelId="{B69A8EFB-96CF-402D-8C13-1CF11472F5BA}" srcId="{7CA2E9A8-98B2-4C47-89F1-DFCBADCB4E19}" destId="{E1EC9720-1901-498F-A4A2-44727597661D}" srcOrd="1" destOrd="0" parTransId="{CB003C49-56CD-4900-A5BD-C3CD2AB72493}" sibTransId="{6102ECA4-A63D-4E7A-AE64-D44790F0402F}"/>
    <dgm:cxn modelId="{B17133E5-611B-4608-9F1D-E23F6B39DC72}" type="presParOf" srcId="{795C2F12-34A9-4286-B798-5FD45DEBF1D7}" destId="{9A5136E0-A73B-4E8D-A7B2-0C7246EDD0B4}" srcOrd="0" destOrd="0" presId="urn:microsoft.com/office/officeart/2005/8/layout/vProcess5"/>
    <dgm:cxn modelId="{3754B628-38F8-4820-ABF9-28E209D57E48}" type="presParOf" srcId="{795C2F12-34A9-4286-B798-5FD45DEBF1D7}" destId="{57F3C749-BED0-46BA-BA0F-393B8B566486}" srcOrd="1" destOrd="0" presId="urn:microsoft.com/office/officeart/2005/8/layout/vProcess5"/>
    <dgm:cxn modelId="{EFFCBF82-52F5-48C3-964E-AD981F2AE054}" type="presParOf" srcId="{795C2F12-34A9-4286-B798-5FD45DEBF1D7}" destId="{D6F2D284-660C-4F03-9A72-C44FAFE5AF55}" srcOrd="2" destOrd="0" presId="urn:microsoft.com/office/officeart/2005/8/layout/vProcess5"/>
    <dgm:cxn modelId="{84384640-E07A-4240-83B0-DB0938E7FD82}" type="presParOf" srcId="{795C2F12-34A9-4286-B798-5FD45DEBF1D7}" destId="{81765AD4-8804-4A62-B3EC-E5B9427D05EB}" srcOrd="3" destOrd="0" presId="urn:microsoft.com/office/officeart/2005/8/layout/vProcess5"/>
    <dgm:cxn modelId="{3222377B-5AEA-45D0-A86F-75AF7960AAC6}" type="presParOf" srcId="{795C2F12-34A9-4286-B798-5FD45DEBF1D7}" destId="{0CF550FE-E454-4E0D-B4E0-5B1948F70DF1}" srcOrd="4" destOrd="0" presId="urn:microsoft.com/office/officeart/2005/8/layout/vProcess5"/>
    <dgm:cxn modelId="{1B39BD11-8F1D-444D-902A-42998F6572F6}" type="presParOf" srcId="{795C2F12-34A9-4286-B798-5FD45DEBF1D7}" destId="{1A9AC02C-E590-4CDC-B923-497FEF1F28AB}" srcOrd="5" destOrd="0" presId="urn:microsoft.com/office/officeart/2005/8/layout/vProcess5"/>
    <dgm:cxn modelId="{094A6CB8-B340-43CD-B0D0-D0D4ABDAC88D}" type="presParOf" srcId="{795C2F12-34A9-4286-B798-5FD45DEBF1D7}" destId="{A1CA5A57-6C41-4304-BA19-AB4E53B1F795}" srcOrd="6" destOrd="0" presId="urn:microsoft.com/office/officeart/2005/8/layout/vProcess5"/>
    <dgm:cxn modelId="{DE8A1558-CE87-4EE6-8FA4-110A8542F32A}" type="presParOf" srcId="{795C2F12-34A9-4286-B798-5FD45DEBF1D7}" destId="{B208EF11-CCEB-4A58-95C5-3A94ABFBF199}" srcOrd="7" destOrd="0" presId="urn:microsoft.com/office/officeart/2005/8/layout/vProcess5"/>
    <dgm:cxn modelId="{9CD3111C-96CB-4FD4-8E76-1D6E2006121A}" type="presParOf" srcId="{795C2F12-34A9-4286-B798-5FD45DEBF1D7}" destId="{3BE796AB-FAD6-4E49-AFC9-CAB6EC0F61C0}" srcOrd="8" destOrd="0" presId="urn:microsoft.com/office/officeart/2005/8/layout/vProcess5"/>
    <dgm:cxn modelId="{250564BB-C450-48FD-B166-A621D01AB836}" type="presParOf" srcId="{795C2F12-34A9-4286-B798-5FD45DEBF1D7}" destId="{2CA1CC87-278C-47E1-A264-3222E7C1FCDE}" srcOrd="9" destOrd="0" presId="urn:microsoft.com/office/officeart/2005/8/layout/vProcess5"/>
    <dgm:cxn modelId="{14DD2FE5-F303-45DF-9949-B177C1ECABC5}" type="presParOf" srcId="{795C2F12-34A9-4286-B798-5FD45DEBF1D7}" destId="{827B349F-72E2-4411-A630-4E26905F3DFE}" srcOrd="10" destOrd="0" presId="urn:microsoft.com/office/officeart/2005/8/layout/vProcess5"/>
    <dgm:cxn modelId="{B9CF8CCF-1C18-4DCF-9F86-13C2196B4D46}" type="presParOf" srcId="{795C2F12-34A9-4286-B798-5FD45DEBF1D7}" destId="{CA3D70E6-EF19-4DD2-9377-C7998B04933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C62D4-E1D5-4683-BD59-DFD4315EB61B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Ethics means choosing what's right and fair</a:t>
          </a:r>
        </a:p>
      </dsp:txBody>
      <dsp:txXfrm>
        <a:off x="27017" y="27017"/>
        <a:ext cx="7668958" cy="868383"/>
      </dsp:txXfrm>
    </dsp:sp>
    <dsp:sp modelId="{6AF7CF0B-B663-4BB5-B877-773DFC2C37AB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 HR, it covers rules for treating people well</a:t>
          </a:r>
        </a:p>
      </dsp:txBody>
      <dsp:txXfrm>
        <a:off x="759181" y="1117146"/>
        <a:ext cx="7356493" cy="868383"/>
      </dsp:txXfrm>
    </dsp:sp>
    <dsp:sp modelId="{8F4C9722-ACC6-48A2-862A-F89E577725ED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Prioritize ethical choices at every step</a:t>
          </a:r>
        </a:p>
      </dsp:txBody>
      <dsp:txXfrm>
        <a:off x="1480418" y="2207275"/>
        <a:ext cx="7367421" cy="868383"/>
      </dsp:txXfrm>
    </dsp:sp>
    <dsp:sp modelId="{51280500-4907-4133-8046-FB6B6B28EF7F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Ensures compliance and protects privacy</a:t>
          </a:r>
        </a:p>
      </dsp:txBody>
      <dsp:txXfrm>
        <a:off x="2212582" y="3297404"/>
        <a:ext cx="7356493" cy="868383"/>
      </dsp:txXfrm>
    </dsp:sp>
    <dsp:sp modelId="{FCABC387-1A68-44DD-BB56-7BAF729C5F32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77595" y="706487"/>
        <a:ext cx="329765" cy="451177"/>
      </dsp:txXfrm>
    </dsp:sp>
    <dsp:sp modelId="{BA441208-2127-47E0-B96D-F7993EB73A7C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09759" y="1796616"/>
        <a:ext cx="329765" cy="451177"/>
      </dsp:txXfrm>
    </dsp:sp>
    <dsp:sp modelId="{E70D0139-741B-4615-9433-E8E7BE6AEAF2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30996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03365-64B2-490A-9F4D-3441B6BC2FC0}">
      <dsp:nvSpPr>
        <dsp:cNvPr id="0" name=""/>
        <dsp:cNvSpPr/>
      </dsp:nvSpPr>
      <dsp:spPr>
        <a:xfrm>
          <a:off x="0" y="1085573"/>
          <a:ext cx="6245265" cy="789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Honesty: </a:t>
          </a:r>
          <a:r>
            <a:rPr lang="en-US" sz="3000" kern="1200"/>
            <a:t>Always tell the truth</a:t>
          </a:r>
        </a:p>
      </dsp:txBody>
      <dsp:txXfrm>
        <a:off x="38552" y="1124125"/>
        <a:ext cx="6168161" cy="712646"/>
      </dsp:txXfrm>
    </dsp:sp>
    <dsp:sp modelId="{61EC0715-9766-436A-9146-962DE3C63DB8}">
      <dsp:nvSpPr>
        <dsp:cNvPr id="0" name=""/>
        <dsp:cNvSpPr/>
      </dsp:nvSpPr>
      <dsp:spPr>
        <a:xfrm>
          <a:off x="0" y="1961723"/>
          <a:ext cx="6245265" cy="78975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Fairness: </a:t>
          </a:r>
          <a:r>
            <a:rPr lang="en-US" sz="3000" kern="1200"/>
            <a:t>Treat everyone the same</a:t>
          </a:r>
        </a:p>
      </dsp:txBody>
      <dsp:txXfrm>
        <a:off x="38552" y="2000275"/>
        <a:ext cx="6168161" cy="712646"/>
      </dsp:txXfrm>
    </dsp:sp>
    <dsp:sp modelId="{315AC102-3C1B-428A-BC6B-06882BFE5A96}">
      <dsp:nvSpPr>
        <dsp:cNvPr id="0" name=""/>
        <dsp:cNvSpPr/>
      </dsp:nvSpPr>
      <dsp:spPr>
        <a:xfrm>
          <a:off x="0" y="2837873"/>
          <a:ext cx="6245265" cy="78975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Respect: </a:t>
          </a:r>
          <a:r>
            <a:rPr lang="en-US" sz="3000" kern="1200"/>
            <a:t>Value each person's rights</a:t>
          </a:r>
        </a:p>
      </dsp:txBody>
      <dsp:txXfrm>
        <a:off x="38552" y="2876425"/>
        <a:ext cx="6168161" cy="712646"/>
      </dsp:txXfrm>
    </dsp:sp>
    <dsp:sp modelId="{29FB132A-F97D-4272-9AD0-27AE8686A994}">
      <dsp:nvSpPr>
        <dsp:cNvPr id="0" name=""/>
        <dsp:cNvSpPr/>
      </dsp:nvSpPr>
      <dsp:spPr>
        <a:xfrm>
          <a:off x="0" y="3714023"/>
          <a:ext cx="6245265" cy="7897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Responsibility: </a:t>
          </a:r>
          <a:r>
            <a:rPr lang="en-US" sz="3000" kern="1200"/>
            <a:t>Own up to actions</a:t>
          </a:r>
        </a:p>
      </dsp:txBody>
      <dsp:txXfrm>
        <a:off x="38552" y="3752575"/>
        <a:ext cx="6168161" cy="712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D195A-5DC0-4BCD-91AB-0DF0B60725EE}">
      <dsp:nvSpPr>
        <dsp:cNvPr id="0" name=""/>
        <dsp:cNvSpPr/>
      </dsp:nvSpPr>
      <dsp:spPr>
        <a:xfrm>
          <a:off x="2964" y="136707"/>
          <a:ext cx="2351960" cy="32927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Follow all HR rules and regulations</a:t>
          </a:r>
        </a:p>
      </dsp:txBody>
      <dsp:txXfrm>
        <a:off x="2964" y="1387950"/>
        <a:ext cx="2351960" cy="1975646"/>
      </dsp:txXfrm>
    </dsp:sp>
    <dsp:sp modelId="{11A864AF-3189-484C-8EE3-BF1C9141DE6E}">
      <dsp:nvSpPr>
        <dsp:cNvPr id="0" name=""/>
        <dsp:cNvSpPr/>
      </dsp:nvSpPr>
      <dsp:spPr>
        <a:xfrm>
          <a:off x="685033" y="465982"/>
          <a:ext cx="987823" cy="9878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1</a:t>
          </a:r>
        </a:p>
      </dsp:txBody>
      <dsp:txXfrm>
        <a:off x="829696" y="610645"/>
        <a:ext cx="698497" cy="698497"/>
      </dsp:txXfrm>
    </dsp:sp>
    <dsp:sp modelId="{88F542D6-AC45-4A2F-899F-8AC201657EA9}">
      <dsp:nvSpPr>
        <dsp:cNvPr id="0" name=""/>
        <dsp:cNvSpPr/>
      </dsp:nvSpPr>
      <dsp:spPr>
        <a:xfrm>
          <a:off x="2964" y="3429380"/>
          <a:ext cx="2351960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9CCEC-0097-499E-BB37-525825BEC668}">
      <dsp:nvSpPr>
        <dsp:cNvPr id="0" name=""/>
        <dsp:cNvSpPr/>
      </dsp:nvSpPr>
      <dsp:spPr>
        <a:xfrm>
          <a:off x="2590121" y="136707"/>
          <a:ext cx="2351960" cy="3292744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Know laws on pay, safety, and rights</a:t>
          </a:r>
        </a:p>
      </dsp:txBody>
      <dsp:txXfrm>
        <a:off x="2590121" y="1387950"/>
        <a:ext cx="2351960" cy="1975646"/>
      </dsp:txXfrm>
    </dsp:sp>
    <dsp:sp modelId="{B6988733-D863-45F4-9538-2D1F316E7FA6}">
      <dsp:nvSpPr>
        <dsp:cNvPr id="0" name=""/>
        <dsp:cNvSpPr/>
      </dsp:nvSpPr>
      <dsp:spPr>
        <a:xfrm>
          <a:off x="3272189" y="465982"/>
          <a:ext cx="987823" cy="98782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2</a:t>
          </a:r>
        </a:p>
      </dsp:txBody>
      <dsp:txXfrm>
        <a:off x="3416852" y="610645"/>
        <a:ext cx="698497" cy="698497"/>
      </dsp:txXfrm>
    </dsp:sp>
    <dsp:sp modelId="{A0CE7A50-D8F2-4A1D-8686-8782271D2925}">
      <dsp:nvSpPr>
        <dsp:cNvPr id="0" name=""/>
        <dsp:cNvSpPr/>
      </dsp:nvSpPr>
      <dsp:spPr>
        <a:xfrm>
          <a:off x="2590121" y="3429380"/>
          <a:ext cx="2351960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C48DD-0B99-473F-831F-87B209370A2F}">
      <dsp:nvSpPr>
        <dsp:cNvPr id="0" name=""/>
        <dsp:cNvSpPr/>
      </dsp:nvSpPr>
      <dsp:spPr>
        <a:xfrm>
          <a:off x="5177278" y="136707"/>
          <a:ext cx="2351960" cy="3292744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Do regular checks to stay legal</a:t>
          </a:r>
        </a:p>
      </dsp:txBody>
      <dsp:txXfrm>
        <a:off x="5177278" y="1387950"/>
        <a:ext cx="2351960" cy="1975646"/>
      </dsp:txXfrm>
    </dsp:sp>
    <dsp:sp modelId="{E18CDD58-7EA3-4716-984C-282A40B3688F}">
      <dsp:nvSpPr>
        <dsp:cNvPr id="0" name=""/>
        <dsp:cNvSpPr/>
      </dsp:nvSpPr>
      <dsp:spPr>
        <a:xfrm>
          <a:off x="5859346" y="465982"/>
          <a:ext cx="987823" cy="98782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3</a:t>
          </a:r>
        </a:p>
      </dsp:txBody>
      <dsp:txXfrm>
        <a:off x="6004009" y="610645"/>
        <a:ext cx="698497" cy="698497"/>
      </dsp:txXfrm>
    </dsp:sp>
    <dsp:sp modelId="{FBEDA7E2-8FDC-44EB-99DA-B1D4E56DC5A0}">
      <dsp:nvSpPr>
        <dsp:cNvPr id="0" name=""/>
        <dsp:cNvSpPr/>
      </dsp:nvSpPr>
      <dsp:spPr>
        <a:xfrm>
          <a:off x="5177278" y="3429380"/>
          <a:ext cx="2351960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1376C-9607-49E3-88B9-0394822B8681}">
      <dsp:nvSpPr>
        <dsp:cNvPr id="0" name=""/>
        <dsp:cNvSpPr/>
      </dsp:nvSpPr>
      <dsp:spPr>
        <a:xfrm>
          <a:off x="7764434" y="136707"/>
          <a:ext cx="2351960" cy="329274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Train teams on new law changes</a:t>
          </a:r>
        </a:p>
      </dsp:txBody>
      <dsp:txXfrm>
        <a:off x="7764434" y="1387950"/>
        <a:ext cx="2351960" cy="1975646"/>
      </dsp:txXfrm>
    </dsp:sp>
    <dsp:sp modelId="{8C7E2856-EA90-4FFF-BEEE-02FA3A711B9B}">
      <dsp:nvSpPr>
        <dsp:cNvPr id="0" name=""/>
        <dsp:cNvSpPr/>
      </dsp:nvSpPr>
      <dsp:spPr>
        <a:xfrm>
          <a:off x="8446503" y="465982"/>
          <a:ext cx="987823" cy="98782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</a:t>
          </a:r>
        </a:p>
      </dsp:txBody>
      <dsp:txXfrm>
        <a:off x="8591166" y="610645"/>
        <a:ext cx="698497" cy="698497"/>
      </dsp:txXfrm>
    </dsp:sp>
    <dsp:sp modelId="{32A234B2-7229-4C2C-A7A3-E6705B50F3BA}">
      <dsp:nvSpPr>
        <dsp:cNvPr id="0" name=""/>
        <dsp:cNvSpPr/>
      </dsp:nvSpPr>
      <dsp:spPr>
        <a:xfrm>
          <a:off x="7764434" y="3429380"/>
          <a:ext cx="2351960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DAE4F-4D6E-4E1D-87D8-74531A7F6E53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Tell if personal stuff affects work choices</a:t>
          </a:r>
        </a:p>
      </dsp:txBody>
      <dsp:txXfrm>
        <a:off x="213" y="1787136"/>
        <a:ext cx="2577217" cy="1855596"/>
      </dsp:txXfrm>
    </dsp:sp>
    <dsp:sp modelId="{0F3FF3D7-867B-40FF-8531-6DA134BEBEBD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01</a:t>
          </a:r>
        </a:p>
      </dsp:txBody>
      <dsp:txXfrm>
        <a:off x="213" y="550072"/>
        <a:ext cx="2577217" cy="1237064"/>
      </dsp:txXfrm>
    </dsp:sp>
    <dsp:sp modelId="{6CD778DB-76E0-484E-8D68-88213F7B1082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Avoid deals that help you or family unfairly</a:t>
          </a:r>
        </a:p>
      </dsp:txBody>
      <dsp:txXfrm>
        <a:off x="2783608" y="1787136"/>
        <a:ext cx="2577217" cy="1855596"/>
      </dsp:txXfrm>
    </dsp:sp>
    <dsp:sp modelId="{1EF9B7BC-2F55-4323-89EE-A7F47FD36BF6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02</a:t>
          </a:r>
        </a:p>
      </dsp:txBody>
      <dsp:txXfrm>
        <a:off x="2783608" y="550072"/>
        <a:ext cx="2577217" cy="1237064"/>
      </dsp:txXfrm>
    </dsp:sp>
    <dsp:sp modelId="{08448E3E-E524-43EA-924F-96E84C745491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Follow company rules on gifts or side jobs</a:t>
          </a:r>
        </a:p>
      </dsp:txBody>
      <dsp:txXfrm>
        <a:off x="5567003" y="1787136"/>
        <a:ext cx="2577217" cy="1855596"/>
      </dsp:txXfrm>
    </dsp:sp>
    <dsp:sp modelId="{1E9D034A-79BE-40DD-9726-B8FB445AD3A3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03</a:t>
          </a:r>
        </a:p>
      </dsp:txBody>
      <dsp:txXfrm>
        <a:off x="5567003" y="550072"/>
        <a:ext cx="2577217" cy="1237064"/>
      </dsp:txXfrm>
    </dsp:sp>
    <dsp:sp modelId="{44D2669F-C539-4147-8511-CD3CA5FBF91A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Ask for advice if unsure</a:t>
          </a:r>
        </a:p>
      </dsp:txBody>
      <dsp:txXfrm>
        <a:off x="8350398" y="1787136"/>
        <a:ext cx="2577217" cy="1855596"/>
      </dsp:txXfrm>
    </dsp:sp>
    <dsp:sp modelId="{70423EAE-2EB0-41F2-803D-88910396254F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4530C-1978-4557-8850-AB4AD6A93DC7}">
      <dsp:nvSpPr>
        <dsp:cNvPr id="0" name=""/>
        <dsp:cNvSpPr/>
      </dsp:nvSpPr>
      <dsp:spPr>
        <a:xfrm>
          <a:off x="8743" y="838560"/>
          <a:ext cx="2646664" cy="7939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145" tIns="209145" rIns="209145" bIns="20914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Be</a:t>
          </a:r>
        </a:p>
      </dsp:txBody>
      <dsp:txXfrm>
        <a:off x="8743" y="838560"/>
        <a:ext cx="2646664" cy="793999"/>
      </dsp:txXfrm>
    </dsp:sp>
    <dsp:sp modelId="{8A14DEE4-D101-4D3A-9D53-4833CF64C4DF}">
      <dsp:nvSpPr>
        <dsp:cNvPr id="0" name=""/>
        <dsp:cNvSpPr/>
      </dsp:nvSpPr>
      <dsp:spPr>
        <a:xfrm>
          <a:off x="8743" y="1632560"/>
          <a:ext cx="2646664" cy="172168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32" tIns="261432" rIns="261432" bIns="26143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 open about how choices are made</a:t>
          </a:r>
        </a:p>
      </dsp:txBody>
      <dsp:txXfrm>
        <a:off x="8743" y="1632560"/>
        <a:ext cx="2646664" cy="1721683"/>
      </dsp:txXfrm>
    </dsp:sp>
    <dsp:sp modelId="{526FEFD8-FC1D-456E-BB38-19FCA4551C9C}">
      <dsp:nvSpPr>
        <dsp:cNvPr id="0" name=""/>
        <dsp:cNvSpPr/>
      </dsp:nvSpPr>
      <dsp:spPr>
        <a:xfrm>
          <a:off x="2763302" y="838560"/>
          <a:ext cx="2646664" cy="7939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145" tIns="209145" rIns="209145" bIns="20914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Share</a:t>
          </a:r>
        </a:p>
      </dsp:txBody>
      <dsp:txXfrm>
        <a:off x="2763302" y="838560"/>
        <a:ext cx="2646664" cy="793999"/>
      </dsp:txXfrm>
    </dsp:sp>
    <dsp:sp modelId="{6FF5C657-6375-48E8-816B-D06D5DEDCFE9}">
      <dsp:nvSpPr>
        <dsp:cNvPr id="0" name=""/>
        <dsp:cNvSpPr/>
      </dsp:nvSpPr>
      <dsp:spPr>
        <a:xfrm>
          <a:off x="2763302" y="1632560"/>
          <a:ext cx="2646664" cy="172168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32" tIns="261432" rIns="261432" bIns="26143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Share reasons for HR changes</a:t>
          </a:r>
        </a:p>
      </dsp:txBody>
      <dsp:txXfrm>
        <a:off x="2763302" y="1632560"/>
        <a:ext cx="2646664" cy="1721683"/>
      </dsp:txXfrm>
    </dsp:sp>
    <dsp:sp modelId="{260955F9-5E3A-48D9-9094-D8A7ECE1D8B1}">
      <dsp:nvSpPr>
        <dsp:cNvPr id="0" name=""/>
        <dsp:cNvSpPr/>
      </dsp:nvSpPr>
      <dsp:spPr>
        <a:xfrm>
          <a:off x="5517861" y="838560"/>
          <a:ext cx="2646664" cy="7939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145" tIns="209145" rIns="209145" bIns="20914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Keep</a:t>
          </a:r>
        </a:p>
      </dsp:txBody>
      <dsp:txXfrm>
        <a:off x="5517861" y="838560"/>
        <a:ext cx="2646664" cy="793999"/>
      </dsp:txXfrm>
    </dsp:sp>
    <dsp:sp modelId="{AFD75D4E-06F4-4669-A038-EA8471EEE9D5}">
      <dsp:nvSpPr>
        <dsp:cNvPr id="0" name=""/>
        <dsp:cNvSpPr/>
      </dsp:nvSpPr>
      <dsp:spPr>
        <a:xfrm>
          <a:off x="5517861" y="1632560"/>
          <a:ext cx="2646664" cy="172168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32" tIns="261432" rIns="261432" bIns="26143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Keep records clear and honest</a:t>
          </a:r>
        </a:p>
      </dsp:txBody>
      <dsp:txXfrm>
        <a:off x="5517861" y="1632560"/>
        <a:ext cx="2646664" cy="1721683"/>
      </dsp:txXfrm>
    </dsp:sp>
    <dsp:sp modelId="{274BA673-0FA2-45FF-BC7B-D665A5B49DE3}">
      <dsp:nvSpPr>
        <dsp:cNvPr id="0" name=""/>
        <dsp:cNvSpPr/>
      </dsp:nvSpPr>
      <dsp:spPr>
        <a:xfrm>
          <a:off x="8272420" y="838560"/>
          <a:ext cx="2646664" cy="7939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145" tIns="209145" rIns="209145" bIns="20914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Build</a:t>
          </a:r>
        </a:p>
      </dsp:txBody>
      <dsp:txXfrm>
        <a:off x="8272420" y="838560"/>
        <a:ext cx="2646664" cy="793999"/>
      </dsp:txXfrm>
    </dsp:sp>
    <dsp:sp modelId="{C823FF37-E4AD-4F4C-A5CE-824E70AD6404}">
      <dsp:nvSpPr>
        <dsp:cNvPr id="0" name=""/>
        <dsp:cNvSpPr/>
      </dsp:nvSpPr>
      <dsp:spPr>
        <a:xfrm>
          <a:off x="8272420" y="1632560"/>
          <a:ext cx="2646664" cy="172168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32" tIns="261432" rIns="261432" bIns="26143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trust by not hiding facts</a:t>
          </a:r>
        </a:p>
      </dsp:txBody>
      <dsp:txXfrm>
        <a:off x="8272420" y="1632560"/>
        <a:ext cx="2646664" cy="17216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27910-79AD-4549-82FF-B6C81A1159E2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4E2D5BE4-7BEA-4BD9-A946-78134EA43899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Spot the problem early</a:t>
          </a:r>
        </a:p>
      </dsp:txBody>
      <dsp:txXfrm>
        <a:off x="396080" y="1893"/>
        <a:ext cx="2929383" cy="1757630"/>
      </dsp:txXfrm>
    </dsp:sp>
    <dsp:sp modelId="{1EE8E32C-5710-4A22-BED7-FE17BC7FFC66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6A3CE449-AD54-4A27-A78A-BF5074808A4B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Collect all the facts</a:t>
          </a:r>
        </a:p>
      </dsp:txBody>
      <dsp:txXfrm>
        <a:off x="3999222" y="1893"/>
        <a:ext cx="2929383" cy="1757630"/>
      </dsp:txXfrm>
    </dsp:sp>
    <dsp:sp modelId="{89413DC5-D1AD-4789-ABDC-F19694C170B3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3962AA73-F1FE-41D0-94E7-25EC157FD23F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Think about who it affects</a:t>
          </a:r>
        </a:p>
      </dsp:txBody>
      <dsp:txXfrm>
        <a:off x="7602364" y="1893"/>
        <a:ext cx="2929383" cy="1757630"/>
      </dsp:txXfrm>
    </dsp:sp>
    <dsp:sp modelId="{885B421B-BF93-48A7-9AB4-7D8B64DBF079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Pick the fairest option</a:t>
          </a:r>
        </a:p>
      </dsp:txBody>
      <dsp:txXfrm>
        <a:off x="396080" y="2433281"/>
        <a:ext cx="2929383" cy="17576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7DDA8-1A32-489E-AEAA-29BE23DF47BC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Example: Worker reports bad behavior</a:t>
          </a:r>
        </a:p>
      </dsp:txBody>
      <dsp:txXfrm>
        <a:off x="307345" y="1546"/>
        <a:ext cx="3222855" cy="1933713"/>
      </dsp:txXfrm>
    </dsp:sp>
    <dsp:sp modelId="{43E9A9D8-465C-44D0-BD0C-329B8F4D1179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Investigate fairly and quickly</a:t>
          </a:r>
        </a:p>
      </dsp:txBody>
      <dsp:txXfrm>
        <a:off x="3852486" y="1546"/>
        <a:ext cx="3222855" cy="1933713"/>
      </dsp:txXfrm>
    </dsp:sp>
    <dsp:sp modelId="{C72D97DB-470E-4A74-9341-3738E49DF555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Protect the person who complained</a:t>
          </a:r>
        </a:p>
      </dsp:txBody>
      <dsp:txXfrm>
        <a:off x="7397627" y="1546"/>
        <a:ext cx="3222855" cy="1933713"/>
      </dsp:txXfrm>
    </dsp:sp>
    <dsp:sp modelId="{8071FF2C-EDE7-4DED-AB22-7D8DAE35B94A}">
      <dsp:nvSpPr>
        <dsp:cNvPr id="0" name=""/>
        <dsp:cNvSpPr/>
      </dsp:nvSpPr>
      <dsp:spPr>
        <a:xfrm>
          <a:off x="3852486" y="2257545"/>
          <a:ext cx="3222855" cy="1933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Take action based on facts, not rumors</a:t>
          </a:r>
        </a:p>
      </dsp:txBody>
      <dsp:txXfrm>
        <a:off x="3852486" y="2257545"/>
        <a:ext cx="3222855" cy="193371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43F10-E0AA-4761-A896-062544ADC194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2736A-210A-44A6-91BA-2890535C534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Example: Employee info gets leaked</a:t>
          </a:r>
        </a:p>
      </dsp:txBody>
      <dsp:txXfrm>
        <a:off x="299702" y="1282093"/>
        <a:ext cx="2200851" cy="1366505"/>
      </dsp:txXfrm>
    </dsp:sp>
    <dsp:sp modelId="{CC47CD69-83E5-4900-8BCB-8502617D6F04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A76C3-2DB8-4D7D-84D5-771BEE66A06D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Notify people affected right away</a:t>
          </a:r>
        </a:p>
      </dsp:txBody>
      <dsp:txXfrm>
        <a:off x="3093555" y="1282093"/>
        <a:ext cx="2200851" cy="1366505"/>
      </dsp:txXfrm>
    </dsp:sp>
    <dsp:sp modelId="{C1B1F97F-EF4F-4C24-830E-764807C91889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7210F-04DB-4AEA-9792-5A5B6369FAB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Fix the issue and improve security</a:t>
          </a:r>
        </a:p>
      </dsp:txBody>
      <dsp:txXfrm>
        <a:off x="5887408" y="1282093"/>
        <a:ext cx="2200851" cy="1366505"/>
      </dsp:txXfrm>
    </dsp:sp>
    <dsp:sp modelId="{1E2A87AB-4DFD-4094-82B1-855102B8AEA9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D79DF-4123-4781-BCD4-EAD3E77BCE07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Learn from it to prevent next time</a:t>
          </a:r>
        </a:p>
      </dsp:txBody>
      <dsp:txXfrm>
        <a:off x="8681261" y="1282093"/>
        <a:ext cx="2200851" cy="13665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3C749-BED0-46BA-BA0F-393B8B566486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Pressure to cut corners for quick results</a:t>
          </a:r>
        </a:p>
      </dsp:txBody>
      <dsp:txXfrm>
        <a:off x="23773" y="23773"/>
        <a:ext cx="7797822" cy="764123"/>
      </dsp:txXfrm>
    </dsp:sp>
    <dsp:sp modelId="{D6F2D284-660C-4F03-9A72-C44FAFE5AF55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Different views on what's right in teams</a:t>
          </a:r>
        </a:p>
      </dsp:txBody>
      <dsp:txXfrm>
        <a:off x="755937" y="983018"/>
        <a:ext cx="7434967" cy="764123"/>
      </dsp:txXfrm>
    </dsp:sp>
    <dsp:sp modelId="{81765AD4-8804-4A62-B3EC-E5B9427D05EB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Keeping up with new privacy laws</a:t>
          </a:r>
        </a:p>
      </dsp:txBody>
      <dsp:txXfrm>
        <a:off x="1477174" y="1942263"/>
        <a:ext cx="7445895" cy="764123"/>
      </dsp:txXfrm>
    </dsp:sp>
    <dsp:sp modelId="{0CF550FE-E454-4E0D-B4E0-5B1948F70DF1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Balancing business needs with ethics</a:t>
          </a:r>
        </a:p>
      </dsp:txBody>
      <dsp:txXfrm>
        <a:off x="2209338" y="2901508"/>
        <a:ext cx="7434967" cy="764123"/>
      </dsp:txXfrm>
    </dsp:sp>
    <dsp:sp modelId="{1A9AC02C-E590-4CDC-B923-497FEF1F28AB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333384" y="621664"/>
        <a:ext cx="290172" cy="397007"/>
      </dsp:txXfrm>
    </dsp:sp>
    <dsp:sp modelId="{A1CA5A57-6C41-4304-BA19-AB4E53B1F795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065548" y="1580910"/>
        <a:ext cx="290172" cy="397007"/>
      </dsp:txXfrm>
    </dsp:sp>
    <dsp:sp modelId="{B208EF11-CCEB-4A58-95C5-3A94ABFBF199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A61C0-160D-0ABC-3EE4-25130308F507}"/>
              </a:ext>
            </a:extLst>
          </p:cNvPr>
          <p:cNvSpPr txBox="1"/>
          <p:nvPr/>
        </p:nvSpPr>
        <p:spPr>
          <a:xfrm>
            <a:off x="972312" y="1417320"/>
            <a:ext cx="107045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Ethical Considerations in HR Project Management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Name: Shoaib Akhter 					Enrollment No: 02-398252-012</a:t>
            </a:r>
          </a:p>
          <a:p>
            <a:r>
              <a:rPr lang="en-US" sz="2000" b="1" dirty="0"/>
              <a:t>Name: Hafiz Muhammad Hamza			Enrollment No: </a:t>
            </a:r>
          </a:p>
          <a:p>
            <a:r>
              <a:rPr lang="en-US" sz="2000" b="1" dirty="0"/>
              <a:t>Name: Adil Imtiaz					Enrollment No:</a:t>
            </a:r>
          </a:p>
          <a:p>
            <a:r>
              <a:rPr lang="en-US" sz="2000" b="1" dirty="0"/>
              <a:t>Name: Abdul </a:t>
            </a:r>
            <a:r>
              <a:rPr lang="en-US" sz="2000" b="1" dirty="0" err="1"/>
              <a:t>Mohemin</a:t>
            </a:r>
            <a:r>
              <a:rPr lang="en-US" sz="2000" b="1" dirty="0"/>
              <a:t>					Enrollment No: 02-398252-026</a:t>
            </a:r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CC8FF-095D-BCD5-8D72-6DB5F8C2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Ethical Considerations?</a:t>
            </a:r>
            <a:endParaRPr lang="en-US" sz="4000" b="1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3AB8B1B-C3C5-5617-8FDE-48DC5883E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4025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9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5BDDC-FB92-979C-F9D1-F38C4D7F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Ethics Matter in HR Projects</a:t>
            </a:r>
            <a:endParaRPr lang="en-US" sz="4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EBD0-0824-E65D-1B25-873993BB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86000"/>
            <a:ext cx="4882896" cy="407035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Builds trust between workers and bosses</a:t>
            </a:r>
          </a:p>
          <a:p>
            <a:pPr lvl="0"/>
            <a:r>
              <a:rPr lang="en-US" dirty="0"/>
              <a:t>Avoids lawsuits and bad publicity</a:t>
            </a:r>
          </a:p>
          <a:p>
            <a:pPr lvl="0"/>
            <a:r>
              <a:rPr lang="en-US" dirty="0"/>
              <a:t>Helps create a happy, safe workplace</a:t>
            </a:r>
          </a:p>
          <a:p>
            <a:pPr lvl="0"/>
            <a:r>
              <a:rPr lang="en-US" dirty="0"/>
              <a:t>Supports long-term success for the company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9EE7D6-884F-D683-79F7-951CFBB7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2414-CA9F-FF61-A6B5-1879A257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Ethical Principles</a:t>
            </a:r>
            <a:endParaRPr lang="en-US" sz="6800" b="1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F305BD6-8626-C489-D70C-45DE4D2D0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37990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368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E9CA-874D-3AFC-C8BC-3B5CD452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Laws</a:t>
            </a:r>
            <a:endParaRPr lang="en-US" sz="4000" b="1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50F14F89-7799-241C-A964-4D0FC47DF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22518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28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540B-5C23-10FF-041F-CFA34A77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6477"/>
            <a:ext cx="11356848" cy="4572928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Keep employee info secret and safe</a:t>
            </a:r>
          </a:p>
          <a:p>
            <a:pPr lvl="0"/>
            <a:r>
              <a:rPr lang="en-US" sz="3200" dirty="0"/>
              <a:t>Only use data for needed reasons</a:t>
            </a:r>
          </a:p>
          <a:p>
            <a:pPr lvl="0"/>
            <a:r>
              <a:rPr lang="en-US" sz="3200" dirty="0"/>
              <a:t>Use strong passwords and secure tools</a:t>
            </a:r>
          </a:p>
          <a:p>
            <a:pPr lvl="0"/>
            <a:r>
              <a:rPr lang="en-US" sz="3200" dirty="0"/>
              <a:t>Get permission before sharing info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E5BD7C-AD14-1816-81B3-4B4D5733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Protecting Privacy</a:t>
            </a:r>
            <a:endParaRPr lang="en-US" sz="40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7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C1192-8A4E-79ED-B121-6E3A6CA6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 Discrimination</a:t>
            </a:r>
            <a:endParaRPr lang="en-US" sz="40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61E0-26B4-11F9-B213-E9379A58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01024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No unfair treatment based on looks or background</a:t>
            </a:r>
          </a:p>
          <a:p>
            <a:pPr lvl="0"/>
            <a:r>
              <a:rPr lang="en-US" sz="3200" dirty="0"/>
              <a:t>Hire and promote based on skills only</a:t>
            </a:r>
          </a:p>
          <a:p>
            <a:pPr lvl="0"/>
            <a:r>
              <a:rPr lang="en-US" sz="3200" dirty="0"/>
              <a:t>Support diversity in teams</a:t>
            </a:r>
          </a:p>
          <a:p>
            <a:pPr lvl="0"/>
            <a:r>
              <a:rPr lang="en-US" sz="3200" dirty="0"/>
              <a:t>Report any bias right away</a:t>
            </a:r>
          </a:p>
        </p:txBody>
      </p:sp>
    </p:spTree>
    <p:extLst>
      <p:ext uri="{BB962C8B-B14F-4D97-AF65-F5344CB8AC3E}">
        <p14:creationId xmlns:p14="http://schemas.microsoft.com/office/powerpoint/2010/main" val="258765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8E81-27C4-4CEA-6636-A1E1FABB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FA7A-B6F6-6ED5-C2C5-6A0AF77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Treatment of Employees</a:t>
            </a:r>
            <a:endParaRPr lang="en-US" sz="40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D0BC-8E79-8190-B477-C7F290C8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01171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Give equal chances for growth</a:t>
            </a:r>
          </a:p>
          <a:p>
            <a:pPr lvl="0"/>
            <a:r>
              <a:rPr lang="en-US" sz="3200" dirty="0"/>
              <a:t>Listen to worker concerns openly</a:t>
            </a:r>
          </a:p>
          <a:p>
            <a:pPr lvl="0"/>
            <a:r>
              <a:rPr lang="en-US" sz="3200" dirty="0"/>
              <a:t>Handle complaints without revenge</a:t>
            </a:r>
          </a:p>
          <a:p>
            <a:pPr lvl="0"/>
            <a:r>
              <a:rPr lang="en-US" sz="3200" dirty="0"/>
              <a:t>Reward based on effort, not favorites</a:t>
            </a:r>
          </a:p>
        </p:txBody>
      </p:sp>
    </p:spTree>
    <p:extLst>
      <p:ext uri="{BB962C8B-B14F-4D97-AF65-F5344CB8AC3E}">
        <p14:creationId xmlns:p14="http://schemas.microsoft.com/office/powerpoint/2010/main" val="1804767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1BBA0-D988-0919-3387-032A8423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7C8B0-9722-C3E6-3D6B-B059D928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Handling Conflicts of Interest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7A90AE-C22F-B2D2-1647-0A18FD249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4277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87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CFAE2-BC6B-2280-DC31-CFADC209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BE12D8-1100-2D61-11B1-C9F3A400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in Decisions</a:t>
            </a:r>
            <a:endParaRPr lang="en-US" sz="4000" b="1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8F1AEA2-2D1D-D0CA-73B4-78646FF381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1550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63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46016-527D-8B49-D9DF-51329B9F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233405-A82E-D670-C62E-0F607FC5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Decision-Making Steps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9E807ED-EF68-5B1B-95CE-9246198DF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1400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715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79BBD-AB35-5819-9E20-7B54987E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BC2E13-08E4-4573-5DCF-8D1870F3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Harassment Complaint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457D38C-A193-CCA4-36F0-11F8542E1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4022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5730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27AB3-B7AA-26F3-D2C8-6D447E78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F0BB67-4DE7-CEC3-9145-E8F82A33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Data Privacy Breach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C51261E-A3E0-1783-C28D-DE0CAF57F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49438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47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07BEA-1BBF-5F01-B20F-12DCE842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3CDFCB-154F-8B28-B8B3-92DF0AA5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Challenges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55B2405-5C04-085C-022B-4B10A591ED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1268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122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56B5-18DB-61E1-B8FF-6DD63185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6C53-860C-F810-64D1-F5DD5BD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4A1C-41EB-8BAA-6468-82D1C4A5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86081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Always put ethics first in HR projects</a:t>
            </a:r>
          </a:p>
          <a:p>
            <a:pPr lvl="0"/>
            <a:r>
              <a:rPr lang="en-US" sz="3200" dirty="0"/>
              <a:t>It leads to better teams and results</a:t>
            </a:r>
          </a:p>
          <a:p>
            <a:pPr lvl="0"/>
            <a:r>
              <a:rPr lang="en-US" sz="3200" dirty="0"/>
              <a:t>Remember: Ethical choices protect everyone</a:t>
            </a:r>
          </a:p>
          <a:p>
            <a:pPr lvl="0"/>
            <a:r>
              <a:rPr lang="en-US" sz="3200" dirty="0"/>
              <a:t>Questions? Let's discuss!</a:t>
            </a:r>
          </a:p>
          <a:p>
            <a:pPr lvl="0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7389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D882-240E-57AC-0FE4-D4104A3C3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3090668"/>
            <a:ext cx="10375036" cy="30862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9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1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454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Times New Roman</vt:lpstr>
      <vt:lpstr>Office Theme</vt:lpstr>
      <vt:lpstr>PowerPoint Presentation</vt:lpstr>
      <vt:lpstr>What Are Ethical Considerations?</vt:lpstr>
      <vt:lpstr>Why Ethics Matter in HR Projects</vt:lpstr>
      <vt:lpstr>Key Ethical Principles</vt:lpstr>
      <vt:lpstr>Compliance with Laws</vt:lpstr>
      <vt:lpstr>Protecting Privacy</vt:lpstr>
      <vt:lpstr>Avoiding Discrimination</vt:lpstr>
      <vt:lpstr>Fair Treatment of Employees</vt:lpstr>
      <vt:lpstr>Handling Conflicts of Interest</vt:lpstr>
      <vt:lpstr>Transparency in Decisions</vt:lpstr>
      <vt:lpstr>Ethical Decision-Making Steps</vt:lpstr>
      <vt:lpstr>Case Study: Harassment Complaint</vt:lpstr>
      <vt:lpstr>Case Study: Data Privacy Breach</vt:lpstr>
      <vt:lpstr>Common Challenges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Faheem Akhtar BUKC</dc:creator>
  <cp:lastModifiedBy>02-131212-009</cp:lastModifiedBy>
  <cp:revision>6</cp:revision>
  <dcterms:created xsi:type="dcterms:W3CDTF">2025-09-29T04:40:25Z</dcterms:created>
  <dcterms:modified xsi:type="dcterms:W3CDTF">2025-11-30T06:41:04Z</dcterms:modified>
</cp:coreProperties>
</file>