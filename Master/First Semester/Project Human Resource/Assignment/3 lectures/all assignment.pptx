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31.png"/><Relationship Id="rId7" Type="http://schemas.openxmlformats.org/officeDocument/2006/relationships/image" Target="../media/image2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10" Type="http://schemas.openxmlformats.org/officeDocument/2006/relationships/image" Target="../media/image36.svg"/><Relationship Id="rId4" Type="http://schemas.openxmlformats.org/officeDocument/2006/relationships/image" Target="../media/image32.svg"/><Relationship Id="rId9" Type="http://schemas.openxmlformats.org/officeDocument/2006/relationships/image" Target="../media/image35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57.png"/><Relationship Id="rId7" Type="http://schemas.openxmlformats.org/officeDocument/2006/relationships/image" Target="../media/image5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10" Type="http://schemas.openxmlformats.org/officeDocument/2006/relationships/image" Target="../media/image62.svg"/><Relationship Id="rId4" Type="http://schemas.openxmlformats.org/officeDocument/2006/relationships/image" Target="../media/image58.svg"/><Relationship Id="rId9" Type="http://schemas.openxmlformats.org/officeDocument/2006/relationships/image" Target="../media/image6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31.png"/><Relationship Id="rId7" Type="http://schemas.openxmlformats.org/officeDocument/2006/relationships/image" Target="../media/image2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10" Type="http://schemas.openxmlformats.org/officeDocument/2006/relationships/image" Target="../media/image36.svg"/><Relationship Id="rId4" Type="http://schemas.openxmlformats.org/officeDocument/2006/relationships/image" Target="../media/image32.svg"/><Relationship Id="rId9" Type="http://schemas.openxmlformats.org/officeDocument/2006/relationships/image" Target="../media/image35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57.png"/><Relationship Id="rId7" Type="http://schemas.openxmlformats.org/officeDocument/2006/relationships/image" Target="../media/image5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10" Type="http://schemas.openxmlformats.org/officeDocument/2006/relationships/image" Target="../media/image62.svg"/><Relationship Id="rId4" Type="http://schemas.openxmlformats.org/officeDocument/2006/relationships/image" Target="../media/image58.svg"/><Relationship Id="rId9" Type="http://schemas.openxmlformats.org/officeDocument/2006/relationships/image" Target="../media/image6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3DAAA9-A503-41C5-832F-862279BC240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869127F-7A72-476F-B7C5-F41EE234E0CB}">
      <dgm:prSet/>
      <dgm:spPr/>
      <dgm:t>
        <a:bodyPr/>
        <a:lstStyle/>
        <a:p>
          <a:r>
            <a:rPr lang="en-GB" b="1"/>
            <a:t>Ethics</a:t>
          </a:r>
          <a:r>
            <a:rPr lang="en-GB"/>
            <a:t> means choosing what is </a:t>
          </a:r>
          <a:r>
            <a:rPr lang="en-GB" b="1"/>
            <a:t>fair, honest, and right</a:t>
          </a:r>
          <a:r>
            <a:rPr lang="en-GB"/>
            <a:t>.</a:t>
          </a:r>
          <a:endParaRPr lang="en-US"/>
        </a:p>
      </dgm:t>
    </dgm:pt>
    <dgm:pt modelId="{2DE8851B-CCC7-4553-BF35-9A21FF5A9F78}" type="parTrans" cxnId="{B6C0B6BF-AD94-4171-A8AE-7B09314820C9}">
      <dgm:prSet/>
      <dgm:spPr/>
      <dgm:t>
        <a:bodyPr/>
        <a:lstStyle/>
        <a:p>
          <a:endParaRPr lang="en-US"/>
        </a:p>
      </dgm:t>
    </dgm:pt>
    <dgm:pt modelId="{383C1AF8-E01D-4C92-8872-C23713202D3B}" type="sibTrans" cxnId="{B6C0B6BF-AD94-4171-A8AE-7B09314820C9}">
      <dgm:prSet/>
      <dgm:spPr/>
      <dgm:t>
        <a:bodyPr/>
        <a:lstStyle/>
        <a:p>
          <a:endParaRPr lang="en-US"/>
        </a:p>
      </dgm:t>
    </dgm:pt>
    <dgm:pt modelId="{640573CC-A31A-4AD0-9D88-451DA1CB3DFA}">
      <dgm:prSet/>
      <dgm:spPr/>
      <dgm:t>
        <a:bodyPr/>
        <a:lstStyle/>
        <a:p>
          <a:r>
            <a:rPr lang="en-GB" b="1"/>
            <a:t>Why ethics are important in HR:</a:t>
          </a:r>
          <a:endParaRPr lang="en-US"/>
        </a:p>
      </dgm:t>
    </dgm:pt>
    <dgm:pt modelId="{557D8B69-ECB7-43B1-9643-B9FC1A92B239}" type="parTrans" cxnId="{B0413865-8F1D-4D96-AB57-A43670477AD8}">
      <dgm:prSet/>
      <dgm:spPr/>
      <dgm:t>
        <a:bodyPr/>
        <a:lstStyle/>
        <a:p>
          <a:endParaRPr lang="en-US"/>
        </a:p>
      </dgm:t>
    </dgm:pt>
    <dgm:pt modelId="{947888C9-3EB2-4F5B-A3CD-2D22987FAA67}" type="sibTrans" cxnId="{B0413865-8F1D-4D96-AB57-A43670477AD8}">
      <dgm:prSet/>
      <dgm:spPr/>
      <dgm:t>
        <a:bodyPr/>
        <a:lstStyle/>
        <a:p>
          <a:endParaRPr lang="en-US"/>
        </a:p>
      </dgm:t>
    </dgm:pt>
    <dgm:pt modelId="{368A6A48-1E5B-424C-BD64-42A1D9D82E00}">
      <dgm:prSet/>
      <dgm:spPr/>
      <dgm:t>
        <a:bodyPr/>
        <a:lstStyle/>
        <a:p>
          <a:r>
            <a:rPr lang="en-GB"/>
            <a:t>Builds </a:t>
          </a:r>
          <a:r>
            <a:rPr lang="en-GB" b="1"/>
            <a:t>trust</a:t>
          </a:r>
          <a:r>
            <a:rPr lang="en-GB"/>
            <a:t> between employees and management</a:t>
          </a:r>
          <a:endParaRPr lang="en-US"/>
        </a:p>
      </dgm:t>
    </dgm:pt>
    <dgm:pt modelId="{8E6CF75D-D4F1-480C-9CBD-98997AE64922}" type="parTrans" cxnId="{96B251CB-18A3-4AFA-8B4E-DBA336E3A3FB}">
      <dgm:prSet/>
      <dgm:spPr/>
      <dgm:t>
        <a:bodyPr/>
        <a:lstStyle/>
        <a:p>
          <a:endParaRPr lang="en-US"/>
        </a:p>
      </dgm:t>
    </dgm:pt>
    <dgm:pt modelId="{85DA78A5-D4E9-4FEB-870E-02A4F2FD0C5D}" type="sibTrans" cxnId="{96B251CB-18A3-4AFA-8B4E-DBA336E3A3FB}">
      <dgm:prSet/>
      <dgm:spPr/>
      <dgm:t>
        <a:bodyPr/>
        <a:lstStyle/>
        <a:p>
          <a:endParaRPr lang="en-US"/>
        </a:p>
      </dgm:t>
    </dgm:pt>
    <dgm:pt modelId="{8819246B-A1A1-4D70-8A59-9849B51177BE}">
      <dgm:prSet/>
      <dgm:spPr/>
      <dgm:t>
        <a:bodyPr/>
        <a:lstStyle/>
        <a:p>
          <a:r>
            <a:rPr lang="en-GB"/>
            <a:t>Prevents </a:t>
          </a:r>
          <a:r>
            <a:rPr lang="en-GB" b="1"/>
            <a:t>legal problems</a:t>
          </a:r>
          <a:r>
            <a:rPr lang="en-GB"/>
            <a:t> and bad image</a:t>
          </a:r>
          <a:endParaRPr lang="en-US"/>
        </a:p>
      </dgm:t>
    </dgm:pt>
    <dgm:pt modelId="{EBEA1847-BDB7-42D3-BABF-2199D379D3B0}" type="parTrans" cxnId="{906BDBA4-DE67-432C-BF16-02C3C46EBF0B}">
      <dgm:prSet/>
      <dgm:spPr/>
      <dgm:t>
        <a:bodyPr/>
        <a:lstStyle/>
        <a:p>
          <a:endParaRPr lang="en-US"/>
        </a:p>
      </dgm:t>
    </dgm:pt>
    <dgm:pt modelId="{A496F690-8B99-495E-9D4F-8CB0DEDB8021}" type="sibTrans" cxnId="{906BDBA4-DE67-432C-BF16-02C3C46EBF0B}">
      <dgm:prSet/>
      <dgm:spPr/>
      <dgm:t>
        <a:bodyPr/>
        <a:lstStyle/>
        <a:p>
          <a:endParaRPr lang="en-US"/>
        </a:p>
      </dgm:t>
    </dgm:pt>
    <dgm:pt modelId="{591F285A-1707-4EF9-B873-03184B0A58C2}">
      <dgm:prSet/>
      <dgm:spPr/>
      <dgm:t>
        <a:bodyPr/>
        <a:lstStyle/>
        <a:p>
          <a:r>
            <a:rPr lang="en-GB"/>
            <a:t>Creates a </a:t>
          </a:r>
          <a:r>
            <a:rPr lang="en-GB" b="1"/>
            <a:t>safe and happy workplace</a:t>
          </a:r>
          <a:endParaRPr lang="en-US"/>
        </a:p>
      </dgm:t>
    </dgm:pt>
    <dgm:pt modelId="{0A6EBE4A-630E-4269-9150-60E393A4AA2F}" type="parTrans" cxnId="{5543C954-73FE-45C9-AC37-8D40D7865330}">
      <dgm:prSet/>
      <dgm:spPr/>
      <dgm:t>
        <a:bodyPr/>
        <a:lstStyle/>
        <a:p>
          <a:endParaRPr lang="en-US"/>
        </a:p>
      </dgm:t>
    </dgm:pt>
    <dgm:pt modelId="{A0636E74-4001-43F4-AC7F-7BD614DDAE1A}" type="sibTrans" cxnId="{5543C954-73FE-45C9-AC37-8D40D7865330}">
      <dgm:prSet/>
      <dgm:spPr/>
      <dgm:t>
        <a:bodyPr/>
        <a:lstStyle/>
        <a:p>
          <a:endParaRPr lang="en-US"/>
        </a:p>
      </dgm:t>
    </dgm:pt>
    <dgm:pt modelId="{9223494A-ABFA-43D4-94E1-21D7B7A0A9FD}">
      <dgm:prSet/>
      <dgm:spPr/>
      <dgm:t>
        <a:bodyPr/>
        <a:lstStyle/>
        <a:p>
          <a:r>
            <a:rPr lang="en-GB"/>
            <a:t>Helps the company succeed in the long term</a:t>
          </a:r>
          <a:endParaRPr lang="en-US"/>
        </a:p>
      </dgm:t>
    </dgm:pt>
    <dgm:pt modelId="{3277525A-E244-4B9F-9396-594AD8957EC2}" type="parTrans" cxnId="{2549666F-EF87-44F3-97FA-0BE1A0A50375}">
      <dgm:prSet/>
      <dgm:spPr/>
      <dgm:t>
        <a:bodyPr/>
        <a:lstStyle/>
        <a:p>
          <a:endParaRPr lang="en-US"/>
        </a:p>
      </dgm:t>
    </dgm:pt>
    <dgm:pt modelId="{FAE97BD5-A849-46CF-AABD-7BDE37110D8A}" type="sibTrans" cxnId="{2549666F-EF87-44F3-97FA-0BE1A0A50375}">
      <dgm:prSet/>
      <dgm:spPr/>
      <dgm:t>
        <a:bodyPr/>
        <a:lstStyle/>
        <a:p>
          <a:endParaRPr lang="en-US"/>
        </a:p>
      </dgm:t>
    </dgm:pt>
    <dgm:pt modelId="{8C9019C6-ADFB-44A4-87AA-F19E9F51E48E}" type="pres">
      <dgm:prSet presAssocID="{223DAAA9-A503-41C5-832F-862279BC2405}" presName="root" presStyleCnt="0">
        <dgm:presLayoutVars>
          <dgm:dir/>
          <dgm:resizeHandles val="exact"/>
        </dgm:presLayoutVars>
      </dgm:prSet>
      <dgm:spPr/>
    </dgm:pt>
    <dgm:pt modelId="{CAC47FEB-0CBB-4358-B429-3A846C161E71}" type="pres">
      <dgm:prSet presAssocID="{223DAAA9-A503-41C5-832F-862279BC2405}" presName="container" presStyleCnt="0">
        <dgm:presLayoutVars>
          <dgm:dir/>
          <dgm:resizeHandles val="exact"/>
        </dgm:presLayoutVars>
      </dgm:prSet>
      <dgm:spPr/>
    </dgm:pt>
    <dgm:pt modelId="{CB8E17E1-55A3-4DA7-8D29-4549DE267170}" type="pres">
      <dgm:prSet presAssocID="{D869127F-7A72-476F-B7C5-F41EE234E0CB}" presName="compNode" presStyleCnt="0"/>
      <dgm:spPr/>
    </dgm:pt>
    <dgm:pt modelId="{81BCF4B3-B78E-4998-904C-895912AF02D5}" type="pres">
      <dgm:prSet presAssocID="{D869127F-7A72-476F-B7C5-F41EE234E0CB}" presName="iconBgRect" presStyleLbl="bgShp" presStyleIdx="0" presStyleCnt="6"/>
      <dgm:spPr/>
    </dgm:pt>
    <dgm:pt modelId="{0118AB83-181C-4DC7-BB28-4218A7B030D6}" type="pres">
      <dgm:prSet presAssocID="{D869127F-7A72-476F-B7C5-F41EE234E0C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DE78C9A5-C231-4F98-BCA1-947B8C3503F9}" type="pres">
      <dgm:prSet presAssocID="{D869127F-7A72-476F-B7C5-F41EE234E0CB}" presName="spaceRect" presStyleCnt="0"/>
      <dgm:spPr/>
    </dgm:pt>
    <dgm:pt modelId="{05B74848-E328-4A46-A9D4-19F4D5EC417A}" type="pres">
      <dgm:prSet presAssocID="{D869127F-7A72-476F-B7C5-F41EE234E0CB}" presName="textRect" presStyleLbl="revTx" presStyleIdx="0" presStyleCnt="6">
        <dgm:presLayoutVars>
          <dgm:chMax val="1"/>
          <dgm:chPref val="1"/>
        </dgm:presLayoutVars>
      </dgm:prSet>
      <dgm:spPr/>
    </dgm:pt>
    <dgm:pt modelId="{115349DC-EF19-4C48-BCAF-23999B7E67CE}" type="pres">
      <dgm:prSet presAssocID="{383C1AF8-E01D-4C92-8872-C23713202D3B}" presName="sibTrans" presStyleLbl="sibTrans2D1" presStyleIdx="0" presStyleCnt="0"/>
      <dgm:spPr/>
    </dgm:pt>
    <dgm:pt modelId="{73003D5A-7BED-44AC-B7EA-283CCA38A9A8}" type="pres">
      <dgm:prSet presAssocID="{640573CC-A31A-4AD0-9D88-451DA1CB3DFA}" presName="compNode" presStyleCnt="0"/>
      <dgm:spPr/>
    </dgm:pt>
    <dgm:pt modelId="{A10AC651-2347-4FB8-9E9D-F91DE5DC1558}" type="pres">
      <dgm:prSet presAssocID="{640573CC-A31A-4AD0-9D88-451DA1CB3DFA}" presName="iconBgRect" presStyleLbl="bgShp" presStyleIdx="1" presStyleCnt="6"/>
      <dgm:spPr/>
    </dgm:pt>
    <dgm:pt modelId="{07463703-6E7E-450C-8611-8F590E019930}" type="pres">
      <dgm:prSet presAssocID="{640573CC-A31A-4AD0-9D88-451DA1CB3DF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9D35D869-F32F-4457-901B-0820E6CF4D5E}" type="pres">
      <dgm:prSet presAssocID="{640573CC-A31A-4AD0-9D88-451DA1CB3DFA}" presName="spaceRect" presStyleCnt="0"/>
      <dgm:spPr/>
    </dgm:pt>
    <dgm:pt modelId="{3EB486A4-EEB1-436B-84D1-004C371E9F90}" type="pres">
      <dgm:prSet presAssocID="{640573CC-A31A-4AD0-9D88-451DA1CB3DFA}" presName="textRect" presStyleLbl="revTx" presStyleIdx="1" presStyleCnt="6">
        <dgm:presLayoutVars>
          <dgm:chMax val="1"/>
          <dgm:chPref val="1"/>
        </dgm:presLayoutVars>
      </dgm:prSet>
      <dgm:spPr/>
    </dgm:pt>
    <dgm:pt modelId="{626132EC-C762-4F2D-8AEE-BA000E28CFB3}" type="pres">
      <dgm:prSet presAssocID="{947888C9-3EB2-4F5B-A3CD-2D22987FAA67}" presName="sibTrans" presStyleLbl="sibTrans2D1" presStyleIdx="0" presStyleCnt="0"/>
      <dgm:spPr/>
    </dgm:pt>
    <dgm:pt modelId="{3D7E6887-7918-41AB-A4A7-02685952A83D}" type="pres">
      <dgm:prSet presAssocID="{368A6A48-1E5B-424C-BD64-42A1D9D82E00}" presName="compNode" presStyleCnt="0"/>
      <dgm:spPr/>
    </dgm:pt>
    <dgm:pt modelId="{1AFC53F5-1464-46A2-82EC-AE1FFE06EBA8}" type="pres">
      <dgm:prSet presAssocID="{368A6A48-1E5B-424C-BD64-42A1D9D82E00}" presName="iconBgRect" presStyleLbl="bgShp" presStyleIdx="2" presStyleCnt="6"/>
      <dgm:spPr/>
    </dgm:pt>
    <dgm:pt modelId="{150A2371-12E8-46DA-B01D-CCD11DF9C18B}" type="pres">
      <dgm:prSet presAssocID="{368A6A48-1E5B-424C-BD64-42A1D9D82E00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3CD9FAE-C3BA-43E9-AABA-D3780A1705EB}" type="pres">
      <dgm:prSet presAssocID="{368A6A48-1E5B-424C-BD64-42A1D9D82E00}" presName="spaceRect" presStyleCnt="0"/>
      <dgm:spPr/>
    </dgm:pt>
    <dgm:pt modelId="{42ABF7AC-00A3-4026-91AB-BE4F481D1ACC}" type="pres">
      <dgm:prSet presAssocID="{368A6A48-1E5B-424C-BD64-42A1D9D82E00}" presName="textRect" presStyleLbl="revTx" presStyleIdx="2" presStyleCnt="6">
        <dgm:presLayoutVars>
          <dgm:chMax val="1"/>
          <dgm:chPref val="1"/>
        </dgm:presLayoutVars>
      </dgm:prSet>
      <dgm:spPr/>
    </dgm:pt>
    <dgm:pt modelId="{57E2AF76-2EE6-440E-8BF2-CFABAA6C5D67}" type="pres">
      <dgm:prSet presAssocID="{85DA78A5-D4E9-4FEB-870E-02A4F2FD0C5D}" presName="sibTrans" presStyleLbl="sibTrans2D1" presStyleIdx="0" presStyleCnt="0"/>
      <dgm:spPr/>
    </dgm:pt>
    <dgm:pt modelId="{3C8B5FEC-5E1B-40D3-BDBE-A5CF29B9D0FD}" type="pres">
      <dgm:prSet presAssocID="{8819246B-A1A1-4D70-8A59-9849B51177BE}" presName="compNode" presStyleCnt="0"/>
      <dgm:spPr/>
    </dgm:pt>
    <dgm:pt modelId="{2E916982-B1DE-45D4-B843-9D8B091EC865}" type="pres">
      <dgm:prSet presAssocID="{8819246B-A1A1-4D70-8A59-9849B51177BE}" presName="iconBgRect" presStyleLbl="bgShp" presStyleIdx="3" presStyleCnt="6"/>
      <dgm:spPr/>
    </dgm:pt>
    <dgm:pt modelId="{371906CD-D28B-4B93-A7DA-705AED8477CA}" type="pres">
      <dgm:prSet presAssocID="{8819246B-A1A1-4D70-8A59-9849B51177BE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FC8DE5B4-8667-4045-B985-B6CF18E3D2B6}" type="pres">
      <dgm:prSet presAssocID="{8819246B-A1A1-4D70-8A59-9849B51177BE}" presName="spaceRect" presStyleCnt="0"/>
      <dgm:spPr/>
    </dgm:pt>
    <dgm:pt modelId="{51D5CFA5-A9B9-4EF5-B64E-00114F59F871}" type="pres">
      <dgm:prSet presAssocID="{8819246B-A1A1-4D70-8A59-9849B51177BE}" presName="textRect" presStyleLbl="revTx" presStyleIdx="3" presStyleCnt="6">
        <dgm:presLayoutVars>
          <dgm:chMax val="1"/>
          <dgm:chPref val="1"/>
        </dgm:presLayoutVars>
      </dgm:prSet>
      <dgm:spPr/>
    </dgm:pt>
    <dgm:pt modelId="{07852476-5A8D-43C2-A63E-4FDDBE79F4D5}" type="pres">
      <dgm:prSet presAssocID="{A496F690-8B99-495E-9D4F-8CB0DEDB8021}" presName="sibTrans" presStyleLbl="sibTrans2D1" presStyleIdx="0" presStyleCnt="0"/>
      <dgm:spPr/>
    </dgm:pt>
    <dgm:pt modelId="{445753BC-AB5F-4BB4-948B-06894DCA5BC8}" type="pres">
      <dgm:prSet presAssocID="{591F285A-1707-4EF9-B873-03184B0A58C2}" presName="compNode" presStyleCnt="0"/>
      <dgm:spPr/>
    </dgm:pt>
    <dgm:pt modelId="{01046528-891A-4EFF-B324-F6E28D31DFCB}" type="pres">
      <dgm:prSet presAssocID="{591F285A-1707-4EF9-B873-03184B0A58C2}" presName="iconBgRect" presStyleLbl="bgShp" presStyleIdx="4" presStyleCnt="6"/>
      <dgm:spPr/>
    </dgm:pt>
    <dgm:pt modelId="{65B4AD96-52CA-4FFF-8BCA-F7602BD232AD}" type="pres">
      <dgm:prSet presAssocID="{591F285A-1707-4EF9-B873-03184B0A58C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F849B20E-B4A7-4E38-B657-CAA4D27C954E}" type="pres">
      <dgm:prSet presAssocID="{591F285A-1707-4EF9-B873-03184B0A58C2}" presName="spaceRect" presStyleCnt="0"/>
      <dgm:spPr/>
    </dgm:pt>
    <dgm:pt modelId="{09606A43-59BC-4BBC-9273-34608374BA94}" type="pres">
      <dgm:prSet presAssocID="{591F285A-1707-4EF9-B873-03184B0A58C2}" presName="textRect" presStyleLbl="revTx" presStyleIdx="4" presStyleCnt="6">
        <dgm:presLayoutVars>
          <dgm:chMax val="1"/>
          <dgm:chPref val="1"/>
        </dgm:presLayoutVars>
      </dgm:prSet>
      <dgm:spPr/>
    </dgm:pt>
    <dgm:pt modelId="{A8FB6AC3-C23E-4BF3-935F-0AFEFD7CB121}" type="pres">
      <dgm:prSet presAssocID="{A0636E74-4001-43F4-AC7F-7BD614DDAE1A}" presName="sibTrans" presStyleLbl="sibTrans2D1" presStyleIdx="0" presStyleCnt="0"/>
      <dgm:spPr/>
    </dgm:pt>
    <dgm:pt modelId="{E2C201BA-728E-40DF-8350-82D435E8A6AA}" type="pres">
      <dgm:prSet presAssocID="{9223494A-ABFA-43D4-94E1-21D7B7A0A9FD}" presName="compNode" presStyleCnt="0"/>
      <dgm:spPr/>
    </dgm:pt>
    <dgm:pt modelId="{9A67F93A-B019-4D41-9114-FB3D4C4E0348}" type="pres">
      <dgm:prSet presAssocID="{9223494A-ABFA-43D4-94E1-21D7B7A0A9FD}" presName="iconBgRect" presStyleLbl="bgShp" presStyleIdx="5" presStyleCnt="6"/>
      <dgm:spPr/>
    </dgm:pt>
    <dgm:pt modelId="{5F6D56B7-68CD-415D-BE57-5701C65EF36E}" type="pres">
      <dgm:prSet presAssocID="{9223494A-ABFA-43D4-94E1-21D7B7A0A9FD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5F3A748-9A24-41A6-8705-44A885EC7466}" type="pres">
      <dgm:prSet presAssocID="{9223494A-ABFA-43D4-94E1-21D7B7A0A9FD}" presName="spaceRect" presStyleCnt="0"/>
      <dgm:spPr/>
    </dgm:pt>
    <dgm:pt modelId="{6D569DA7-ABD4-4D7A-AF6D-45626EC965F7}" type="pres">
      <dgm:prSet presAssocID="{9223494A-ABFA-43D4-94E1-21D7B7A0A9FD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3338A603-BDB6-4664-8F87-54CAFB901F3A}" type="presOf" srcId="{D869127F-7A72-476F-B7C5-F41EE234E0CB}" destId="{05B74848-E328-4A46-A9D4-19F4D5EC417A}" srcOrd="0" destOrd="0" presId="urn:microsoft.com/office/officeart/2018/2/layout/IconCircleList"/>
    <dgm:cxn modelId="{B0413865-8F1D-4D96-AB57-A43670477AD8}" srcId="{223DAAA9-A503-41C5-832F-862279BC2405}" destId="{640573CC-A31A-4AD0-9D88-451DA1CB3DFA}" srcOrd="1" destOrd="0" parTransId="{557D8B69-ECB7-43B1-9643-B9FC1A92B239}" sibTransId="{947888C9-3EB2-4F5B-A3CD-2D22987FAA67}"/>
    <dgm:cxn modelId="{D0F4E845-E309-407B-801A-D51D2DA6C93B}" type="presOf" srcId="{640573CC-A31A-4AD0-9D88-451DA1CB3DFA}" destId="{3EB486A4-EEB1-436B-84D1-004C371E9F90}" srcOrd="0" destOrd="0" presId="urn:microsoft.com/office/officeart/2018/2/layout/IconCircleList"/>
    <dgm:cxn modelId="{2549666F-EF87-44F3-97FA-0BE1A0A50375}" srcId="{223DAAA9-A503-41C5-832F-862279BC2405}" destId="{9223494A-ABFA-43D4-94E1-21D7B7A0A9FD}" srcOrd="5" destOrd="0" parTransId="{3277525A-E244-4B9F-9396-594AD8957EC2}" sibTransId="{FAE97BD5-A849-46CF-AABD-7BDE37110D8A}"/>
    <dgm:cxn modelId="{3BCBE070-6D01-409F-A254-CDBCDCB9ED23}" type="presOf" srcId="{8819246B-A1A1-4D70-8A59-9849B51177BE}" destId="{51D5CFA5-A9B9-4EF5-B64E-00114F59F871}" srcOrd="0" destOrd="0" presId="urn:microsoft.com/office/officeart/2018/2/layout/IconCircleList"/>
    <dgm:cxn modelId="{5543C954-73FE-45C9-AC37-8D40D7865330}" srcId="{223DAAA9-A503-41C5-832F-862279BC2405}" destId="{591F285A-1707-4EF9-B873-03184B0A58C2}" srcOrd="4" destOrd="0" parTransId="{0A6EBE4A-630E-4269-9150-60E393A4AA2F}" sibTransId="{A0636E74-4001-43F4-AC7F-7BD614DDAE1A}"/>
    <dgm:cxn modelId="{484B917F-3470-436A-9F72-AFF6B023EFC6}" type="presOf" srcId="{383C1AF8-E01D-4C92-8872-C23713202D3B}" destId="{115349DC-EF19-4C48-BCAF-23999B7E67CE}" srcOrd="0" destOrd="0" presId="urn:microsoft.com/office/officeart/2018/2/layout/IconCircleList"/>
    <dgm:cxn modelId="{AE8F6695-1651-4D20-A485-9E7A9A88B1BA}" type="presOf" srcId="{368A6A48-1E5B-424C-BD64-42A1D9D82E00}" destId="{42ABF7AC-00A3-4026-91AB-BE4F481D1ACC}" srcOrd="0" destOrd="0" presId="urn:microsoft.com/office/officeart/2018/2/layout/IconCircleList"/>
    <dgm:cxn modelId="{F4006B9B-E597-457D-95CF-C33851B0813E}" type="presOf" srcId="{9223494A-ABFA-43D4-94E1-21D7B7A0A9FD}" destId="{6D569DA7-ABD4-4D7A-AF6D-45626EC965F7}" srcOrd="0" destOrd="0" presId="urn:microsoft.com/office/officeart/2018/2/layout/IconCircleList"/>
    <dgm:cxn modelId="{055CDA9F-CE1A-4B13-9159-A25C39247655}" type="presOf" srcId="{A0636E74-4001-43F4-AC7F-7BD614DDAE1A}" destId="{A8FB6AC3-C23E-4BF3-935F-0AFEFD7CB121}" srcOrd="0" destOrd="0" presId="urn:microsoft.com/office/officeart/2018/2/layout/IconCircleList"/>
    <dgm:cxn modelId="{906BDBA4-DE67-432C-BF16-02C3C46EBF0B}" srcId="{223DAAA9-A503-41C5-832F-862279BC2405}" destId="{8819246B-A1A1-4D70-8A59-9849B51177BE}" srcOrd="3" destOrd="0" parTransId="{EBEA1847-BDB7-42D3-BABF-2199D379D3B0}" sibTransId="{A496F690-8B99-495E-9D4F-8CB0DEDB8021}"/>
    <dgm:cxn modelId="{5D9AD8B2-282A-4F46-8C8B-F4BCD38DB5F6}" type="presOf" srcId="{223DAAA9-A503-41C5-832F-862279BC2405}" destId="{8C9019C6-ADFB-44A4-87AA-F19E9F51E48E}" srcOrd="0" destOrd="0" presId="urn:microsoft.com/office/officeart/2018/2/layout/IconCircleList"/>
    <dgm:cxn modelId="{61699ABB-1B8C-4397-A42D-9731A699113C}" type="presOf" srcId="{85DA78A5-D4E9-4FEB-870E-02A4F2FD0C5D}" destId="{57E2AF76-2EE6-440E-8BF2-CFABAA6C5D67}" srcOrd="0" destOrd="0" presId="urn:microsoft.com/office/officeart/2018/2/layout/IconCircleList"/>
    <dgm:cxn modelId="{B6C0B6BF-AD94-4171-A8AE-7B09314820C9}" srcId="{223DAAA9-A503-41C5-832F-862279BC2405}" destId="{D869127F-7A72-476F-B7C5-F41EE234E0CB}" srcOrd="0" destOrd="0" parTransId="{2DE8851B-CCC7-4553-BF35-9A21FF5A9F78}" sibTransId="{383C1AF8-E01D-4C92-8872-C23713202D3B}"/>
    <dgm:cxn modelId="{96B251CB-18A3-4AFA-8B4E-DBA336E3A3FB}" srcId="{223DAAA9-A503-41C5-832F-862279BC2405}" destId="{368A6A48-1E5B-424C-BD64-42A1D9D82E00}" srcOrd="2" destOrd="0" parTransId="{8E6CF75D-D4F1-480C-9CBD-98997AE64922}" sibTransId="{85DA78A5-D4E9-4FEB-870E-02A4F2FD0C5D}"/>
    <dgm:cxn modelId="{80C0B1D0-4191-4F74-A046-256CB691BF45}" type="presOf" srcId="{591F285A-1707-4EF9-B873-03184B0A58C2}" destId="{09606A43-59BC-4BBC-9273-34608374BA94}" srcOrd="0" destOrd="0" presId="urn:microsoft.com/office/officeart/2018/2/layout/IconCircleList"/>
    <dgm:cxn modelId="{567AE2E8-B688-4F49-A8F5-37E7A018D1FF}" type="presOf" srcId="{A496F690-8B99-495E-9D4F-8CB0DEDB8021}" destId="{07852476-5A8D-43C2-A63E-4FDDBE79F4D5}" srcOrd="0" destOrd="0" presId="urn:microsoft.com/office/officeart/2018/2/layout/IconCircleList"/>
    <dgm:cxn modelId="{287991F2-FFBE-488B-A944-B8A4FEE85BC4}" type="presOf" srcId="{947888C9-3EB2-4F5B-A3CD-2D22987FAA67}" destId="{626132EC-C762-4F2D-8AEE-BA000E28CFB3}" srcOrd="0" destOrd="0" presId="urn:microsoft.com/office/officeart/2018/2/layout/IconCircleList"/>
    <dgm:cxn modelId="{73D6EF29-E846-41D6-99F0-C127D58490F2}" type="presParOf" srcId="{8C9019C6-ADFB-44A4-87AA-F19E9F51E48E}" destId="{CAC47FEB-0CBB-4358-B429-3A846C161E71}" srcOrd="0" destOrd="0" presId="urn:microsoft.com/office/officeart/2018/2/layout/IconCircleList"/>
    <dgm:cxn modelId="{FB783D9B-1D4B-4C20-8107-59C394F8684F}" type="presParOf" srcId="{CAC47FEB-0CBB-4358-B429-3A846C161E71}" destId="{CB8E17E1-55A3-4DA7-8D29-4549DE267170}" srcOrd="0" destOrd="0" presId="urn:microsoft.com/office/officeart/2018/2/layout/IconCircleList"/>
    <dgm:cxn modelId="{28CB2C3A-68F8-4C53-A41D-15354193684F}" type="presParOf" srcId="{CB8E17E1-55A3-4DA7-8D29-4549DE267170}" destId="{81BCF4B3-B78E-4998-904C-895912AF02D5}" srcOrd="0" destOrd="0" presId="urn:microsoft.com/office/officeart/2018/2/layout/IconCircleList"/>
    <dgm:cxn modelId="{9BA5592D-3A98-4EF9-B164-CB2845B13C9B}" type="presParOf" srcId="{CB8E17E1-55A3-4DA7-8D29-4549DE267170}" destId="{0118AB83-181C-4DC7-BB28-4218A7B030D6}" srcOrd="1" destOrd="0" presId="urn:microsoft.com/office/officeart/2018/2/layout/IconCircleList"/>
    <dgm:cxn modelId="{5B3F1B2E-3F54-4821-82CC-72F09C6B92EA}" type="presParOf" srcId="{CB8E17E1-55A3-4DA7-8D29-4549DE267170}" destId="{DE78C9A5-C231-4F98-BCA1-947B8C3503F9}" srcOrd="2" destOrd="0" presId="urn:microsoft.com/office/officeart/2018/2/layout/IconCircleList"/>
    <dgm:cxn modelId="{E05C6215-BC72-4CDF-A5F0-8DE362AB8666}" type="presParOf" srcId="{CB8E17E1-55A3-4DA7-8D29-4549DE267170}" destId="{05B74848-E328-4A46-A9D4-19F4D5EC417A}" srcOrd="3" destOrd="0" presId="urn:microsoft.com/office/officeart/2018/2/layout/IconCircleList"/>
    <dgm:cxn modelId="{217EE305-370D-4789-BCD3-4FAC9EAABE2F}" type="presParOf" srcId="{CAC47FEB-0CBB-4358-B429-3A846C161E71}" destId="{115349DC-EF19-4C48-BCAF-23999B7E67CE}" srcOrd="1" destOrd="0" presId="urn:microsoft.com/office/officeart/2018/2/layout/IconCircleList"/>
    <dgm:cxn modelId="{25A5001A-BF0C-467E-935E-BDCAD573647D}" type="presParOf" srcId="{CAC47FEB-0CBB-4358-B429-3A846C161E71}" destId="{73003D5A-7BED-44AC-B7EA-283CCA38A9A8}" srcOrd="2" destOrd="0" presId="urn:microsoft.com/office/officeart/2018/2/layout/IconCircleList"/>
    <dgm:cxn modelId="{A44FC964-DE6B-4F69-8C43-AA5AAD7059D5}" type="presParOf" srcId="{73003D5A-7BED-44AC-B7EA-283CCA38A9A8}" destId="{A10AC651-2347-4FB8-9E9D-F91DE5DC1558}" srcOrd="0" destOrd="0" presId="urn:microsoft.com/office/officeart/2018/2/layout/IconCircleList"/>
    <dgm:cxn modelId="{7088CFA3-7F98-4E4F-8CDF-55632B7789DE}" type="presParOf" srcId="{73003D5A-7BED-44AC-B7EA-283CCA38A9A8}" destId="{07463703-6E7E-450C-8611-8F590E019930}" srcOrd="1" destOrd="0" presId="urn:microsoft.com/office/officeart/2018/2/layout/IconCircleList"/>
    <dgm:cxn modelId="{BD02055D-E774-4184-8691-89C62AB7A943}" type="presParOf" srcId="{73003D5A-7BED-44AC-B7EA-283CCA38A9A8}" destId="{9D35D869-F32F-4457-901B-0820E6CF4D5E}" srcOrd="2" destOrd="0" presId="urn:microsoft.com/office/officeart/2018/2/layout/IconCircleList"/>
    <dgm:cxn modelId="{6D19E6D4-FADA-4C6E-96B0-872E78C233CE}" type="presParOf" srcId="{73003D5A-7BED-44AC-B7EA-283CCA38A9A8}" destId="{3EB486A4-EEB1-436B-84D1-004C371E9F90}" srcOrd="3" destOrd="0" presId="urn:microsoft.com/office/officeart/2018/2/layout/IconCircleList"/>
    <dgm:cxn modelId="{AB5A0E64-AFFB-4D3A-9482-4053FC0A3CE7}" type="presParOf" srcId="{CAC47FEB-0CBB-4358-B429-3A846C161E71}" destId="{626132EC-C762-4F2D-8AEE-BA000E28CFB3}" srcOrd="3" destOrd="0" presId="urn:microsoft.com/office/officeart/2018/2/layout/IconCircleList"/>
    <dgm:cxn modelId="{BC0F08E7-C8F9-4C78-AAC0-8A6FA2ECB143}" type="presParOf" srcId="{CAC47FEB-0CBB-4358-B429-3A846C161E71}" destId="{3D7E6887-7918-41AB-A4A7-02685952A83D}" srcOrd="4" destOrd="0" presId="urn:microsoft.com/office/officeart/2018/2/layout/IconCircleList"/>
    <dgm:cxn modelId="{A70B96C0-6430-4193-8848-762AB7AD8E53}" type="presParOf" srcId="{3D7E6887-7918-41AB-A4A7-02685952A83D}" destId="{1AFC53F5-1464-46A2-82EC-AE1FFE06EBA8}" srcOrd="0" destOrd="0" presId="urn:microsoft.com/office/officeart/2018/2/layout/IconCircleList"/>
    <dgm:cxn modelId="{9E7546EB-3808-458B-B889-15C2D3F74EA9}" type="presParOf" srcId="{3D7E6887-7918-41AB-A4A7-02685952A83D}" destId="{150A2371-12E8-46DA-B01D-CCD11DF9C18B}" srcOrd="1" destOrd="0" presId="urn:microsoft.com/office/officeart/2018/2/layout/IconCircleList"/>
    <dgm:cxn modelId="{40B8E04A-4703-400A-98B1-F167A5DEF98E}" type="presParOf" srcId="{3D7E6887-7918-41AB-A4A7-02685952A83D}" destId="{C3CD9FAE-C3BA-43E9-AABA-D3780A1705EB}" srcOrd="2" destOrd="0" presId="urn:microsoft.com/office/officeart/2018/2/layout/IconCircleList"/>
    <dgm:cxn modelId="{7CAF9271-B89C-4DE6-A179-DB5BFC3DF6F5}" type="presParOf" srcId="{3D7E6887-7918-41AB-A4A7-02685952A83D}" destId="{42ABF7AC-00A3-4026-91AB-BE4F481D1ACC}" srcOrd="3" destOrd="0" presId="urn:microsoft.com/office/officeart/2018/2/layout/IconCircleList"/>
    <dgm:cxn modelId="{948DB7F0-A0DA-4CBE-A365-6C036193B6C4}" type="presParOf" srcId="{CAC47FEB-0CBB-4358-B429-3A846C161E71}" destId="{57E2AF76-2EE6-440E-8BF2-CFABAA6C5D67}" srcOrd="5" destOrd="0" presId="urn:microsoft.com/office/officeart/2018/2/layout/IconCircleList"/>
    <dgm:cxn modelId="{02DB0B4A-1F9C-4198-9F2D-2A2C04D91736}" type="presParOf" srcId="{CAC47FEB-0CBB-4358-B429-3A846C161E71}" destId="{3C8B5FEC-5E1B-40D3-BDBE-A5CF29B9D0FD}" srcOrd="6" destOrd="0" presId="urn:microsoft.com/office/officeart/2018/2/layout/IconCircleList"/>
    <dgm:cxn modelId="{58D31DD3-C7DC-4C5E-ADE6-54AC2F88DC21}" type="presParOf" srcId="{3C8B5FEC-5E1B-40D3-BDBE-A5CF29B9D0FD}" destId="{2E916982-B1DE-45D4-B843-9D8B091EC865}" srcOrd="0" destOrd="0" presId="urn:microsoft.com/office/officeart/2018/2/layout/IconCircleList"/>
    <dgm:cxn modelId="{6C504887-BD4F-495A-9F59-E54FD6038A1A}" type="presParOf" srcId="{3C8B5FEC-5E1B-40D3-BDBE-A5CF29B9D0FD}" destId="{371906CD-D28B-4B93-A7DA-705AED8477CA}" srcOrd="1" destOrd="0" presId="urn:microsoft.com/office/officeart/2018/2/layout/IconCircleList"/>
    <dgm:cxn modelId="{146882F3-C2AA-4EF6-8DE5-4FDA87AB317F}" type="presParOf" srcId="{3C8B5FEC-5E1B-40D3-BDBE-A5CF29B9D0FD}" destId="{FC8DE5B4-8667-4045-B985-B6CF18E3D2B6}" srcOrd="2" destOrd="0" presId="urn:microsoft.com/office/officeart/2018/2/layout/IconCircleList"/>
    <dgm:cxn modelId="{AA36838B-F8F3-42BE-A09F-3B5820407564}" type="presParOf" srcId="{3C8B5FEC-5E1B-40D3-BDBE-A5CF29B9D0FD}" destId="{51D5CFA5-A9B9-4EF5-B64E-00114F59F871}" srcOrd="3" destOrd="0" presId="urn:microsoft.com/office/officeart/2018/2/layout/IconCircleList"/>
    <dgm:cxn modelId="{0C713963-0D28-40D7-BFFC-A819EB82B922}" type="presParOf" srcId="{CAC47FEB-0CBB-4358-B429-3A846C161E71}" destId="{07852476-5A8D-43C2-A63E-4FDDBE79F4D5}" srcOrd="7" destOrd="0" presId="urn:microsoft.com/office/officeart/2018/2/layout/IconCircleList"/>
    <dgm:cxn modelId="{733B20FB-3E91-4C60-8F48-5AD605FD3960}" type="presParOf" srcId="{CAC47FEB-0CBB-4358-B429-3A846C161E71}" destId="{445753BC-AB5F-4BB4-948B-06894DCA5BC8}" srcOrd="8" destOrd="0" presId="urn:microsoft.com/office/officeart/2018/2/layout/IconCircleList"/>
    <dgm:cxn modelId="{D2BEAD25-2924-43B3-89A2-B8A1E354BBAF}" type="presParOf" srcId="{445753BC-AB5F-4BB4-948B-06894DCA5BC8}" destId="{01046528-891A-4EFF-B324-F6E28D31DFCB}" srcOrd="0" destOrd="0" presId="urn:microsoft.com/office/officeart/2018/2/layout/IconCircleList"/>
    <dgm:cxn modelId="{3E3A6110-74BF-4E0F-8C5D-E15492031DB6}" type="presParOf" srcId="{445753BC-AB5F-4BB4-948B-06894DCA5BC8}" destId="{65B4AD96-52CA-4FFF-8BCA-F7602BD232AD}" srcOrd="1" destOrd="0" presId="urn:microsoft.com/office/officeart/2018/2/layout/IconCircleList"/>
    <dgm:cxn modelId="{F59A3636-6815-4999-B83D-8AB07F592692}" type="presParOf" srcId="{445753BC-AB5F-4BB4-948B-06894DCA5BC8}" destId="{F849B20E-B4A7-4E38-B657-CAA4D27C954E}" srcOrd="2" destOrd="0" presId="urn:microsoft.com/office/officeart/2018/2/layout/IconCircleList"/>
    <dgm:cxn modelId="{53CC9480-7FCA-44C5-90D7-C53BC18F3295}" type="presParOf" srcId="{445753BC-AB5F-4BB4-948B-06894DCA5BC8}" destId="{09606A43-59BC-4BBC-9273-34608374BA94}" srcOrd="3" destOrd="0" presId="urn:microsoft.com/office/officeart/2018/2/layout/IconCircleList"/>
    <dgm:cxn modelId="{53EAA301-65FD-46BB-815E-6346227099DD}" type="presParOf" srcId="{CAC47FEB-0CBB-4358-B429-3A846C161E71}" destId="{A8FB6AC3-C23E-4BF3-935F-0AFEFD7CB121}" srcOrd="9" destOrd="0" presId="urn:microsoft.com/office/officeart/2018/2/layout/IconCircleList"/>
    <dgm:cxn modelId="{E142EE06-4310-46F5-B85F-5BC7194565C6}" type="presParOf" srcId="{CAC47FEB-0CBB-4358-B429-3A846C161E71}" destId="{E2C201BA-728E-40DF-8350-82D435E8A6AA}" srcOrd="10" destOrd="0" presId="urn:microsoft.com/office/officeart/2018/2/layout/IconCircleList"/>
    <dgm:cxn modelId="{172E7F57-A34E-4334-A7E1-147F2C78A310}" type="presParOf" srcId="{E2C201BA-728E-40DF-8350-82D435E8A6AA}" destId="{9A67F93A-B019-4D41-9114-FB3D4C4E0348}" srcOrd="0" destOrd="0" presId="urn:microsoft.com/office/officeart/2018/2/layout/IconCircleList"/>
    <dgm:cxn modelId="{1BB44641-4002-4A21-9F9E-3E1526D7CC77}" type="presParOf" srcId="{E2C201BA-728E-40DF-8350-82D435E8A6AA}" destId="{5F6D56B7-68CD-415D-BE57-5701C65EF36E}" srcOrd="1" destOrd="0" presId="urn:microsoft.com/office/officeart/2018/2/layout/IconCircleList"/>
    <dgm:cxn modelId="{2D9BEE70-C8AD-4C1D-8DB3-2461A04CAC11}" type="presParOf" srcId="{E2C201BA-728E-40DF-8350-82D435E8A6AA}" destId="{B5F3A748-9A24-41A6-8705-44A885EC7466}" srcOrd="2" destOrd="0" presId="urn:microsoft.com/office/officeart/2018/2/layout/IconCircleList"/>
    <dgm:cxn modelId="{1B674FBB-B2B6-4705-A298-B078887F00D4}" type="presParOf" srcId="{E2C201BA-728E-40DF-8350-82D435E8A6AA}" destId="{6D569DA7-ABD4-4D7A-AF6D-45626EC965F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21C83D-8DA4-43D4-9B18-BA0863763E4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E6893CE-53B7-4B4E-8BB8-529D5F531F73}">
      <dgm:prSet/>
      <dgm:spPr/>
      <dgm:t>
        <a:bodyPr/>
        <a:lstStyle/>
        <a:p>
          <a:pPr>
            <a:defRPr cap="all"/>
          </a:pPr>
          <a:r>
            <a:rPr lang="en-GB" b="1"/>
            <a:t>Privacy</a:t>
          </a:r>
          <a:r>
            <a:rPr lang="en-GB"/>
            <a:t>: Keep employee data safe and confidential</a:t>
          </a:r>
          <a:endParaRPr lang="en-US"/>
        </a:p>
      </dgm:t>
    </dgm:pt>
    <dgm:pt modelId="{41374E0B-4C2D-44D4-AD65-1AC7AB89657B}" type="parTrans" cxnId="{46F05597-FCBC-4C35-A27F-1E030F716100}">
      <dgm:prSet/>
      <dgm:spPr/>
      <dgm:t>
        <a:bodyPr/>
        <a:lstStyle/>
        <a:p>
          <a:endParaRPr lang="en-US"/>
        </a:p>
      </dgm:t>
    </dgm:pt>
    <dgm:pt modelId="{4AA8557E-841B-495D-97B4-D4761262ED9C}" type="sibTrans" cxnId="{46F05597-FCBC-4C35-A27F-1E030F716100}">
      <dgm:prSet/>
      <dgm:spPr/>
      <dgm:t>
        <a:bodyPr/>
        <a:lstStyle/>
        <a:p>
          <a:endParaRPr lang="en-US"/>
        </a:p>
      </dgm:t>
    </dgm:pt>
    <dgm:pt modelId="{1DE7A8F3-77D9-474E-B78F-1BD47F170089}">
      <dgm:prSet/>
      <dgm:spPr/>
      <dgm:t>
        <a:bodyPr/>
        <a:lstStyle/>
        <a:p>
          <a:pPr>
            <a:defRPr cap="all"/>
          </a:pPr>
          <a:r>
            <a:rPr lang="en-GB" b="1"/>
            <a:t>No discrimination</a:t>
          </a:r>
          <a:r>
            <a:rPr lang="en-GB"/>
            <a:t>: Do not judge people by gender, race, religion, or looks</a:t>
          </a:r>
          <a:endParaRPr lang="en-US"/>
        </a:p>
      </dgm:t>
    </dgm:pt>
    <dgm:pt modelId="{5316B336-416B-47A2-80F3-BCC564F3E475}" type="parTrans" cxnId="{8F4FAA29-5F31-41C1-A110-D67BCA33B3FF}">
      <dgm:prSet/>
      <dgm:spPr/>
      <dgm:t>
        <a:bodyPr/>
        <a:lstStyle/>
        <a:p>
          <a:endParaRPr lang="en-US"/>
        </a:p>
      </dgm:t>
    </dgm:pt>
    <dgm:pt modelId="{A043F4CE-0D89-4D55-8DAA-56F631126C03}" type="sibTrans" cxnId="{8F4FAA29-5F31-41C1-A110-D67BCA33B3FF}">
      <dgm:prSet/>
      <dgm:spPr/>
      <dgm:t>
        <a:bodyPr/>
        <a:lstStyle/>
        <a:p>
          <a:endParaRPr lang="en-US"/>
        </a:p>
      </dgm:t>
    </dgm:pt>
    <dgm:pt modelId="{D9B67839-6CA9-4514-8EC5-84987A8D8737}">
      <dgm:prSet/>
      <dgm:spPr/>
      <dgm:t>
        <a:bodyPr/>
        <a:lstStyle/>
        <a:p>
          <a:pPr>
            <a:defRPr cap="all"/>
          </a:pPr>
          <a:r>
            <a:rPr lang="en-GB" b="1"/>
            <a:t>Fair treatment</a:t>
          </a:r>
          <a:r>
            <a:rPr lang="en-GB"/>
            <a:t>: Equal chances for promotion and rewards</a:t>
          </a:r>
          <a:endParaRPr lang="en-US"/>
        </a:p>
      </dgm:t>
    </dgm:pt>
    <dgm:pt modelId="{204BFFCB-8580-41C4-B14F-0549FFC5D9CD}" type="parTrans" cxnId="{A51BF641-A998-4226-80EA-90B96B97C44E}">
      <dgm:prSet/>
      <dgm:spPr/>
      <dgm:t>
        <a:bodyPr/>
        <a:lstStyle/>
        <a:p>
          <a:endParaRPr lang="en-US"/>
        </a:p>
      </dgm:t>
    </dgm:pt>
    <dgm:pt modelId="{D0F93F4D-6C53-46EF-8652-2D99C7F67ABA}" type="sibTrans" cxnId="{A51BF641-A998-4226-80EA-90B96B97C44E}">
      <dgm:prSet/>
      <dgm:spPr/>
      <dgm:t>
        <a:bodyPr/>
        <a:lstStyle/>
        <a:p>
          <a:endParaRPr lang="en-US"/>
        </a:p>
      </dgm:t>
    </dgm:pt>
    <dgm:pt modelId="{AE812A48-92D2-41BE-97AD-E4B1B6FBAF5B}">
      <dgm:prSet/>
      <dgm:spPr/>
      <dgm:t>
        <a:bodyPr/>
        <a:lstStyle/>
        <a:p>
          <a:pPr>
            <a:defRPr cap="all"/>
          </a:pPr>
          <a:r>
            <a:rPr lang="en-GB" b="1"/>
            <a:t>Transparency</a:t>
          </a:r>
          <a:r>
            <a:rPr lang="en-GB"/>
            <a:t>: Be clear and honest in decisions</a:t>
          </a:r>
          <a:endParaRPr lang="en-US"/>
        </a:p>
      </dgm:t>
    </dgm:pt>
    <dgm:pt modelId="{D0A7AABF-0611-4300-AE29-44DFC6E0A699}" type="parTrans" cxnId="{2FF88D73-968E-468A-AA61-2D5C21C69901}">
      <dgm:prSet/>
      <dgm:spPr/>
      <dgm:t>
        <a:bodyPr/>
        <a:lstStyle/>
        <a:p>
          <a:endParaRPr lang="en-US"/>
        </a:p>
      </dgm:t>
    </dgm:pt>
    <dgm:pt modelId="{C045B06D-7F89-4B81-BAEE-9C6BEF42C3C4}" type="sibTrans" cxnId="{2FF88D73-968E-468A-AA61-2D5C21C69901}">
      <dgm:prSet/>
      <dgm:spPr/>
      <dgm:t>
        <a:bodyPr/>
        <a:lstStyle/>
        <a:p>
          <a:endParaRPr lang="en-US"/>
        </a:p>
      </dgm:t>
    </dgm:pt>
    <dgm:pt modelId="{27852E3C-6794-4BCC-8F07-10D13F34A7D2}">
      <dgm:prSet/>
      <dgm:spPr/>
      <dgm:t>
        <a:bodyPr/>
        <a:lstStyle/>
        <a:p>
          <a:pPr>
            <a:defRPr cap="all"/>
          </a:pPr>
          <a:r>
            <a:rPr lang="en-GB" b="1"/>
            <a:t>Conflict handling</a:t>
          </a:r>
          <a:r>
            <a:rPr lang="en-GB"/>
            <a:t>: Solve complaints fairly without favoritism</a:t>
          </a:r>
          <a:endParaRPr lang="en-US"/>
        </a:p>
      </dgm:t>
    </dgm:pt>
    <dgm:pt modelId="{27ADAD44-E6F8-436F-8602-AF34DC12820B}" type="parTrans" cxnId="{B9BCD0BA-6BE5-4F37-B9C3-BC34D7161E70}">
      <dgm:prSet/>
      <dgm:spPr/>
      <dgm:t>
        <a:bodyPr/>
        <a:lstStyle/>
        <a:p>
          <a:endParaRPr lang="en-US"/>
        </a:p>
      </dgm:t>
    </dgm:pt>
    <dgm:pt modelId="{4C29B394-4C23-49B9-98A0-9855A7B09043}" type="sibTrans" cxnId="{B9BCD0BA-6BE5-4F37-B9C3-BC34D7161E70}">
      <dgm:prSet/>
      <dgm:spPr/>
      <dgm:t>
        <a:bodyPr/>
        <a:lstStyle/>
        <a:p>
          <a:endParaRPr lang="en-US"/>
        </a:p>
      </dgm:t>
    </dgm:pt>
    <dgm:pt modelId="{389B028F-8E03-4C23-807D-D59D3E7A11AA}">
      <dgm:prSet/>
      <dgm:spPr/>
      <dgm:t>
        <a:bodyPr/>
        <a:lstStyle/>
        <a:p>
          <a:pPr>
            <a:defRPr cap="all"/>
          </a:pPr>
          <a:r>
            <a:rPr lang="en-GB"/>
            <a:t>➡️ </a:t>
          </a:r>
          <a:r>
            <a:rPr lang="en-GB" b="1"/>
            <a:t>Simple idea</a:t>
          </a:r>
          <a:r>
            <a:rPr lang="en-GB"/>
            <a:t>: HR must always protect employees and treat everyone equally.</a:t>
          </a:r>
          <a:endParaRPr lang="en-US"/>
        </a:p>
      </dgm:t>
    </dgm:pt>
    <dgm:pt modelId="{AFEFC5B6-F06A-4DED-9BBA-60C5B1ACF381}" type="parTrans" cxnId="{E94BEB23-8720-4027-8A75-884BE32AEBA0}">
      <dgm:prSet/>
      <dgm:spPr/>
      <dgm:t>
        <a:bodyPr/>
        <a:lstStyle/>
        <a:p>
          <a:endParaRPr lang="en-US"/>
        </a:p>
      </dgm:t>
    </dgm:pt>
    <dgm:pt modelId="{A16295C8-33CD-46CA-A283-E8CFFFF7CA53}" type="sibTrans" cxnId="{E94BEB23-8720-4027-8A75-884BE32AEBA0}">
      <dgm:prSet/>
      <dgm:spPr/>
      <dgm:t>
        <a:bodyPr/>
        <a:lstStyle/>
        <a:p>
          <a:endParaRPr lang="en-US"/>
        </a:p>
      </dgm:t>
    </dgm:pt>
    <dgm:pt modelId="{918D8618-3E42-409E-A51F-A48774A9A21B}" type="pres">
      <dgm:prSet presAssocID="{9D21C83D-8DA4-43D4-9B18-BA0863763E49}" presName="root" presStyleCnt="0">
        <dgm:presLayoutVars>
          <dgm:dir/>
          <dgm:resizeHandles val="exact"/>
        </dgm:presLayoutVars>
      </dgm:prSet>
      <dgm:spPr/>
    </dgm:pt>
    <dgm:pt modelId="{195B9EF6-2957-497E-8FDB-8626D59A8D58}" type="pres">
      <dgm:prSet presAssocID="{5E6893CE-53B7-4B4E-8BB8-529D5F531F73}" presName="compNode" presStyleCnt="0"/>
      <dgm:spPr/>
    </dgm:pt>
    <dgm:pt modelId="{40EA1682-79DB-4396-B9C2-30CD46EA70A8}" type="pres">
      <dgm:prSet presAssocID="{5E6893CE-53B7-4B4E-8BB8-529D5F531F73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17625308-6415-4147-8B4B-DE70836F826E}" type="pres">
      <dgm:prSet presAssocID="{5E6893CE-53B7-4B4E-8BB8-529D5F531F7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403EF39-CF9D-4A78-B1AC-C8DAFA3877BE}" type="pres">
      <dgm:prSet presAssocID="{5E6893CE-53B7-4B4E-8BB8-529D5F531F73}" presName="spaceRect" presStyleCnt="0"/>
      <dgm:spPr/>
    </dgm:pt>
    <dgm:pt modelId="{9DE761ED-B463-42C9-9E0B-CAA1C422F1EB}" type="pres">
      <dgm:prSet presAssocID="{5E6893CE-53B7-4B4E-8BB8-529D5F531F73}" presName="textRect" presStyleLbl="revTx" presStyleIdx="0" presStyleCnt="6">
        <dgm:presLayoutVars>
          <dgm:chMax val="1"/>
          <dgm:chPref val="1"/>
        </dgm:presLayoutVars>
      </dgm:prSet>
      <dgm:spPr/>
    </dgm:pt>
    <dgm:pt modelId="{8F439842-675E-4DE3-8FA4-F31C6DC0B75A}" type="pres">
      <dgm:prSet presAssocID="{4AA8557E-841B-495D-97B4-D4761262ED9C}" presName="sibTrans" presStyleCnt="0"/>
      <dgm:spPr/>
    </dgm:pt>
    <dgm:pt modelId="{7745E0AC-18E4-4CE4-95F0-F17571E99E08}" type="pres">
      <dgm:prSet presAssocID="{1DE7A8F3-77D9-474E-B78F-1BD47F170089}" presName="compNode" presStyleCnt="0"/>
      <dgm:spPr/>
    </dgm:pt>
    <dgm:pt modelId="{178646FF-C2DD-44B6-A8FA-6024F98CB4DD}" type="pres">
      <dgm:prSet presAssocID="{1DE7A8F3-77D9-474E-B78F-1BD47F170089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873B315D-8013-4E61-9821-75D9A7D94CDF}" type="pres">
      <dgm:prSet presAssocID="{1DE7A8F3-77D9-474E-B78F-1BD47F17008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C20303F7-D711-4353-9C2F-38B621A1C885}" type="pres">
      <dgm:prSet presAssocID="{1DE7A8F3-77D9-474E-B78F-1BD47F170089}" presName="spaceRect" presStyleCnt="0"/>
      <dgm:spPr/>
    </dgm:pt>
    <dgm:pt modelId="{6594BCC6-DFD5-486C-B546-7EB22104F518}" type="pres">
      <dgm:prSet presAssocID="{1DE7A8F3-77D9-474E-B78F-1BD47F170089}" presName="textRect" presStyleLbl="revTx" presStyleIdx="1" presStyleCnt="6">
        <dgm:presLayoutVars>
          <dgm:chMax val="1"/>
          <dgm:chPref val="1"/>
        </dgm:presLayoutVars>
      </dgm:prSet>
      <dgm:spPr/>
    </dgm:pt>
    <dgm:pt modelId="{243A69E9-6A2F-4EFA-A09E-03E74937B43A}" type="pres">
      <dgm:prSet presAssocID="{A043F4CE-0D89-4D55-8DAA-56F631126C03}" presName="sibTrans" presStyleCnt="0"/>
      <dgm:spPr/>
    </dgm:pt>
    <dgm:pt modelId="{E240868C-F3C9-496C-BB4D-AC658905D5AF}" type="pres">
      <dgm:prSet presAssocID="{D9B67839-6CA9-4514-8EC5-84987A8D8737}" presName="compNode" presStyleCnt="0"/>
      <dgm:spPr/>
    </dgm:pt>
    <dgm:pt modelId="{3B22069C-C4E9-4643-9ABF-3E9070043C83}" type="pres">
      <dgm:prSet presAssocID="{D9B67839-6CA9-4514-8EC5-84987A8D8737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DD802EF5-5440-4D61-9003-FB35C50721B3}" type="pres">
      <dgm:prSet presAssocID="{D9B67839-6CA9-4514-8EC5-84987A8D873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0B8CD249-E3D2-46C6-AEF9-67C80120CFEB}" type="pres">
      <dgm:prSet presAssocID="{D9B67839-6CA9-4514-8EC5-84987A8D8737}" presName="spaceRect" presStyleCnt="0"/>
      <dgm:spPr/>
    </dgm:pt>
    <dgm:pt modelId="{1962BA2E-C64E-4BF6-97C8-7D25CF75358C}" type="pres">
      <dgm:prSet presAssocID="{D9B67839-6CA9-4514-8EC5-84987A8D8737}" presName="textRect" presStyleLbl="revTx" presStyleIdx="2" presStyleCnt="6">
        <dgm:presLayoutVars>
          <dgm:chMax val="1"/>
          <dgm:chPref val="1"/>
        </dgm:presLayoutVars>
      </dgm:prSet>
      <dgm:spPr/>
    </dgm:pt>
    <dgm:pt modelId="{9C01A93B-6F7A-42F3-B5FA-15C872C5C41D}" type="pres">
      <dgm:prSet presAssocID="{D0F93F4D-6C53-46EF-8652-2D99C7F67ABA}" presName="sibTrans" presStyleCnt="0"/>
      <dgm:spPr/>
    </dgm:pt>
    <dgm:pt modelId="{A2E62275-0B50-4AB0-B2F4-E0D442CDCF9C}" type="pres">
      <dgm:prSet presAssocID="{AE812A48-92D2-41BE-97AD-E4B1B6FBAF5B}" presName="compNode" presStyleCnt="0"/>
      <dgm:spPr/>
    </dgm:pt>
    <dgm:pt modelId="{D570B77E-5675-418F-9F4F-899C2C9527D4}" type="pres">
      <dgm:prSet presAssocID="{AE812A48-92D2-41BE-97AD-E4B1B6FBAF5B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C7F3B561-3FD4-47F9-970C-4169FC56C5A6}" type="pres">
      <dgm:prSet presAssocID="{AE812A48-92D2-41BE-97AD-E4B1B6FBAF5B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EC4FFCF7-6601-4BFA-8D37-41469D2FC7AB}" type="pres">
      <dgm:prSet presAssocID="{AE812A48-92D2-41BE-97AD-E4B1B6FBAF5B}" presName="spaceRect" presStyleCnt="0"/>
      <dgm:spPr/>
    </dgm:pt>
    <dgm:pt modelId="{138B45F7-0A30-430F-BEF7-FC0B670E88C3}" type="pres">
      <dgm:prSet presAssocID="{AE812A48-92D2-41BE-97AD-E4B1B6FBAF5B}" presName="textRect" presStyleLbl="revTx" presStyleIdx="3" presStyleCnt="6">
        <dgm:presLayoutVars>
          <dgm:chMax val="1"/>
          <dgm:chPref val="1"/>
        </dgm:presLayoutVars>
      </dgm:prSet>
      <dgm:spPr/>
    </dgm:pt>
    <dgm:pt modelId="{C14B0A3A-832A-42FA-B32A-774F51F3DF29}" type="pres">
      <dgm:prSet presAssocID="{C045B06D-7F89-4B81-BAEE-9C6BEF42C3C4}" presName="sibTrans" presStyleCnt="0"/>
      <dgm:spPr/>
    </dgm:pt>
    <dgm:pt modelId="{C845C1F9-ED78-49E4-9623-CA61BFDCFD38}" type="pres">
      <dgm:prSet presAssocID="{27852E3C-6794-4BCC-8F07-10D13F34A7D2}" presName="compNode" presStyleCnt="0"/>
      <dgm:spPr/>
    </dgm:pt>
    <dgm:pt modelId="{06F6D249-71BF-447B-81A2-B1F8E8C9B286}" type="pres">
      <dgm:prSet presAssocID="{27852E3C-6794-4BCC-8F07-10D13F34A7D2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326C04F5-A77A-45C1-88D8-85318D26F0BC}" type="pres">
      <dgm:prSet presAssocID="{27852E3C-6794-4BCC-8F07-10D13F34A7D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A800B62F-0433-4C4E-81CD-2D06F1DD6EFB}" type="pres">
      <dgm:prSet presAssocID="{27852E3C-6794-4BCC-8F07-10D13F34A7D2}" presName="spaceRect" presStyleCnt="0"/>
      <dgm:spPr/>
    </dgm:pt>
    <dgm:pt modelId="{CD391B82-9BC9-47EC-98C7-C09A3A2C3E58}" type="pres">
      <dgm:prSet presAssocID="{27852E3C-6794-4BCC-8F07-10D13F34A7D2}" presName="textRect" presStyleLbl="revTx" presStyleIdx="4" presStyleCnt="6">
        <dgm:presLayoutVars>
          <dgm:chMax val="1"/>
          <dgm:chPref val="1"/>
        </dgm:presLayoutVars>
      </dgm:prSet>
      <dgm:spPr/>
    </dgm:pt>
    <dgm:pt modelId="{B4ECAC2F-9E5C-4A46-AB37-038BBD83D264}" type="pres">
      <dgm:prSet presAssocID="{4C29B394-4C23-49B9-98A0-9855A7B09043}" presName="sibTrans" presStyleCnt="0"/>
      <dgm:spPr/>
    </dgm:pt>
    <dgm:pt modelId="{78F2C58B-FE5A-4186-B526-0B0225DA35E1}" type="pres">
      <dgm:prSet presAssocID="{389B028F-8E03-4C23-807D-D59D3E7A11AA}" presName="compNode" presStyleCnt="0"/>
      <dgm:spPr/>
    </dgm:pt>
    <dgm:pt modelId="{64044FB8-214F-42D5-A688-8BBB2093407E}" type="pres">
      <dgm:prSet presAssocID="{389B028F-8E03-4C23-807D-D59D3E7A11AA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B6AC9263-90F4-4C55-8B02-0B660CE92C2D}" type="pres">
      <dgm:prSet presAssocID="{389B028F-8E03-4C23-807D-D59D3E7A11A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CB939BED-7638-4ACD-91E8-3B6C4D60E49F}" type="pres">
      <dgm:prSet presAssocID="{389B028F-8E03-4C23-807D-D59D3E7A11AA}" presName="spaceRect" presStyleCnt="0"/>
      <dgm:spPr/>
    </dgm:pt>
    <dgm:pt modelId="{C208FF90-F2AF-44CB-97F2-F03033E3C07F}" type="pres">
      <dgm:prSet presAssocID="{389B028F-8E03-4C23-807D-D59D3E7A11AA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F39B81A-A0C8-4C77-A96C-F3177F75AD3D}" type="presOf" srcId="{1DE7A8F3-77D9-474E-B78F-1BD47F170089}" destId="{6594BCC6-DFD5-486C-B546-7EB22104F518}" srcOrd="0" destOrd="0" presId="urn:microsoft.com/office/officeart/2018/5/layout/IconLeafLabelList"/>
    <dgm:cxn modelId="{E94BEB23-8720-4027-8A75-884BE32AEBA0}" srcId="{9D21C83D-8DA4-43D4-9B18-BA0863763E49}" destId="{389B028F-8E03-4C23-807D-D59D3E7A11AA}" srcOrd="5" destOrd="0" parTransId="{AFEFC5B6-F06A-4DED-9BBA-60C5B1ACF381}" sibTransId="{A16295C8-33CD-46CA-A283-E8CFFFF7CA53}"/>
    <dgm:cxn modelId="{8F4FAA29-5F31-41C1-A110-D67BCA33B3FF}" srcId="{9D21C83D-8DA4-43D4-9B18-BA0863763E49}" destId="{1DE7A8F3-77D9-474E-B78F-1BD47F170089}" srcOrd="1" destOrd="0" parTransId="{5316B336-416B-47A2-80F3-BCC564F3E475}" sibTransId="{A043F4CE-0D89-4D55-8DAA-56F631126C03}"/>
    <dgm:cxn modelId="{E665C833-2B16-4855-A683-A3FDE0488670}" type="presOf" srcId="{D9B67839-6CA9-4514-8EC5-84987A8D8737}" destId="{1962BA2E-C64E-4BF6-97C8-7D25CF75358C}" srcOrd="0" destOrd="0" presId="urn:microsoft.com/office/officeart/2018/5/layout/IconLeafLabelList"/>
    <dgm:cxn modelId="{7E2F853C-5AC3-49E0-A947-10B2F7AA93E2}" type="presOf" srcId="{27852E3C-6794-4BCC-8F07-10D13F34A7D2}" destId="{CD391B82-9BC9-47EC-98C7-C09A3A2C3E58}" srcOrd="0" destOrd="0" presId="urn:microsoft.com/office/officeart/2018/5/layout/IconLeafLabelList"/>
    <dgm:cxn modelId="{66622741-124B-452B-80DA-B5C58149BF4F}" type="presOf" srcId="{AE812A48-92D2-41BE-97AD-E4B1B6FBAF5B}" destId="{138B45F7-0A30-430F-BEF7-FC0B670E88C3}" srcOrd="0" destOrd="0" presId="urn:microsoft.com/office/officeart/2018/5/layout/IconLeafLabelList"/>
    <dgm:cxn modelId="{A51BF641-A998-4226-80EA-90B96B97C44E}" srcId="{9D21C83D-8DA4-43D4-9B18-BA0863763E49}" destId="{D9B67839-6CA9-4514-8EC5-84987A8D8737}" srcOrd="2" destOrd="0" parTransId="{204BFFCB-8580-41C4-B14F-0549FFC5D9CD}" sibTransId="{D0F93F4D-6C53-46EF-8652-2D99C7F67ABA}"/>
    <dgm:cxn modelId="{2FF88D73-968E-468A-AA61-2D5C21C69901}" srcId="{9D21C83D-8DA4-43D4-9B18-BA0863763E49}" destId="{AE812A48-92D2-41BE-97AD-E4B1B6FBAF5B}" srcOrd="3" destOrd="0" parTransId="{D0A7AABF-0611-4300-AE29-44DFC6E0A699}" sibTransId="{C045B06D-7F89-4B81-BAEE-9C6BEF42C3C4}"/>
    <dgm:cxn modelId="{C8E4838D-C378-483B-B6F2-6679BE38DEB8}" type="presOf" srcId="{9D21C83D-8DA4-43D4-9B18-BA0863763E49}" destId="{918D8618-3E42-409E-A51F-A48774A9A21B}" srcOrd="0" destOrd="0" presId="urn:microsoft.com/office/officeart/2018/5/layout/IconLeafLabelList"/>
    <dgm:cxn modelId="{46F05597-FCBC-4C35-A27F-1E030F716100}" srcId="{9D21C83D-8DA4-43D4-9B18-BA0863763E49}" destId="{5E6893CE-53B7-4B4E-8BB8-529D5F531F73}" srcOrd="0" destOrd="0" parTransId="{41374E0B-4C2D-44D4-AD65-1AC7AB89657B}" sibTransId="{4AA8557E-841B-495D-97B4-D4761262ED9C}"/>
    <dgm:cxn modelId="{649510A3-1CAE-4EAA-8F0D-7F85A2A2B19D}" type="presOf" srcId="{5E6893CE-53B7-4B4E-8BB8-529D5F531F73}" destId="{9DE761ED-B463-42C9-9E0B-CAA1C422F1EB}" srcOrd="0" destOrd="0" presId="urn:microsoft.com/office/officeart/2018/5/layout/IconLeafLabelList"/>
    <dgm:cxn modelId="{B9BCD0BA-6BE5-4F37-B9C3-BC34D7161E70}" srcId="{9D21C83D-8DA4-43D4-9B18-BA0863763E49}" destId="{27852E3C-6794-4BCC-8F07-10D13F34A7D2}" srcOrd="4" destOrd="0" parTransId="{27ADAD44-E6F8-436F-8602-AF34DC12820B}" sibTransId="{4C29B394-4C23-49B9-98A0-9855A7B09043}"/>
    <dgm:cxn modelId="{A8CE2ABF-4A23-4999-85D6-696E096EBFAC}" type="presOf" srcId="{389B028F-8E03-4C23-807D-D59D3E7A11AA}" destId="{C208FF90-F2AF-44CB-97F2-F03033E3C07F}" srcOrd="0" destOrd="0" presId="urn:microsoft.com/office/officeart/2018/5/layout/IconLeafLabelList"/>
    <dgm:cxn modelId="{E8DCCE5A-E793-4801-A6C0-AC9FDF1A6D1F}" type="presParOf" srcId="{918D8618-3E42-409E-A51F-A48774A9A21B}" destId="{195B9EF6-2957-497E-8FDB-8626D59A8D58}" srcOrd="0" destOrd="0" presId="urn:microsoft.com/office/officeart/2018/5/layout/IconLeafLabelList"/>
    <dgm:cxn modelId="{AD338693-9D5B-493C-ACF7-05D23C027E42}" type="presParOf" srcId="{195B9EF6-2957-497E-8FDB-8626D59A8D58}" destId="{40EA1682-79DB-4396-B9C2-30CD46EA70A8}" srcOrd="0" destOrd="0" presId="urn:microsoft.com/office/officeart/2018/5/layout/IconLeafLabelList"/>
    <dgm:cxn modelId="{E9A11574-7998-4286-A56B-7F11C7A1BC17}" type="presParOf" srcId="{195B9EF6-2957-497E-8FDB-8626D59A8D58}" destId="{17625308-6415-4147-8B4B-DE70836F826E}" srcOrd="1" destOrd="0" presId="urn:microsoft.com/office/officeart/2018/5/layout/IconLeafLabelList"/>
    <dgm:cxn modelId="{E76BF878-BC77-466A-98D7-ECA37FF15392}" type="presParOf" srcId="{195B9EF6-2957-497E-8FDB-8626D59A8D58}" destId="{D403EF39-CF9D-4A78-B1AC-C8DAFA3877BE}" srcOrd="2" destOrd="0" presId="urn:microsoft.com/office/officeart/2018/5/layout/IconLeafLabelList"/>
    <dgm:cxn modelId="{A1AFCC94-D42E-4D26-BFF2-6DBEDA6062B8}" type="presParOf" srcId="{195B9EF6-2957-497E-8FDB-8626D59A8D58}" destId="{9DE761ED-B463-42C9-9E0B-CAA1C422F1EB}" srcOrd="3" destOrd="0" presId="urn:microsoft.com/office/officeart/2018/5/layout/IconLeafLabelList"/>
    <dgm:cxn modelId="{AFB0C863-AC4E-4B97-97BB-884340CF1652}" type="presParOf" srcId="{918D8618-3E42-409E-A51F-A48774A9A21B}" destId="{8F439842-675E-4DE3-8FA4-F31C6DC0B75A}" srcOrd="1" destOrd="0" presId="urn:microsoft.com/office/officeart/2018/5/layout/IconLeafLabelList"/>
    <dgm:cxn modelId="{8451C0B3-F235-45A3-A37D-9C294D1182B4}" type="presParOf" srcId="{918D8618-3E42-409E-A51F-A48774A9A21B}" destId="{7745E0AC-18E4-4CE4-95F0-F17571E99E08}" srcOrd="2" destOrd="0" presId="urn:microsoft.com/office/officeart/2018/5/layout/IconLeafLabelList"/>
    <dgm:cxn modelId="{335029E3-6E25-4C8C-8025-5D45950C7911}" type="presParOf" srcId="{7745E0AC-18E4-4CE4-95F0-F17571E99E08}" destId="{178646FF-C2DD-44B6-A8FA-6024F98CB4DD}" srcOrd="0" destOrd="0" presId="urn:microsoft.com/office/officeart/2018/5/layout/IconLeafLabelList"/>
    <dgm:cxn modelId="{1A323976-9C3C-40BC-9413-320D80BFDEB3}" type="presParOf" srcId="{7745E0AC-18E4-4CE4-95F0-F17571E99E08}" destId="{873B315D-8013-4E61-9821-75D9A7D94CDF}" srcOrd="1" destOrd="0" presId="urn:microsoft.com/office/officeart/2018/5/layout/IconLeafLabelList"/>
    <dgm:cxn modelId="{6D05F025-CDCF-4430-BAF4-66DA46163DC4}" type="presParOf" srcId="{7745E0AC-18E4-4CE4-95F0-F17571E99E08}" destId="{C20303F7-D711-4353-9C2F-38B621A1C885}" srcOrd="2" destOrd="0" presId="urn:microsoft.com/office/officeart/2018/5/layout/IconLeafLabelList"/>
    <dgm:cxn modelId="{AA7BE6EE-B24A-416F-A6AC-057A27CCB4B9}" type="presParOf" srcId="{7745E0AC-18E4-4CE4-95F0-F17571E99E08}" destId="{6594BCC6-DFD5-486C-B546-7EB22104F518}" srcOrd="3" destOrd="0" presId="urn:microsoft.com/office/officeart/2018/5/layout/IconLeafLabelList"/>
    <dgm:cxn modelId="{1843788E-A86C-4449-A48A-60A86ED5FE0F}" type="presParOf" srcId="{918D8618-3E42-409E-A51F-A48774A9A21B}" destId="{243A69E9-6A2F-4EFA-A09E-03E74937B43A}" srcOrd="3" destOrd="0" presId="urn:microsoft.com/office/officeart/2018/5/layout/IconLeafLabelList"/>
    <dgm:cxn modelId="{901B1FBB-1CCE-4936-A9F7-A9378561EB13}" type="presParOf" srcId="{918D8618-3E42-409E-A51F-A48774A9A21B}" destId="{E240868C-F3C9-496C-BB4D-AC658905D5AF}" srcOrd="4" destOrd="0" presId="urn:microsoft.com/office/officeart/2018/5/layout/IconLeafLabelList"/>
    <dgm:cxn modelId="{A477AEFF-7706-4F9D-8804-381AB1E43C4E}" type="presParOf" srcId="{E240868C-F3C9-496C-BB4D-AC658905D5AF}" destId="{3B22069C-C4E9-4643-9ABF-3E9070043C83}" srcOrd="0" destOrd="0" presId="urn:microsoft.com/office/officeart/2018/5/layout/IconLeafLabelList"/>
    <dgm:cxn modelId="{58DA81D6-C277-4FDD-AAB6-C66DB5B06155}" type="presParOf" srcId="{E240868C-F3C9-496C-BB4D-AC658905D5AF}" destId="{DD802EF5-5440-4D61-9003-FB35C50721B3}" srcOrd="1" destOrd="0" presId="urn:microsoft.com/office/officeart/2018/5/layout/IconLeafLabelList"/>
    <dgm:cxn modelId="{C3254B0D-63E9-43EB-8E4B-8A8E949C0C77}" type="presParOf" srcId="{E240868C-F3C9-496C-BB4D-AC658905D5AF}" destId="{0B8CD249-E3D2-46C6-AEF9-67C80120CFEB}" srcOrd="2" destOrd="0" presId="urn:microsoft.com/office/officeart/2018/5/layout/IconLeafLabelList"/>
    <dgm:cxn modelId="{740A5DAF-2038-4972-8EBA-C0314CBCF804}" type="presParOf" srcId="{E240868C-F3C9-496C-BB4D-AC658905D5AF}" destId="{1962BA2E-C64E-4BF6-97C8-7D25CF75358C}" srcOrd="3" destOrd="0" presId="urn:microsoft.com/office/officeart/2018/5/layout/IconLeafLabelList"/>
    <dgm:cxn modelId="{9363217A-C602-41FE-B406-011EEA6CA201}" type="presParOf" srcId="{918D8618-3E42-409E-A51F-A48774A9A21B}" destId="{9C01A93B-6F7A-42F3-B5FA-15C872C5C41D}" srcOrd="5" destOrd="0" presId="urn:microsoft.com/office/officeart/2018/5/layout/IconLeafLabelList"/>
    <dgm:cxn modelId="{0C4EFC63-D9DD-4ACD-8683-D0FE320D6864}" type="presParOf" srcId="{918D8618-3E42-409E-A51F-A48774A9A21B}" destId="{A2E62275-0B50-4AB0-B2F4-E0D442CDCF9C}" srcOrd="6" destOrd="0" presId="urn:microsoft.com/office/officeart/2018/5/layout/IconLeafLabelList"/>
    <dgm:cxn modelId="{7A39F19E-3697-47D7-85EB-A99001D9A2B8}" type="presParOf" srcId="{A2E62275-0B50-4AB0-B2F4-E0D442CDCF9C}" destId="{D570B77E-5675-418F-9F4F-899C2C9527D4}" srcOrd="0" destOrd="0" presId="urn:microsoft.com/office/officeart/2018/5/layout/IconLeafLabelList"/>
    <dgm:cxn modelId="{859B5E84-7D79-4860-8523-BA4AE44C9DE6}" type="presParOf" srcId="{A2E62275-0B50-4AB0-B2F4-E0D442CDCF9C}" destId="{C7F3B561-3FD4-47F9-970C-4169FC56C5A6}" srcOrd="1" destOrd="0" presId="urn:microsoft.com/office/officeart/2018/5/layout/IconLeafLabelList"/>
    <dgm:cxn modelId="{BF7DD3D3-CC2A-43F0-8460-163108882766}" type="presParOf" srcId="{A2E62275-0B50-4AB0-B2F4-E0D442CDCF9C}" destId="{EC4FFCF7-6601-4BFA-8D37-41469D2FC7AB}" srcOrd="2" destOrd="0" presId="urn:microsoft.com/office/officeart/2018/5/layout/IconLeafLabelList"/>
    <dgm:cxn modelId="{5AF8C36D-A05D-440D-B3DF-0AAB31A7E163}" type="presParOf" srcId="{A2E62275-0B50-4AB0-B2F4-E0D442CDCF9C}" destId="{138B45F7-0A30-430F-BEF7-FC0B670E88C3}" srcOrd="3" destOrd="0" presId="urn:microsoft.com/office/officeart/2018/5/layout/IconLeafLabelList"/>
    <dgm:cxn modelId="{ED2DAC33-5329-40A4-9B8D-DCD155674FCF}" type="presParOf" srcId="{918D8618-3E42-409E-A51F-A48774A9A21B}" destId="{C14B0A3A-832A-42FA-B32A-774F51F3DF29}" srcOrd="7" destOrd="0" presId="urn:microsoft.com/office/officeart/2018/5/layout/IconLeafLabelList"/>
    <dgm:cxn modelId="{6A8B7A0A-EE99-4316-B041-189471D00727}" type="presParOf" srcId="{918D8618-3E42-409E-A51F-A48774A9A21B}" destId="{C845C1F9-ED78-49E4-9623-CA61BFDCFD38}" srcOrd="8" destOrd="0" presId="urn:microsoft.com/office/officeart/2018/5/layout/IconLeafLabelList"/>
    <dgm:cxn modelId="{252B6E82-A477-4B32-84BD-38F1B8396071}" type="presParOf" srcId="{C845C1F9-ED78-49E4-9623-CA61BFDCFD38}" destId="{06F6D249-71BF-447B-81A2-B1F8E8C9B286}" srcOrd="0" destOrd="0" presId="urn:microsoft.com/office/officeart/2018/5/layout/IconLeafLabelList"/>
    <dgm:cxn modelId="{54F120D6-0B4F-4F7B-A5DB-93AE23B4A3DC}" type="presParOf" srcId="{C845C1F9-ED78-49E4-9623-CA61BFDCFD38}" destId="{326C04F5-A77A-45C1-88D8-85318D26F0BC}" srcOrd="1" destOrd="0" presId="urn:microsoft.com/office/officeart/2018/5/layout/IconLeafLabelList"/>
    <dgm:cxn modelId="{AC9CF24C-4C1D-4164-AACD-1244CAB5569A}" type="presParOf" srcId="{C845C1F9-ED78-49E4-9623-CA61BFDCFD38}" destId="{A800B62F-0433-4C4E-81CD-2D06F1DD6EFB}" srcOrd="2" destOrd="0" presId="urn:microsoft.com/office/officeart/2018/5/layout/IconLeafLabelList"/>
    <dgm:cxn modelId="{8FB9D21B-BBFF-4277-942B-18BC1BC2C97D}" type="presParOf" srcId="{C845C1F9-ED78-49E4-9623-CA61BFDCFD38}" destId="{CD391B82-9BC9-47EC-98C7-C09A3A2C3E58}" srcOrd="3" destOrd="0" presId="urn:microsoft.com/office/officeart/2018/5/layout/IconLeafLabelList"/>
    <dgm:cxn modelId="{139568D9-16AF-4407-902D-B2831A26974F}" type="presParOf" srcId="{918D8618-3E42-409E-A51F-A48774A9A21B}" destId="{B4ECAC2F-9E5C-4A46-AB37-038BBD83D264}" srcOrd="9" destOrd="0" presId="urn:microsoft.com/office/officeart/2018/5/layout/IconLeafLabelList"/>
    <dgm:cxn modelId="{E8BEAA5F-EF4F-4610-B369-A2B3351FBC20}" type="presParOf" srcId="{918D8618-3E42-409E-A51F-A48774A9A21B}" destId="{78F2C58B-FE5A-4186-B526-0B0225DA35E1}" srcOrd="10" destOrd="0" presId="urn:microsoft.com/office/officeart/2018/5/layout/IconLeafLabelList"/>
    <dgm:cxn modelId="{3D1FFF37-BDFA-43D9-AA34-BA8C3F9860C3}" type="presParOf" srcId="{78F2C58B-FE5A-4186-B526-0B0225DA35E1}" destId="{64044FB8-214F-42D5-A688-8BBB2093407E}" srcOrd="0" destOrd="0" presId="urn:microsoft.com/office/officeart/2018/5/layout/IconLeafLabelList"/>
    <dgm:cxn modelId="{47F9DE5C-B862-4D69-B744-7B2EA83EBD56}" type="presParOf" srcId="{78F2C58B-FE5A-4186-B526-0B0225DA35E1}" destId="{B6AC9263-90F4-4C55-8B02-0B660CE92C2D}" srcOrd="1" destOrd="0" presId="urn:microsoft.com/office/officeart/2018/5/layout/IconLeafLabelList"/>
    <dgm:cxn modelId="{9287C880-D442-4C84-82DD-9843E7E049D2}" type="presParOf" srcId="{78F2C58B-FE5A-4186-B526-0B0225DA35E1}" destId="{CB939BED-7638-4ACD-91E8-3B6C4D60E49F}" srcOrd="2" destOrd="0" presId="urn:microsoft.com/office/officeart/2018/5/layout/IconLeafLabelList"/>
    <dgm:cxn modelId="{BD1C41D3-A0C8-4197-AB98-44CF8CF838B6}" type="presParOf" srcId="{78F2C58B-FE5A-4186-B526-0B0225DA35E1}" destId="{C208FF90-F2AF-44CB-97F2-F03033E3C07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823A09A-72A2-4D55-902F-61FBDDDE370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9C3CEDA-0374-4BC0-B18B-13AA559DE7ED}">
      <dgm:prSet/>
      <dgm:spPr/>
      <dgm:t>
        <a:bodyPr/>
        <a:lstStyle/>
        <a:p>
          <a:r>
            <a:rPr lang="en-GB"/>
            <a:t>Good HR decisions should not be based on </a:t>
          </a:r>
          <a:r>
            <a:rPr lang="en-GB" b="1"/>
            <a:t>guesswork only</a:t>
          </a:r>
          <a:r>
            <a:rPr lang="en-GB"/>
            <a:t>.</a:t>
          </a:r>
          <a:endParaRPr lang="en-US"/>
        </a:p>
      </dgm:t>
    </dgm:pt>
    <dgm:pt modelId="{A3C67AC3-2851-48CF-BA95-8F0F36941EC3}" type="parTrans" cxnId="{88B56BC9-152F-486E-ABB9-8793DFF3E91C}">
      <dgm:prSet/>
      <dgm:spPr/>
      <dgm:t>
        <a:bodyPr/>
        <a:lstStyle/>
        <a:p>
          <a:endParaRPr lang="en-US"/>
        </a:p>
      </dgm:t>
    </dgm:pt>
    <dgm:pt modelId="{5494F035-1FB8-40BC-B564-79225228D284}" type="sibTrans" cxnId="{88B56BC9-152F-486E-ABB9-8793DFF3E91C}">
      <dgm:prSet/>
      <dgm:spPr/>
      <dgm:t>
        <a:bodyPr/>
        <a:lstStyle/>
        <a:p>
          <a:endParaRPr lang="en-US"/>
        </a:p>
      </dgm:t>
    </dgm:pt>
    <dgm:pt modelId="{6415B14F-7019-40CA-83E2-BFA2A53FE717}">
      <dgm:prSet/>
      <dgm:spPr/>
      <dgm:t>
        <a:bodyPr/>
        <a:lstStyle/>
        <a:p>
          <a:r>
            <a:rPr lang="en-GB" b="1"/>
            <a:t>What is Data-Informed Decision Making?</a:t>
          </a:r>
          <a:endParaRPr lang="en-US"/>
        </a:p>
      </dgm:t>
    </dgm:pt>
    <dgm:pt modelId="{5D73C324-EF67-4D3A-BA11-3F5BCBF9EE08}" type="parTrans" cxnId="{AE6091DA-FD5B-4C86-B883-313BA7557841}">
      <dgm:prSet/>
      <dgm:spPr/>
      <dgm:t>
        <a:bodyPr/>
        <a:lstStyle/>
        <a:p>
          <a:endParaRPr lang="en-US"/>
        </a:p>
      </dgm:t>
    </dgm:pt>
    <dgm:pt modelId="{004FA228-0E29-4A2F-9A91-E94FDD45D613}" type="sibTrans" cxnId="{AE6091DA-FD5B-4C86-B883-313BA7557841}">
      <dgm:prSet/>
      <dgm:spPr/>
      <dgm:t>
        <a:bodyPr/>
        <a:lstStyle/>
        <a:p>
          <a:endParaRPr lang="en-US"/>
        </a:p>
      </dgm:t>
    </dgm:pt>
    <dgm:pt modelId="{DB801E80-54E9-4A26-86DB-3811A4F8A61B}">
      <dgm:prSet/>
      <dgm:spPr/>
      <dgm:t>
        <a:bodyPr/>
        <a:lstStyle/>
        <a:p>
          <a:r>
            <a:rPr lang="en-GB"/>
            <a:t>It means:</a:t>
          </a:r>
          <a:endParaRPr lang="en-US"/>
        </a:p>
      </dgm:t>
    </dgm:pt>
    <dgm:pt modelId="{B3F96E4F-3480-4205-B2EF-CE46F2E49BEF}" type="parTrans" cxnId="{F73C31F9-104C-4C68-8DAB-E5C66A79124A}">
      <dgm:prSet/>
      <dgm:spPr/>
      <dgm:t>
        <a:bodyPr/>
        <a:lstStyle/>
        <a:p>
          <a:endParaRPr lang="en-US"/>
        </a:p>
      </dgm:t>
    </dgm:pt>
    <dgm:pt modelId="{79DD1FD3-B880-4C2A-A7D1-B39AFACFEC7B}" type="sibTrans" cxnId="{F73C31F9-104C-4C68-8DAB-E5C66A79124A}">
      <dgm:prSet/>
      <dgm:spPr/>
      <dgm:t>
        <a:bodyPr/>
        <a:lstStyle/>
        <a:p>
          <a:endParaRPr lang="en-US"/>
        </a:p>
      </dgm:t>
    </dgm:pt>
    <dgm:pt modelId="{79C24C21-B39F-433E-B88F-564BA43B733C}">
      <dgm:prSet/>
      <dgm:spPr/>
      <dgm:t>
        <a:bodyPr/>
        <a:lstStyle/>
        <a:p>
          <a:r>
            <a:rPr lang="en-GB"/>
            <a:t>Using </a:t>
          </a:r>
          <a:r>
            <a:rPr lang="en-GB" b="1"/>
            <a:t>data + experience + human judgment</a:t>
          </a:r>
          <a:endParaRPr lang="en-US"/>
        </a:p>
      </dgm:t>
    </dgm:pt>
    <dgm:pt modelId="{D8260813-719C-496C-8EFD-5C0FDCCEF6A5}" type="parTrans" cxnId="{D177E4EF-2372-4FA1-ABE8-94E5433E3F00}">
      <dgm:prSet/>
      <dgm:spPr/>
      <dgm:t>
        <a:bodyPr/>
        <a:lstStyle/>
        <a:p>
          <a:endParaRPr lang="en-US"/>
        </a:p>
      </dgm:t>
    </dgm:pt>
    <dgm:pt modelId="{9C360B70-0C65-412C-A772-3F2EDA9F6DF3}" type="sibTrans" cxnId="{D177E4EF-2372-4FA1-ABE8-94E5433E3F00}">
      <dgm:prSet/>
      <dgm:spPr/>
      <dgm:t>
        <a:bodyPr/>
        <a:lstStyle/>
        <a:p>
          <a:endParaRPr lang="en-US"/>
        </a:p>
      </dgm:t>
    </dgm:pt>
    <dgm:pt modelId="{95F7D1C2-76CE-4282-A8FE-C35C820CF187}">
      <dgm:prSet/>
      <dgm:spPr/>
      <dgm:t>
        <a:bodyPr/>
        <a:lstStyle/>
        <a:p>
          <a:r>
            <a:rPr lang="en-GB"/>
            <a:t>Not blindly following numbers</a:t>
          </a:r>
          <a:endParaRPr lang="en-US"/>
        </a:p>
      </dgm:t>
    </dgm:pt>
    <dgm:pt modelId="{8C551E1B-795B-4DC9-89D3-FF01133A1E9F}" type="parTrans" cxnId="{D47761E6-BA11-42A0-B341-2AA8FB8706F0}">
      <dgm:prSet/>
      <dgm:spPr/>
      <dgm:t>
        <a:bodyPr/>
        <a:lstStyle/>
        <a:p>
          <a:endParaRPr lang="en-US"/>
        </a:p>
      </dgm:t>
    </dgm:pt>
    <dgm:pt modelId="{7F373223-3A6A-4ABB-A025-7D74FA2FB317}" type="sibTrans" cxnId="{D47761E6-BA11-42A0-B341-2AA8FB8706F0}">
      <dgm:prSet/>
      <dgm:spPr/>
      <dgm:t>
        <a:bodyPr/>
        <a:lstStyle/>
        <a:p>
          <a:endParaRPr lang="en-US"/>
        </a:p>
      </dgm:t>
    </dgm:pt>
    <dgm:pt modelId="{3E30FA6C-920E-42F0-B722-3ECBE329FF44}">
      <dgm:prSet/>
      <dgm:spPr/>
      <dgm:t>
        <a:bodyPr/>
        <a:lstStyle/>
        <a:p>
          <a:r>
            <a:rPr lang="en-GB"/>
            <a:t>Understanding the situation before deciding</a:t>
          </a:r>
          <a:endParaRPr lang="en-US"/>
        </a:p>
      </dgm:t>
    </dgm:pt>
    <dgm:pt modelId="{50B1D0B7-6FAD-4238-AA8E-4B7FFA19BA37}" type="parTrans" cxnId="{02EC3889-440B-4EB6-8409-D0FEB5185815}">
      <dgm:prSet/>
      <dgm:spPr/>
      <dgm:t>
        <a:bodyPr/>
        <a:lstStyle/>
        <a:p>
          <a:endParaRPr lang="en-US"/>
        </a:p>
      </dgm:t>
    </dgm:pt>
    <dgm:pt modelId="{12B427D4-C13A-491C-8732-EDBFC914F625}" type="sibTrans" cxnId="{02EC3889-440B-4EB6-8409-D0FEB5185815}">
      <dgm:prSet/>
      <dgm:spPr/>
      <dgm:t>
        <a:bodyPr/>
        <a:lstStyle/>
        <a:p>
          <a:endParaRPr lang="en-US"/>
        </a:p>
      </dgm:t>
    </dgm:pt>
    <dgm:pt modelId="{1C6A92B9-F944-414E-8197-CD4020229836}" type="pres">
      <dgm:prSet presAssocID="{A823A09A-72A2-4D55-902F-61FBDDDE3706}" presName="linear" presStyleCnt="0">
        <dgm:presLayoutVars>
          <dgm:animLvl val="lvl"/>
          <dgm:resizeHandles val="exact"/>
        </dgm:presLayoutVars>
      </dgm:prSet>
      <dgm:spPr/>
    </dgm:pt>
    <dgm:pt modelId="{7B666A97-579C-420C-B852-1F6EA409A8A9}" type="pres">
      <dgm:prSet presAssocID="{79C3CEDA-0374-4BC0-B18B-13AA559DE7E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60D3579-0147-4EB4-8E05-D153E0BAF9E6}" type="pres">
      <dgm:prSet presAssocID="{5494F035-1FB8-40BC-B564-79225228D284}" presName="spacer" presStyleCnt="0"/>
      <dgm:spPr/>
    </dgm:pt>
    <dgm:pt modelId="{4CE1BC8B-EA59-4C11-BE8A-DE6086924960}" type="pres">
      <dgm:prSet presAssocID="{6415B14F-7019-40CA-83E2-BFA2A53FE71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7BDDF80-A2DE-4C78-B571-8C22BC7474E1}" type="pres">
      <dgm:prSet presAssocID="{004FA228-0E29-4A2F-9A91-E94FDD45D613}" presName="spacer" presStyleCnt="0"/>
      <dgm:spPr/>
    </dgm:pt>
    <dgm:pt modelId="{1122F111-7B33-4958-B829-3164D98E0A2C}" type="pres">
      <dgm:prSet presAssocID="{DB801E80-54E9-4A26-86DB-3811A4F8A61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DEFDE93-1339-4504-9803-8AB6038385ED}" type="pres">
      <dgm:prSet presAssocID="{79DD1FD3-B880-4C2A-A7D1-B39AFACFEC7B}" presName="spacer" presStyleCnt="0"/>
      <dgm:spPr/>
    </dgm:pt>
    <dgm:pt modelId="{48631FD1-419F-4287-A3A0-1C0CBF79551F}" type="pres">
      <dgm:prSet presAssocID="{79C24C21-B39F-433E-B88F-564BA43B733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8971F80-15EC-4F7E-A09C-0CFC1AB75F7B}" type="pres">
      <dgm:prSet presAssocID="{9C360B70-0C65-412C-A772-3F2EDA9F6DF3}" presName="spacer" presStyleCnt="0"/>
      <dgm:spPr/>
    </dgm:pt>
    <dgm:pt modelId="{98D87177-A6E9-4C69-B893-7AB8B6B45071}" type="pres">
      <dgm:prSet presAssocID="{95F7D1C2-76CE-4282-A8FE-C35C820CF18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7E49136-3DB7-44CC-8928-8A0017390F6D}" type="pres">
      <dgm:prSet presAssocID="{7F373223-3A6A-4ABB-A025-7D74FA2FB317}" presName="spacer" presStyleCnt="0"/>
      <dgm:spPr/>
    </dgm:pt>
    <dgm:pt modelId="{41ECA932-6461-4A83-B313-4C47556CB553}" type="pres">
      <dgm:prSet presAssocID="{3E30FA6C-920E-42F0-B722-3ECBE329FF44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F852502-8992-4747-B453-4B296339A659}" type="presOf" srcId="{79C24C21-B39F-433E-B88F-564BA43B733C}" destId="{48631FD1-419F-4287-A3A0-1C0CBF79551F}" srcOrd="0" destOrd="0" presId="urn:microsoft.com/office/officeart/2005/8/layout/vList2"/>
    <dgm:cxn modelId="{51AB400C-9502-4D2A-A004-5CDF09BB7202}" type="presOf" srcId="{6415B14F-7019-40CA-83E2-BFA2A53FE717}" destId="{4CE1BC8B-EA59-4C11-BE8A-DE6086924960}" srcOrd="0" destOrd="0" presId="urn:microsoft.com/office/officeart/2005/8/layout/vList2"/>
    <dgm:cxn modelId="{25C47E64-8880-42F9-878A-12FBCEE5C59C}" type="presOf" srcId="{DB801E80-54E9-4A26-86DB-3811A4F8A61B}" destId="{1122F111-7B33-4958-B829-3164D98E0A2C}" srcOrd="0" destOrd="0" presId="urn:microsoft.com/office/officeart/2005/8/layout/vList2"/>
    <dgm:cxn modelId="{A41FC070-2752-4495-B877-7802AF88AC5C}" type="presOf" srcId="{3E30FA6C-920E-42F0-B722-3ECBE329FF44}" destId="{41ECA932-6461-4A83-B313-4C47556CB553}" srcOrd="0" destOrd="0" presId="urn:microsoft.com/office/officeart/2005/8/layout/vList2"/>
    <dgm:cxn modelId="{02EC3889-440B-4EB6-8409-D0FEB5185815}" srcId="{A823A09A-72A2-4D55-902F-61FBDDDE3706}" destId="{3E30FA6C-920E-42F0-B722-3ECBE329FF44}" srcOrd="5" destOrd="0" parTransId="{50B1D0B7-6FAD-4238-AA8E-4B7FFA19BA37}" sibTransId="{12B427D4-C13A-491C-8732-EDBFC914F625}"/>
    <dgm:cxn modelId="{4B84E5A0-3120-4277-A484-36D8A19900E4}" type="presOf" srcId="{95F7D1C2-76CE-4282-A8FE-C35C820CF187}" destId="{98D87177-A6E9-4C69-B893-7AB8B6B45071}" srcOrd="0" destOrd="0" presId="urn:microsoft.com/office/officeart/2005/8/layout/vList2"/>
    <dgm:cxn modelId="{88B56BC9-152F-486E-ABB9-8793DFF3E91C}" srcId="{A823A09A-72A2-4D55-902F-61FBDDDE3706}" destId="{79C3CEDA-0374-4BC0-B18B-13AA559DE7ED}" srcOrd="0" destOrd="0" parTransId="{A3C67AC3-2851-48CF-BA95-8F0F36941EC3}" sibTransId="{5494F035-1FB8-40BC-B564-79225228D284}"/>
    <dgm:cxn modelId="{DD01B9D7-3E87-4BEA-830E-47158C1F8DB3}" type="presOf" srcId="{79C3CEDA-0374-4BC0-B18B-13AA559DE7ED}" destId="{7B666A97-579C-420C-B852-1F6EA409A8A9}" srcOrd="0" destOrd="0" presId="urn:microsoft.com/office/officeart/2005/8/layout/vList2"/>
    <dgm:cxn modelId="{AE6091DA-FD5B-4C86-B883-313BA7557841}" srcId="{A823A09A-72A2-4D55-902F-61FBDDDE3706}" destId="{6415B14F-7019-40CA-83E2-BFA2A53FE717}" srcOrd="1" destOrd="0" parTransId="{5D73C324-EF67-4D3A-BA11-3F5BCBF9EE08}" sibTransId="{004FA228-0E29-4A2F-9A91-E94FDD45D613}"/>
    <dgm:cxn modelId="{0D08A0E5-FB67-4CAE-A4CD-9E9999FA56F8}" type="presOf" srcId="{A823A09A-72A2-4D55-902F-61FBDDDE3706}" destId="{1C6A92B9-F944-414E-8197-CD4020229836}" srcOrd="0" destOrd="0" presId="urn:microsoft.com/office/officeart/2005/8/layout/vList2"/>
    <dgm:cxn modelId="{D47761E6-BA11-42A0-B341-2AA8FB8706F0}" srcId="{A823A09A-72A2-4D55-902F-61FBDDDE3706}" destId="{95F7D1C2-76CE-4282-A8FE-C35C820CF187}" srcOrd="4" destOrd="0" parTransId="{8C551E1B-795B-4DC9-89D3-FF01133A1E9F}" sibTransId="{7F373223-3A6A-4ABB-A025-7D74FA2FB317}"/>
    <dgm:cxn modelId="{D177E4EF-2372-4FA1-ABE8-94E5433E3F00}" srcId="{A823A09A-72A2-4D55-902F-61FBDDDE3706}" destId="{79C24C21-B39F-433E-B88F-564BA43B733C}" srcOrd="3" destOrd="0" parTransId="{D8260813-719C-496C-8EFD-5C0FDCCEF6A5}" sibTransId="{9C360B70-0C65-412C-A772-3F2EDA9F6DF3}"/>
    <dgm:cxn modelId="{F73C31F9-104C-4C68-8DAB-E5C66A79124A}" srcId="{A823A09A-72A2-4D55-902F-61FBDDDE3706}" destId="{DB801E80-54E9-4A26-86DB-3811A4F8A61B}" srcOrd="2" destOrd="0" parTransId="{B3F96E4F-3480-4205-B2EF-CE46F2E49BEF}" sibTransId="{79DD1FD3-B880-4C2A-A7D1-B39AFACFEC7B}"/>
    <dgm:cxn modelId="{9879060C-E2F9-44A0-A71A-48042F4413A9}" type="presParOf" srcId="{1C6A92B9-F944-414E-8197-CD4020229836}" destId="{7B666A97-579C-420C-B852-1F6EA409A8A9}" srcOrd="0" destOrd="0" presId="urn:microsoft.com/office/officeart/2005/8/layout/vList2"/>
    <dgm:cxn modelId="{3948548D-90FD-4B61-AFDF-AF861F607F46}" type="presParOf" srcId="{1C6A92B9-F944-414E-8197-CD4020229836}" destId="{B60D3579-0147-4EB4-8E05-D153E0BAF9E6}" srcOrd="1" destOrd="0" presId="urn:microsoft.com/office/officeart/2005/8/layout/vList2"/>
    <dgm:cxn modelId="{31B25DB9-4736-40EF-8341-BD47F018B4DC}" type="presParOf" srcId="{1C6A92B9-F944-414E-8197-CD4020229836}" destId="{4CE1BC8B-EA59-4C11-BE8A-DE6086924960}" srcOrd="2" destOrd="0" presId="urn:microsoft.com/office/officeart/2005/8/layout/vList2"/>
    <dgm:cxn modelId="{06C1618E-9999-4EBD-94ED-E4A1F796F8DB}" type="presParOf" srcId="{1C6A92B9-F944-414E-8197-CD4020229836}" destId="{87BDDF80-A2DE-4C78-B571-8C22BC7474E1}" srcOrd="3" destOrd="0" presId="urn:microsoft.com/office/officeart/2005/8/layout/vList2"/>
    <dgm:cxn modelId="{0D487129-1F45-41F0-B952-B2DDFA4E33AD}" type="presParOf" srcId="{1C6A92B9-F944-414E-8197-CD4020229836}" destId="{1122F111-7B33-4958-B829-3164D98E0A2C}" srcOrd="4" destOrd="0" presId="urn:microsoft.com/office/officeart/2005/8/layout/vList2"/>
    <dgm:cxn modelId="{B60CE287-80F7-45D8-A30C-5A5EB1694CF0}" type="presParOf" srcId="{1C6A92B9-F944-414E-8197-CD4020229836}" destId="{DDEFDE93-1339-4504-9803-8AB6038385ED}" srcOrd="5" destOrd="0" presId="urn:microsoft.com/office/officeart/2005/8/layout/vList2"/>
    <dgm:cxn modelId="{F8178B6D-5344-4A77-8FDB-DC320A72DCC0}" type="presParOf" srcId="{1C6A92B9-F944-414E-8197-CD4020229836}" destId="{48631FD1-419F-4287-A3A0-1C0CBF79551F}" srcOrd="6" destOrd="0" presId="urn:microsoft.com/office/officeart/2005/8/layout/vList2"/>
    <dgm:cxn modelId="{B41F3935-0613-441B-B268-93E77A72F9D6}" type="presParOf" srcId="{1C6A92B9-F944-414E-8197-CD4020229836}" destId="{B8971F80-15EC-4F7E-A09C-0CFC1AB75F7B}" srcOrd="7" destOrd="0" presId="urn:microsoft.com/office/officeart/2005/8/layout/vList2"/>
    <dgm:cxn modelId="{B97095FC-1748-4E35-9076-C74B9CA945EF}" type="presParOf" srcId="{1C6A92B9-F944-414E-8197-CD4020229836}" destId="{98D87177-A6E9-4C69-B893-7AB8B6B45071}" srcOrd="8" destOrd="0" presId="urn:microsoft.com/office/officeart/2005/8/layout/vList2"/>
    <dgm:cxn modelId="{4AB56E70-F8F1-44F8-A553-5EE49916A288}" type="presParOf" srcId="{1C6A92B9-F944-414E-8197-CD4020229836}" destId="{C7E49136-3DB7-44CC-8928-8A0017390F6D}" srcOrd="9" destOrd="0" presId="urn:microsoft.com/office/officeart/2005/8/layout/vList2"/>
    <dgm:cxn modelId="{D90D5FF3-EAC7-4A2F-93C7-ACB318D4C470}" type="presParOf" srcId="{1C6A92B9-F944-414E-8197-CD4020229836}" destId="{41ECA932-6461-4A83-B313-4C47556CB55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4109BA5-D7AE-459D-BD9F-F0DD3EA3613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5BFA1D9-0E0F-4961-A16D-40E834D5D5AF}">
      <dgm:prSet/>
      <dgm:spPr/>
      <dgm:t>
        <a:bodyPr/>
        <a:lstStyle/>
        <a:p>
          <a:r>
            <a:rPr lang="en-US" b="1" i="0" baseline="0"/>
            <a:t>Data-Driven</a:t>
          </a:r>
          <a:r>
            <a:rPr lang="en-US" b="0" i="0" baseline="0"/>
            <a:t>: Only numbers decide</a:t>
          </a:r>
          <a:endParaRPr lang="en-US"/>
        </a:p>
      </dgm:t>
    </dgm:pt>
    <dgm:pt modelId="{4FA68789-8F69-4511-A9E4-5CB18B809EA3}" type="parTrans" cxnId="{9EB5C983-B124-4EFF-BB25-0EE1BA13132B}">
      <dgm:prSet/>
      <dgm:spPr/>
      <dgm:t>
        <a:bodyPr/>
        <a:lstStyle/>
        <a:p>
          <a:endParaRPr lang="en-US"/>
        </a:p>
      </dgm:t>
    </dgm:pt>
    <dgm:pt modelId="{25B3DC90-35BC-4D1A-A516-2EEF8C4C483B}" type="sibTrans" cxnId="{9EB5C983-B124-4EFF-BB25-0EE1BA13132B}">
      <dgm:prSet/>
      <dgm:spPr/>
      <dgm:t>
        <a:bodyPr/>
        <a:lstStyle/>
        <a:p>
          <a:endParaRPr lang="en-US"/>
        </a:p>
      </dgm:t>
    </dgm:pt>
    <dgm:pt modelId="{CCCC9A57-5E29-4A11-82D2-242C6BDA98F2}">
      <dgm:prSet/>
      <dgm:spPr/>
      <dgm:t>
        <a:bodyPr/>
        <a:lstStyle/>
        <a:p>
          <a:r>
            <a:rPr lang="en-US" b="1" i="0" baseline="0"/>
            <a:t>Data-Informed</a:t>
          </a:r>
          <a:r>
            <a:rPr lang="en-US" b="0" i="0" baseline="0"/>
            <a:t>: Numbers + manager’s experience decide</a:t>
          </a:r>
          <a:endParaRPr lang="en-US"/>
        </a:p>
      </dgm:t>
    </dgm:pt>
    <dgm:pt modelId="{B16292E9-EC7E-494D-82C8-F20A7348BBC3}" type="parTrans" cxnId="{17C5F5D4-C6E6-456F-B35D-393295DD0B3E}">
      <dgm:prSet/>
      <dgm:spPr/>
      <dgm:t>
        <a:bodyPr/>
        <a:lstStyle/>
        <a:p>
          <a:endParaRPr lang="en-US"/>
        </a:p>
      </dgm:t>
    </dgm:pt>
    <dgm:pt modelId="{70189E57-9F89-4350-B089-BDEB767C5E50}" type="sibTrans" cxnId="{17C5F5D4-C6E6-456F-B35D-393295DD0B3E}">
      <dgm:prSet/>
      <dgm:spPr/>
      <dgm:t>
        <a:bodyPr/>
        <a:lstStyle/>
        <a:p>
          <a:endParaRPr lang="en-US"/>
        </a:p>
      </dgm:t>
    </dgm:pt>
    <dgm:pt modelId="{B07ECE1B-7BC1-4D09-9845-B8758D3F0282}" type="pres">
      <dgm:prSet presAssocID="{E4109BA5-D7AE-459D-BD9F-F0DD3EA36132}" presName="root" presStyleCnt="0">
        <dgm:presLayoutVars>
          <dgm:dir/>
          <dgm:resizeHandles val="exact"/>
        </dgm:presLayoutVars>
      </dgm:prSet>
      <dgm:spPr/>
    </dgm:pt>
    <dgm:pt modelId="{41084915-1E6F-4FAA-8064-4322B63765D0}" type="pres">
      <dgm:prSet presAssocID="{A5BFA1D9-0E0F-4961-A16D-40E834D5D5AF}" presName="compNode" presStyleCnt="0"/>
      <dgm:spPr/>
    </dgm:pt>
    <dgm:pt modelId="{1842586E-4BE5-4404-981C-DFC9EE6280B1}" type="pres">
      <dgm:prSet presAssocID="{A5BFA1D9-0E0F-4961-A16D-40E834D5D5A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F9D5AF6F-A63B-4894-BE92-1364264D857B}" type="pres">
      <dgm:prSet presAssocID="{A5BFA1D9-0E0F-4961-A16D-40E834D5D5AF}" presName="spaceRect" presStyleCnt="0"/>
      <dgm:spPr/>
    </dgm:pt>
    <dgm:pt modelId="{2ECEEECB-C4B2-4CBB-BA0B-C4AC11B63DC4}" type="pres">
      <dgm:prSet presAssocID="{A5BFA1D9-0E0F-4961-A16D-40E834D5D5AF}" presName="textRect" presStyleLbl="revTx" presStyleIdx="0" presStyleCnt="2">
        <dgm:presLayoutVars>
          <dgm:chMax val="1"/>
          <dgm:chPref val="1"/>
        </dgm:presLayoutVars>
      </dgm:prSet>
      <dgm:spPr/>
    </dgm:pt>
    <dgm:pt modelId="{78BBBDC7-F37B-4363-B587-C324CB643E8E}" type="pres">
      <dgm:prSet presAssocID="{25B3DC90-35BC-4D1A-A516-2EEF8C4C483B}" presName="sibTrans" presStyleCnt="0"/>
      <dgm:spPr/>
    </dgm:pt>
    <dgm:pt modelId="{7A1B7BE0-D163-4B87-8148-20C22EE5FF7A}" type="pres">
      <dgm:prSet presAssocID="{CCCC9A57-5E29-4A11-82D2-242C6BDA98F2}" presName="compNode" presStyleCnt="0"/>
      <dgm:spPr/>
    </dgm:pt>
    <dgm:pt modelId="{F2F81B0F-8FC5-4528-8BA1-32A8A2256852}" type="pres">
      <dgm:prSet presAssocID="{CCCC9A57-5E29-4A11-82D2-242C6BDA98F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7DF3CB3-1C5E-4F20-A3C2-E19226E8AFA6}" type="pres">
      <dgm:prSet presAssocID="{CCCC9A57-5E29-4A11-82D2-242C6BDA98F2}" presName="spaceRect" presStyleCnt="0"/>
      <dgm:spPr/>
    </dgm:pt>
    <dgm:pt modelId="{1C03B5FB-78C9-4079-A042-A17F7CF901EB}" type="pres">
      <dgm:prSet presAssocID="{CCCC9A57-5E29-4A11-82D2-242C6BDA98F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BE9F73E-8502-45C1-A9F5-1D7D1775A9BF}" type="presOf" srcId="{CCCC9A57-5E29-4A11-82D2-242C6BDA98F2}" destId="{1C03B5FB-78C9-4079-A042-A17F7CF901EB}" srcOrd="0" destOrd="0" presId="urn:microsoft.com/office/officeart/2018/2/layout/IconLabelList"/>
    <dgm:cxn modelId="{4302996D-2651-4D5B-BF14-EC2022D8B156}" type="presOf" srcId="{E4109BA5-D7AE-459D-BD9F-F0DD3EA36132}" destId="{B07ECE1B-7BC1-4D09-9845-B8758D3F0282}" srcOrd="0" destOrd="0" presId="urn:microsoft.com/office/officeart/2018/2/layout/IconLabelList"/>
    <dgm:cxn modelId="{9EB5C983-B124-4EFF-BB25-0EE1BA13132B}" srcId="{E4109BA5-D7AE-459D-BD9F-F0DD3EA36132}" destId="{A5BFA1D9-0E0F-4961-A16D-40E834D5D5AF}" srcOrd="0" destOrd="0" parTransId="{4FA68789-8F69-4511-A9E4-5CB18B809EA3}" sibTransId="{25B3DC90-35BC-4D1A-A516-2EEF8C4C483B}"/>
    <dgm:cxn modelId="{4953169E-E7E0-45EA-9CCF-697708AFB085}" type="presOf" srcId="{A5BFA1D9-0E0F-4961-A16D-40E834D5D5AF}" destId="{2ECEEECB-C4B2-4CBB-BA0B-C4AC11B63DC4}" srcOrd="0" destOrd="0" presId="urn:microsoft.com/office/officeart/2018/2/layout/IconLabelList"/>
    <dgm:cxn modelId="{17C5F5D4-C6E6-456F-B35D-393295DD0B3E}" srcId="{E4109BA5-D7AE-459D-BD9F-F0DD3EA36132}" destId="{CCCC9A57-5E29-4A11-82D2-242C6BDA98F2}" srcOrd="1" destOrd="0" parTransId="{B16292E9-EC7E-494D-82C8-F20A7348BBC3}" sibTransId="{70189E57-9F89-4350-B089-BDEB767C5E50}"/>
    <dgm:cxn modelId="{D5E42D04-2331-44F9-88B4-301376787E5E}" type="presParOf" srcId="{B07ECE1B-7BC1-4D09-9845-B8758D3F0282}" destId="{41084915-1E6F-4FAA-8064-4322B63765D0}" srcOrd="0" destOrd="0" presId="urn:microsoft.com/office/officeart/2018/2/layout/IconLabelList"/>
    <dgm:cxn modelId="{87A4D839-ECC3-4F00-978B-75A01EDF1AD0}" type="presParOf" srcId="{41084915-1E6F-4FAA-8064-4322B63765D0}" destId="{1842586E-4BE5-4404-981C-DFC9EE6280B1}" srcOrd="0" destOrd="0" presId="urn:microsoft.com/office/officeart/2018/2/layout/IconLabelList"/>
    <dgm:cxn modelId="{73C85BF2-235A-4709-A8F0-48ECC2869BAA}" type="presParOf" srcId="{41084915-1E6F-4FAA-8064-4322B63765D0}" destId="{F9D5AF6F-A63B-4894-BE92-1364264D857B}" srcOrd="1" destOrd="0" presId="urn:microsoft.com/office/officeart/2018/2/layout/IconLabelList"/>
    <dgm:cxn modelId="{D3732699-C732-4D07-9EBF-605FC4BBAEA4}" type="presParOf" srcId="{41084915-1E6F-4FAA-8064-4322B63765D0}" destId="{2ECEEECB-C4B2-4CBB-BA0B-C4AC11B63DC4}" srcOrd="2" destOrd="0" presId="urn:microsoft.com/office/officeart/2018/2/layout/IconLabelList"/>
    <dgm:cxn modelId="{7D49F82B-3673-4008-8A48-91868CE91B63}" type="presParOf" srcId="{B07ECE1B-7BC1-4D09-9845-B8758D3F0282}" destId="{78BBBDC7-F37B-4363-B587-C324CB643E8E}" srcOrd="1" destOrd="0" presId="urn:microsoft.com/office/officeart/2018/2/layout/IconLabelList"/>
    <dgm:cxn modelId="{162E8DBD-568B-4E0C-A3B9-793189E1CCC2}" type="presParOf" srcId="{B07ECE1B-7BC1-4D09-9845-B8758D3F0282}" destId="{7A1B7BE0-D163-4B87-8148-20C22EE5FF7A}" srcOrd="2" destOrd="0" presId="urn:microsoft.com/office/officeart/2018/2/layout/IconLabelList"/>
    <dgm:cxn modelId="{64EBF594-3732-499D-917A-EEDF526C7331}" type="presParOf" srcId="{7A1B7BE0-D163-4B87-8148-20C22EE5FF7A}" destId="{F2F81B0F-8FC5-4528-8BA1-32A8A2256852}" srcOrd="0" destOrd="0" presId="urn:microsoft.com/office/officeart/2018/2/layout/IconLabelList"/>
    <dgm:cxn modelId="{1788E124-CF5D-48AE-B249-7F44281BB7A8}" type="presParOf" srcId="{7A1B7BE0-D163-4B87-8148-20C22EE5FF7A}" destId="{D7DF3CB3-1C5E-4F20-A3C2-E19226E8AFA6}" srcOrd="1" destOrd="0" presId="urn:microsoft.com/office/officeart/2018/2/layout/IconLabelList"/>
    <dgm:cxn modelId="{829784B7-1252-4DF9-93DB-37A2F70DFDEF}" type="presParOf" srcId="{7A1B7BE0-D163-4B87-8148-20C22EE5FF7A}" destId="{1C03B5FB-78C9-4079-A042-A17F7CF901E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1B58511-F495-4BDD-95E9-8709D2837E9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D774BD7-C6DA-4A8E-A71A-BA708259BC22}">
      <dgm:prSet/>
      <dgm:spPr/>
      <dgm:t>
        <a:bodyPr/>
        <a:lstStyle/>
        <a:p>
          <a:pPr>
            <a:defRPr cap="all"/>
          </a:pPr>
          <a:r>
            <a:rPr lang="en-US" b="0" i="0" baseline="0"/>
            <a:t>Hire the </a:t>
          </a:r>
          <a:r>
            <a:rPr lang="en-US" b="1" i="0" baseline="0"/>
            <a:t>right people</a:t>
          </a:r>
          <a:endParaRPr lang="en-US"/>
        </a:p>
      </dgm:t>
    </dgm:pt>
    <dgm:pt modelId="{5EA366E4-3CEC-4E46-87D2-18E3C0BCDEEB}" type="parTrans" cxnId="{43DE6677-966B-4358-8810-705052971A13}">
      <dgm:prSet/>
      <dgm:spPr/>
      <dgm:t>
        <a:bodyPr/>
        <a:lstStyle/>
        <a:p>
          <a:endParaRPr lang="en-US"/>
        </a:p>
      </dgm:t>
    </dgm:pt>
    <dgm:pt modelId="{D4F7166C-1FC3-4A84-BFC5-C320CF934CF5}" type="sibTrans" cxnId="{43DE6677-966B-4358-8810-705052971A13}">
      <dgm:prSet/>
      <dgm:spPr/>
      <dgm:t>
        <a:bodyPr/>
        <a:lstStyle/>
        <a:p>
          <a:endParaRPr lang="en-US"/>
        </a:p>
      </dgm:t>
    </dgm:pt>
    <dgm:pt modelId="{E29D4BD3-8065-49D6-90D1-893D4B250236}">
      <dgm:prSet/>
      <dgm:spPr/>
      <dgm:t>
        <a:bodyPr/>
        <a:lstStyle/>
        <a:p>
          <a:pPr>
            <a:defRPr cap="all"/>
          </a:pPr>
          <a:r>
            <a:rPr lang="en-US" b="0" i="0" baseline="0"/>
            <a:t>Improve employee performance</a:t>
          </a:r>
          <a:endParaRPr lang="en-US"/>
        </a:p>
      </dgm:t>
    </dgm:pt>
    <dgm:pt modelId="{58F8F2B8-7FA9-4296-8B7E-40C37FF4FD7D}" type="parTrans" cxnId="{6E5B2276-1D93-4D61-B1D4-7438527BF3EA}">
      <dgm:prSet/>
      <dgm:spPr/>
      <dgm:t>
        <a:bodyPr/>
        <a:lstStyle/>
        <a:p>
          <a:endParaRPr lang="en-US"/>
        </a:p>
      </dgm:t>
    </dgm:pt>
    <dgm:pt modelId="{0C1FFFD7-E2DF-472B-B5AA-634150D62E84}" type="sibTrans" cxnId="{6E5B2276-1D93-4D61-B1D4-7438527BF3EA}">
      <dgm:prSet/>
      <dgm:spPr/>
      <dgm:t>
        <a:bodyPr/>
        <a:lstStyle/>
        <a:p>
          <a:endParaRPr lang="en-US"/>
        </a:p>
      </dgm:t>
    </dgm:pt>
    <dgm:pt modelId="{59A5E905-3D39-4625-A24C-9137C5701198}">
      <dgm:prSet/>
      <dgm:spPr/>
      <dgm:t>
        <a:bodyPr/>
        <a:lstStyle/>
        <a:p>
          <a:pPr>
            <a:defRPr cap="all"/>
          </a:pPr>
          <a:r>
            <a:rPr lang="en-US" b="0" i="0" baseline="0"/>
            <a:t>Reduce employee turnover</a:t>
          </a:r>
          <a:endParaRPr lang="en-US"/>
        </a:p>
      </dgm:t>
    </dgm:pt>
    <dgm:pt modelId="{3BEED3E1-9069-4E3E-90C3-6D7689864C9E}" type="parTrans" cxnId="{DFFBB694-6C75-4EB8-B1B2-DF2F8EB06232}">
      <dgm:prSet/>
      <dgm:spPr/>
      <dgm:t>
        <a:bodyPr/>
        <a:lstStyle/>
        <a:p>
          <a:endParaRPr lang="en-US"/>
        </a:p>
      </dgm:t>
    </dgm:pt>
    <dgm:pt modelId="{E6AED10F-DE79-4D1D-9B90-C031D6056161}" type="sibTrans" cxnId="{DFFBB694-6C75-4EB8-B1B2-DF2F8EB06232}">
      <dgm:prSet/>
      <dgm:spPr/>
      <dgm:t>
        <a:bodyPr/>
        <a:lstStyle/>
        <a:p>
          <a:endParaRPr lang="en-US"/>
        </a:p>
      </dgm:t>
    </dgm:pt>
    <dgm:pt modelId="{F85C22E5-04D4-4DF0-B165-8EBFC424DD4B}">
      <dgm:prSet/>
      <dgm:spPr/>
      <dgm:t>
        <a:bodyPr/>
        <a:lstStyle/>
        <a:p>
          <a:pPr>
            <a:defRPr cap="all"/>
          </a:pPr>
          <a:r>
            <a:rPr lang="en-US" b="0" i="0" baseline="0"/>
            <a:t>Support company goals</a:t>
          </a:r>
          <a:endParaRPr lang="en-US"/>
        </a:p>
      </dgm:t>
    </dgm:pt>
    <dgm:pt modelId="{DA0BE415-EB78-407B-8F29-7D9BB09E553F}" type="parTrans" cxnId="{F1700BB3-A60D-489D-B2E6-9B58090F95C3}">
      <dgm:prSet/>
      <dgm:spPr/>
      <dgm:t>
        <a:bodyPr/>
        <a:lstStyle/>
        <a:p>
          <a:endParaRPr lang="en-US"/>
        </a:p>
      </dgm:t>
    </dgm:pt>
    <dgm:pt modelId="{F954444C-BCC8-43E3-87EB-2F12C05ACA70}" type="sibTrans" cxnId="{F1700BB3-A60D-489D-B2E6-9B58090F95C3}">
      <dgm:prSet/>
      <dgm:spPr/>
      <dgm:t>
        <a:bodyPr/>
        <a:lstStyle/>
        <a:p>
          <a:endParaRPr lang="en-US"/>
        </a:p>
      </dgm:t>
    </dgm:pt>
    <dgm:pt modelId="{6B88A013-2F55-4CD1-AAD4-1AAC58F36722}">
      <dgm:prSet/>
      <dgm:spPr/>
      <dgm:t>
        <a:bodyPr/>
        <a:lstStyle/>
        <a:p>
          <a:pPr>
            <a:defRPr cap="all"/>
          </a:pPr>
          <a:r>
            <a:rPr lang="en-US" b="0" i="0" baseline="0"/>
            <a:t>Reduce risks and mistakes</a:t>
          </a:r>
          <a:endParaRPr lang="en-US"/>
        </a:p>
      </dgm:t>
    </dgm:pt>
    <dgm:pt modelId="{D70531BB-8301-4A13-A545-3E1D1E36557D}" type="parTrans" cxnId="{B550CB23-6742-4885-92FD-D3CCF00BB3F9}">
      <dgm:prSet/>
      <dgm:spPr/>
      <dgm:t>
        <a:bodyPr/>
        <a:lstStyle/>
        <a:p>
          <a:endParaRPr lang="en-US"/>
        </a:p>
      </dgm:t>
    </dgm:pt>
    <dgm:pt modelId="{DFC953BD-F6BB-45C6-89DB-6A3662B947B9}" type="sibTrans" cxnId="{B550CB23-6742-4885-92FD-D3CCF00BB3F9}">
      <dgm:prSet/>
      <dgm:spPr/>
      <dgm:t>
        <a:bodyPr/>
        <a:lstStyle/>
        <a:p>
          <a:endParaRPr lang="en-US"/>
        </a:p>
      </dgm:t>
    </dgm:pt>
    <dgm:pt modelId="{2789142A-B5AD-42FB-8F42-21F7790BD055}" type="pres">
      <dgm:prSet presAssocID="{71B58511-F495-4BDD-95E9-8709D2837E91}" presName="root" presStyleCnt="0">
        <dgm:presLayoutVars>
          <dgm:dir/>
          <dgm:resizeHandles val="exact"/>
        </dgm:presLayoutVars>
      </dgm:prSet>
      <dgm:spPr/>
    </dgm:pt>
    <dgm:pt modelId="{243B0972-D9B9-4881-BE8C-769FCC939362}" type="pres">
      <dgm:prSet presAssocID="{1D774BD7-C6DA-4A8E-A71A-BA708259BC22}" presName="compNode" presStyleCnt="0"/>
      <dgm:spPr/>
    </dgm:pt>
    <dgm:pt modelId="{F5656A46-A416-4EA8-802C-07349120705E}" type="pres">
      <dgm:prSet presAssocID="{1D774BD7-C6DA-4A8E-A71A-BA708259BC22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397F2C7-0061-43E0-9C34-12A53EF4EFBE}" type="pres">
      <dgm:prSet presAssocID="{1D774BD7-C6DA-4A8E-A71A-BA708259BC2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9AA21422-B5A9-4EA9-AC66-FABC8C149F0D}" type="pres">
      <dgm:prSet presAssocID="{1D774BD7-C6DA-4A8E-A71A-BA708259BC22}" presName="spaceRect" presStyleCnt="0"/>
      <dgm:spPr/>
    </dgm:pt>
    <dgm:pt modelId="{2635A351-37B2-43E0-BE17-BF65824EBECE}" type="pres">
      <dgm:prSet presAssocID="{1D774BD7-C6DA-4A8E-A71A-BA708259BC22}" presName="textRect" presStyleLbl="revTx" presStyleIdx="0" presStyleCnt="5">
        <dgm:presLayoutVars>
          <dgm:chMax val="1"/>
          <dgm:chPref val="1"/>
        </dgm:presLayoutVars>
      </dgm:prSet>
      <dgm:spPr/>
    </dgm:pt>
    <dgm:pt modelId="{630DBF6A-8D36-4BD2-9ABB-4B0BA276BCF5}" type="pres">
      <dgm:prSet presAssocID="{D4F7166C-1FC3-4A84-BFC5-C320CF934CF5}" presName="sibTrans" presStyleCnt="0"/>
      <dgm:spPr/>
    </dgm:pt>
    <dgm:pt modelId="{B0489598-4BED-45F0-AEE4-6899B2794C4A}" type="pres">
      <dgm:prSet presAssocID="{E29D4BD3-8065-49D6-90D1-893D4B250236}" presName="compNode" presStyleCnt="0"/>
      <dgm:spPr/>
    </dgm:pt>
    <dgm:pt modelId="{47A640FD-6203-4710-BDAC-9A33A52E5030}" type="pres">
      <dgm:prSet presAssocID="{E29D4BD3-8065-49D6-90D1-893D4B250236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40304692-4915-4E1F-8A54-C0C4001D6A92}" type="pres">
      <dgm:prSet presAssocID="{E29D4BD3-8065-49D6-90D1-893D4B25023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C896A35-F929-43AD-BB33-126578B2C296}" type="pres">
      <dgm:prSet presAssocID="{E29D4BD3-8065-49D6-90D1-893D4B250236}" presName="spaceRect" presStyleCnt="0"/>
      <dgm:spPr/>
    </dgm:pt>
    <dgm:pt modelId="{7748625E-FC78-4C72-A1C9-B61781BC3933}" type="pres">
      <dgm:prSet presAssocID="{E29D4BD3-8065-49D6-90D1-893D4B250236}" presName="textRect" presStyleLbl="revTx" presStyleIdx="1" presStyleCnt="5">
        <dgm:presLayoutVars>
          <dgm:chMax val="1"/>
          <dgm:chPref val="1"/>
        </dgm:presLayoutVars>
      </dgm:prSet>
      <dgm:spPr/>
    </dgm:pt>
    <dgm:pt modelId="{44430113-106E-4E0F-8FD2-6BCCEF893114}" type="pres">
      <dgm:prSet presAssocID="{0C1FFFD7-E2DF-472B-B5AA-634150D62E84}" presName="sibTrans" presStyleCnt="0"/>
      <dgm:spPr/>
    </dgm:pt>
    <dgm:pt modelId="{95DBED27-4359-4679-8CA7-00B0DC567A7B}" type="pres">
      <dgm:prSet presAssocID="{59A5E905-3D39-4625-A24C-9137C5701198}" presName="compNode" presStyleCnt="0"/>
      <dgm:spPr/>
    </dgm:pt>
    <dgm:pt modelId="{7B309171-0DDD-43AA-A386-E82B85B36502}" type="pres">
      <dgm:prSet presAssocID="{59A5E905-3D39-4625-A24C-9137C5701198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666BC713-EE4C-4717-B722-1C31329C3CFC}" type="pres">
      <dgm:prSet presAssocID="{59A5E905-3D39-4625-A24C-9137C570119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EB5C92CF-B179-4AFF-83D5-0688C9066938}" type="pres">
      <dgm:prSet presAssocID="{59A5E905-3D39-4625-A24C-9137C5701198}" presName="spaceRect" presStyleCnt="0"/>
      <dgm:spPr/>
    </dgm:pt>
    <dgm:pt modelId="{48E0DCE5-E784-4E0A-8A61-13EA92B12877}" type="pres">
      <dgm:prSet presAssocID="{59A5E905-3D39-4625-A24C-9137C5701198}" presName="textRect" presStyleLbl="revTx" presStyleIdx="2" presStyleCnt="5">
        <dgm:presLayoutVars>
          <dgm:chMax val="1"/>
          <dgm:chPref val="1"/>
        </dgm:presLayoutVars>
      </dgm:prSet>
      <dgm:spPr/>
    </dgm:pt>
    <dgm:pt modelId="{6F18BD9B-758D-480D-A180-CA2AE24370F0}" type="pres">
      <dgm:prSet presAssocID="{E6AED10F-DE79-4D1D-9B90-C031D6056161}" presName="sibTrans" presStyleCnt="0"/>
      <dgm:spPr/>
    </dgm:pt>
    <dgm:pt modelId="{10062E47-F81F-4261-BA98-D1BDE44188AA}" type="pres">
      <dgm:prSet presAssocID="{F85C22E5-04D4-4DF0-B165-8EBFC424DD4B}" presName="compNode" presStyleCnt="0"/>
      <dgm:spPr/>
    </dgm:pt>
    <dgm:pt modelId="{95966950-1DD8-490B-ABC4-668B78FFD3CD}" type="pres">
      <dgm:prSet presAssocID="{F85C22E5-04D4-4DF0-B165-8EBFC424DD4B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A0EDC0E3-AA21-43F5-8449-6074A84F4356}" type="pres">
      <dgm:prSet presAssocID="{F85C22E5-04D4-4DF0-B165-8EBFC424DD4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53B8BF17-41D2-4408-A99A-226A3331AF4F}" type="pres">
      <dgm:prSet presAssocID="{F85C22E5-04D4-4DF0-B165-8EBFC424DD4B}" presName="spaceRect" presStyleCnt="0"/>
      <dgm:spPr/>
    </dgm:pt>
    <dgm:pt modelId="{7EA44A5C-714C-4B39-B11E-927C6DDE1C10}" type="pres">
      <dgm:prSet presAssocID="{F85C22E5-04D4-4DF0-B165-8EBFC424DD4B}" presName="textRect" presStyleLbl="revTx" presStyleIdx="3" presStyleCnt="5">
        <dgm:presLayoutVars>
          <dgm:chMax val="1"/>
          <dgm:chPref val="1"/>
        </dgm:presLayoutVars>
      </dgm:prSet>
      <dgm:spPr/>
    </dgm:pt>
    <dgm:pt modelId="{B7B20B40-E351-4301-9369-392ECAB9183C}" type="pres">
      <dgm:prSet presAssocID="{F954444C-BCC8-43E3-87EB-2F12C05ACA70}" presName="sibTrans" presStyleCnt="0"/>
      <dgm:spPr/>
    </dgm:pt>
    <dgm:pt modelId="{281C7D72-4AAA-4C22-ADDB-35A6975AF64E}" type="pres">
      <dgm:prSet presAssocID="{6B88A013-2F55-4CD1-AAD4-1AAC58F36722}" presName="compNode" presStyleCnt="0"/>
      <dgm:spPr/>
    </dgm:pt>
    <dgm:pt modelId="{6E3AAC33-321A-4DE1-9980-11765D9D75C4}" type="pres">
      <dgm:prSet presAssocID="{6B88A013-2F55-4CD1-AAD4-1AAC58F36722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1FD926E5-D233-43C4-8CA3-E5A62473244B}" type="pres">
      <dgm:prSet presAssocID="{6B88A013-2F55-4CD1-AAD4-1AAC58F3672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8B2F5317-B1E3-4F55-853E-A80095DD8079}" type="pres">
      <dgm:prSet presAssocID="{6B88A013-2F55-4CD1-AAD4-1AAC58F36722}" presName="spaceRect" presStyleCnt="0"/>
      <dgm:spPr/>
    </dgm:pt>
    <dgm:pt modelId="{9C2F7A05-02CE-4680-9276-8F5CBA1A5FC1}" type="pres">
      <dgm:prSet presAssocID="{6B88A013-2F55-4CD1-AAD4-1AAC58F3672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59AB41D-9B20-474E-94BE-71231CD2DB25}" type="presOf" srcId="{F85C22E5-04D4-4DF0-B165-8EBFC424DD4B}" destId="{7EA44A5C-714C-4B39-B11E-927C6DDE1C10}" srcOrd="0" destOrd="0" presId="urn:microsoft.com/office/officeart/2018/5/layout/IconLeafLabelList"/>
    <dgm:cxn modelId="{B550CB23-6742-4885-92FD-D3CCF00BB3F9}" srcId="{71B58511-F495-4BDD-95E9-8709D2837E91}" destId="{6B88A013-2F55-4CD1-AAD4-1AAC58F36722}" srcOrd="4" destOrd="0" parTransId="{D70531BB-8301-4A13-A545-3E1D1E36557D}" sibTransId="{DFC953BD-F6BB-45C6-89DB-6A3662B947B9}"/>
    <dgm:cxn modelId="{BEF5B529-56A0-4CD9-9CA6-FA8CD5F4F11A}" type="presOf" srcId="{6B88A013-2F55-4CD1-AAD4-1AAC58F36722}" destId="{9C2F7A05-02CE-4680-9276-8F5CBA1A5FC1}" srcOrd="0" destOrd="0" presId="urn:microsoft.com/office/officeart/2018/5/layout/IconLeafLabelList"/>
    <dgm:cxn modelId="{015DE75E-BCE5-4493-8987-97212E6BC0A6}" type="presOf" srcId="{59A5E905-3D39-4625-A24C-9137C5701198}" destId="{48E0DCE5-E784-4E0A-8A61-13EA92B12877}" srcOrd="0" destOrd="0" presId="urn:microsoft.com/office/officeart/2018/5/layout/IconLeafLabelList"/>
    <dgm:cxn modelId="{E7840A63-A75E-42A1-B114-372E5B44F5B6}" type="presOf" srcId="{E29D4BD3-8065-49D6-90D1-893D4B250236}" destId="{7748625E-FC78-4C72-A1C9-B61781BC3933}" srcOrd="0" destOrd="0" presId="urn:microsoft.com/office/officeart/2018/5/layout/IconLeafLabelList"/>
    <dgm:cxn modelId="{6E5B2276-1D93-4D61-B1D4-7438527BF3EA}" srcId="{71B58511-F495-4BDD-95E9-8709D2837E91}" destId="{E29D4BD3-8065-49D6-90D1-893D4B250236}" srcOrd="1" destOrd="0" parTransId="{58F8F2B8-7FA9-4296-8B7E-40C37FF4FD7D}" sibTransId="{0C1FFFD7-E2DF-472B-B5AA-634150D62E84}"/>
    <dgm:cxn modelId="{43DE6677-966B-4358-8810-705052971A13}" srcId="{71B58511-F495-4BDD-95E9-8709D2837E91}" destId="{1D774BD7-C6DA-4A8E-A71A-BA708259BC22}" srcOrd="0" destOrd="0" parTransId="{5EA366E4-3CEC-4E46-87D2-18E3C0BCDEEB}" sibTransId="{D4F7166C-1FC3-4A84-BFC5-C320CF934CF5}"/>
    <dgm:cxn modelId="{DDC95494-EA8A-4D90-AC51-582907C2C87B}" type="presOf" srcId="{1D774BD7-C6DA-4A8E-A71A-BA708259BC22}" destId="{2635A351-37B2-43E0-BE17-BF65824EBECE}" srcOrd="0" destOrd="0" presId="urn:microsoft.com/office/officeart/2018/5/layout/IconLeafLabelList"/>
    <dgm:cxn modelId="{DFFBB694-6C75-4EB8-B1B2-DF2F8EB06232}" srcId="{71B58511-F495-4BDD-95E9-8709D2837E91}" destId="{59A5E905-3D39-4625-A24C-9137C5701198}" srcOrd="2" destOrd="0" parTransId="{3BEED3E1-9069-4E3E-90C3-6D7689864C9E}" sibTransId="{E6AED10F-DE79-4D1D-9B90-C031D6056161}"/>
    <dgm:cxn modelId="{F1700BB3-A60D-489D-B2E6-9B58090F95C3}" srcId="{71B58511-F495-4BDD-95E9-8709D2837E91}" destId="{F85C22E5-04D4-4DF0-B165-8EBFC424DD4B}" srcOrd="3" destOrd="0" parTransId="{DA0BE415-EB78-407B-8F29-7D9BB09E553F}" sibTransId="{F954444C-BCC8-43E3-87EB-2F12C05ACA70}"/>
    <dgm:cxn modelId="{DB6E96FC-F9C9-4140-AF77-4D7B1D68C42F}" type="presOf" srcId="{71B58511-F495-4BDD-95E9-8709D2837E91}" destId="{2789142A-B5AD-42FB-8F42-21F7790BD055}" srcOrd="0" destOrd="0" presId="urn:microsoft.com/office/officeart/2018/5/layout/IconLeafLabelList"/>
    <dgm:cxn modelId="{115BA869-DBC8-4587-800C-6683410E87F2}" type="presParOf" srcId="{2789142A-B5AD-42FB-8F42-21F7790BD055}" destId="{243B0972-D9B9-4881-BE8C-769FCC939362}" srcOrd="0" destOrd="0" presId="urn:microsoft.com/office/officeart/2018/5/layout/IconLeafLabelList"/>
    <dgm:cxn modelId="{2C2EBE18-B512-4877-AC7D-C31AE9FC9D6E}" type="presParOf" srcId="{243B0972-D9B9-4881-BE8C-769FCC939362}" destId="{F5656A46-A416-4EA8-802C-07349120705E}" srcOrd="0" destOrd="0" presId="urn:microsoft.com/office/officeart/2018/5/layout/IconLeafLabelList"/>
    <dgm:cxn modelId="{EEDD747E-E76C-4E3E-AFD0-8A9345C25E5E}" type="presParOf" srcId="{243B0972-D9B9-4881-BE8C-769FCC939362}" destId="{7397F2C7-0061-43E0-9C34-12A53EF4EFBE}" srcOrd="1" destOrd="0" presId="urn:microsoft.com/office/officeart/2018/5/layout/IconLeafLabelList"/>
    <dgm:cxn modelId="{ED83A666-E536-4480-9FB3-ABCFD7F43A2C}" type="presParOf" srcId="{243B0972-D9B9-4881-BE8C-769FCC939362}" destId="{9AA21422-B5A9-4EA9-AC66-FABC8C149F0D}" srcOrd="2" destOrd="0" presId="urn:microsoft.com/office/officeart/2018/5/layout/IconLeafLabelList"/>
    <dgm:cxn modelId="{6822E3C6-1AF5-4720-B50A-66D6851B01EE}" type="presParOf" srcId="{243B0972-D9B9-4881-BE8C-769FCC939362}" destId="{2635A351-37B2-43E0-BE17-BF65824EBECE}" srcOrd="3" destOrd="0" presId="urn:microsoft.com/office/officeart/2018/5/layout/IconLeafLabelList"/>
    <dgm:cxn modelId="{4505A907-DED0-4313-B50B-229B7F9EBFAB}" type="presParOf" srcId="{2789142A-B5AD-42FB-8F42-21F7790BD055}" destId="{630DBF6A-8D36-4BD2-9ABB-4B0BA276BCF5}" srcOrd="1" destOrd="0" presId="urn:microsoft.com/office/officeart/2018/5/layout/IconLeafLabelList"/>
    <dgm:cxn modelId="{F55AD4AE-5E67-49C7-A2FC-893E71D969F2}" type="presParOf" srcId="{2789142A-B5AD-42FB-8F42-21F7790BD055}" destId="{B0489598-4BED-45F0-AEE4-6899B2794C4A}" srcOrd="2" destOrd="0" presId="urn:microsoft.com/office/officeart/2018/5/layout/IconLeafLabelList"/>
    <dgm:cxn modelId="{03777940-4091-4CFD-89DA-DF048EB96320}" type="presParOf" srcId="{B0489598-4BED-45F0-AEE4-6899B2794C4A}" destId="{47A640FD-6203-4710-BDAC-9A33A52E5030}" srcOrd="0" destOrd="0" presId="urn:microsoft.com/office/officeart/2018/5/layout/IconLeafLabelList"/>
    <dgm:cxn modelId="{1E57FCA4-0113-4C74-BE85-E75FFBB4F794}" type="presParOf" srcId="{B0489598-4BED-45F0-AEE4-6899B2794C4A}" destId="{40304692-4915-4E1F-8A54-C0C4001D6A92}" srcOrd="1" destOrd="0" presId="urn:microsoft.com/office/officeart/2018/5/layout/IconLeafLabelList"/>
    <dgm:cxn modelId="{E18428AD-EE9C-4669-9B69-E804C6C957A4}" type="presParOf" srcId="{B0489598-4BED-45F0-AEE4-6899B2794C4A}" destId="{EC896A35-F929-43AD-BB33-126578B2C296}" srcOrd="2" destOrd="0" presId="urn:microsoft.com/office/officeart/2018/5/layout/IconLeafLabelList"/>
    <dgm:cxn modelId="{BA659B50-7C03-4D03-99DC-2CF6DA7966EB}" type="presParOf" srcId="{B0489598-4BED-45F0-AEE4-6899B2794C4A}" destId="{7748625E-FC78-4C72-A1C9-B61781BC3933}" srcOrd="3" destOrd="0" presId="urn:microsoft.com/office/officeart/2018/5/layout/IconLeafLabelList"/>
    <dgm:cxn modelId="{05133F46-9EC5-4474-96F1-B7EF364A35AA}" type="presParOf" srcId="{2789142A-B5AD-42FB-8F42-21F7790BD055}" destId="{44430113-106E-4E0F-8FD2-6BCCEF893114}" srcOrd="3" destOrd="0" presId="urn:microsoft.com/office/officeart/2018/5/layout/IconLeafLabelList"/>
    <dgm:cxn modelId="{654CE2D6-00BD-4CDF-8623-F553C495E3D8}" type="presParOf" srcId="{2789142A-B5AD-42FB-8F42-21F7790BD055}" destId="{95DBED27-4359-4679-8CA7-00B0DC567A7B}" srcOrd="4" destOrd="0" presId="urn:microsoft.com/office/officeart/2018/5/layout/IconLeafLabelList"/>
    <dgm:cxn modelId="{551A7AF2-4571-4A7D-8CFD-19B83368B096}" type="presParOf" srcId="{95DBED27-4359-4679-8CA7-00B0DC567A7B}" destId="{7B309171-0DDD-43AA-A386-E82B85B36502}" srcOrd="0" destOrd="0" presId="urn:microsoft.com/office/officeart/2018/5/layout/IconLeafLabelList"/>
    <dgm:cxn modelId="{B6C63F32-94C2-4316-AD81-90B9C7CA74A5}" type="presParOf" srcId="{95DBED27-4359-4679-8CA7-00B0DC567A7B}" destId="{666BC713-EE4C-4717-B722-1C31329C3CFC}" srcOrd="1" destOrd="0" presId="urn:microsoft.com/office/officeart/2018/5/layout/IconLeafLabelList"/>
    <dgm:cxn modelId="{7D18DDD1-A407-414B-9F23-824F538BD902}" type="presParOf" srcId="{95DBED27-4359-4679-8CA7-00B0DC567A7B}" destId="{EB5C92CF-B179-4AFF-83D5-0688C9066938}" srcOrd="2" destOrd="0" presId="urn:microsoft.com/office/officeart/2018/5/layout/IconLeafLabelList"/>
    <dgm:cxn modelId="{484E2987-113B-4BA6-8787-C917323F3D21}" type="presParOf" srcId="{95DBED27-4359-4679-8CA7-00B0DC567A7B}" destId="{48E0DCE5-E784-4E0A-8A61-13EA92B12877}" srcOrd="3" destOrd="0" presId="urn:microsoft.com/office/officeart/2018/5/layout/IconLeafLabelList"/>
    <dgm:cxn modelId="{B8923C25-CD4C-4E46-876C-33B2A3E53879}" type="presParOf" srcId="{2789142A-B5AD-42FB-8F42-21F7790BD055}" destId="{6F18BD9B-758D-480D-A180-CA2AE24370F0}" srcOrd="5" destOrd="0" presId="urn:microsoft.com/office/officeart/2018/5/layout/IconLeafLabelList"/>
    <dgm:cxn modelId="{E63A5C4B-DC86-44A6-AAE4-5134254949F2}" type="presParOf" srcId="{2789142A-B5AD-42FB-8F42-21F7790BD055}" destId="{10062E47-F81F-4261-BA98-D1BDE44188AA}" srcOrd="6" destOrd="0" presId="urn:microsoft.com/office/officeart/2018/5/layout/IconLeafLabelList"/>
    <dgm:cxn modelId="{F8EFBC21-B089-4C63-B05D-EAECD455736D}" type="presParOf" srcId="{10062E47-F81F-4261-BA98-D1BDE44188AA}" destId="{95966950-1DD8-490B-ABC4-668B78FFD3CD}" srcOrd="0" destOrd="0" presId="urn:microsoft.com/office/officeart/2018/5/layout/IconLeafLabelList"/>
    <dgm:cxn modelId="{1B27940D-E939-482B-9E17-FE261D2BEDF7}" type="presParOf" srcId="{10062E47-F81F-4261-BA98-D1BDE44188AA}" destId="{A0EDC0E3-AA21-43F5-8449-6074A84F4356}" srcOrd="1" destOrd="0" presId="urn:microsoft.com/office/officeart/2018/5/layout/IconLeafLabelList"/>
    <dgm:cxn modelId="{15EE986D-635B-48D9-B5CD-3B37D5DDC6C8}" type="presParOf" srcId="{10062E47-F81F-4261-BA98-D1BDE44188AA}" destId="{53B8BF17-41D2-4408-A99A-226A3331AF4F}" srcOrd="2" destOrd="0" presId="urn:microsoft.com/office/officeart/2018/5/layout/IconLeafLabelList"/>
    <dgm:cxn modelId="{C23D4856-7ADE-4DB0-838C-82AF4BC432B3}" type="presParOf" srcId="{10062E47-F81F-4261-BA98-D1BDE44188AA}" destId="{7EA44A5C-714C-4B39-B11E-927C6DDE1C10}" srcOrd="3" destOrd="0" presId="urn:microsoft.com/office/officeart/2018/5/layout/IconLeafLabelList"/>
    <dgm:cxn modelId="{7ED415AB-1DC1-4002-8047-962DCE339BD8}" type="presParOf" srcId="{2789142A-B5AD-42FB-8F42-21F7790BD055}" destId="{B7B20B40-E351-4301-9369-392ECAB9183C}" srcOrd="7" destOrd="0" presId="urn:microsoft.com/office/officeart/2018/5/layout/IconLeafLabelList"/>
    <dgm:cxn modelId="{BD660ECD-84A0-4120-ACAC-FDF23F85BE35}" type="presParOf" srcId="{2789142A-B5AD-42FB-8F42-21F7790BD055}" destId="{281C7D72-4AAA-4C22-ADDB-35A6975AF64E}" srcOrd="8" destOrd="0" presId="urn:microsoft.com/office/officeart/2018/5/layout/IconLeafLabelList"/>
    <dgm:cxn modelId="{632AA647-B1EE-4520-93DC-7924CC24CFFD}" type="presParOf" srcId="{281C7D72-4AAA-4C22-ADDB-35A6975AF64E}" destId="{6E3AAC33-321A-4DE1-9980-11765D9D75C4}" srcOrd="0" destOrd="0" presId="urn:microsoft.com/office/officeart/2018/5/layout/IconLeafLabelList"/>
    <dgm:cxn modelId="{FF13CA0E-B039-44B8-A6FD-CF16AFCFCAEE}" type="presParOf" srcId="{281C7D72-4AAA-4C22-ADDB-35A6975AF64E}" destId="{1FD926E5-D233-43C4-8CA3-E5A62473244B}" srcOrd="1" destOrd="0" presId="urn:microsoft.com/office/officeart/2018/5/layout/IconLeafLabelList"/>
    <dgm:cxn modelId="{89AC5969-409F-4B9D-B0F7-7B19C40A9365}" type="presParOf" srcId="{281C7D72-4AAA-4C22-ADDB-35A6975AF64E}" destId="{8B2F5317-B1E3-4F55-853E-A80095DD8079}" srcOrd="2" destOrd="0" presId="urn:microsoft.com/office/officeart/2018/5/layout/IconLeafLabelList"/>
    <dgm:cxn modelId="{C3EEF20C-1496-4AB9-A385-48BC8A869D76}" type="presParOf" srcId="{281C7D72-4AAA-4C22-ADDB-35A6975AF64E}" destId="{9C2F7A05-02CE-4680-9276-8F5CBA1A5FC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8194F4F-32D7-4E21-9F61-6493673BE423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EBB66A9-3D83-4400-9C9A-1FCB56E29246}">
      <dgm:prSet/>
      <dgm:spPr/>
      <dgm:t>
        <a:bodyPr/>
        <a:lstStyle/>
        <a:p>
          <a:r>
            <a:rPr lang="en-US"/>
            <a:t>Define</a:t>
          </a:r>
        </a:p>
      </dgm:t>
    </dgm:pt>
    <dgm:pt modelId="{30AB13D9-D2A3-4CD8-BA13-3207CF04AFCE}" type="parTrans" cxnId="{CD37F1DB-8085-4B56-8BD5-BDEAD6400C5B}">
      <dgm:prSet/>
      <dgm:spPr/>
      <dgm:t>
        <a:bodyPr/>
        <a:lstStyle/>
        <a:p>
          <a:endParaRPr lang="en-US"/>
        </a:p>
      </dgm:t>
    </dgm:pt>
    <dgm:pt modelId="{41F28E1A-E33F-4951-A289-C98CC28CEC82}" type="sibTrans" cxnId="{CD37F1DB-8085-4B56-8BD5-BDEAD6400C5B}">
      <dgm:prSet/>
      <dgm:spPr/>
      <dgm:t>
        <a:bodyPr/>
        <a:lstStyle/>
        <a:p>
          <a:endParaRPr lang="en-US"/>
        </a:p>
      </dgm:t>
    </dgm:pt>
    <dgm:pt modelId="{D1E456EC-0D88-4A6E-A497-4349428D85F8}">
      <dgm:prSet/>
      <dgm:spPr/>
      <dgm:t>
        <a:bodyPr/>
        <a:lstStyle/>
        <a:p>
          <a:r>
            <a:rPr lang="en-US"/>
            <a:t>Define the problem (e.g., high employee turnover)</a:t>
          </a:r>
        </a:p>
      </dgm:t>
    </dgm:pt>
    <dgm:pt modelId="{F9AB558B-B80F-434C-821A-4DFCF9BE2726}" type="parTrans" cxnId="{4B711B3E-635B-4A28-9BBE-BAFFC4581286}">
      <dgm:prSet/>
      <dgm:spPr/>
      <dgm:t>
        <a:bodyPr/>
        <a:lstStyle/>
        <a:p>
          <a:endParaRPr lang="en-US"/>
        </a:p>
      </dgm:t>
    </dgm:pt>
    <dgm:pt modelId="{67124E4E-E7E0-432A-A092-6181AA0EA61B}" type="sibTrans" cxnId="{4B711B3E-635B-4A28-9BBE-BAFFC4581286}">
      <dgm:prSet/>
      <dgm:spPr/>
      <dgm:t>
        <a:bodyPr/>
        <a:lstStyle/>
        <a:p>
          <a:endParaRPr lang="en-US"/>
        </a:p>
      </dgm:t>
    </dgm:pt>
    <dgm:pt modelId="{A9B3AE49-2E59-4E00-AA18-6FAF89E1C3C3}">
      <dgm:prSet/>
      <dgm:spPr/>
      <dgm:t>
        <a:bodyPr/>
        <a:lstStyle/>
        <a:p>
          <a:r>
            <a:rPr lang="en-US"/>
            <a:t>Collect</a:t>
          </a:r>
        </a:p>
      </dgm:t>
    </dgm:pt>
    <dgm:pt modelId="{A6CDFEF2-E849-4EEB-8956-826BDF3000AE}" type="parTrans" cxnId="{CE017CCC-BB96-4DCE-AAF9-C7F27F6FA6A7}">
      <dgm:prSet/>
      <dgm:spPr/>
      <dgm:t>
        <a:bodyPr/>
        <a:lstStyle/>
        <a:p>
          <a:endParaRPr lang="en-US"/>
        </a:p>
      </dgm:t>
    </dgm:pt>
    <dgm:pt modelId="{ED6E7C14-C1FA-4089-A501-664C9B24F37F}" type="sibTrans" cxnId="{CE017CCC-BB96-4DCE-AAF9-C7F27F6FA6A7}">
      <dgm:prSet/>
      <dgm:spPr/>
      <dgm:t>
        <a:bodyPr/>
        <a:lstStyle/>
        <a:p>
          <a:endParaRPr lang="en-US"/>
        </a:p>
      </dgm:t>
    </dgm:pt>
    <dgm:pt modelId="{0887E32D-D0ED-41AB-905C-4299AFAD716B}">
      <dgm:prSet/>
      <dgm:spPr/>
      <dgm:t>
        <a:bodyPr/>
        <a:lstStyle/>
        <a:p>
          <a:r>
            <a:rPr lang="en-US"/>
            <a:t>Collect data (performance, surveys, costs)</a:t>
          </a:r>
        </a:p>
      </dgm:t>
    </dgm:pt>
    <dgm:pt modelId="{E3BB26CC-CDF1-469A-A81E-1C30CFF11EC6}" type="parTrans" cxnId="{A7CC4CB4-53AB-48D5-983C-4352123CD289}">
      <dgm:prSet/>
      <dgm:spPr/>
      <dgm:t>
        <a:bodyPr/>
        <a:lstStyle/>
        <a:p>
          <a:endParaRPr lang="en-US"/>
        </a:p>
      </dgm:t>
    </dgm:pt>
    <dgm:pt modelId="{B5ECD19C-49EC-4A3B-B74B-041D008C24D3}" type="sibTrans" cxnId="{A7CC4CB4-53AB-48D5-983C-4352123CD289}">
      <dgm:prSet/>
      <dgm:spPr/>
      <dgm:t>
        <a:bodyPr/>
        <a:lstStyle/>
        <a:p>
          <a:endParaRPr lang="en-US"/>
        </a:p>
      </dgm:t>
    </dgm:pt>
    <dgm:pt modelId="{82C8C84B-B1CE-43CD-9010-048813E0A4D0}">
      <dgm:prSet/>
      <dgm:spPr/>
      <dgm:t>
        <a:bodyPr/>
        <a:lstStyle/>
        <a:p>
          <a:r>
            <a:rPr lang="en-US"/>
            <a:t>Analyze</a:t>
          </a:r>
        </a:p>
      </dgm:t>
    </dgm:pt>
    <dgm:pt modelId="{2CFBA5B5-2AD6-469C-A2D6-3DCA8360BC3A}" type="parTrans" cxnId="{CEAB3CEE-CB0C-48BE-991F-33FD4AA428EF}">
      <dgm:prSet/>
      <dgm:spPr/>
      <dgm:t>
        <a:bodyPr/>
        <a:lstStyle/>
        <a:p>
          <a:endParaRPr lang="en-US"/>
        </a:p>
      </dgm:t>
    </dgm:pt>
    <dgm:pt modelId="{4B3ED729-5A7B-4FBE-834E-A8669D6B3B80}" type="sibTrans" cxnId="{CEAB3CEE-CB0C-48BE-991F-33FD4AA428EF}">
      <dgm:prSet/>
      <dgm:spPr/>
      <dgm:t>
        <a:bodyPr/>
        <a:lstStyle/>
        <a:p>
          <a:endParaRPr lang="en-US"/>
        </a:p>
      </dgm:t>
    </dgm:pt>
    <dgm:pt modelId="{2305131E-628B-49D6-9B97-515B1C45E686}">
      <dgm:prSet/>
      <dgm:spPr/>
      <dgm:t>
        <a:bodyPr/>
        <a:lstStyle/>
        <a:p>
          <a:r>
            <a:rPr lang="en-US"/>
            <a:t>Analyze patterns</a:t>
          </a:r>
        </a:p>
      </dgm:t>
    </dgm:pt>
    <dgm:pt modelId="{7B13750E-1B41-426B-94E7-CA1619847ED5}" type="parTrans" cxnId="{54DA3414-4A79-4278-B49F-A1F1269ABD11}">
      <dgm:prSet/>
      <dgm:spPr/>
      <dgm:t>
        <a:bodyPr/>
        <a:lstStyle/>
        <a:p>
          <a:endParaRPr lang="en-US"/>
        </a:p>
      </dgm:t>
    </dgm:pt>
    <dgm:pt modelId="{E02D8A39-957D-4134-9A5D-0596714F2EAD}" type="sibTrans" cxnId="{54DA3414-4A79-4278-B49F-A1F1269ABD11}">
      <dgm:prSet/>
      <dgm:spPr/>
      <dgm:t>
        <a:bodyPr/>
        <a:lstStyle/>
        <a:p>
          <a:endParaRPr lang="en-US"/>
        </a:p>
      </dgm:t>
    </dgm:pt>
    <dgm:pt modelId="{952B8C87-4A5E-4F7F-90E2-DD33B8201692}">
      <dgm:prSet/>
      <dgm:spPr/>
      <dgm:t>
        <a:bodyPr/>
        <a:lstStyle/>
        <a:p>
          <a:r>
            <a:rPr lang="en-US"/>
            <a:t>Compare</a:t>
          </a:r>
        </a:p>
      </dgm:t>
    </dgm:pt>
    <dgm:pt modelId="{10CC6478-A08B-4B36-A5EE-2E29CE900076}" type="parTrans" cxnId="{92411E71-25A8-4056-BD4A-2DC0C514C80B}">
      <dgm:prSet/>
      <dgm:spPr/>
      <dgm:t>
        <a:bodyPr/>
        <a:lstStyle/>
        <a:p>
          <a:endParaRPr lang="en-US"/>
        </a:p>
      </dgm:t>
    </dgm:pt>
    <dgm:pt modelId="{C6047502-FBC6-4F18-8DBA-C999C807C308}" type="sibTrans" cxnId="{92411E71-25A8-4056-BD4A-2DC0C514C80B}">
      <dgm:prSet/>
      <dgm:spPr/>
      <dgm:t>
        <a:bodyPr/>
        <a:lstStyle/>
        <a:p>
          <a:endParaRPr lang="en-US"/>
        </a:p>
      </dgm:t>
    </dgm:pt>
    <dgm:pt modelId="{50552DBA-8D8F-4010-B844-55BE577F2B4C}">
      <dgm:prSet/>
      <dgm:spPr/>
      <dgm:t>
        <a:bodyPr/>
        <a:lstStyle/>
        <a:p>
          <a:r>
            <a:rPr lang="en-US"/>
            <a:t>Compare with past data or benchmarks</a:t>
          </a:r>
        </a:p>
      </dgm:t>
    </dgm:pt>
    <dgm:pt modelId="{EBE9CBC4-A1F0-4BC9-AFBE-EF9E17C81F8C}" type="parTrans" cxnId="{A93FC545-60E9-484B-9921-24272DAB9669}">
      <dgm:prSet/>
      <dgm:spPr/>
      <dgm:t>
        <a:bodyPr/>
        <a:lstStyle/>
        <a:p>
          <a:endParaRPr lang="en-US"/>
        </a:p>
      </dgm:t>
    </dgm:pt>
    <dgm:pt modelId="{BFB28012-4A79-4F82-92B1-D51F611BED64}" type="sibTrans" cxnId="{A93FC545-60E9-484B-9921-24272DAB9669}">
      <dgm:prSet/>
      <dgm:spPr/>
      <dgm:t>
        <a:bodyPr/>
        <a:lstStyle/>
        <a:p>
          <a:endParaRPr lang="en-US"/>
        </a:p>
      </dgm:t>
    </dgm:pt>
    <dgm:pt modelId="{EBA736A6-1415-43A5-A747-F759263A19FE}">
      <dgm:prSet/>
      <dgm:spPr/>
      <dgm:t>
        <a:bodyPr/>
        <a:lstStyle/>
        <a:p>
          <a:r>
            <a:rPr lang="en-US"/>
            <a:t>Use</a:t>
          </a:r>
        </a:p>
      </dgm:t>
    </dgm:pt>
    <dgm:pt modelId="{D04C6F07-9A17-4B21-88C6-32CC09C0E508}" type="parTrans" cxnId="{263BAAB4-F709-48D5-AF8C-84FC8C88BE94}">
      <dgm:prSet/>
      <dgm:spPr/>
      <dgm:t>
        <a:bodyPr/>
        <a:lstStyle/>
        <a:p>
          <a:endParaRPr lang="en-US"/>
        </a:p>
      </dgm:t>
    </dgm:pt>
    <dgm:pt modelId="{676A82D1-379A-4458-AC6C-9E4248E987A5}" type="sibTrans" cxnId="{263BAAB4-F709-48D5-AF8C-84FC8C88BE94}">
      <dgm:prSet/>
      <dgm:spPr/>
      <dgm:t>
        <a:bodyPr/>
        <a:lstStyle/>
        <a:p>
          <a:endParaRPr lang="en-US"/>
        </a:p>
      </dgm:t>
    </dgm:pt>
    <dgm:pt modelId="{3F92F013-7E32-4FED-81B8-1A690D8F20D7}">
      <dgm:prSet/>
      <dgm:spPr/>
      <dgm:t>
        <a:bodyPr/>
        <a:lstStyle/>
        <a:p>
          <a:r>
            <a:rPr lang="en-US"/>
            <a:t>Use human judgment</a:t>
          </a:r>
        </a:p>
      </dgm:t>
    </dgm:pt>
    <dgm:pt modelId="{232AABE5-E005-421B-93FE-68C73D062B48}" type="parTrans" cxnId="{288CFC72-F16B-4F0C-840D-96D914A7D7CA}">
      <dgm:prSet/>
      <dgm:spPr/>
      <dgm:t>
        <a:bodyPr/>
        <a:lstStyle/>
        <a:p>
          <a:endParaRPr lang="en-US"/>
        </a:p>
      </dgm:t>
    </dgm:pt>
    <dgm:pt modelId="{7B85181A-CA81-4281-BAC4-10A73A984F71}" type="sibTrans" cxnId="{288CFC72-F16B-4F0C-840D-96D914A7D7CA}">
      <dgm:prSet/>
      <dgm:spPr/>
      <dgm:t>
        <a:bodyPr/>
        <a:lstStyle/>
        <a:p>
          <a:endParaRPr lang="en-US"/>
        </a:p>
      </dgm:t>
    </dgm:pt>
    <dgm:pt modelId="{2C4A2C13-7BF7-4693-9D56-B70DCF8D5674}">
      <dgm:prSet/>
      <dgm:spPr/>
      <dgm:t>
        <a:bodyPr/>
        <a:lstStyle/>
        <a:p>
          <a:r>
            <a:rPr lang="en-US"/>
            <a:t>Take</a:t>
          </a:r>
        </a:p>
      </dgm:t>
    </dgm:pt>
    <dgm:pt modelId="{DB2F7CC3-B682-49A3-9636-45A030CA4236}" type="parTrans" cxnId="{5B3C05AD-57AF-4B07-89D2-E2CD1A738CEE}">
      <dgm:prSet/>
      <dgm:spPr/>
      <dgm:t>
        <a:bodyPr/>
        <a:lstStyle/>
        <a:p>
          <a:endParaRPr lang="en-US"/>
        </a:p>
      </dgm:t>
    </dgm:pt>
    <dgm:pt modelId="{5004EFD0-3424-4DEC-8FB7-812066265A98}" type="sibTrans" cxnId="{5B3C05AD-57AF-4B07-89D2-E2CD1A738CEE}">
      <dgm:prSet/>
      <dgm:spPr/>
      <dgm:t>
        <a:bodyPr/>
        <a:lstStyle/>
        <a:p>
          <a:endParaRPr lang="en-US"/>
        </a:p>
      </dgm:t>
    </dgm:pt>
    <dgm:pt modelId="{06125E78-5C04-496A-B1A3-637D41DFBD18}">
      <dgm:prSet/>
      <dgm:spPr/>
      <dgm:t>
        <a:bodyPr/>
        <a:lstStyle/>
        <a:p>
          <a:r>
            <a:rPr lang="en-US"/>
            <a:t>Take action and monitor results</a:t>
          </a:r>
        </a:p>
      </dgm:t>
    </dgm:pt>
    <dgm:pt modelId="{26CB4E04-E95D-4E3B-ACD5-6C976DC52CA8}" type="parTrans" cxnId="{D79AC511-1F62-4E49-B817-0F8300584930}">
      <dgm:prSet/>
      <dgm:spPr/>
      <dgm:t>
        <a:bodyPr/>
        <a:lstStyle/>
        <a:p>
          <a:endParaRPr lang="en-US"/>
        </a:p>
      </dgm:t>
    </dgm:pt>
    <dgm:pt modelId="{D8D2A520-7EF8-4378-A68C-A500F7AFFB05}" type="sibTrans" cxnId="{D79AC511-1F62-4E49-B817-0F8300584930}">
      <dgm:prSet/>
      <dgm:spPr/>
      <dgm:t>
        <a:bodyPr/>
        <a:lstStyle/>
        <a:p>
          <a:endParaRPr lang="en-US"/>
        </a:p>
      </dgm:t>
    </dgm:pt>
    <dgm:pt modelId="{568E1079-873E-4739-A05E-764AA73F5170}" type="pres">
      <dgm:prSet presAssocID="{F8194F4F-32D7-4E21-9F61-6493673BE423}" presName="Name0" presStyleCnt="0">
        <dgm:presLayoutVars>
          <dgm:dir/>
          <dgm:animLvl val="lvl"/>
          <dgm:resizeHandles val="exact"/>
        </dgm:presLayoutVars>
      </dgm:prSet>
      <dgm:spPr/>
    </dgm:pt>
    <dgm:pt modelId="{6730484C-7895-47E2-BF0C-4A475ED568FE}" type="pres">
      <dgm:prSet presAssocID="{2C4A2C13-7BF7-4693-9D56-B70DCF8D5674}" presName="boxAndChildren" presStyleCnt="0"/>
      <dgm:spPr/>
    </dgm:pt>
    <dgm:pt modelId="{9C15293F-BD18-41AE-9FC5-CAA3AC8C8405}" type="pres">
      <dgm:prSet presAssocID="{2C4A2C13-7BF7-4693-9D56-B70DCF8D5674}" presName="parentTextBox" presStyleLbl="alignNode1" presStyleIdx="0" presStyleCnt="6"/>
      <dgm:spPr/>
    </dgm:pt>
    <dgm:pt modelId="{9147DEF9-DC71-42D5-A452-0EBBDBE88B7E}" type="pres">
      <dgm:prSet presAssocID="{2C4A2C13-7BF7-4693-9D56-B70DCF8D5674}" presName="descendantBox" presStyleLbl="bgAccFollowNode1" presStyleIdx="0" presStyleCnt="6"/>
      <dgm:spPr/>
    </dgm:pt>
    <dgm:pt modelId="{D51F4324-BD57-4800-B80B-0CAEC8DFE523}" type="pres">
      <dgm:prSet presAssocID="{676A82D1-379A-4458-AC6C-9E4248E987A5}" presName="sp" presStyleCnt="0"/>
      <dgm:spPr/>
    </dgm:pt>
    <dgm:pt modelId="{55D5E208-72A4-48C6-80D7-ACFD36387B6D}" type="pres">
      <dgm:prSet presAssocID="{EBA736A6-1415-43A5-A747-F759263A19FE}" presName="arrowAndChildren" presStyleCnt="0"/>
      <dgm:spPr/>
    </dgm:pt>
    <dgm:pt modelId="{9657B783-4A45-4776-961F-C698F0FD8C39}" type="pres">
      <dgm:prSet presAssocID="{EBA736A6-1415-43A5-A747-F759263A19FE}" presName="parentTextArrow" presStyleLbl="node1" presStyleIdx="0" presStyleCnt="0"/>
      <dgm:spPr/>
    </dgm:pt>
    <dgm:pt modelId="{660E33C3-8FB5-42CE-854F-10B8D6C6B2A7}" type="pres">
      <dgm:prSet presAssocID="{EBA736A6-1415-43A5-A747-F759263A19FE}" presName="arrow" presStyleLbl="alignNode1" presStyleIdx="1" presStyleCnt="6"/>
      <dgm:spPr/>
    </dgm:pt>
    <dgm:pt modelId="{20788B93-5C2D-46DC-BA67-6218E721D10A}" type="pres">
      <dgm:prSet presAssocID="{EBA736A6-1415-43A5-A747-F759263A19FE}" presName="descendantArrow" presStyleLbl="bgAccFollowNode1" presStyleIdx="1" presStyleCnt="6"/>
      <dgm:spPr/>
    </dgm:pt>
    <dgm:pt modelId="{A9EDDF14-23E7-49C4-BBD2-EBA6F08E201E}" type="pres">
      <dgm:prSet presAssocID="{C6047502-FBC6-4F18-8DBA-C999C807C308}" presName="sp" presStyleCnt="0"/>
      <dgm:spPr/>
    </dgm:pt>
    <dgm:pt modelId="{E4E40A5C-8015-4446-BECD-615E98658AD1}" type="pres">
      <dgm:prSet presAssocID="{952B8C87-4A5E-4F7F-90E2-DD33B8201692}" presName="arrowAndChildren" presStyleCnt="0"/>
      <dgm:spPr/>
    </dgm:pt>
    <dgm:pt modelId="{47E721B4-45D1-4CE5-BF34-FE998135F163}" type="pres">
      <dgm:prSet presAssocID="{952B8C87-4A5E-4F7F-90E2-DD33B8201692}" presName="parentTextArrow" presStyleLbl="node1" presStyleIdx="0" presStyleCnt="0"/>
      <dgm:spPr/>
    </dgm:pt>
    <dgm:pt modelId="{4EEA436E-86DF-4F52-8C00-57E9BBF4EAAD}" type="pres">
      <dgm:prSet presAssocID="{952B8C87-4A5E-4F7F-90E2-DD33B8201692}" presName="arrow" presStyleLbl="alignNode1" presStyleIdx="2" presStyleCnt="6"/>
      <dgm:spPr/>
    </dgm:pt>
    <dgm:pt modelId="{36907FC4-7249-4503-86CF-278694D0BCA5}" type="pres">
      <dgm:prSet presAssocID="{952B8C87-4A5E-4F7F-90E2-DD33B8201692}" presName="descendantArrow" presStyleLbl="bgAccFollowNode1" presStyleIdx="2" presStyleCnt="6"/>
      <dgm:spPr/>
    </dgm:pt>
    <dgm:pt modelId="{80B09561-E53F-43A8-9348-FB715C5CF43F}" type="pres">
      <dgm:prSet presAssocID="{4B3ED729-5A7B-4FBE-834E-A8669D6B3B80}" presName="sp" presStyleCnt="0"/>
      <dgm:spPr/>
    </dgm:pt>
    <dgm:pt modelId="{ED1D6F1C-A757-4716-9CAF-416C573F13E6}" type="pres">
      <dgm:prSet presAssocID="{82C8C84B-B1CE-43CD-9010-048813E0A4D0}" presName="arrowAndChildren" presStyleCnt="0"/>
      <dgm:spPr/>
    </dgm:pt>
    <dgm:pt modelId="{0E7F4950-2E54-49B3-B581-87604B344286}" type="pres">
      <dgm:prSet presAssocID="{82C8C84B-B1CE-43CD-9010-048813E0A4D0}" presName="parentTextArrow" presStyleLbl="node1" presStyleIdx="0" presStyleCnt="0"/>
      <dgm:spPr/>
    </dgm:pt>
    <dgm:pt modelId="{74810959-FE9F-440A-89C6-0F27A377417A}" type="pres">
      <dgm:prSet presAssocID="{82C8C84B-B1CE-43CD-9010-048813E0A4D0}" presName="arrow" presStyleLbl="alignNode1" presStyleIdx="3" presStyleCnt="6"/>
      <dgm:spPr/>
    </dgm:pt>
    <dgm:pt modelId="{C583150F-8163-484B-AA38-CB494DF9CFF2}" type="pres">
      <dgm:prSet presAssocID="{82C8C84B-B1CE-43CD-9010-048813E0A4D0}" presName="descendantArrow" presStyleLbl="bgAccFollowNode1" presStyleIdx="3" presStyleCnt="6"/>
      <dgm:spPr/>
    </dgm:pt>
    <dgm:pt modelId="{AF5E1370-FDF4-45D9-843A-F44209941311}" type="pres">
      <dgm:prSet presAssocID="{ED6E7C14-C1FA-4089-A501-664C9B24F37F}" presName="sp" presStyleCnt="0"/>
      <dgm:spPr/>
    </dgm:pt>
    <dgm:pt modelId="{909F6FC8-71D4-4E6C-99FF-BD46CE4A0743}" type="pres">
      <dgm:prSet presAssocID="{A9B3AE49-2E59-4E00-AA18-6FAF89E1C3C3}" presName="arrowAndChildren" presStyleCnt="0"/>
      <dgm:spPr/>
    </dgm:pt>
    <dgm:pt modelId="{0EE089D7-D3D6-4231-80EC-0BB24B2461A3}" type="pres">
      <dgm:prSet presAssocID="{A9B3AE49-2E59-4E00-AA18-6FAF89E1C3C3}" presName="parentTextArrow" presStyleLbl="node1" presStyleIdx="0" presStyleCnt="0"/>
      <dgm:spPr/>
    </dgm:pt>
    <dgm:pt modelId="{16D6C9B9-AAE7-43F3-8208-708755E47268}" type="pres">
      <dgm:prSet presAssocID="{A9B3AE49-2E59-4E00-AA18-6FAF89E1C3C3}" presName="arrow" presStyleLbl="alignNode1" presStyleIdx="4" presStyleCnt="6"/>
      <dgm:spPr/>
    </dgm:pt>
    <dgm:pt modelId="{763539AA-ACDF-4974-9E10-D1E4B691D7E2}" type="pres">
      <dgm:prSet presAssocID="{A9B3AE49-2E59-4E00-AA18-6FAF89E1C3C3}" presName="descendantArrow" presStyleLbl="bgAccFollowNode1" presStyleIdx="4" presStyleCnt="6"/>
      <dgm:spPr/>
    </dgm:pt>
    <dgm:pt modelId="{1611460E-2FDE-4470-9340-D7EF4A546B15}" type="pres">
      <dgm:prSet presAssocID="{41F28E1A-E33F-4951-A289-C98CC28CEC82}" presName="sp" presStyleCnt="0"/>
      <dgm:spPr/>
    </dgm:pt>
    <dgm:pt modelId="{1D55DB40-0338-4893-9A9B-D180F4530FC3}" type="pres">
      <dgm:prSet presAssocID="{2EBB66A9-3D83-4400-9C9A-1FCB56E29246}" presName="arrowAndChildren" presStyleCnt="0"/>
      <dgm:spPr/>
    </dgm:pt>
    <dgm:pt modelId="{798373AA-8116-4584-AC08-03D94DCC0BE7}" type="pres">
      <dgm:prSet presAssocID="{2EBB66A9-3D83-4400-9C9A-1FCB56E29246}" presName="parentTextArrow" presStyleLbl="node1" presStyleIdx="0" presStyleCnt="0"/>
      <dgm:spPr/>
    </dgm:pt>
    <dgm:pt modelId="{AEF23D69-D8AB-4507-8285-6B434BFB986E}" type="pres">
      <dgm:prSet presAssocID="{2EBB66A9-3D83-4400-9C9A-1FCB56E29246}" presName="arrow" presStyleLbl="alignNode1" presStyleIdx="5" presStyleCnt="6"/>
      <dgm:spPr/>
    </dgm:pt>
    <dgm:pt modelId="{972551D3-636B-44EF-8F78-33C34255F31D}" type="pres">
      <dgm:prSet presAssocID="{2EBB66A9-3D83-4400-9C9A-1FCB56E29246}" presName="descendantArrow" presStyleLbl="bgAccFollowNode1" presStyleIdx="5" presStyleCnt="6"/>
      <dgm:spPr/>
    </dgm:pt>
  </dgm:ptLst>
  <dgm:cxnLst>
    <dgm:cxn modelId="{2B1F0B07-B7F4-4992-B7FF-7DB3DED7CC3D}" type="presOf" srcId="{2EBB66A9-3D83-4400-9C9A-1FCB56E29246}" destId="{798373AA-8116-4584-AC08-03D94DCC0BE7}" srcOrd="0" destOrd="0" presId="urn:microsoft.com/office/officeart/2016/7/layout/VerticalDownArrowProcess"/>
    <dgm:cxn modelId="{D79AC511-1F62-4E49-B817-0F8300584930}" srcId="{2C4A2C13-7BF7-4693-9D56-B70DCF8D5674}" destId="{06125E78-5C04-496A-B1A3-637D41DFBD18}" srcOrd="0" destOrd="0" parTransId="{26CB4E04-E95D-4E3B-ACD5-6C976DC52CA8}" sibTransId="{D8D2A520-7EF8-4378-A68C-A500F7AFFB05}"/>
    <dgm:cxn modelId="{54DA3414-4A79-4278-B49F-A1F1269ABD11}" srcId="{82C8C84B-B1CE-43CD-9010-048813E0A4D0}" destId="{2305131E-628B-49D6-9B97-515B1C45E686}" srcOrd="0" destOrd="0" parTransId="{7B13750E-1B41-426B-94E7-CA1619847ED5}" sibTransId="{E02D8A39-957D-4134-9A5D-0596714F2EAD}"/>
    <dgm:cxn modelId="{DB2B3021-CEE6-4082-AE76-0784DA55A814}" type="presOf" srcId="{2C4A2C13-7BF7-4693-9D56-B70DCF8D5674}" destId="{9C15293F-BD18-41AE-9FC5-CAA3AC8C8405}" srcOrd="0" destOrd="0" presId="urn:microsoft.com/office/officeart/2016/7/layout/VerticalDownArrowProcess"/>
    <dgm:cxn modelId="{12BC9E22-53BB-45B5-9851-8DB1F3816D86}" type="presOf" srcId="{A9B3AE49-2E59-4E00-AA18-6FAF89E1C3C3}" destId="{16D6C9B9-AAE7-43F3-8208-708755E47268}" srcOrd="1" destOrd="0" presId="urn:microsoft.com/office/officeart/2016/7/layout/VerticalDownArrowProcess"/>
    <dgm:cxn modelId="{89B92135-023B-4F6D-BB21-0012F92126A9}" type="presOf" srcId="{82C8C84B-B1CE-43CD-9010-048813E0A4D0}" destId="{74810959-FE9F-440A-89C6-0F27A377417A}" srcOrd="1" destOrd="0" presId="urn:microsoft.com/office/officeart/2016/7/layout/VerticalDownArrowProcess"/>
    <dgm:cxn modelId="{BD5FBB3B-3932-42F1-AECF-933FA6752ACB}" type="presOf" srcId="{952B8C87-4A5E-4F7F-90E2-DD33B8201692}" destId="{47E721B4-45D1-4CE5-BF34-FE998135F163}" srcOrd="0" destOrd="0" presId="urn:microsoft.com/office/officeart/2016/7/layout/VerticalDownArrowProcess"/>
    <dgm:cxn modelId="{4B711B3E-635B-4A28-9BBE-BAFFC4581286}" srcId="{2EBB66A9-3D83-4400-9C9A-1FCB56E29246}" destId="{D1E456EC-0D88-4A6E-A497-4349428D85F8}" srcOrd="0" destOrd="0" parTransId="{F9AB558B-B80F-434C-821A-4DFCF9BE2726}" sibTransId="{67124E4E-E7E0-432A-A092-6181AA0EA61B}"/>
    <dgm:cxn modelId="{5A305C61-7E37-4CE3-9CB0-155BBFFD21FB}" type="presOf" srcId="{952B8C87-4A5E-4F7F-90E2-DD33B8201692}" destId="{4EEA436E-86DF-4F52-8C00-57E9BBF4EAAD}" srcOrd="1" destOrd="0" presId="urn:microsoft.com/office/officeart/2016/7/layout/VerticalDownArrowProcess"/>
    <dgm:cxn modelId="{A42A7F62-6C7E-4C54-AB31-AB1E825E883C}" type="presOf" srcId="{A9B3AE49-2E59-4E00-AA18-6FAF89E1C3C3}" destId="{0EE089D7-D3D6-4231-80EC-0BB24B2461A3}" srcOrd="0" destOrd="0" presId="urn:microsoft.com/office/officeart/2016/7/layout/VerticalDownArrowProcess"/>
    <dgm:cxn modelId="{A93FC545-60E9-484B-9921-24272DAB9669}" srcId="{952B8C87-4A5E-4F7F-90E2-DD33B8201692}" destId="{50552DBA-8D8F-4010-B844-55BE577F2B4C}" srcOrd="0" destOrd="0" parTransId="{EBE9CBC4-A1F0-4BC9-AFBE-EF9E17C81F8C}" sibTransId="{BFB28012-4A79-4F82-92B1-D51F611BED64}"/>
    <dgm:cxn modelId="{92411E71-25A8-4056-BD4A-2DC0C514C80B}" srcId="{F8194F4F-32D7-4E21-9F61-6493673BE423}" destId="{952B8C87-4A5E-4F7F-90E2-DD33B8201692}" srcOrd="3" destOrd="0" parTransId="{10CC6478-A08B-4B36-A5EE-2E29CE900076}" sibTransId="{C6047502-FBC6-4F18-8DBA-C999C807C308}"/>
    <dgm:cxn modelId="{288CFC72-F16B-4F0C-840D-96D914A7D7CA}" srcId="{EBA736A6-1415-43A5-A747-F759263A19FE}" destId="{3F92F013-7E32-4FED-81B8-1A690D8F20D7}" srcOrd="0" destOrd="0" parTransId="{232AABE5-E005-421B-93FE-68C73D062B48}" sibTransId="{7B85181A-CA81-4281-BAC4-10A73A984F71}"/>
    <dgm:cxn modelId="{0646EF56-24C1-4580-88E5-0178C7CEE026}" type="presOf" srcId="{2EBB66A9-3D83-4400-9C9A-1FCB56E29246}" destId="{AEF23D69-D8AB-4507-8285-6B434BFB986E}" srcOrd="1" destOrd="0" presId="urn:microsoft.com/office/officeart/2016/7/layout/VerticalDownArrowProcess"/>
    <dgm:cxn modelId="{A7ACED96-939B-487E-A491-3FB10A9182AB}" type="presOf" srcId="{3F92F013-7E32-4FED-81B8-1A690D8F20D7}" destId="{20788B93-5C2D-46DC-BA67-6218E721D10A}" srcOrd="0" destOrd="0" presId="urn:microsoft.com/office/officeart/2016/7/layout/VerticalDownArrowProcess"/>
    <dgm:cxn modelId="{0DFF779D-A841-4AA8-A1D7-B0CA53F1A0D6}" type="presOf" srcId="{2305131E-628B-49D6-9B97-515B1C45E686}" destId="{C583150F-8163-484B-AA38-CB494DF9CFF2}" srcOrd="0" destOrd="0" presId="urn:microsoft.com/office/officeart/2016/7/layout/VerticalDownArrowProcess"/>
    <dgm:cxn modelId="{5B3C05AD-57AF-4B07-89D2-E2CD1A738CEE}" srcId="{F8194F4F-32D7-4E21-9F61-6493673BE423}" destId="{2C4A2C13-7BF7-4693-9D56-B70DCF8D5674}" srcOrd="5" destOrd="0" parTransId="{DB2F7CC3-B682-49A3-9636-45A030CA4236}" sibTransId="{5004EFD0-3424-4DEC-8FB7-812066265A98}"/>
    <dgm:cxn modelId="{A7CC4CB4-53AB-48D5-983C-4352123CD289}" srcId="{A9B3AE49-2E59-4E00-AA18-6FAF89E1C3C3}" destId="{0887E32D-D0ED-41AB-905C-4299AFAD716B}" srcOrd="0" destOrd="0" parTransId="{E3BB26CC-CDF1-469A-A81E-1C30CFF11EC6}" sibTransId="{B5ECD19C-49EC-4A3B-B74B-041D008C24D3}"/>
    <dgm:cxn modelId="{263BAAB4-F709-48D5-AF8C-84FC8C88BE94}" srcId="{F8194F4F-32D7-4E21-9F61-6493673BE423}" destId="{EBA736A6-1415-43A5-A747-F759263A19FE}" srcOrd="4" destOrd="0" parTransId="{D04C6F07-9A17-4B21-88C6-32CC09C0E508}" sibTransId="{676A82D1-379A-4458-AC6C-9E4248E987A5}"/>
    <dgm:cxn modelId="{71D252B9-E4BF-4652-B42E-A09742339522}" type="presOf" srcId="{82C8C84B-B1CE-43CD-9010-048813E0A4D0}" destId="{0E7F4950-2E54-49B3-B581-87604B344286}" srcOrd="0" destOrd="0" presId="urn:microsoft.com/office/officeart/2016/7/layout/VerticalDownArrowProcess"/>
    <dgm:cxn modelId="{1CCF16C3-C818-4E53-8190-FB7CF5D04B58}" type="presOf" srcId="{0887E32D-D0ED-41AB-905C-4299AFAD716B}" destId="{763539AA-ACDF-4974-9E10-D1E4B691D7E2}" srcOrd="0" destOrd="0" presId="urn:microsoft.com/office/officeart/2016/7/layout/VerticalDownArrowProcess"/>
    <dgm:cxn modelId="{F7ED00C7-D700-4115-A1C3-1388351BD82A}" type="presOf" srcId="{F8194F4F-32D7-4E21-9F61-6493673BE423}" destId="{568E1079-873E-4739-A05E-764AA73F5170}" srcOrd="0" destOrd="0" presId="urn:microsoft.com/office/officeart/2016/7/layout/VerticalDownArrowProcess"/>
    <dgm:cxn modelId="{1F7214CC-4C1B-40FD-A363-9C534301CC1C}" type="presOf" srcId="{EBA736A6-1415-43A5-A747-F759263A19FE}" destId="{660E33C3-8FB5-42CE-854F-10B8D6C6B2A7}" srcOrd="1" destOrd="0" presId="urn:microsoft.com/office/officeart/2016/7/layout/VerticalDownArrowProcess"/>
    <dgm:cxn modelId="{CE017CCC-BB96-4DCE-AAF9-C7F27F6FA6A7}" srcId="{F8194F4F-32D7-4E21-9F61-6493673BE423}" destId="{A9B3AE49-2E59-4E00-AA18-6FAF89E1C3C3}" srcOrd="1" destOrd="0" parTransId="{A6CDFEF2-E849-4EEB-8956-826BDF3000AE}" sibTransId="{ED6E7C14-C1FA-4089-A501-664C9B24F37F}"/>
    <dgm:cxn modelId="{FFDD60D8-D7CD-47A7-8DA8-6E21AC1ED654}" type="presOf" srcId="{50552DBA-8D8F-4010-B844-55BE577F2B4C}" destId="{36907FC4-7249-4503-86CF-278694D0BCA5}" srcOrd="0" destOrd="0" presId="urn:microsoft.com/office/officeart/2016/7/layout/VerticalDownArrowProcess"/>
    <dgm:cxn modelId="{3614C4DB-4A72-4CC7-9D13-701AFB138401}" type="presOf" srcId="{06125E78-5C04-496A-B1A3-637D41DFBD18}" destId="{9147DEF9-DC71-42D5-A452-0EBBDBE88B7E}" srcOrd="0" destOrd="0" presId="urn:microsoft.com/office/officeart/2016/7/layout/VerticalDownArrowProcess"/>
    <dgm:cxn modelId="{CD37F1DB-8085-4B56-8BD5-BDEAD6400C5B}" srcId="{F8194F4F-32D7-4E21-9F61-6493673BE423}" destId="{2EBB66A9-3D83-4400-9C9A-1FCB56E29246}" srcOrd="0" destOrd="0" parTransId="{30AB13D9-D2A3-4CD8-BA13-3207CF04AFCE}" sibTransId="{41F28E1A-E33F-4951-A289-C98CC28CEC82}"/>
    <dgm:cxn modelId="{CEAB3CEE-CB0C-48BE-991F-33FD4AA428EF}" srcId="{F8194F4F-32D7-4E21-9F61-6493673BE423}" destId="{82C8C84B-B1CE-43CD-9010-048813E0A4D0}" srcOrd="2" destOrd="0" parTransId="{2CFBA5B5-2AD6-469C-A2D6-3DCA8360BC3A}" sibTransId="{4B3ED729-5A7B-4FBE-834E-A8669D6B3B80}"/>
    <dgm:cxn modelId="{C444ECEF-C24E-4360-B818-0647AB53A4DE}" type="presOf" srcId="{D1E456EC-0D88-4A6E-A497-4349428D85F8}" destId="{972551D3-636B-44EF-8F78-33C34255F31D}" srcOrd="0" destOrd="0" presId="urn:microsoft.com/office/officeart/2016/7/layout/VerticalDownArrowProcess"/>
    <dgm:cxn modelId="{55548FF0-5EDE-433A-906D-80D83DF220C9}" type="presOf" srcId="{EBA736A6-1415-43A5-A747-F759263A19FE}" destId="{9657B783-4A45-4776-961F-C698F0FD8C39}" srcOrd="0" destOrd="0" presId="urn:microsoft.com/office/officeart/2016/7/layout/VerticalDownArrowProcess"/>
    <dgm:cxn modelId="{F2EC38CA-85B7-4F80-A32D-77A9EEBBB08B}" type="presParOf" srcId="{568E1079-873E-4739-A05E-764AA73F5170}" destId="{6730484C-7895-47E2-BF0C-4A475ED568FE}" srcOrd="0" destOrd="0" presId="urn:microsoft.com/office/officeart/2016/7/layout/VerticalDownArrowProcess"/>
    <dgm:cxn modelId="{3B8B8FB7-0011-4767-8B22-7F4BC3A32EEB}" type="presParOf" srcId="{6730484C-7895-47E2-BF0C-4A475ED568FE}" destId="{9C15293F-BD18-41AE-9FC5-CAA3AC8C8405}" srcOrd="0" destOrd="0" presId="urn:microsoft.com/office/officeart/2016/7/layout/VerticalDownArrowProcess"/>
    <dgm:cxn modelId="{9170FA4B-96DB-4A4B-8487-2DA944087188}" type="presParOf" srcId="{6730484C-7895-47E2-BF0C-4A475ED568FE}" destId="{9147DEF9-DC71-42D5-A452-0EBBDBE88B7E}" srcOrd="1" destOrd="0" presId="urn:microsoft.com/office/officeart/2016/7/layout/VerticalDownArrowProcess"/>
    <dgm:cxn modelId="{F75D3DEA-5CA2-4F73-92E9-B76EE5CF912C}" type="presParOf" srcId="{568E1079-873E-4739-A05E-764AA73F5170}" destId="{D51F4324-BD57-4800-B80B-0CAEC8DFE523}" srcOrd="1" destOrd="0" presId="urn:microsoft.com/office/officeart/2016/7/layout/VerticalDownArrowProcess"/>
    <dgm:cxn modelId="{91C98609-9FA9-43B9-A165-0C516E35F6C4}" type="presParOf" srcId="{568E1079-873E-4739-A05E-764AA73F5170}" destId="{55D5E208-72A4-48C6-80D7-ACFD36387B6D}" srcOrd="2" destOrd="0" presId="urn:microsoft.com/office/officeart/2016/7/layout/VerticalDownArrowProcess"/>
    <dgm:cxn modelId="{9E4D65B0-19D5-4ABB-B6FD-AE8DDF113E35}" type="presParOf" srcId="{55D5E208-72A4-48C6-80D7-ACFD36387B6D}" destId="{9657B783-4A45-4776-961F-C698F0FD8C39}" srcOrd="0" destOrd="0" presId="urn:microsoft.com/office/officeart/2016/7/layout/VerticalDownArrowProcess"/>
    <dgm:cxn modelId="{63D146BE-2EC5-4D0B-8078-64EE53A45CD1}" type="presParOf" srcId="{55D5E208-72A4-48C6-80D7-ACFD36387B6D}" destId="{660E33C3-8FB5-42CE-854F-10B8D6C6B2A7}" srcOrd="1" destOrd="0" presId="urn:microsoft.com/office/officeart/2016/7/layout/VerticalDownArrowProcess"/>
    <dgm:cxn modelId="{6A6BD946-3525-4ECE-A7AC-ED9F16FD9DB1}" type="presParOf" srcId="{55D5E208-72A4-48C6-80D7-ACFD36387B6D}" destId="{20788B93-5C2D-46DC-BA67-6218E721D10A}" srcOrd="2" destOrd="0" presId="urn:microsoft.com/office/officeart/2016/7/layout/VerticalDownArrowProcess"/>
    <dgm:cxn modelId="{0B5B3139-039F-405C-9BB7-EDA915969D77}" type="presParOf" srcId="{568E1079-873E-4739-A05E-764AA73F5170}" destId="{A9EDDF14-23E7-49C4-BBD2-EBA6F08E201E}" srcOrd="3" destOrd="0" presId="urn:microsoft.com/office/officeart/2016/7/layout/VerticalDownArrowProcess"/>
    <dgm:cxn modelId="{4627E244-5177-43F9-8DEE-9F700C43B416}" type="presParOf" srcId="{568E1079-873E-4739-A05E-764AA73F5170}" destId="{E4E40A5C-8015-4446-BECD-615E98658AD1}" srcOrd="4" destOrd="0" presId="urn:microsoft.com/office/officeart/2016/7/layout/VerticalDownArrowProcess"/>
    <dgm:cxn modelId="{D4F10A6D-8745-4D84-B5C7-8CCD71705C09}" type="presParOf" srcId="{E4E40A5C-8015-4446-BECD-615E98658AD1}" destId="{47E721B4-45D1-4CE5-BF34-FE998135F163}" srcOrd="0" destOrd="0" presId="urn:microsoft.com/office/officeart/2016/7/layout/VerticalDownArrowProcess"/>
    <dgm:cxn modelId="{929F2177-B298-4F82-ACB1-AC3D3D8A255E}" type="presParOf" srcId="{E4E40A5C-8015-4446-BECD-615E98658AD1}" destId="{4EEA436E-86DF-4F52-8C00-57E9BBF4EAAD}" srcOrd="1" destOrd="0" presId="urn:microsoft.com/office/officeart/2016/7/layout/VerticalDownArrowProcess"/>
    <dgm:cxn modelId="{1802E4DC-66C4-4377-A2C1-BC00480451C2}" type="presParOf" srcId="{E4E40A5C-8015-4446-BECD-615E98658AD1}" destId="{36907FC4-7249-4503-86CF-278694D0BCA5}" srcOrd="2" destOrd="0" presId="urn:microsoft.com/office/officeart/2016/7/layout/VerticalDownArrowProcess"/>
    <dgm:cxn modelId="{A354AEE9-8525-4421-AF66-46F8AE0AA850}" type="presParOf" srcId="{568E1079-873E-4739-A05E-764AA73F5170}" destId="{80B09561-E53F-43A8-9348-FB715C5CF43F}" srcOrd="5" destOrd="0" presId="urn:microsoft.com/office/officeart/2016/7/layout/VerticalDownArrowProcess"/>
    <dgm:cxn modelId="{ACFF0DF9-B280-423C-B38D-5BD9C59BC6A8}" type="presParOf" srcId="{568E1079-873E-4739-A05E-764AA73F5170}" destId="{ED1D6F1C-A757-4716-9CAF-416C573F13E6}" srcOrd="6" destOrd="0" presId="urn:microsoft.com/office/officeart/2016/7/layout/VerticalDownArrowProcess"/>
    <dgm:cxn modelId="{908AAFC3-579E-4F5D-9A78-7978EBE94C69}" type="presParOf" srcId="{ED1D6F1C-A757-4716-9CAF-416C573F13E6}" destId="{0E7F4950-2E54-49B3-B581-87604B344286}" srcOrd="0" destOrd="0" presId="urn:microsoft.com/office/officeart/2016/7/layout/VerticalDownArrowProcess"/>
    <dgm:cxn modelId="{7FEBDFAD-406C-4F3D-89C5-19F98D527EA2}" type="presParOf" srcId="{ED1D6F1C-A757-4716-9CAF-416C573F13E6}" destId="{74810959-FE9F-440A-89C6-0F27A377417A}" srcOrd="1" destOrd="0" presId="urn:microsoft.com/office/officeart/2016/7/layout/VerticalDownArrowProcess"/>
    <dgm:cxn modelId="{5ED83D12-F759-4C84-A626-804F2E1AC2D7}" type="presParOf" srcId="{ED1D6F1C-A757-4716-9CAF-416C573F13E6}" destId="{C583150F-8163-484B-AA38-CB494DF9CFF2}" srcOrd="2" destOrd="0" presId="urn:microsoft.com/office/officeart/2016/7/layout/VerticalDownArrowProcess"/>
    <dgm:cxn modelId="{83595B16-F3EC-467A-8B24-89F2BDAAE216}" type="presParOf" srcId="{568E1079-873E-4739-A05E-764AA73F5170}" destId="{AF5E1370-FDF4-45D9-843A-F44209941311}" srcOrd="7" destOrd="0" presId="urn:microsoft.com/office/officeart/2016/7/layout/VerticalDownArrowProcess"/>
    <dgm:cxn modelId="{1EE0C0C4-0960-4703-BD68-36C22D311732}" type="presParOf" srcId="{568E1079-873E-4739-A05E-764AA73F5170}" destId="{909F6FC8-71D4-4E6C-99FF-BD46CE4A0743}" srcOrd="8" destOrd="0" presId="urn:microsoft.com/office/officeart/2016/7/layout/VerticalDownArrowProcess"/>
    <dgm:cxn modelId="{7F3C2D59-2737-4D17-9ECB-3CA88F88C0DA}" type="presParOf" srcId="{909F6FC8-71D4-4E6C-99FF-BD46CE4A0743}" destId="{0EE089D7-D3D6-4231-80EC-0BB24B2461A3}" srcOrd="0" destOrd="0" presId="urn:microsoft.com/office/officeart/2016/7/layout/VerticalDownArrowProcess"/>
    <dgm:cxn modelId="{1AC257FB-450B-4E61-AE66-576CFDD5689A}" type="presParOf" srcId="{909F6FC8-71D4-4E6C-99FF-BD46CE4A0743}" destId="{16D6C9B9-AAE7-43F3-8208-708755E47268}" srcOrd="1" destOrd="0" presId="urn:microsoft.com/office/officeart/2016/7/layout/VerticalDownArrowProcess"/>
    <dgm:cxn modelId="{70FE11A6-9B88-48EA-A0B8-63BB474A9496}" type="presParOf" srcId="{909F6FC8-71D4-4E6C-99FF-BD46CE4A0743}" destId="{763539AA-ACDF-4974-9E10-D1E4B691D7E2}" srcOrd="2" destOrd="0" presId="urn:microsoft.com/office/officeart/2016/7/layout/VerticalDownArrowProcess"/>
    <dgm:cxn modelId="{46FAF9F5-4E2B-4D16-B80D-E8F98344CA7F}" type="presParOf" srcId="{568E1079-873E-4739-A05E-764AA73F5170}" destId="{1611460E-2FDE-4470-9340-D7EF4A546B15}" srcOrd="9" destOrd="0" presId="urn:microsoft.com/office/officeart/2016/7/layout/VerticalDownArrowProcess"/>
    <dgm:cxn modelId="{0F1C08CE-7155-479A-A5D3-BC3BB63E0AA9}" type="presParOf" srcId="{568E1079-873E-4739-A05E-764AA73F5170}" destId="{1D55DB40-0338-4893-9A9B-D180F4530FC3}" srcOrd="10" destOrd="0" presId="urn:microsoft.com/office/officeart/2016/7/layout/VerticalDownArrowProcess"/>
    <dgm:cxn modelId="{D3A94362-89BF-486C-93C9-CA100AE97C4D}" type="presParOf" srcId="{1D55DB40-0338-4893-9A9B-D180F4530FC3}" destId="{798373AA-8116-4584-AC08-03D94DCC0BE7}" srcOrd="0" destOrd="0" presId="urn:microsoft.com/office/officeart/2016/7/layout/VerticalDownArrowProcess"/>
    <dgm:cxn modelId="{9080DEE9-F838-4753-82F4-55775CD5FCAB}" type="presParOf" srcId="{1D55DB40-0338-4893-9A9B-D180F4530FC3}" destId="{AEF23D69-D8AB-4507-8285-6B434BFB986E}" srcOrd="1" destOrd="0" presId="urn:microsoft.com/office/officeart/2016/7/layout/VerticalDownArrowProcess"/>
    <dgm:cxn modelId="{F6B77618-D48F-4443-B906-B4B0EE1B98FB}" type="presParOf" srcId="{1D55DB40-0338-4893-9A9B-D180F4530FC3}" destId="{972551D3-636B-44EF-8F78-33C34255F31D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B70F58F-971F-491B-B9A4-503E5F5AD8B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B07CA1E-A207-4229-AA78-27E7F3B625AA}">
      <dgm:prSet/>
      <dgm:spPr/>
      <dgm:t>
        <a:bodyPr/>
        <a:lstStyle/>
        <a:p>
          <a:r>
            <a:rPr lang="en-GB" b="1"/>
            <a:t>What is Agile?</a:t>
          </a:r>
          <a:endParaRPr lang="en-US"/>
        </a:p>
      </dgm:t>
    </dgm:pt>
    <dgm:pt modelId="{56EF9120-5445-473F-8231-FB52DB582AD3}" type="parTrans" cxnId="{F45112C2-9C80-401F-B576-FC9241DB4216}">
      <dgm:prSet/>
      <dgm:spPr/>
      <dgm:t>
        <a:bodyPr/>
        <a:lstStyle/>
        <a:p>
          <a:endParaRPr lang="en-US"/>
        </a:p>
      </dgm:t>
    </dgm:pt>
    <dgm:pt modelId="{8BBF3526-FDE1-4D19-8B97-B53A7719A354}" type="sibTrans" cxnId="{F45112C2-9C80-401F-B576-FC9241DB4216}">
      <dgm:prSet/>
      <dgm:spPr/>
      <dgm:t>
        <a:bodyPr/>
        <a:lstStyle/>
        <a:p>
          <a:endParaRPr lang="en-US"/>
        </a:p>
      </dgm:t>
    </dgm:pt>
    <dgm:pt modelId="{B0EE80CA-B274-4751-9F42-592D85777078}">
      <dgm:prSet/>
      <dgm:spPr/>
      <dgm:t>
        <a:bodyPr/>
        <a:lstStyle/>
        <a:p>
          <a:r>
            <a:rPr lang="en-GB"/>
            <a:t>Agile means:</a:t>
          </a:r>
          <a:endParaRPr lang="en-US"/>
        </a:p>
      </dgm:t>
    </dgm:pt>
    <dgm:pt modelId="{8FB858D1-4B0A-45AB-A3D7-83215299CC14}" type="parTrans" cxnId="{7A33CDC8-CA4A-4C59-8FF5-A034447BFABB}">
      <dgm:prSet/>
      <dgm:spPr/>
      <dgm:t>
        <a:bodyPr/>
        <a:lstStyle/>
        <a:p>
          <a:endParaRPr lang="en-US"/>
        </a:p>
      </dgm:t>
    </dgm:pt>
    <dgm:pt modelId="{4EC0FA2B-6B22-4C3C-ADFB-590F747B38B5}" type="sibTrans" cxnId="{7A33CDC8-CA4A-4C59-8FF5-A034447BFABB}">
      <dgm:prSet/>
      <dgm:spPr/>
      <dgm:t>
        <a:bodyPr/>
        <a:lstStyle/>
        <a:p>
          <a:endParaRPr lang="en-US"/>
        </a:p>
      </dgm:t>
    </dgm:pt>
    <dgm:pt modelId="{0D4EB259-FDED-4439-8C27-7B956A0BF6C4}">
      <dgm:prSet/>
      <dgm:spPr/>
      <dgm:t>
        <a:bodyPr/>
        <a:lstStyle/>
        <a:p>
          <a:r>
            <a:rPr lang="en-GB"/>
            <a:t>Working in </a:t>
          </a:r>
          <a:r>
            <a:rPr lang="en-GB" b="1"/>
            <a:t>small steps</a:t>
          </a:r>
          <a:endParaRPr lang="en-US"/>
        </a:p>
      </dgm:t>
    </dgm:pt>
    <dgm:pt modelId="{4B39A84B-14E2-427B-91C9-00244F8C589D}" type="parTrans" cxnId="{0C3F4C26-8074-432A-8F1B-5E15663D1FA7}">
      <dgm:prSet/>
      <dgm:spPr/>
      <dgm:t>
        <a:bodyPr/>
        <a:lstStyle/>
        <a:p>
          <a:endParaRPr lang="en-US"/>
        </a:p>
      </dgm:t>
    </dgm:pt>
    <dgm:pt modelId="{8EE04282-4208-4848-A375-CF45A62708A0}" type="sibTrans" cxnId="{0C3F4C26-8074-432A-8F1B-5E15663D1FA7}">
      <dgm:prSet/>
      <dgm:spPr/>
      <dgm:t>
        <a:bodyPr/>
        <a:lstStyle/>
        <a:p>
          <a:endParaRPr lang="en-US"/>
        </a:p>
      </dgm:t>
    </dgm:pt>
    <dgm:pt modelId="{702DA521-7B61-428E-9729-FCF42D357637}">
      <dgm:prSet/>
      <dgm:spPr/>
      <dgm:t>
        <a:bodyPr/>
        <a:lstStyle/>
        <a:p>
          <a:r>
            <a:rPr lang="en-GB"/>
            <a:t>Getting </a:t>
          </a:r>
          <a:r>
            <a:rPr lang="en-GB" b="1"/>
            <a:t>quick feedback</a:t>
          </a:r>
          <a:endParaRPr lang="en-US"/>
        </a:p>
      </dgm:t>
    </dgm:pt>
    <dgm:pt modelId="{84B39FCE-CB56-4610-8563-DE13D5FDDCCB}" type="parTrans" cxnId="{A8F62FC1-264E-464E-B785-3EE687451756}">
      <dgm:prSet/>
      <dgm:spPr/>
      <dgm:t>
        <a:bodyPr/>
        <a:lstStyle/>
        <a:p>
          <a:endParaRPr lang="en-US"/>
        </a:p>
      </dgm:t>
    </dgm:pt>
    <dgm:pt modelId="{85B64846-AD56-4A3B-B2CF-BDC93714E988}" type="sibTrans" cxnId="{A8F62FC1-264E-464E-B785-3EE687451756}">
      <dgm:prSet/>
      <dgm:spPr/>
      <dgm:t>
        <a:bodyPr/>
        <a:lstStyle/>
        <a:p>
          <a:endParaRPr lang="en-US"/>
        </a:p>
      </dgm:t>
    </dgm:pt>
    <dgm:pt modelId="{B7F3D088-CC7B-4CC7-B03F-409BC4086C42}">
      <dgm:prSet/>
      <dgm:spPr/>
      <dgm:t>
        <a:bodyPr/>
        <a:lstStyle/>
        <a:p>
          <a:r>
            <a:rPr lang="en-GB"/>
            <a:t>Making </a:t>
          </a:r>
          <a:r>
            <a:rPr lang="en-GB" b="1"/>
            <a:t>fast changes</a:t>
          </a:r>
          <a:r>
            <a:rPr lang="en-GB"/>
            <a:t> when needed</a:t>
          </a:r>
          <a:endParaRPr lang="en-US"/>
        </a:p>
      </dgm:t>
    </dgm:pt>
    <dgm:pt modelId="{5DA4EA0E-770F-412D-9658-9A914283F2B7}" type="parTrans" cxnId="{7DE61E8E-1B70-489B-B50A-D72B0348E6EF}">
      <dgm:prSet/>
      <dgm:spPr/>
      <dgm:t>
        <a:bodyPr/>
        <a:lstStyle/>
        <a:p>
          <a:endParaRPr lang="en-US"/>
        </a:p>
      </dgm:t>
    </dgm:pt>
    <dgm:pt modelId="{39A10B81-4A4A-4BCC-8914-6B243F930767}" type="sibTrans" cxnId="{7DE61E8E-1B70-489B-B50A-D72B0348E6EF}">
      <dgm:prSet/>
      <dgm:spPr/>
      <dgm:t>
        <a:bodyPr/>
        <a:lstStyle/>
        <a:p>
          <a:endParaRPr lang="en-US"/>
        </a:p>
      </dgm:t>
    </dgm:pt>
    <dgm:pt modelId="{96C93B93-772E-4B8F-A69C-82F1F79BC5BF}" type="pres">
      <dgm:prSet presAssocID="{0B70F58F-971F-491B-B9A4-503E5F5AD8B0}" presName="root" presStyleCnt="0">
        <dgm:presLayoutVars>
          <dgm:dir/>
          <dgm:resizeHandles val="exact"/>
        </dgm:presLayoutVars>
      </dgm:prSet>
      <dgm:spPr/>
    </dgm:pt>
    <dgm:pt modelId="{301B2A6A-BE5A-4699-B61A-19452722EBF7}" type="pres">
      <dgm:prSet presAssocID="{9B07CA1E-A207-4229-AA78-27E7F3B625AA}" presName="compNode" presStyleCnt="0"/>
      <dgm:spPr/>
    </dgm:pt>
    <dgm:pt modelId="{D196DB37-7750-491B-938B-498F74F68066}" type="pres">
      <dgm:prSet presAssocID="{9B07CA1E-A207-4229-AA78-27E7F3B625AA}" presName="bgRect" presStyleLbl="bgShp" presStyleIdx="0" presStyleCnt="5"/>
      <dgm:spPr/>
    </dgm:pt>
    <dgm:pt modelId="{62F12BE1-5ED6-406A-84E6-922E5215294E}" type="pres">
      <dgm:prSet presAssocID="{9B07CA1E-A207-4229-AA78-27E7F3B625A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7B93B4A5-8E35-4F88-BBC9-0373D861EC1F}" type="pres">
      <dgm:prSet presAssocID="{9B07CA1E-A207-4229-AA78-27E7F3B625AA}" presName="spaceRect" presStyleCnt="0"/>
      <dgm:spPr/>
    </dgm:pt>
    <dgm:pt modelId="{48249839-F59B-48BC-9943-3F56476C34BD}" type="pres">
      <dgm:prSet presAssocID="{9B07CA1E-A207-4229-AA78-27E7F3B625AA}" presName="parTx" presStyleLbl="revTx" presStyleIdx="0" presStyleCnt="5">
        <dgm:presLayoutVars>
          <dgm:chMax val="0"/>
          <dgm:chPref val="0"/>
        </dgm:presLayoutVars>
      </dgm:prSet>
      <dgm:spPr/>
    </dgm:pt>
    <dgm:pt modelId="{280EF523-E898-465E-8A9C-1F39529F25DF}" type="pres">
      <dgm:prSet presAssocID="{8BBF3526-FDE1-4D19-8B97-B53A7719A354}" presName="sibTrans" presStyleCnt="0"/>
      <dgm:spPr/>
    </dgm:pt>
    <dgm:pt modelId="{90387715-3BA5-4B71-A4CD-B10BBD03FD42}" type="pres">
      <dgm:prSet presAssocID="{B0EE80CA-B274-4751-9F42-592D85777078}" presName="compNode" presStyleCnt="0"/>
      <dgm:spPr/>
    </dgm:pt>
    <dgm:pt modelId="{262A9274-654B-4F4B-ABC6-B389A7278165}" type="pres">
      <dgm:prSet presAssocID="{B0EE80CA-B274-4751-9F42-592D85777078}" presName="bgRect" presStyleLbl="bgShp" presStyleIdx="1" presStyleCnt="5"/>
      <dgm:spPr/>
    </dgm:pt>
    <dgm:pt modelId="{BDE9CD72-2719-45C2-9821-CAB6BE444544}" type="pres">
      <dgm:prSet presAssocID="{B0EE80CA-B274-4751-9F42-592D8577707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E8DFF1D7-759D-486D-A30C-10DD72C00B1E}" type="pres">
      <dgm:prSet presAssocID="{B0EE80CA-B274-4751-9F42-592D85777078}" presName="spaceRect" presStyleCnt="0"/>
      <dgm:spPr/>
    </dgm:pt>
    <dgm:pt modelId="{382252C7-872C-4C8D-9259-46D9B36E6A5E}" type="pres">
      <dgm:prSet presAssocID="{B0EE80CA-B274-4751-9F42-592D85777078}" presName="parTx" presStyleLbl="revTx" presStyleIdx="1" presStyleCnt="5">
        <dgm:presLayoutVars>
          <dgm:chMax val="0"/>
          <dgm:chPref val="0"/>
        </dgm:presLayoutVars>
      </dgm:prSet>
      <dgm:spPr/>
    </dgm:pt>
    <dgm:pt modelId="{9C6B926A-97BF-4596-A467-B8E7E5F374FD}" type="pres">
      <dgm:prSet presAssocID="{4EC0FA2B-6B22-4C3C-ADFB-590F747B38B5}" presName="sibTrans" presStyleCnt="0"/>
      <dgm:spPr/>
    </dgm:pt>
    <dgm:pt modelId="{3670EDBE-1920-4147-88EF-5D9056551CDC}" type="pres">
      <dgm:prSet presAssocID="{0D4EB259-FDED-4439-8C27-7B956A0BF6C4}" presName="compNode" presStyleCnt="0"/>
      <dgm:spPr/>
    </dgm:pt>
    <dgm:pt modelId="{2EDFE749-3BC2-445F-9F2B-46FED2845399}" type="pres">
      <dgm:prSet presAssocID="{0D4EB259-FDED-4439-8C27-7B956A0BF6C4}" presName="bgRect" presStyleLbl="bgShp" presStyleIdx="2" presStyleCnt="5"/>
      <dgm:spPr/>
    </dgm:pt>
    <dgm:pt modelId="{E3ED7B0A-7158-4955-A51F-0B155FF08E4D}" type="pres">
      <dgm:prSet presAssocID="{0D4EB259-FDED-4439-8C27-7B956A0BF6C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18B207B9-7707-4965-8A4F-9BFDDD343B08}" type="pres">
      <dgm:prSet presAssocID="{0D4EB259-FDED-4439-8C27-7B956A0BF6C4}" presName="spaceRect" presStyleCnt="0"/>
      <dgm:spPr/>
    </dgm:pt>
    <dgm:pt modelId="{4D280949-5382-4165-851B-2939086387AD}" type="pres">
      <dgm:prSet presAssocID="{0D4EB259-FDED-4439-8C27-7B956A0BF6C4}" presName="parTx" presStyleLbl="revTx" presStyleIdx="2" presStyleCnt="5">
        <dgm:presLayoutVars>
          <dgm:chMax val="0"/>
          <dgm:chPref val="0"/>
        </dgm:presLayoutVars>
      </dgm:prSet>
      <dgm:spPr/>
    </dgm:pt>
    <dgm:pt modelId="{E265F496-5721-4A2A-A8F0-4D44C982BCA2}" type="pres">
      <dgm:prSet presAssocID="{8EE04282-4208-4848-A375-CF45A62708A0}" presName="sibTrans" presStyleCnt="0"/>
      <dgm:spPr/>
    </dgm:pt>
    <dgm:pt modelId="{B7C71EE6-39B3-4FF4-9DE8-2D56124012F6}" type="pres">
      <dgm:prSet presAssocID="{702DA521-7B61-428E-9729-FCF42D357637}" presName="compNode" presStyleCnt="0"/>
      <dgm:spPr/>
    </dgm:pt>
    <dgm:pt modelId="{49A5889D-DBFA-4788-BDDC-D580A93B5B7F}" type="pres">
      <dgm:prSet presAssocID="{702DA521-7B61-428E-9729-FCF42D357637}" presName="bgRect" presStyleLbl="bgShp" presStyleIdx="3" presStyleCnt="5"/>
      <dgm:spPr/>
    </dgm:pt>
    <dgm:pt modelId="{09AA97B1-B913-476D-BE0A-D8F2F8A70D5E}" type="pres">
      <dgm:prSet presAssocID="{702DA521-7B61-428E-9729-FCF42D35763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118ADE3F-FDCC-4737-AE5E-204FC456D2AF}" type="pres">
      <dgm:prSet presAssocID="{702DA521-7B61-428E-9729-FCF42D357637}" presName="spaceRect" presStyleCnt="0"/>
      <dgm:spPr/>
    </dgm:pt>
    <dgm:pt modelId="{16BB9301-AE6B-4F4B-990E-A9F3B7D65F6E}" type="pres">
      <dgm:prSet presAssocID="{702DA521-7B61-428E-9729-FCF42D357637}" presName="parTx" presStyleLbl="revTx" presStyleIdx="3" presStyleCnt="5">
        <dgm:presLayoutVars>
          <dgm:chMax val="0"/>
          <dgm:chPref val="0"/>
        </dgm:presLayoutVars>
      </dgm:prSet>
      <dgm:spPr/>
    </dgm:pt>
    <dgm:pt modelId="{F1CF3F06-12C6-4714-AEA6-DCC1F1DF8E34}" type="pres">
      <dgm:prSet presAssocID="{85B64846-AD56-4A3B-B2CF-BDC93714E988}" presName="sibTrans" presStyleCnt="0"/>
      <dgm:spPr/>
    </dgm:pt>
    <dgm:pt modelId="{BEF235CC-5B80-4750-B708-602A9F5DEA7B}" type="pres">
      <dgm:prSet presAssocID="{B7F3D088-CC7B-4CC7-B03F-409BC4086C42}" presName="compNode" presStyleCnt="0"/>
      <dgm:spPr/>
    </dgm:pt>
    <dgm:pt modelId="{96432320-4EC8-4AE8-B76C-61DF4E5FBC0F}" type="pres">
      <dgm:prSet presAssocID="{B7F3D088-CC7B-4CC7-B03F-409BC4086C42}" presName="bgRect" presStyleLbl="bgShp" presStyleIdx="4" presStyleCnt="5"/>
      <dgm:spPr/>
    </dgm:pt>
    <dgm:pt modelId="{82D40460-BF3C-4AAF-BC2E-1BB89C48DF86}" type="pres">
      <dgm:prSet presAssocID="{B7F3D088-CC7B-4CC7-B03F-409BC4086C4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92DCD8D-39A0-446F-AB16-E94FC937C08E}" type="pres">
      <dgm:prSet presAssocID="{B7F3D088-CC7B-4CC7-B03F-409BC4086C42}" presName="spaceRect" presStyleCnt="0"/>
      <dgm:spPr/>
    </dgm:pt>
    <dgm:pt modelId="{5760E171-284E-4014-BDF4-1E3FC6C9A89B}" type="pres">
      <dgm:prSet presAssocID="{B7F3D088-CC7B-4CC7-B03F-409BC4086C4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C3F4C26-8074-432A-8F1B-5E15663D1FA7}" srcId="{0B70F58F-971F-491B-B9A4-503E5F5AD8B0}" destId="{0D4EB259-FDED-4439-8C27-7B956A0BF6C4}" srcOrd="2" destOrd="0" parTransId="{4B39A84B-14E2-427B-91C9-00244F8C589D}" sibTransId="{8EE04282-4208-4848-A375-CF45A62708A0}"/>
    <dgm:cxn modelId="{93986372-1B51-42C4-8B40-039AD6A0EAEF}" type="presOf" srcId="{0D4EB259-FDED-4439-8C27-7B956A0BF6C4}" destId="{4D280949-5382-4165-851B-2939086387AD}" srcOrd="0" destOrd="0" presId="urn:microsoft.com/office/officeart/2018/2/layout/IconVerticalSolidList"/>
    <dgm:cxn modelId="{41898F53-7514-42B6-86C7-2E79B6669C9E}" type="presOf" srcId="{B7F3D088-CC7B-4CC7-B03F-409BC4086C42}" destId="{5760E171-284E-4014-BDF4-1E3FC6C9A89B}" srcOrd="0" destOrd="0" presId="urn:microsoft.com/office/officeart/2018/2/layout/IconVerticalSolidList"/>
    <dgm:cxn modelId="{F6067C76-5E45-4E7B-A726-D30642098845}" type="presOf" srcId="{9B07CA1E-A207-4229-AA78-27E7F3B625AA}" destId="{48249839-F59B-48BC-9943-3F56476C34BD}" srcOrd="0" destOrd="0" presId="urn:microsoft.com/office/officeart/2018/2/layout/IconVerticalSolidList"/>
    <dgm:cxn modelId="{9DD89459-2CFF-4552-9A89-0DF6B9FBF29B}" type="presOf" srcId="{0B70F58F-971F-491B-B9A4-503E5F5AD8B0}" destId="{96C93B93-772E-4B8F-A69C-82F1F79BC5BF}" srcOrd="0" destOrd="0" presId="urn:microsoft.com/office/officeart/2018/2/layout/IconVerticalSolidList"/>
    <dgm:cxn modelId="{7DE61E8E-1B70-489B-B50A-D72B0348E6EF}" srcId="{0B70F58F-971F-491B-B9A4-503E5F5AD8B0}" destId="{B7F3D088-CC7B-4CC7-B03F-409BC4086C42}" srcOrd="4" destOrd="0" parTransId="{5DA4EA0E-770F-412D-9658-9A914283F2B7}" sibTransId="{39A10B81-4A4A-4BCC-8914-6B243F930767}"/>
    <dgm:cxn modelId="{9C0E48B0-F544-4549-9395-E41376B47BE5}" type="presOf" srcId="{702DA521-7B61-428E-9729-FCF42D357637}" destId="{16BB9301-AE6B-4F4B-990E-A9F3B7D65F6E}" srcOrd="0" destOrd="0" presId="urn:microsoft.com/office/officeart/2018/2/layout/IconVerticalSolidList"/>
    <dgm:cxn modelId="{A8F62FC1-264E-464E-B785-3EE687451756}" srcId="{0B70F58F-971F-491B-B9A4-503E5F5AD8B0}" destId="{702DA521-7B61-428E-9729-FCF42D357637}" srcOrd="3" destOrd="0" parTransId="{84B39FCE-CB56-4610-8563-DE13D5FDDCCB}" sibTransId="{85B64846-AD56-4A3B-B2CF-BDC93714E988}"/>
    <dgm:cxn modelId="{F45112C2-9C80-401F-B576-FC9241DB4216}" srcId="{0B70F58F-971F-491B-B9A4-503E5F5AD8B0}" destId="{9B07CA1E-A207-4229-AA78-27E7F3B625AA}" srcOrd="0" destOrd="0" parTransId="{56EF9120-5445-473F-8231-FB52DB582AD3}" sibTransId="{8BBF3526-FDE1-4D19-8B97-B53A7719A354}"/>
    <dgm:cxn modelId="{7A33CDC8-CA4A-4C59-8FF5-A034447BFABB}" srcId="{0B70F58F-971F-491B-B9A4-503E5F5AD8B0}" destId="{B0EE80CA-B274-4751-9F42-592D85777078}" srcOrd="1" destOrd="0" parTransId="{8FB858D1-4B0A-45AB-A3D7-83215299CC14}" sibTransId="{4EC0FA2B-6B22-4C3C-ADFB-590F747B38B5}"/>
    <dgm:cxn modelId="{5D272AE9-06FB-43A8-A86C-08DCF2150258}" type="presOf" srcId="{B0EE80CA-B274-4751-9F42-592D85777078}" destId="{382252C7-872C-4C8D-9259-46D9B36E6A5E}" srcOrd="0" destOrd="0" presId="urn:microsoft.com/office/officeart/2018/2/layout/IconVerticalSolidList"/>
    <dgm:cxn modelId="{230462A3-C94B-454D-8B09-B67847A7B6E9}" type="presParOf" srcId="{96C93B93-772E-4B8F-A69C-82F1F79BC5BF}" destId="{301B2A6A-BE5A-4699-B61A-19452722EBF7}" srcOrd="0" destOrd="0" presId="urn:microsoft.com/office/officeart/2018/2/layout/IconVerticalSolidList"/>
    <dgm:cxn modelId="{E6282B62-4D27-41B7-8FEE-082E6D342622}" type="presParOf" srcId="{301B2A6A-BE5A-4699-B61A-19452722EBF7}" destId="{D196DB37-7750-491B-938B-498F74F68066}" srcOrd="0" destOrd="0" presId="urn:microsoft.com/office/officeart/2018/2/layout/IconVerticalSolidList"/>
    <dgm:cxn modelId="{31EE46EB-048E-4D83-A43E-52CF98C9BBA9}" type="presParOf" srcId="{301B2A6A-BE5A-4699-B61A-19452722EBF7}" destId="{62F12BE1-5ED6-406A-84E6-922E5215294E}" srcOrd="1" destOrd="0" presId="urn:microsoft.com/office/officeart/2018/2/layout/IconVerticalSolidList"/>
    <dgm:cxn modelId="{BD6049CF-8B0C-42F8-8976-D193A4DB6014}" type="presParOf" srcId="{301B2A6A-BE5A-4699-B61A-19452722EBF7}" destId="{7B93B4A5-8E35-4F88-BBC9-0373D861EC1F}" srcOrd="2" destOrd="0" presId="urn:microsoft.com/office/officeart/2018/2/layout/IconVerticalSolidList"/>
    <dgm:cxn modelId="{4FB4C450-FB7C-4337-92E5-856FAB4A9DDE}" type="presParOf" srcId="{301B2A6A-BE5A-4699-B61A-19452722EBF7}" destId="{48249839-F59B-48BC-9943-3F56476C34BD}" srcOrd="3" destOrd="0" presId="urn:microsoft.com/office/officeart/2018/2/layout/IconVerticalSolidList"/>
    <dgm:cxn modelId="{3402DAC5-3BC5-4E3A-9F66-3296E305AFC5}" type="presParOf" srcId="{96C93B93-772E-4B8F-A69C-82F1F79BC5BF}" destId="{280EF523-E898-465E-8A9C-1F39529F25DF}" srcOrd="1" destOrd="0" presId="urn:microsoft.com/office/officeart/2018/2/layout/IconVerticalSolidList"/>
    <dgm:cxn modelId="{DF4D5807-8E1C-42FE-BA45-28B214E58F41}" type="presParOf" srcId="{96C93B93-772E-4B8F-A69C-82F1F79BC5BF}" destId="{90387715-3BA5-4B71-A4CD-B10BBD03FD42}" srcOrd="2" destOrd="0" presId="urn:microsoft.com/office/officeart/2018/2/layout/IconVerticalSolidList"/>
    <dgm:cxn modelId="{289669F2-5625-4054-A444-D0F8CA61FAE0}" type="presParOf" srcId="{90387715-3BA5-4B71-A4CD-B10BBD03FD42}" destId="{262A9274-654B-4F4B-ABC6-B389A7278165}" srcOrd="0" destOrd="0" presId="urn:microsoft.com/office/officeart/2018/2/layout/IconVerticalSolidList"/>
    <dgm:cxn modelId="{508A1099-11D6-4E4C-805C-ADE8D13B25BB}" type="presParOf" srcId="{90387715-3BA5-4B71-A4CD-B10BBD03FD42}" destId="{BDE9CD72-2719-45C2-9821-CAB6BE444544}" srcOrd="1" destOrd="0" presId="urn:microsoft.com/office/officeart/2018/2/layout/IconVerticalSolidList"/>
    <dgm:cxn modelId="{9CEAA202-1170-4BCC-A2E3-009CD1020032}" type="presParOf" srcId="{90387715-3BA5-4B71-A4CD-B10BBD03FD42}" destId="{E8DFF1D7-759D-486D-A30C-10DD72C00B1E}" srcOrd="2" destOrd="0" presId="urn:microsoft.com/office/officeart/2018/2/layout/IconVerticalSolidList"/>
    <dgm:cxn modelId="{98181D1C-3F56-4EEE-8A3D-7AC78A91ED0E}" type="presParOf" srcId="{90387715-3BA5-4B71-A4CD-B10BBD03FD42}" destId="{382252C7-872C-4C8D-9259-46D9B36E6A5E}" srcOrd="3" destOrd="0" presId="urn:microsoft.com/office/officeart/2018/2/layout/IconVerticalSolidList"/>
    <dgm:cxn modelId="{7528073C-D18B-44BD-986B-1F1F9A29020F}" type="presParOf" srcId="{96C93B93-772E-4B8F-A69C-82F1F79BC5BF}" destId="{9C6B926A-97BF-4596-A467-B8E7E5F374FD}" srcOrd="3" destOrd="0" presId="urn:microsoft.com/office/officeart/2018/2/layout/IconVerticalSolidList"/>
    <dgm:cxn modelId="{1D6B8DBA-74DD-4A33-A8F0-EB3BA590B452}" type="presParOf" srcId="{96C93B93-772E-4B8F-A69C-82F1F79BC5BF}" destId="{3670EDBE-1920-4147-88EF-5D9056551CDC}" srcOrd="4" destOrd="0" presId="urn:microsoft.com/office/officeart/2018/2/layout/IconVerticalSolidList"/>
    <dgm:cxn modelId="{427BBB4A-2AB0-40DB-B0A9-06C7390B3DAF}" type="presParOf" srcId="{3670EDBE-1920-4147-88EF-5D9056551CDC}" destId="{2EDFE749-3BC2-445F-9F2B-46FED2845399}" srcOrd="0" destOrd="0" presId="urn:microsoft.com/office/officeart/2018/2/layout/IconVerticalSolidList"/>
    <dgm:cxn modelId="{12F0EB20-6AC8-4BB3-A182-40B3E01A983D}" type="presParOf" srcId="{3670EDBE-1920-4147-88EF-5D9056551CDC}" destId="{E3ED7B0A-7158-4955-A51F-0B155FF08E4D}" srcOrd="1" destOrd="0" presId="urn:microsoft.com/office/officeart/2018/2/layout/IconVerticalSolidList"/>
    <dgm:cxn modelId="{08B0DD2F-6460-4299-BF1D-CA71751917A2}" type="presParOf" srcId="{3670EDBE-1920-4147-88EF-5D9056551CDC}" destId="{18B207B9-7707-4965-8A4F-9BFDDD343B08}" srcOrd="2" destOrd="0" presId="urn:microsoft.com/office/officeart/2018/2/layout/IconVerticalSolidList"/>
    <dgm:cxn modelId="{D11728CF-2C4C-4C26-9358-9262FFF7E704}" type="presParOf" srcId="{3670EDBE-1920-4147-88EF-5D9056551CDC}" destId="{4D280949-5382-4165-851B-2939086387AD}" srcOrd="3" destOrd="0" presId="urn:microsoft.com/office/officeart/2018/2/layout/IconVerticalSolidList"/>
    <dgm:cxn modelId="{8FB0523D-5D2A-4289-93D6-7C0282A55D29}" type="presParOf" srcId="{96C93B93-772E-4B8F-A69C-82F1F79BC5BF}" destId="{E265F496-5721-4A2A-A8F0-4D44C982BCA2}" srcOrd="5" destOrd="0" presId="urn:microsoft.com/office/officeart/2018/2/layout/IconVerticalSolidList"/>
    <dgm:cxn modelId="{19CA3C43-AA37-4D15-906B-15221F9FCF11}" type="presParOf" srcId="{96C93B93-772E-4B8F-A69C-82F1F79BC5BF}" destId="{B7C71EE6-39B3-4FF4-9DE8-2D56124012F6}" srcOrd="6" destOrd="0" presId="urn:microsoft.com/office/officeart/2018/2/layout/IconVerticalSolidList"/>
    <dgm:cxn modelId="{1F9FC62C-780E-4493-AFCA-AEBF5267F69F}" type="presParOf" srcId="{B7C71EE6-39B3-4FF4-9DE8-2D56124012F6}" destId="{49A5889D-DBFA-4788-BDDC-D580A93B5B7F}" srcOrd="0" destOrd="0" presId="urn:microsoft.com/office/officeart/2018/2/layout/IconVerticalSolidList"/>
    <dgm:cxn modelId="{7B20793A-D47D-4253-B6CB-8042B91FB89A}" type="presParOf" srcId="{B7C71EE6-39B3-4FF4-9DE8-2D56124012F6}" destId="{09AA97B1-B913-476D-BE0A-D8F2F8A70D5E}" srcOrd="1" destOrd="0" presId="urn:microsoft.com/office/officeart/2018/2/layout/IconVerticalSolidList"/>
    <dgm:cxn modelId="{FF96FAC8-91E1-4F32-AF4F-A96B99E544F6}" type="presParOf" srcId="{B7C71EE6-39B3-4FF4-9DE8-2D56124012F6}" destId="{118ADE3F-FDCC-4737-AE5E-204FC456D2AF}" srcOrd="2" destOrd="0" presId="urn:microsoft.com/office/officeart/2018/2/layout/IconVerticalSolidList"/>
    <dgm:cxn modelId="{47ACBC61-B27D-4F13-85E2-4200E56A28E8}" type="presParOf" srcId="{B7C71EE6-39B3-4FF4-9DE8-2D56124012F6}" destId="{16BB9301-AE6B-4F4B-990E-A9F3B7D65F6E}" srcOrd="3" destOrd="0" presId="urn:microsoft.com/office/officeart/2018/2/layout/IconVerticalSolidList"/>
    <dgm:cxn modelId="{DBAF70C3-B783-4798-95C1-EEBB58D24B31}" type="presParOf" srcId="{96C93B93-772E-4B8F-A69C-82F1F79BC5BF}" destId="{F1CF3F06-12C6-4714-AEA6-DCC1F1DF8E34}" srcOrd="7" destOrd="0" presId="urn:microsoft.com/office/officeart/2018/2/layout/IconVerticalSolidList"/>
    <dgm:cxn modelId="{0EBCA1B0-3EEB-4063-B5EC-D3E9D443A819}" type="presParOf" srcId="{96C93B93-772E-4B8F-A69C-82F1F79BC5BF}" destId="{BEF235CC-5B80-4750-B708-602A9F5DEA7B}" srcOrd="8" destOrd="0" presId="urn:microsoft.com/office/officeart/2018/2/layout/IconVerticalSolidList"/>
    <dgm:cxn modelId="{BE9B37DD-4E8E-47DC-A7CB-00FA7D0F95AA}" type="presParOf" srcId="{BEF235CC-5B80-4750-B708-602A9F5DEA7B}" destId="{96432320-4EC8-4AE8-B76C-61DF4E5FBC0F}" srcOrd="0" destOrd="0" presId="urn:microsoft.com/office/officeart/2018/2/layout/IconVerticalSolidList"/>
    <dgm:cxn modelId="{538370D1-ABAE-4951-8C05-FDC9E24CA2D6}" type="presParOf" srcId="{BEF235CC-5B80-4750-B708-602A9F5DEA7B}" destId="{82D40460-BF3C-4AAF-BC2E-1BB89C48DF86}" srcOrd="1" destOrd="0" presId="urn:microsoft.com/office/officeart/2018/2/layout/IconVerticalSolidList"/>
    <dgm:cxn modelId="{10A68599-9013-4ABD-8622-EA1D31623CB0}" type="presParOf" srcId="{BEF235CC-5B80-4750-B708-602A9F5DEA7B}" destId="{492DCD8D-39A0-446F-AB16-E94FC937C08E}" srcOrd="2" destOrd="0" presId="urn:microsoft.com/office/officeart/2018/2/layout/IconVerticalSolidList"/>
    <dgm:cxn modelId="{0517BF3F-A830-4824-9C7D-BC33845AF005}" type="presParOf" srcId="{BEF235CC-5B80-4750-B708-602A9F5DEA7B}" destId="{5760E171-284E-4014-BDF4-1E3FC6C9A89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7405F01-C82D-4D00-B042-3005A6C9D7B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08DF50B-C73E-44E1-BC84-F3FD4FD91A82}">
      <dgm:prSet/>
      <dgm:spPr/>
      <dgm:t>
        <a:bodyPr/>
        <a:lstStyle/>
        <a:p>
          <a:r>
            <a:rPr lang="en-GB"/>
            <a:t>Traditional HR is slow and rule-based.</a:t>
          </a:r>
          <a:br>
            <a:rPr lang="en-GB"/>
          </a:br>
          <a:r>
            <a:rPr lang="en-GB"/>
            <a:t>Agile HR is:</a:t>
          </a:r>
          <a:endParaRPr lang="en-US"/>
        </a:p>
      </dgm:t>
    </dgm:pt>
    <dgm:pt modelId="{BDFBBCAB-1A86-4BC1-9B90-0A2A2A94DFCB}" type="parTrans" cxnId="{B0CDF96D-7A97-4092-B626-D9669ECA3FFA}">
      <dgm:prSet/>
      <dgm:spPr/>
      <dgm:t>
        <a:bodyPr/>
        <a:lstStyle/>
        <a:p>
          <a:endParaRPr lang="en-US"/>
        </a:p>
      </dgm:t>
    </dgm:pt>
    <dgm:pt modelId="{AA13D6B7-7DDE-4A96-831D-26CC9556E734}" type="sibTrans" cxnId="{B0CDF96D-7A97-4092-B626-D9669ECA3FFA}">
      <dgm:prSet/>
      <dgm:spPr/>
      <dgm:t>
        <a:bodyPr/>
        <a:lstStyle/>
        <a:p>
          <a:endParaRPr lang="en-US"/>
        </a:p>
      </dgm:t>
    </dgm:pt>
    <dgm:pt modelId="{F674DB1B-61B2-4CD8-BC82-0AB6274E2F26}">
      <dgm:prSet/>
      <dgm:spPr/>
      <dgm:t>
        <a:bodyPr/>
        <a:lstStyle/>
        <a:p>
          <a:r>
            <a:rPr lang="en-GB"/>
            <a:t>Fast</a:t>
          </a:r>
          <a:endParaRPr lang="en-US"/>
        </a:p>
      </dgm:t>
    </dgm:pt>
    <dgm:pt modelId="{4C4EFA22-261A-482B-8D8B-A7A6D092D8D7}" type="parTrans" cxnId="{B65E22FB-7EDB-4D71-B997-6DA889072600}">
      <dgm:prSet/>
      <dgm:spPr/>
      <dgm:t>
        <a:bodyPr/>
        <a:lstStyle/>
        <a:p>
          <a:endParaRPr lang="en-US"/>
        </a:p>
      </dgm:t>
    </dgm:pt>
    <dgm:pt modelId="{9993F362-5D7E-4F49-853A-1352A20FD265}" type="sibTrans" cxnId="{B65E22FB-7EDB-4D71-B997-6DA889072600}">
      <dgm:prSet/>
      <dgm:spPr/>
      <dgm:t>
        <a:bodyPr/>
        <a:lstStyle/>
        <a:p>
          <a:endParaRPr lang="en-US"/>
        </a:p>
      </dgm:t>
    </dgm:pt>
    <dgm:pt modelId="{21695F2D-2440-4D8E-9F0A-95AC2330B14A}">
      <dgm:prSet/>
      <dgm:spPr/>
      <dgm:t>
        <a:bodyPr/>
        <a:lstStyle/>
        <a:p>
          <a:r>
            <a:rPr lang="en-GB"/>
            <a:t>Flexible</a:t>
          </a:r>
          <a:endParaRPr lang="en-US"/>
        </a:p>
      </dgm:t>
    </dgm:pt>
    <dgm:pt modelId="{C8D9601E-3D20-402F-8AB9-EC1EDC64925D}" type="parTrans" cxnId="{0FDB30CC-07A3-4AFF-9150-4DE7745A504A}">
      <dgm:prSet/>
      <dgm:spPr/>
      <dgm:t>
        <a:bodyPr/>
        <a:lstStyle/>
        <a:p>
          <a:endParaRPr lang="en-US"/>
        </a:p>
      </dgm:t>
    </dgm:pt>
    <dgm:pt modelId="{DB496632-48D0-41F8-BBAE-5B906F7CA4E5}" type="sibTrans" cxnId="{0FDB30CC-07A3-4AFF-9150-4DE7745A504A}">
      <dgm:prSet/>
      <dgm:spPr/>
      <dgm:t>
        <a:bodyPr/>
        <a:lstStyle/>
        <a:p>
          <a:endParaRPr lang="en-US"/>
        </a:p>
      </dgm:t>
    </dgm:pt>
    <dgm:pt modelId="{C7722436-0B9C-40E8-AF59-10BD363C4A6A}">
      <dgm:prSet/>
      <dgm:spPr/>
      <dgm:t>
        <a:bodyPr/>
        <a:lstStyle/>
        <a:p>
          <a:r>
            <a:rPr lang="en-GB"/>
            <a:t>Employee-focused</a:t>
          </a:r>
          <a:endParaRPr lang="en-US"/>
        </a:p>
      </dgm:t>
    </dgm:pt>
    <dgm:pt modelId="{88842664-230D-4E14-93B4-3E4F1EB53EBE}" type="parTrans" cxnId="{4E332F2A-06FC-49B1-9EF1-56A186B1F957}">
      <dgm:prSet/>
      <dgm:spPr/>
      <dgm:t>
        <a:bodyPr/>
        <a:lstStyle/>
        <a:p>
          <a:endParaRPr lang="en-US"/>
        </a:p>
      </dgm:t>
    </dgm:pt>
    <dgm:pt modelId="{6B1E633E-5C18-495F-AFD7-6B2E6FCCF236}" type="sibTrans" cxnId="{4E332F2A-06FC-49B1-9EF1-56A186B1F957}">
      <dgm:prSet/>
      <dgm:spPr/>
      <dgm:t>
        <a:bodyPr/>
        <a:lstStyle/>
        <a:p>
          <a:endParaRPr lang="en-US"/>
        </a:p>
      </dgm:t>
    </dgm:pt>
    <dgm:pt modelId="{AB32AD65-9163-45E7-B895-9E7843C819E0}" type="pres">
      <dgm:prSet presAssocID="{77405F01-C82D-4D00-B042-3005A6C9D7B1}" presName="linear" presStyleCnt="0">
        <dgm:presLayoutVars>
          <dgm:animLvl val="lvl"/>
          <dgm:resizeHandles val="exact"/>
        </dgm:presLayoutVars>
      </dgm:prSet>
      <dgm:spPr/>
    </dgm:pt>
    <dgm:pt modelId="{94F3404C-5FE8-4FCF-A0C8-CA35F3B17C9C}" type="pres">
      <dgm:prSet presAssocID="{208DF50B-C73E-44E1-BC84-F3FD4FD91A8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5B6EE27-9DF9-4E13-B641-59C759D6FF6E}" type="pres">
      <dgm:prSet presAssocID="{AA13D6B7-7DDE-4A96-831D-26CC9556E734}" presName="spacer" presStyleCnt="0"/>
      <dgm:spPr/>
    </dgm:pt>
    <dgm:pt modelId="{3FFEE61C-0708-45DD-A8A3-94583DD84560}" type="pres">
      <dgm:prSet presAssocID="{F674DB1B-61B2-4CD8-BC82-0AB6274E2F2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1423EAF-B689-40F5-A31C-E0ACB1326137}" type="pres">
      <dgm:prSet presAssocID="{9993F362-5D7E-4F49-853A-1352A20FD265}" presName="spacer" presStyleCnt="0"/>
      <dgm:spPr/>
    </dgm:pt>
    <dgm:pt modelId="{DB19AC13-8E4E-48CD-9269-AA2242D01BE8}" type="pres">
      <dgm:prSet presAssocID="{21695F2D-2440-4D8E-9F0A-95AC2330B14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EB9EB37-12D7-4F9B-BFA2-9E551309DCDB}" type="pres">
      <dgm:prSet presAssocID="{DB496632-48D0-41F8-BBAE-5B906F7CA4E5}" presName="spacer" presStyleCnt="0"/>
      <dgm:spPr/>
    </dgm:pt>
    <dgm:pt modelId="{3F5D8385-AA28-4C2D-A00E-B7D308CAA0B5}" type="pres">
      <dgm:prSet presAssocID="{C7722436-0B9C-40E8-AF59-10BD363C4A6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5815E15-E0CE-493D-AFA6-61D7E291005B}" type="presOf" srcId="{208DF50B-C73E-44E1-BC84-F3FD4FD91A82}" destId="{94F3404C-5FE8-4FCF-A0C8-CA35F3B17C9C}" srcOrd="0" destOrd="0" presId="urn:microsoft.com/office/officeart/2005/8/layout/vList2"/>
    <dgm:cxn modelId="{4E332F2A-06FC-49B1-9EF1-56A186B1F957}" srcId="{77405F01-C82D-4D00-B042-3005A6C9D7B1}" destId="{C7722436-0B9C-40E8-AF59-10BD363C4A6A}" srcOrd="3" destOrd="0" parTransId="{88842664-230D-4E14-93B4-3E4F1EB53EBE}" sibTransId="{6B1E633E-5C18-495F-AFD7-6B2E6FCCF236}"/>
    <dgm:cxn modelId="{B0CDF96D-7A97-4092-B626-D9669ECA3FFA}" srcId="{77405F01-C82D-4D00-B042-3005A6C9D7B1}" destId="{208DF50B-C73E-44E1-BC84-F3FD4FD91A82}" srcOrd="0" destOrd="0" parTransId="{BDFBBCAB-1A86-4BC1-9B90-0A2A2A94DFCB}" sibTransId="{AA13D6B7-7DDE-4A96-831D-26CC9556E734}"/>
    <dgm:cxn modelId="{3D866E51-4A22-4BD4-8970-215E3403B521}" type="presOf" srcId="{C7722436-0B9C-40E8-AF59-10BD363C4A6A}" destId="{3F5D8385-AA28-4C2D-A00E-B7D308CAA0B5}" srcOrd="0" destOrd="0" presId="urn:microsoft.com/office/officeart/2005/8/layout/vList2"/>
    <dgm:cxn modelId="{7CEAED8F-9B3A-4100-BAC0-F80884D5658C}" type="presOf" srcId="{F674DB1B-61B2-4CD8-BC82-0AB6274E2F26}" destId="{3FFEE61C-0708-45DD-A8A3-94583DD84560}" srcOrd="0" destOrd="0" presId="urn:microsoft.com/office/officeart/2005/8/layout/vList2"/>
    <dgm:cxn modelId="{0FDB30CC-07A3-4AFF-9150-4DE7745A504A}" srcId="{77405F01-C82D-4D00-B042-3005A6C9D7B1}" destId="{21695F2D-2440-4D8E-9F0A-95AC2330B14A}" srcOrd="2" destOrd="0" parTransId="{C8D9601E-3D20-402F-8AB9-EC1EDC64925D}" sibTransId="{DB496632-48D0-41F8-BBAE-5B906F7CA4E5}"/>
    <dgm:cxn modelId="{1A6734E4-0B4E-40C1-914D-F7A2472A17AA}" type="presOf" srcId="{77405F01-C82D-4D00-B042-3005A6C9D7B1}" destId="{AB32AD65-9163-45E7-B895-9E7843C819E0}" srcOrd="0" destOrd="0" presId="urn:microsoft.com/office/officeart/2005/8/layout/vList2"/>
    <dgm:cxn modelId="{93D5C4F4-41FD-4526-86E4-5B6F3D686C3E}" type="presOf" srcId="{21695F2D-2440-4D8E-9F0A-95AC2330B14A}" destId="{DB19AC13-8E4E-48CD-9269-AA2242D01BE8}" srcOrd="0" destOrd="0" presId="urn:microsoft.com/office/officeart/2005/8/layout/vList2"/>
    <dgm:cxn modelId="{B65E22FB-7EDB-4D71-B997-6DA889072600}" srcId="{77405F01-C82D-4D00-B042-3005A6C9D7B1}" destId="{F674DB1B-61B2-4CD8-BC82-0AB6274E2F26}" srcOrd="1" destOrd="0" parTransId="{4C4EFA22-261A-482B-8D8B-A7A6D092D8D7}" sibTransId="{9993F362-5D7E-4F49-853A-1352A20FD265}"/>
    <dgm:cxn modelId="{C4D13A0D-F922-470E-83FA-590F661C0E05}" type="presParOf" srcId="{AB32AD65-9163-45E7-B895-9E7843C819E0}" destId="{94F3404C-5FE8-4FCF-A0C8-CA35F3B17C9C}" srcOrd="0" destOrd="0" presId="urn:microsoft.com/office/officeart/2005/8/layout/vList2"/>
    <dgm:cxn modelId="{28FFC61E-4C51-4E35-84FB-2C4CB143B1EB}" type="presParOf" srcId="{AB32AD65-9163-45E7-B895-9E7843C819E0}" destId="{D5B6EE27-9DF9-4E13-B641-59C759D6FF6E}" srcOrd="1" destOrd="0" presId="urn:microsoft.com/office/officeart/2005/8/layout/vList2"/>
    <dgm:cxn modelId="{3847E06C-66B0-47C2-9CC7-B49A017FF5E9}" type="presParOf" srcId="{AB32AD65-9163-45E7-B895-9E7843C819E0}" destId="{3FFEE61C-0708-45DD-A8A3-94583DD84560}" srcOrd="2" destOrd="0" presId="urn:microsoft.com/office/officeart/2005/8/layout/vList2"/>
    <dgm:cxn modelId="{DF35B1DC-6FC0-49C4-A396-451101D244D2}" type="presParOf" srcId="{AB32AD65-9163-45E7-B895-9E7843C819E0}" destId="{51423EAF-B689-40F5-A31C-E0ACB1326137}" srcOrd="3" destOrd="0" presId="urn:microsoft.com/office/officeart/2005/8/layout/vList2"/>
    <dgm:cxn modelId="{14689828-FAD6-4730-A4BC-A8AE22BE9D2C}" type="presParOf" srcId="{AB32AD65-9163-45E7-B895-9E7843C819E0}" destId="{DB19AC13-8E4E-48CD-9269-AA2242D01BE8}" srcOrd="4" destOrd="0" presId="urn:microsoft.com/office/officeart/2005/8/layout/vList2"/>
    <dgm:cxn modelId="{50EF78CF-EC90-4476-936D-8FC6971D499D}" type="presParOf" srcId="{AB32AD65-9163-45E7-B895-9E7843C819E0}" destId="{DEB9EB37-12D7-4F9B-BFA2-9E551309DCDB}" srcOrd="5" destOrd="0" presId="urn:microsoft.com/office/officeart/2005/8/layout/vList2"/>
    <dgm:cxn modelId="{5409BD38-F73C-48AE-87C9-B10CC1F2EC49}" type="presParOf" srcId="{AB32AD65-9163-45E7-B895-9E7843C819E0}" destId="{3F5D8385-AA28-4C2D-A00E-B7D308CAA0B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7796838-7948-48D6-B43B-555053B4B3B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B65BCDA-6C9E-4C41-B112-8928E2C1B52B}">
      <dgm:prSet/>
      <dgm:spPr/>
      <dgm:t>
        <a:bodyPr/>
        <a:lstStyle/>
        <a:p>
          <a:pPr>
            <a:defRPr cap="all"/>
          </a:pPr>
          <a:r>
            <a:rPr lang="en-US" b="1" i="0" baseline="0"/>
            <a:t>Small tasks (sprints)</a:t>
          </a:r>
          <a:r>
            <a:rPr lang="en-US" b="0" i="0" baseline="0"/>
            <a:t> instead of big plans</a:t>
          </a:r>
          <a:endParaRPr lang="en-US"/>
        </a:p>
      </dgm:t>
    </dgm:pt>
    <dgm:pt modelId="{4FA942A7-A5D6-4A31-800A-3529701CDCAF}" type="parTrans" cxnId="{9624D173-303A-4730-BA8F-11972CCA4CFC}">
      <dgm:prSet/>
      <dgm:spPr/>
      <dgm:t>
        <a:bodyPr/>
        <a:lstStyle/>
        <a:p>
          <a:endParaRPr lang="en-US"/>
        </a:p>
      </dgm:t>
    </dgm:pt>
    <dgm:pt modelId="{19CB2CFC-11AB-4D55-8A83-4CB18F9E0F82}" type="sibTrans" cxnId="{9624D173-303A-4730-BA8F-11972CCA4CFC}">
      <dgm:prSet/>
      <dgm:spPr/>
      <dgm:t>
        <a:bodyPr/>
        <a:lstStyle/>
        <a:p>
          <a:endParaRPr lang="en-US"/>
        </a:p>
      </dgm:t>
    </dgm:pt>
    <dgm:pt modelId="{68449963-0C86-485E-A394-6D41EE9940BA}">
      <dgm:prSet/>
      <dgm:spPr/>
      <dgm:t>
        <a:bodyPr/>
        <a:lstStyle/>
        <a:p>
          <a:pPr>
            <a:defRPr cap="all"/>
          </a:pPr>
          <a:r>
            <a:rPr lang="en-US" b="1" i="0" baseline="0"/>
            <a:t>Daily short meetings</a:t>
          </a:r>
          <a:endParaRPr lang="en-US"/>
        </a:p>
      </dgm:t>
    </dgm:pt>
    <dgm:pt modelId="{9DF3BD2F-977C-4EDE-90CE-B73269C7A2AA}" type="parTrans" cxnId="{94E2D857-C9C6-412D-8FB8-57BD1DAF7A11}">
      <dgm:prSet/>
      <dgm:spPr/>
      <dgm:t>
        <a:bodyPr/>
        <a:lstStyle/>
        <a:p>
          <a:endParaRPr lang="en-US"/>
        </a:p>
      </dgm:t>
    </dgm:pt>
    <dgm:pt modelId="{847C66AB-9663-4A46-A6E1-324DB7383DBD}" type="sibTrans" cxnId="{94E2D857-C9C6-412D-8FB8-57BD1DAF7A11}">
      <dgm:prSet/>
      <dgm:spPr/>
      <dgm:t>
        <a:bodyPr/>
        <a:lstStyle/>
        <a:p>
          <a:endParaRPr lang="en-US"/>
        </a:p>
      </dgm:t>
    </dgm:pt>
    <dgm:pt modelId="{D257095E-D20D-49FC-BF32-0ED40B4882B8}">
      <dgm:prSet/>
      <dgm:spPr/>
      <dgm:t>
        <a:bodyPr/>
        <a:lstStyle/>
        <a:p>
          <a:pPr>
            <a:defRPr cap="all"/>
          </a:pPr>
          <a:r>
            <a:rPr lang="en-US" b="1" i="0" baseline="0"/>
            <a:t>Visual boards (Kanban)</a:t>
          </a:r>
          <a:r>
            <a:rPr lang="en-US" b="0" i="0" baseline="0"/>
            <a:t>: To-Do → Doing → Done</a:t>
          </a:r>
          <a:endParaRPr lang="en-US"/>
        </a:p>
      </dgm:t>
    </dgm:pt>
    <dgm:pt modelId="{C4D72C77-82DD-4C27-B802-04734A409138}" type="parTrans" cxnId="{093217FC-1E63-4453-9C43-4847FB4F0F3A}">
      <dgm:prSet/>
      <dgm:spPr/>
      <dgm:t>
        <a:bodyPr/>
        <a:lstStyle/>
        <a:p>
          <a:endParaRPr lang="en-US"/>
        </a:p>
      </dgm:t>
    </dgm:pt>
    <dgm:pt modelId="{EB82402C-9489-4FAE-A74D-316E7507B42E}" type="sibTrans" cxnId="{093217FC-1E63-4453-9C43-4847FB4F0F3A}">
      <dgm:prSet/>
      <dgm:spPr/>
      <dgm:t>
        <a:bodyPr/>
        <a:lstStyle/>
        <a:p>
          <a:endParaRPr lang="en-US"/>
        </a:p>
      </dgm:t>
    </dgm:pt>
    <dgm:pt modelId="{18EC82AD-A52C-4BC4-892A-22E4FC52E203}">
      <dgm:prSet/>
      <dgm:spPr/>
      <dgm:t>
        <a:bodyPr/>
        <a:lstStyle/>
        <a:p>
          <a:pPr>
            <a:defRPr cap="all"/>
          </a:pPr>
          <a:r>
            <a:rPr lang="en-US" b="0" i="0" baseline="0"/>
            <a:t>Removing unnecessary steps (Lean HR)</a:t>
          </a:r>
          <a:endParaRPr lang="en-US"/>
        </a:p>
      </dgm:t>
    </dgm:pt>
    <dgm:pt modelId="{2AC35DC4-A536-4A12-965F-DE6BB575182B}" type="parTrans" cxnId="{DA974EFF-C2C4-4746-8B17-1B05B1941E86}">
      <dgm:prSet/>
      <dgm:spPr/>
      <dgm:t>
        <a:bodyPr/>
        <a:lstStyle/>
        <a:p>
          <a:endParaRPr lang="en-US"/>
        </a:p>
      </dgm:t>
    </dgm:pt>
    <dgm:pt modelId="{5C3EFC3E-7AA5-4596-885D-EE7FBA9623EE}" type="sibTrans" cxnId="{DA974EFF-C2C4-4746-8B17-1B05B1941E86}">
      <dgm:prSet/>
      <dgm:spPr/>
      <dgm:t>
        <a:bodyPr/>
        <a:lstStyle/>
        <a:p>
          <a:endParaRPr lang="en-US"/>
        </a:p>
      </dgm:t>
    </dgm:pt>
    <dgm:pt modelId="{4D222A8F-45EC-405A-82BA-D8E0889D8727}" type="pres">
      <dgm:prSet presAssocID="{87796838-7948-48D6-B43B-555053B4B3BE}" presName="root" presStyleCnt="0">
        <dgm:presLayoutVars>
          <dgm:dir/>
          <dgm:resizeHandles val="exact"/>
        </dgm:presLayoutVars>
      </dgm:prSet>
      <dgm:spPr/>
    </dgm:pt>
    <dgm:pt modelId="{C372A4A4-37EB-4F31-9892-CE9B83EB117E}" type="pres">
      <dgm:prSet presAssocID="{2B65BCDA-6C9E-4C41-B112-8928E2C1B52B}" presName="compNode" presStyleCnt="0"/>
      <dgm:spPr/>
    </dgm:pt>
    <dgm:pt modelId="{89A2FABE-A472-4B7C-9EEA-84167C2CDAFF}" type="pres">
      <dgm:prSet presAssocID="{2B65BCDA-6C9E-4C41-B112-8928E2C1B52B}" presName="iconBgRect" presStyleLbl="bgShp" presStyleIdx="0" presStyleCnt="4"/>
      <dgm:spPr/>
    </dgm:pt>
    <dgm:pt modelId="{C8349E97-2A12-4E87-A12B-D28ED9B69D8C}" type="pres">
      <dgm:prSet presAssocID="{2B65BCDA-6C9E-4C41-B112-8928E2C1B52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awl"/>
        </a:ext>
      </dgm:extLst>
    </dgm:pt>
    <dgm:pt modelId="{29FFFFD1-EB56-48D8-A57C-219A101F4271}" type="pres">
      <dgm:prSet presAssocID="{2B65BCDA-6C9E-4C41-B112-8928E2C1B52B}" presName="spaceRect" presStyleCnt="0"/>
      <dgm:spPr/>
    </dgm:pt>
    <dgm:pt modelId="{7EDC101C-BBAD-4291-B1B1-17259214C7EC}" type="pres">
      <dgm:prSet presAssocID="{2B65BCDA-6C9E-4C41-B112-8928E2C1B52B}" presName="textRect" presStyleLbl="revTx" presStyleIdx="0" presStyleCnt="4">
        <dgm:presLayoutVars>
          <dgm:chMax val="1"/>
          <dgm:chPref val="1"/>
        </dgm:presLayoutVars>
      </dgm:prSet>
      <dgm:spPr/>
    </dgm:pt>
    <dgm:pt modelId="{68DD5A17-0532-42F8-9F2C-3BE1A451AEB3}" type="pres">
      <dgm:prSet presAssocID="{19CB2CFC-11AB-4D55-8A83-4CB18F9E0F82}" presName="sibTrans" presStyleCnt="0"/>
      <dgm:spPr/>
    </dgm:pt>
    <dgm:pt modelId="{7BE29F1F-90BA-4C80-BE1E-BB5328EC532B}" type="pres">
      <dgm:prSet presAssocID="{68449963-0C86-485E-A394-6D41EE9940BA}" presName="compNode" presStyleCnt="0"/>
      <dgm:spPr/>
    </dgm:pt>
    <dgm:pt modelId="{DA59FDC8-8DF1-4CA9-820E-55A7CC9F8EE0}" type="pres">
      <dgm:prSet presAssocID="{68449963-0C86-485E-A394-6D41EE9940BA}" presName="iconBgRect" presStyleLbl="bgShp" presStyleIdx="1" presStyleCnt="4"/>
      <dgm:spPr/>
    </dgm:pt>
    <dgm:pt modelId="{390CEFC0-C766-4B1E-B574-05A403C76DDA}" type="pres">
      <dgm:prSet presAssocID="{68449963-0C86-485E-A394-6D41EE9940B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2A9B35D3-61F6-4013-BF85-7570F11BD8D2}" type="pres">
      <dgm:prSet presAssocID="{68449963-0C86-485E-A394-6D41EE9940BA}" presName="spaceRect" presStyleCnt="0"/>
      <dgm:spPr/>
    </dgm:pt>
    <dgm:pt modelId="{66B35DB0-C73A-4075-A7AC-D4CDCB7E796C}" type="pres">
      <dgm:prSet presAssocID="{68449963-0C86-485E-A394-6D41EE9940BA}" presName="textRect" presStyleLbl="revTx" presStyleIdx="1" presStyleCnt="4">
        <dgm:presLayoutVars>
          <dgm:chMax val="1"/>
          <dgm:chPref val="1"/>
        </dgm:presLayoutVars>
      </dgm:prSet>
      <dgm:spPr/>
    </dgm:pt>
    <dgm:pt modelId="{D95CC4EC-84E1-423C-AF8A-F2DCF58749B1}" type="pres">
      <dgm:prSet presAssocID="{847C66AB-9663-4A46-A6E1-324DB7383DBD}" presName="sibTrans" presStyleCnt="0"/>
      <dgm:spPr/>
    </dgm:pt>
    <dgm:pt modelId="{6C53FCDF-8A73-4407-8928-7D29B74B2E2F}" type="pres">
      <dgm:prSet presAssocID="{D257095E-D20D-49FC-BF32-0ED40B4882B8}" presName="compNode" presStyleCnt="0"/>
      <dgm:spPr/>
    </dgm:pt>
    <dgm:pt modelId="{4008BC66-385C-485B-B381-AB61F3D6D1A8}" type="pres">
      <dgm:prSet presAssocID="{D257095E-D20D-49FC-BF32-0ED40B4882B8}" presName="iconBgRect" presStyleLbl="bgShp" presStyleIdx="2" presStyleCnt="4"/>
      <dgm:spPr/>
    </dgm:pt>
    <dgm:pt modelId="{233706D6-5D72-40E6-A689-0C74DECD6182}" type="pres">
      <dgm:prSet presAssocID="{D257095E-D20D-49FC-BF32-0ED40B4882B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6FA5A929-4438-4D72-8B66-427F9AFB3D04}" type="pres">
      <dgm:prSet presAssocID="{D257095E-D20D-49FC-BF32-0ED40B4882B8}" presName="spaceRect" presStyleCnt="0"/>
      <dgm:spPr/>
    </dgm:pt>
    <dgm:pt modelId="{82AF319A-CFAD-4AF1-9DD2-ADDA19694037}" type="pres">
      <dgm:prSet presAssocID="{D257095E-D20D-49FC-BF32-0ED40B4882B8}" presName="textRect" presStyleLbl="revTx" presStyleIdx="2" presStyleCnt="4">
        <dgm:presLayoutVars>
          <dgm:chMax val="1"/>
          <dgm:chPref val="1"/>
        </dgm:presLayoutVars>
      </dgm:prSet>
      <dgm:spPr/>
    </dgm:pt>
    <dgm:pt modelId="{B22AA987-253E-4296-8BD8-724DC21BA506}" type="pres">
      <dgm:prSet presAssocID="{EB82402C-9489-4FAE-A74D-316E7507B42E}" presName="sibTrans" presStyleCnt="0"/>
      <dgm:spPr/>
    </dgm:pt>
    <dgm:pt modelId="{096755F0-9ED5-442B-A818-D9241BDD522C}" type="pres">
      <dgm:prSet presAssocID="{18EC82AD-A52C-4BC4-892A-22E4FC52E203}" presName="compNode" presStyleCnt="0"/>
      <dgm:spPr/>
    </dgm:pt>
    <dgm:pt modelId="{90BDCD3B-60B4-4CEB-8E56-C0C2894BC784}" type="pres">
      <dgm:prSet presAssocID="{18EC82AD-A52C-4BC4-892A-22E4FC52E203}" presName="iconBgRect" presStyleLbl="bgShp" presStyleIdx="3" presStyleCnt="4"/>
      <dgm:spPr/>
    </dgm:pt>
    <dgm:pt modelId="{4B51182A-B586-4330-86BF-EEA6AC34B069}" type="pres">
      <dgm:prSet presAssocID="{18EC82AD-A52C-4BC4-892A-22E4FC52E20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B54E9B6B-3B94-44BB-99EA-2BC51553BF50}" type="pres">
      <dgm:prSet presAssocID="{18EC82AD-A52C-4BC4-892A-22E4FC52E203}" presName="spaceRect" presStyleCnt="0"/>
      <dgm:spPr/>
    </dgm:pt>
    <dgm:pt modelId="{B49A3133-4FFA-4BC7-9B2A-88489318CF57}" type="pres">
      <dgm:prSet presAssocID="{18EC82AD-A52C-4BC4-892A-22E4FC52E20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0FC453D-55A6-4476-910D-F0BA230EBBB3}" type="presOf" srcId="{D257095E-D20D-49FC-BF32-0ED40B4882B8}" destId="{82AF319A-CFAD-4AF1-9DD2-ADDA19694037}" srcOrd="0" destOrd="0" presId="urn:microsoft.com/office/officeart/2018/5/layout/IconCircleLabelList"/>
    <dgm:cxn modelId="{5378A463-2E84-4193-A094-23A7BBCD8F85}" type="presOf" srcId="{68449963-0C86-485E-A394-6D41EE9940BA}" destId="{66B35DB0-C73A-4075-A7AC-D4CDCB7E796C}" srcOrd="0" destOrd="0" presId="urn:microsoft.com/office/officeart/2018/5/layout/IconCircleLabelList"/>
    <dgm:cxn modelId="{9624D173-303A-4730-BA8F-11972CCA4CFC}" srcId="{87796838-7948-48D6-B43B-555053B4B3BE}" destId="{2B65BCDA-6C9E-4C41-B112-8928E2C1B52B}" srcOrd="0" destOrd="0" parTransId="{4FA942A7-A5D6-4A31-800A-3529701CDCAF}" sibTransId="{19CB2CFC-11AB-4D55-8A83-4CB18F9E0F82}"/>
    <dgm:cxn modelId="{94E2D857-C9C6-412D-8FB8-57BD1DAF7A11}" srcId="{87796838-7948-48D6-B43B-555053B4B3BE}" destId="{68449963-0C86-485E-A394-6D41EE9940BA}" srcOrd="1" destOrd="0" parTransId="{9DF3BD2F-977C-4EDE-90CE-B73269C7A2AA}" sibTransId="{847C66AB-9663-4A46-A6E1-324DB7383DBD}"/>
    <dgm:cxn modelId="{D7F2065A-4C88-4D5F-99DC-173E7C6A0D67}" type="presOf" srcId="{18EC82AD-A52C-4BC4-892A-22E4FC52E203}" destId="{B49A3133-4FFA-4BC7-9B2A-88489318CF57}" srcOrd="0" destOrd="0" presId="urn:microsoft.com/office/officeart/2018/5/layout/IconCircleLabelList"/>
    <dgm:cxn modelId="{117A08D0-87CD-4A72-9D52-5407676CF451}" type="presOf" srcId="{2B65BCDA-6C9E-4C41-B112-8928E2C1B52B}" destId="{7EDC101C-BBAD-4291-B1B1-17259214C7EC}" srcOrd="0" destOrd="0" presId="urn:microsoft.com/office/officeart/2018/5/layout/IconCircleLabelList"/>
    <dgm:cxn modelId="{04C07FF4-D738-4709-8C08-E5B4012D6327}" type="presOf" srcId="{87796838-7948-48D6-B43B-555053B4B3BE}" destId="{4D222A8F-45EC-405A-82BA-D8E0889D8727}" srcOrd="0" destOrd="0" presId="urn:microsoft.com/office/officeart/2018/5/layout/IconCircleLabelList"/>
    <dgm:cxn modelId="{093217FC-1E63-4453-9C43-4847FB4F0F3A}" srcId="{87796838-7948-48D6-B43B-555053B4B3BE}" destId="{D257095E-D20D-49FC-BF32-0ED40B4882B8}" srcOrd="2" destOrd="0" parTransId="{C4D72C77-82DD-4C27-B802-04734A409138}" sibTransId="{EB82402C-9489-4FAE-A74D-316E7507B42E}"/>
    <dgm:cxn modelId="{DA974EFF-C2C4-4746-8B17-1B05B1941E86}" srcId="{87796838-7948-48D6-B43B-555053B4B3BE}" destId="{18EC82AD-A52C-4BC4-892A-22E4FC52E203}" srcOrd="3" destOrd="0" parTransId="{2AC35DC4-A536-4A12-965F-DE6BB575182B}" sibTransId="{5C3EFC3E-7AA5-4596-885D-EE7FBA9623EE}"/>
    <dgm:cxn modelId="{98EEE9AA-CB6B-4CEF-B45E-4B4CB95F86CF}" type="presParOf" srcId="{4D222A8F-45EC-405A-82BA-D8E0889D8727}" destId="{C372A4A4-37EB-4F31-9892-CE9B83EB117E}" srcOrd="0" destOrd="0" presId="urn:microsoft.com/office/officeart/2018/5/layout/IconCircleLabelList"/>
    <dgm:cxn modelId="{490E4A2C-AE6A-42BB-BB63-98214D0DCFAE}" type="presParOf" srcId="{C372A4A4-37EB-4F31-9892-CE9B83EB117E}" destId="{89A2FABE-A472-4B7C-9EEA-84167C2CDAFF}" srcOrd="0" destOrd="0" presId="urn:microsoft.com/office/officeart/2018/5/layout/IconCircleLabelList"/>
    <dgm:cxn modelId="{371D3F02-DD81-4B95-A042-89B33FE67C19}" type="presParOf" srcId="{C372A4A4-37EB-4F31-9892-CE9B83EB117E}" destId="{C8349E97-2A12-4E87-A12B-D28ED9B69D8C}" srcOrd="1" destOrd="0" presId="urn:microsoft.com/office/officeart/2018/5/layout/IconCircleLabelList"/>
    <dgm:cxn modelId="{437459AE-175B-41E2-BEB2-9978050C21CA}" type="presParOf" srcId="{C372A4A4-37EB-4F31-9892-CE9B83EB117E}" destId="{29FFFFD1-EB56-48D8-A57C-219A101F4271}" srcOrd="2" destOrd="0" presId="urn:microsoft.com/office/officeart/2018/5/layout/IconCircleLabelList"/>
    <dgm:cxn modelId="{2628046B-9E09-49DE-821C-A9FEAD7A9F50}" type="presParOf" srcId="{C372A4A4-37EB-4F31-9892-CE9B83EB117E}" destId="{7EDC101C-BBAD-4291-B1B1-17259214C7EC}" srcOrd="3" destOrd="0" presId="urn:microsoft.com/office/officeart/2018/5/layout/IconCircleLabelList"/>
    <dgm:cxn modelId="{F7926640-E050-4B2A-B973-BFBAF725EB14}" type="presParOf" srcId="{4D222A8F-45EC-405A-82BA-D8E0889D8727}" destId="{68DD5A17-0532-42F8-9F2C-3BE1A451AEB3}" srcOrd="1" destOrd="0" presId="urn:microsoft.com/office/officeart/2018/5/layout/IconCircleLabelList"/>
    <dgm:cxn modelId="{A9AFDF83-EB06-4B54-B7DA-BD1D625F1B7A}" type="presParOf" srcId="{4D222A8F-45EC-405A-82BA-D8E0889D8727}" destId="{7BE29F1F-90BA-4C80-BE1E-BB5328EC532B}" srcOrd="2" destOrd="0" presId="urn:microsoft.com/office/officeart/2018/5/layout/IconCircleLabelList"/>
    <dgm:cxn modelId="{1EB74769-241D-4C02-B9AB-0E5201E7CB88}" type="presParOf" srcId="{7BE29F1F-90BA-4C80-BE1E-BB5328EC532B}" destId="{DA59FDC8-8DF1-4CA9-820E-55A7CC9F8EE0}" srcOrd="0" destOrd="0" presId="urn:microsoft.com/office/officeart/2018/5/layout/IconCircleLabelList"/>
    <dgm:cxn modelId="{AE3A682E-8C7E-4042-A462-AF2E336E1BAB}" type="presParOf" srcId="{7BE29F1F-90BA-4C80-BE1E-BB5328EC532B}" destId="{390CEFC0-C766-4B1E-B574-05A403C76DDA}" srcOrd="1" destOrd="0" presId="urn:microsoft.com/office/officeart/2018/5/layout/IconCircleLabelList"/>
    <dgm:cxn modelId="{25B2955E-DC75-4024-A4BA-3694ACCA6F53}" type="presParOf" srcId="{7BE29F1F-90BA-4C80-BE1E-BB5328EC532B}" destId="{2A9B35D3-61F6-4013-BF85-7570F11BD8D2}" srcOrd="2" destOrd="0" presId="urn:microsoft.com/office/officeart/2018/5/layout/IconCircleLabelList"/>
    <dgm:cxn modelId="{26245D89-AB4A-4BAE-B407-2ACB98126B94}" type="presParOf" srcId="{7BE29F1F-90BA-4C80-BE1E-BB5328EC532B}" destId="{66B35DB0-C73A-4075-A7AC-D4CDCB7E796C}" srcOrd="3" destOrd="0" presId="urn:microsoft.com/office/officeart/2018/5/layout/IconCircleLabelList"/>
    <dgm:cxn modelId="{1F51E790-C80D-4A38-97EE-D3B2718872D5}" type="presParOf" srcId="{4D222A8F-45EC-405A-82BA-D8E0889D8727}" destId="{D95CC4EC-84E1-423C-AF8A-F2DCF58749B1}" srcOrd="3" destOrd="0" presId="urn:microsoft.com/office/officeart/2018/5/layout/IconCircleLabelList"/>
    <dgm:cxn modelId="{1ED23CF4-55C2-411A-9480-24060FE68813}" type="presParOf" srcId="{4D222A8F-45EC-405A-82BA-D8E0889D8727}" destId="{6C53FCDF-8A73-4407-8928-7D29B74B2E2F}" srcOrd="4" destOrd="0" presId="urn:microsoft.com/office/officeart/2018/5/layout/IconCircleLabelList"/>
    <dgm:cxn modelId="{12AFB831-C47D-43C3-8B8B-7DB3BDC789B5}" type="presParOf" srcId="{6C53FCDF-8A73-4407-8928-7D29B74B2E2F}" destId="{4008BC66-385C-485B-B381-AB61F3D6D1A8}" srcOrd="0" destOrd="0" presId="urn:microsoft.com/office/officeart/2018/5/layout/IconCircleLabelList"/>
    <dgm:cxn modelId="{788026A3-0827-4AD2-A032-A59D39693153}" type="presParOf" srcId="{6C53FCDF-8A73-4407-8928-7D29B74B2E2F}" destId="{233706D6-5D72-40E6-A689-0C74DECD6182}" srcOrd="1" destOrd="0" presId="urn:microsoft.com/office/officeart/2018/5/layout/IconCircleLabelList"/>
    <dgm:cxn modelId="{C59B5681-0FFC-44D6-8648-BB4B5711177D}" type="presParOf" srcId="{6C53FCDF-8A73-4407-8928-7D29B74B2E2F}" destId="{6FA5A929-4438-4D72-8B66-427F9AFB3D04}" srcOrd="2" destOrd="0" presId="urn:microsoft.com/office/officeart/2018/5/layout/IconCircleLabelList"/>
    <dgm:cxn modelId="{D58D5B1C-5C15-4D75-8C0B-A671100C9358}" type="presParOf" srcId="{6C53FCDF-8A73-4407-8928-7D29B74B2E2F}" destId="{82AF319A-CFAD-4AF1-9DD2-ADDA19694037}" srcOrd="3" destOrd="0" presId="urn:microsoft.com/office/officeart/2018/5/layout/IconCircleLabelList"/>
    <dgm:cxn modelId="{77E9E1DB-15F8-4269-BFBE-06FA29A49196}" type="presParOf" srcId="{4D222A8F-45EC-405A-82BA-D8E0889D8727}" destId="{B22AA987-253E-4296-8BD8-724DC21BA506}" srcOrd="5" destOrd="0" presId="urn:microsoft.com/office/officeart/2018/5/layout/IconCircleLabelList"/>
    <dgm:cxn modelId="{2381E6CD-EB1D-4E81-935D-27A578AA9086}" type="presParOf" srcId="{4D222A8F-45EC-405A-82BA-D8E0889D8727}" destId="{096755F0-9ED5-442B-A818-D9241BDD522C}" srcOrd="6" destOrd="0" presId="urn:microsoft.com/office/officeart/2018/5/layout/IconCircleLabelList"/>
    <dgm:cxn modelId="{2A4271A2-761C-4B87-B728-236C56B13F5B}" type="presParOf" srcId="{096755F0-9ED5-442B-A818-D9241BDD522C}" destId="{90BDCD3B-60B4-4CEB-8E56-C0C2894BC784}" srcOrd="0" destOrd="0" presId="urn:microsoft.com/office/officeart/2018/5/layout/IconCircleLabelList"/>
    <dgm:cxn modelId="{7C00D966-2D6F-4B70-BCEA-1E803751523B}" type="presParOf" srcId="{096755F0-9ED5-442B-A818-D9241BDD522C}" destId="{4B51182A-B586-4330-86BF-EEA6AC34B069}" srcOrd="1" destOrd="0" presId="urn:microsoft.com/office/officeart/2018/5/layout/IconCircleLabelList"/>
    <dgm:cxn modelId="{AD9D9E59-216B-48A9-8C94-B7BCA2597AF1}" type="presParOf" srcId="{096755F0-9ED5-442B-A818-D9241BDD522C}" destId="{B54E9B6B-3B94-44BB-99EA-2BC51553BF50}" srcOrd="2" destOrd="0" presId="urn:microsoft.com/office/officeart/2018/5/layout/IconCircleLabelList"/>
    <dgm:cxn modelId="{54A7AB44-057E-4B59-B583-0BBD342E5771}" type="presParOf" srcId="{096755F0-9ED5-442B-A818-D9241BDD522C}" destId="{B49A3133-4FFA-4BC7-9B2A-88489318CF5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E1034F7-860B-4203-BAFB-359E6555A0DF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AC81FF2-B31E-4654-A53C-3D36D100AA6A}">
      <dgm:prSet/>
      <dgm:spPr/>
      <dgm:t>
        <a:bodyPr/>
        <a:lstStyle/>
        <a:p>
          <a:r>
            <a:rPr lang="en-GB"/>
            <a:t>If a job candidate cancels an interview:</a:t>
          </a:r>
          <a:endParaRPr lang="en-US"/>
        </a:p>
      </dgm:t>
    </dgm:pt>
    <dgm:pt modelId="{5C85B6F0-3E4F-42EF-B353-410416BF49B0}" type="parTrans" cxnId="{8D80A573-7164-4605-AAF9-E87F74D5072D}">
      <dgm:prSet/>
      <dgm:spPr/>
      <dgm:t>
        <a:bodyPr/>
        <a:lstStyle/>
        <a:p>
          <a:endParaRPr lang="en-US"/>
        </a:p>
      </dgm:t>
    </dgm:pt>
    <dgm:pt modelId="{4E047BF4-E959-4549-BBC1-1CFD1E91E96D}" type="sibTrans" cxnId="{8D80A573-7164-4605-AAF9-E87F74D5072D}">
      <dgm:prSet/>
      <dgm:spPr/>
      <dgm:t>
        <a:bodyPr/>
        <a:lstStyle/>
        <a:p>
          <a:endParaRPr lang="en-US"/>
        </a:p>
      </dgm:t>
    </dgm:pt>
    <dgm:pt modelId="{90F75341-EE0B-4880-B2D1-88406AA17B86}">
      <dgm:prSet/>
      <dgm:spPr/>
      <dgm:t>
        <a:bodyPr/>
        <a:lstStyle/>
        <a:p>
          <a:r>
            <a:rPr lang="en-GB"/>
            <a:t>Traditional HR waits days</a:t>
          </a:r>
          <a:endParaRPr lang="en-US"/>
        </a:p>
      </dgm:t>
    </dgm:pt>
    <dgm:pt modelId="{BF7962AC-76FA-4874-AD49-B4D14392B0B8}" type="parTrans" cxnId="{9AFBCD86-7FCF-4F1D-BA96-891D8DB41E2F}">
      <dgm:prSet/>
      <dgm:spPr/>
      <dgm:t>
        <a:bodyPr/>
        <a:lstStyle/>
        <a:p>
          <a:endParaRPr lang="en-US"/>
        </a:p>
      </dgm:t>
    </dgm:pt>
    <dgm:pt modelId="{CF5BF3C5-7571-4455-8AB8-27F9738EBC3D}" type="sibTrans" cxnId="{9AFBCD86-7FCF-4F1D-BA96-891D8DB41E2F}">
      <dgm:prSet/>
      <dgm:spPr/>
      <dgm:t>
        <a:bodyPr/>
        <a:lstStyle/>
        <a:p>
          <a:endParaRPr lang="en-US"/>
        </a:p>
      </dgm:t>
    </dgm:pt>
    <dgm:pt modelId="{D6509374-19FD-4E7E-9167-62E45E262ECD}">
      <dgm:prSet/>
      <dgm:spPr/>
      <dgm:t>
        <a:bodyPr/>
        <a:lstStyle/>
        <a:p>
          <a:r>
            <a:rPr lang="en-GB"/>
            <a:t>Agile HR quickly reschedules and moves forward the same day</a:t>
          </a:r>
          <a:endParaRPr lang="en-US"/>
        </a:p>
      </dgm:t>
    </dgm:pt>
    <dgm:pt modelId="{7C5A764B-07D8-468B-B56C-CF3FF4667E8C}" type="parTrans" cxnId="{0B34F1F2-2E57-47E2-B3F1-7A5307647A3A}">
      <dgm:prSet/>
      <dgm:spPr/>
      <dgm:t>
        <a:bodyPr/>
        <a:lstStyle/>
        <a:p>
          <a:endParaRPr lang="en-US"/>
        </a:p>
      </dgm:t>
    </dgm:pt>
    <dgm:pt modelId="{05EF4C3D-9076-4493-B50D-CAB21384DFF8}" type="sibTrans" cxnId="{0B34F1F2-2E57-47E2-B3F1-7A5307647A3A}">
      <dgm:prSet/>
      <dgm:spPr/>
      <dgm:t>
        <a:bodyPr/>
        <a:lstStyle/>
        <a:p>
          <a:endParaRPr lang="en-US"/>
        </a:p>
      </dgm:t>
    </dgm:pt>
    <dgm:pt modelId="{D2B68BF4-F57F-4C71-BDF7-D07ECB1E93E6}" type="pres">
      <dgm:prSet presAssocID="{EE1034F7-860B-4203-BAFB-359E6555A0DF}" presName="Name0" presStyleCnt="0">
        <dgm:presLayoutVars>
          <dgm:dir/>
          <dgm:animLvl val="lvl"/>
          <dgm:resizeHandles val="exact"/>
        </dgm:presLayoutVars>
      </dgm:prSet>
      <dgm:spPr/>
    </dgm:pt>
    <dgm:pt modelId="{2B5E1433-5331-40D0-828D-2BBE08265457}" type="pres">
      <dgm:prSet presAssocID="{5AC81FF2-B31E-4654-A53C-3D36D100AA6A}" presName="linNode" presStyleCnt="0"/>
      <dgm:spPr/>
    </dgm:pt>
    <dgm:pt modelId="{1C467396-2BEB-42D9-AAFF-600F124F9E0A}" type="pres">
      <dgm:prSet presAssocID="{5AC81FF2-B31E-4654-A53C-3D36D100AA6A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813E98CA-62FD-47D3-B015-9D2DF32F3F31}" type="pres">
      <dgm:prSet presAssocID="{4E047BF4-E959-4549-BBC1-1CFD1E91E96D}" presName="sp" presStyleCnt="0"/>
      <dgm:spPr/>
    </dgm:pt>
    <dgm:pt modelId="{FD928849-667D-4FB5-8C18-9950F53569C6}" type="pres">
      <dgm:prSet presAssocID="{90F75341-EE0B-4880-B2D1-88406AA17B86}" presName="linNode" presStyleCnt="0"/>
      <dgm:spPr/>
    </dgm:pt>
    <dgm:pt modelId="{F3599499-39D6-4197-B382-FE6617F7A900}" type="pres">
      <dgm:prSet presAssocID="{90F75341-EE0B-4880-B2D1-88406AA17B86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13C41D26-F1F2-44D8-970B-6D747B2247C0}" type="pres">
      <dgm:prSet presAssocID="{CF5BF3C5-7571-4455-8AB8-27F9738EBC3D}" presName="sp" presStyleCnt="0"/>
      <dgm:spPr/>
    </dgm:pt>
    <dgm:pt modelId="{D4CFFF07-2AA2-45E5-97B7-0A853E0BD7BB}" type="pres">
      <dgm:prSet presAssocID="{D6509374-19FD-4E7E-9167-62E45E262ECD}" presName="linNode" presStyleCnt="0"/>
      <dgm:spPr/>
    </dgm:pt>
    <dgm:pt modelId="{866A3C43-5F9D-4AC2-880E-7BE202C596D5}" type="pres">
      <dgm:prSet presAssocID="{D6509374-19FD-4E7E-9167-62E45E262ECD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36C1C710-E63C-410B-A619-44C10169A4B0}" type="presOf" srcId="{D6509374-19FD-4E7E-9167-62E45E262ECD}" destId="{866A3C43-5F9D-4AC2-880E-7BE202C596D5}" srcOrd="0" destOrd="0" presId="urn:microsoft.com/office/officeart/2005/8/layout/vList5"/>
    <dgm:cxn modelId="{E8760628-3BD4-4129-9266-249409F12978}" type="presOf" srcId="{90F75341-EE0B-4880-B2D1-88406AA17B86}" destId="{F3599499-39D6-4197-B382-FE6617F7A900}" srcOrd="0" destOrd="0" presId="urn:microsoft.com/office/officeart/2005/8/layout/vList5"/>
    <dgm:cxn modelId="{8D80A573-7164-4605-AAF9-E87F74D5072D}" srcId="{EE1034F7-860B-4203-BAFB-359E6555A0DF}" destId="{5AC81FF2-B31E-4654-A53C-3D36D100AA6A}" srcOrd="0" destOrd="0" parTransId="{5C85B6F0-3E4F-42EF-B353-410416BF49B0}" sibTransId="{4E047BF4-E959-4549-BBC1-1CFD1E91E96D}"/>
    <dgm:cxn modelId="{9AFBCD86-7FCF-4F1D-BA96-891D8DB41E2F}" srcId="{EE1034F7-860B-4203-BAFB-359E6555A0DF}" destId="{90F75341-EE0B-4880-B2D1-88406AA17B86}" srcOrd="1" destOrd="0" parTransId="{BF7962AC-76FA-4874-AD49-B4D14392B0B8}" sibTransId="{CF5BF3C5-7571-4455-8AB8-27F9738EBC3D}"/>
    <dgm:cxn modelId="{A92E8F9D-D878-4559-BDA7-DEEE2A0AEB55}" type="presOf" srcId="{EE1034F7-860B-4203-BAFB-359E6555A0DF}" destId="{D2B68BF4-F57F-4C71-BDF7-D07ECB1E93E6}" srcOrd="0" destOrd="0" presId="urn:microsoft.com/office/officeart/2005/8/layout/vList5"/>
    <dgm:cxn modelId="{797076B6-3F49-4A24-B074-A6AD81D9A09A}" type="presOf" srcId="{5AC81FF2-B31E-4654-A53C-3D36D100AA6A}" destId="{1C467396-2BEB-42D9-AAFF-600F124F9E0A}" srcOrd="0" destOrd="0" presId="urn:microsoft.com/office/officeart/2005/8/layout/vList5"/>
    <dgm:cxn modelId="{0B34F1F2-2E57-47E2-B3F1-7A5307647A3A}" srcId="{EE1034F7-860B-4203-BAFB-359E6555A0DF}" destId="{D6509374-19FD-4E7E-9167-62E45E262ECD}" srcOrd="2" destOrd="0" parTransId="{7C5A764B-07D8-468B-B56C-CF3FF4667E8C}" sibTransId="{05EF4C3D-9076-4493-B50D-CAB21384DFF8}"/>
    <dgm:cxn modelId="{CBC65E83-2F01-44FD-A0E5-7C2C1A8E3BBB}" type="presParOf" srcId="{D2B68BF4-F57F-4C71-BDF7-D07ECB1E93E6}" destId="{2B5E1433-5331-40D0-828D-2BBE08265457}" srcOrd="0" destOrd="0" presId="urn:microsoft.com/office/officeart/2005/8/layout/vList5"/>
    <dgm:cxn modelId="{22203667-5211-4CEC-B557-E627255C1AA6}" type="presParOf" srcId="{2B5E1433-5331-40D0-828D-2BBE08265457}" destId="{1C467396-2BEB-42D9-AAFF-600F124F9E0A}" srcOrd="0" destOrd="0" presId="urn:microsoft.com/office/officeart/2005/8/layout/vList5"/>
    <dgm:cxn modelId="{5192E5DE-EE4C-4FB0-9CA0-804BA6865C96}" type="presParOf" srcId="{D2B68BF4-F57F-4C71-BDF7-D07ECB1E93E6}" destId="{813E98CA-62FD-47D3-B015-9D2DF32F3F31}" srcOrd="1" destOrd="0" presId="urn:microsoft.com/office/officeart/2005/8/layout/vList5"/>
    <dgm:cxn modelId="{39477267-EA1B-4742-8FC8-347A7C54B90D}" type="presParOf" srcId="{D2B68BF4-F57F-4C71-BDF7-D07ECB1E93E6}" destId="{FD928849-667D-4FB5-8C18-9950F53569C6}" srcOrd="2" destOrd="0" presId="urn:microsoft.com/office/officeart/2005/8/layout/vList5"/>
    <dgm:cxn modelId="{E1073E11-8D98-48A9-B6DA-86BB5AE498FE}" type="presParOf" srcId="{FD928849-667D-4FB5-8C18-9950F53569C6}" destId="{F3599499-39D6-4197-B382-FE6617F7A900}" srcOrd="0" destOrd="0" presId="urn:microsoft.com/office/officeart/2005/8/layout/vList5"/>
    <dgm:cxn modelId="{E0C3BD50-CC0E-44DF-B198-8D7AB9D033BA}" type="presParOf" srcId="{D2B68BF4-F57F-4C71-BDF7-D07ECB1E93E6}" destId="{13C41D26-F1F2-44D8-970B-6D747B2247C0}" srcOrd="3" destOrd="0" presId="urn:microsoft.com/office/officeart/2005/8/layout/vList5"/>
    <dgm:cxn modelId="{5D220F0C-57E2-46FC-9D3E-EDB15488E36D}" type="presParOf" srcId="{D2B68BF4-F57F-4C71-BDF7-D07ECB1E93E6}" destId="{D4CFFF07-2AA2-45E5-97B7-0A853E0BD7BB}" srcOrd="4" destOrd="0" presId="urn:microsoft.com/office/officeart/2005/8/layout/vList5"/>
    <dgm:cxn modelId="{7F78907B-E570-4A46-AE99-3D581E9E576D}" type="presParOf" srcId="{D4CFFF07-2AA2-45E5-97B7-0A853E0BD7BB}" destId="{866A3C43-5F9D-4AC2-880E-7BE202C596D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EA398B9-314D-438B-AB96-5F74E43D88D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B8073A3-C803-494C-A593-B5BD47681AF6}">
      <dgm:prSet/>
      <dgm:spPr/>
      <dgm:t>
        <a:bodyPr/>
        <a:lstStyle/>
        <a:p>
          <a:pPr>
            <a:defRPr cap="all"/>
          </a:pPr>
          <a:r>
            <a:rPr lang="en-US" b="0" i="0" baseline="0"/>
            <a:t>Faster decisions</a:t>
          </a:r>
          <a:endParaRPr lang="en-US"/>
        </a:p>
      </dgm:t>
    </dgm:pt>
    <dgm:pt modelId="{69284431-149D-4DE0-AC60-DC7C5294FC53}" type="parTrans" cxnId="{F8E903A0-A6D6-43D5-A1C9-13516E8F689D}">
      <dgm:prSet/>
      <dgm:spPr/>
      <dgm:t>
        <a:bodyPr/>
        <a:lstStyle/>
        <a:p>
          <a:endParaRPr lang="en-US"/>
        </a:p>
      </dgm:t>
    </dgm:pt>
    <dgm:pt modelId="{8A0A7D77-7C5F-4995-97E2-759AF471B41D}" type="sibTrans" cxnId="{F8E903A0-A6D6-43D5-A1C9-13516E8F689D}">
      <dgm:prSet/>
      <dgm:spPr/>
      <dgm:t>
        <a:bodyPr/>
        <a:lstStyle/>
        <a:p>
          <a:endParaRPr lang="en-US"/>
        </a:p>
      </dgm:t>
    </dgm:pt>
    <dgm:pt modelId="{F016EAB1-C04F-4B58-8BD2-E17C3EB24399}">
      <dgm:prSet/>
      <dgm:spPr/>
      <dgm:t>
        <a:bodyPr/>
        <a:lstStyle/>
        <a:p>
          <a:pPr>
            <a:defRPr cap="all"/>
          </a:pPr>
          <a:r>
            <a:rPr lang="en-US" b="0" i="0" baseline="0"/>
            <a:t>Better teamwork</a:t>
          </a:r>
          <a:endParaRPr lang="en-US"/>
        </a:p>
      </dgm:t>
    </dgm:pt>
    <dgm:pt modelId="{145FA70E-2E14-4E46-8AAF-6C843BB6EB75}" type="parTrans" cxnId="{743D2D88-0333-4B79-B6D0-00BD56C93DB3}">
      <dgm:prSet/>
      <dgm:spPr/>
      <dgm:t>
        <a:bodyPr/>
        <a:lstStyle/>
        <a:p>
          <a:endParaRPr lang="en-US"/>
        </a:p>
      </dgm:t>
    </dgm:pt>
    <dgm:pt modelId="{2D929E38-DF57-430D-8893-0B1EBEA4B88B}" type="sibTrans" cxnId="{743D2D88-0333-4B79-B6D0-00BD56C93DB3}">
      <dgm:prSet/>
      <dgm:spPr/>
      <dgm:t>
        <a:bodyPr/>
        <a:lstStyle/>
        <a:p>
          <a:endParaRPr lang="en-US"/>
        </a:p>
      </dgm:t>
    </dgm:pt>
    <dgm:pt modelId="{E48AB198-FC54-4431-A5F9-42DF703B56C6}">
      <dgm:prSet/>
      <dgm:spPr/>
      <dgm:t>
        <a:bodyPr/>
        <a:lstStyle/>
        <a:p>
          <a:pPr>
            <a:defRPr cap="all"/>
          </a:pPr>
          <a:r>
            <a:rPr lang="en-US" b="0" i="0" baseline="0"/>
            <a:t>Clear work progress</a:t>
          </a:r>
          <a:endParaRPr lang="en-US"/>
        </a:p>
      </dgm:t>
    </dgm:pt>
    <dgm:pt modelId="{6136D70E-F5B0-4C79-B133-6AF5E14EC9EB}" type="parTrans" cxnId="{7FC51BF4-1AD0-463E-BE2A-EF7D7AFDBA38}">
      <dgm:prSet/>
      <dgm:spPr/>
      <dgm:t>
        <a:bodyPr/>
        <a:lstStyle/>
        <a:p>
          <a:endParaRPr lang="en-US"/>
        </a:p>
      </dgm:t>
    </dgm:pt>
    <dgm:pt modelId="{27779BFC-AD90-412C-9022-0D640CE57B7F}" type="sibTrans" cxnId="{7FC51BF4-1AD0-463E-BE2A-EF7D7AFDBA38}">
      <dgm:prSet/>
      <dgm:spPr/>
      <dgm:t>
        <a:bodyPr/>
        <a:lstStyle/>
        <a:p>
          <a:endParaRPr lang="en-US"/>
        </a:p>
      </dgm:t>
    </dgm:pt>
    <dgm:pt modelId="{D332D7D3-D343-4ED8-9E04-E12A68A57315}">
      <dgm:prSet/>
      <dgm:spPr/>
      <dgm:t>
        <a:bodyPr/>
        <a:lstStyle/>
        <a:p>
          <a:pPr>
            <a:defRPr cap="all"/>
          </a:pPr>
          <a:r>
            <a:rPr lang="en-US" b="0" i="0" baseline="0"/>
            <a:t>Higher employee engagement</a:t>
          </a:r>
          <a:endParaRPr lang="en-US"/>
        </a:p>
      </dgm:t>
    </dgm:pt>
    <dgm:pt modelId="{25F6618A-963F-4D5B-84D6-4135B0F017D2}" type="parTrans" cxnId="{0DED9D00-0179-43C1-B10D-08993E26DF9F}">
      <dgm:prSet/>
      <dgm:spPr/>
      <dgm:t>
        <a:bodyPr/>
        <a:lstStyle/>
        <a:p>
          <a:endParaRPr lang="en-US"/>
        </a:p>
      </dgm:t>
    </dgm:pt>
    <dgm:pt modelId="{6F7CC726-EE81-4442-B3AE-622A80D9D810}" type="sibTrans" cxnId="{0DED9D00-0179-43C1-B10D-08993E26DF9F}">
      <dgm:prSet/>
      <dgm:spPr/>
      <dgm:t>
        <a:bodyPr/>
        <a:lstStyle/>
        <a:p>
          <a:endParaRPr lang="en-US"/>
        </a:p>
      </dgm:t>
    </dgm:pt>
    <dgm:pt modelId="{9E0D85C3-D6D4-4CE8-BEA3-856141CC6906}">
      <dgm:prSet/>
      <dgm:spPr/>
      <dgm:t>
        <a:bodyPr/>
        <a:lstStyle/>
        <a:p>
          <a:pPr>
            <a:defRPr cap="all"/>
          </a:pPr>
          <a:r>
            <a:rPr lang="en-US" b="0" i="0" baseline="0"/>
            <a:t>Better handling of change</a:t>
          </a:r>
          <a:endParaRPr lang="en-US"/>
        </a:p>
      </dgm:t>
    </dgm:pt>
    <dgm:pt modelId="{4C771C0E-FBB8-4E41-AAC3-100652355EF1}" type="parTrans" cxnId="{99121E4B-EF7E-4DFB-892D-E58DFC2E28B4}">
      <dgm:prSet/>
      <dgm:spPr/>
      <dgm:t>
        <a:bodyPr/>
        <a:lstStyle/>
        <a:p>
          <a:endParaRPr lang="en-US"/>
        </a:p>
      </dgm:t>
    </dgm:pt>
    <dgm:pt modelId="{F27DD827-4FD4-4CAF-A24A-D855A254E434}" type="sibTrans" cxnId="{99121E4B-EF7E-4DFB-892D-E58DFC2E28B4}">
      <dgm:prSet/>
      <dgm:spPr/>
      <dgm:t>
        <a:bodyPr/>
        <a:lstStyle/>
        <a:p>
          <a:endParaRPr lang="en-US"/>
        </a:p>
      </dgm:t>
    </dgm:pt>
    <dgm:pt modelId="{51ED6D86-2B1B-490E-867D-5AECE229B666}" type="pres">
      <dgm:prSet presAssocID="{4EA398B9-314D-438B-AB96-5F74E43D88D5}" presName="root" presStyleCnt="0">
        <dgm:presLayoutVars>
          <dgm:dir/>
          <dgm:resizeHandles val="exact"/>
        </dgm:presLayoutVars>
      </dgm:prSet>
      <dgm:spPr/>
    </dgm:pt>
    <dgm:pt modelId="{5052028C-A70B-45A2-9E08-225C41BCABF9}" type="pres">
      <dgm:prSet presAssocID="{DB8073A3-C803-494C-A593-B5BD47681AF6}" presName="compNode" presStyleCnt="0"/>
      <dgm:spPr/>
    </dgm:pt>
    <dgm:pt modelId="{BF9B282A-CA2B-40A4-A068-2210D4D4B15B}" type="pres">
      <dgm:prSet presAssocID="{DB8073A3-C803-494C-A593-B5BD47681AF6}" presName="iconBgRect" presStyleLbl="bgShp" presStyleIdx="0" presStyleCnt="5"/>
      <dgm:spPr/>
    </dgm:pt>
    <dgm:pt modelId="{D554481E-20A2-4AAA-9C08-2D1093300CBC}" type="pres">
      <dgm:prSet presAssocID="{DB8073A3-C803-494C-A593-B5BD47681AF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3736FF9-AE05-47D4-980F-1F65E6BF7073}" type="pres">
      <dgm:prSet presAssocID="{DB8073A3-C803-494C-A593-B5BD47681AF6}" presName="spaceRect" presStyleCnt="0"/>
      <dgm:spPr/>
    </dgm:pt>
    <dgm:pt modelId="{3EBC94D5-A9E5-4ABA-9873-512E5ACC3F62}" type="pres">
      <dgm:prSet presAssocID="{DB8073A3-C803-494C-A593-B5BD47681AF6}" presName="textRect" presStyleLbl="revTx" presStyleIdx="0" presStyleCnt="5">
        <dgm:presLayoutVars>
          <dgm:chMax val="1"/>
          <dgm:chPref val="1"/>
        </dgm:presLayoutVars>
      </dgm:prSet>
      <dgm:spPr/>
    </dgm:pt>
    <dgm:pt modelId="{97708862-8B45-41CE-B4D2-00658C4C3CA6}" type="pres">
      <dgm:prSet presAssocID="{8A0A7D77-7C5F-4995-97E2-759AF471B41D}" presName="sibTrans" presStyleCnt="0"/>
      <dgm:spPr/>
    </dgm:pt>
    <dgm:pt modelId="{8C697DE6-D3BE-43DC-BA28-7FFBEDC396FA}" type="pres">
      <dgm:prSet presAssocID="{F016EAB1-C04F-4B58-8BD2-E17C3EB24399}" presName="compNode" presStyleCnt="0"/>
      <dgm:spPr/>
    </dgm:pt>
    <dgm:pt modelId="{889CA728-56C4-4D46-8F78-F0E075A4741D}" type="pres">
      <dgm:prSet presAssocID="{F016EAB1-C04F-4B58-8BD2-E17C3EB24399}" presName="iconBgRect" presStyleLbl="bgShp" presStyleIdx="1" presStyleCnt="5"/>
      <dgm:spPr/>
    </dgm:pt>
    <dgm:pt modelId="{0013A609-79AC-458C-BBC6-EE2884B2214D}" type="pres">
      <dgm:prSet presAssocID="{F016EAB1-C04F-4B58-8BD2-E17C3EB2439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1F34B255-5F4E-4A76-BB2C-36C961C3E948}" type="pres">
      <dgm:prSet presAssocID="{F016EAB1-C04F-4B58-8BD2-E17C3EB24399}" presName="spaceRect" presStyleCnt="0"/>
      <dgm:spPr/>
    </dgm:pt>
    <dgm:pt modelId="{34BFDE63-EF21-46CD-AE05-015B03DEA484}" type="pres">
      <dgm:prSet presAssocID="{F016EAB1-C04F-4B58-8BD2-E17C3EB24399}" presName="textRect" presStyleLbl="revTx" presStyleIdx="1" presStyleCnt="5">
        <dgm:presLayoutVars>
          <dgm:chMax val="1"/>
          <dgm:chPref val="1"/>
        </dgm:presLayoutVars>
      </dgm:prSet>
      <dgm:spPr/>
    </dgm:pt>
    <dgm:pt modelId="{F5C0CBA1-DDE2-4CAC-92F0-E16C5E965741}" type="pres">
      <dgm:prSet presAssocID="{2D929E38-DF57-430D-8893-0B1EBEA4B88B}" presName="sibTrans" presStyleCnt="0"/>
      <dgm:spPr/>
    </dgm:pt>
    <dgm:pt modelId="{DAEEEF6F-1CEA-404D-93AF-56A2449429BD}" type="pres">
      <dgm:prSet presAssocID="{E48AB198-FC54-4431-A5F9-42DF703B56C6}" presName="compNode" presStyleCnt="0"/>
      <dgm:spPr/>
    </dgm:pt>
    <dgm:pt modelId="{C265C179-FE03-4F01-B3B1-9A2F74C08294}" type="pres">
      <dgm:prSet presAssocID="{E48AB198-FC54-4431-A5F9-42DF703B56C6}" presName="iconBgRect" presStyleLbl="bgShp" presStyleIdx="2" presStyleCnt="5"/>
      <dgm:spPr/>
    </dgm:pt>
    <dgm:pt modelId="{5E634556-464D-48BD-A980-E7D63EC876C2}" type="pres">
      <dgm:prSet presAssocID="{E48AB198-FC54-4431-A5F9-42DF703B56C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2C875CF2-8362-4557-AED8-704AC647291A}" type="pres">
      <dgm:prSet presAssocID="{E48AB198-FC54-4431-A5F9-42DF703B56C6}" presName="spaceRect" presStyleCnt="0"/>
      <dgm:spPr/>
    </dgm:pt>
    <dgm:pt modelId="{9E53F30A-963D-429A-A4FB-0ADCDA94B028}" type="pres">
      <dgm:prSet presAssocID="{E48AB198-FC54-4431-A5F9-42DF703B56C6}" presName="textRect" presStyleLbl="revTx" presStyleIdx="2" presStyleCnt="5">
        <dgm:presLayoutVars>
          <dgm:chMax val="1"/>
          <dgm:chPref val="1"/>
        </dgm:presLayoutVars>
      </dgm:prSet>
      <dgm:spPr/>
    </dgm:pt>
    <dgm:pt modelId="{DEB4E1EA-A4D1-4BDC-8139-87B3B27FC177}" type="pres">
      <dgm:prSet presAssocID="{27779BFC-AD90-412C-9022-0D640CE57B7F}" presName="sibTrans" presStyleCnt="0"/>
      <dgm:spPr/>
    </dgm:pt>
    <dgm:pt modelId="{2D5B0D58-C2C9-4944-9311-DB57F386D75F}" type="pres">
      <dgm:prSet presAssocID="{D332D7D3-D343-4ED8-9E04-E12A68A57315}" presName="compNode" presStyleCnt="0"/>
      <dgm:spPr/>
    </dgm:pt>
    <dgm:pt modelId="{18BFFF1C-1ED9-4245-82E1-000C4FC20AB9}" type="pres">
      <dgm:prSet presAssocID="{D332D7D3-D343-4ED8-9E04-E12A68A57315}" presName="iconBgRect" presStyleLbl="bgShp" presStyleIdx="3" presStyleCnt="5"/>
      <dgm:spPr/>
    </dgm:pt>
    <dgm:pt modelId="{65C7A9DE-DCC8-4D25-9BC7-C89C56EAF0E3}" type="pres">
      <dgm:prSet presAssocID="{D332D7D3-D343-4ED8-9E04-E12A68A5731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14F2B679-7EDE-4146-A3A6-D87D8BA59AF4}" type="pres">
      <dgm:prSet presAssocID="{D332D7D3-D343-4ED8-9E04-E12A68A57315}" presName="spaceRect" presStyleCnt="0"/>
      <dgm:spPr/>
    </dgm:pt>
    <dgm:pt modelId="{C303767C-033E-4A44-9765-244CB23CD451}" type="pres">
      <dgm:prSet presAssocID="{D332D7D3-D343-4ED8-9E04-E12A68A57315}" presName="textRect" presStyleLbl="revTx" presStyleIdx="3" presStyleCnt="5">
        <dgm:presLayoutVars>
          <dgm:chMax val="1"/>
          <dgm:chPref val="1"/>
        </dgm:presLayoutVars>
      </dgm:prSet>
      <dgm:spPr/>
    </dgm:pt>
    <dgm:pt modelId="{4FEFAA0C-9B47-450E-A17C-2AAB3DD6F8DD}" type="pres">
      <dgm:prSet presAssocID="{6F7CC726-EE81-4442-B3AE-622A80D9D810}" presName="sibTrans" presStyleCnt="0"/>
      <dgm:spPr/>
    </dgm:pt>
    <dgm:pt modelId="{AF9B3B69-790E-413A-956C-635308EF4029}" type="pres">
      <dgm:prSet presAssocID="{9E0D85C3-D6D4-4CE8-BEA3-856141CC6906}" presName="compNode" presStyleCnt="0"/>
      <dgm:spPr/>
    </dgm:pt>
    <dgm:pt modelId="{9ED71E38-77E3-4827-9D56-4C40F0FF1802}" type="pres">
      <dgm:prSet presAssocID="{9E0D85C3-D6D4-4CE8-BEA3-856141CC6906}" presName="iconBgRect" presStyleLbl="bgShp" presStyleIdx="4" presStyleCnt="5"/>
      <dgm:spPr/>
    </dgm:pt>
    <dgm:pt modelId="{FF69D6BE-D223-4776-8ACB-9ACCB36C6FB7}" type="pres">
      <dgm:prSet presAssocID="{9E0D85C3-D6D4-4CE8-BEA3-856141CC690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60BF2B6-5284-4123-9441-2B46B6143789}" type="pres">
      <dgm:prSet presAssocID="{9E0D85C3-D6D4-4CE8-BEA3-856141CC6906}" presName="spaceRect" presStyleCnt="0"/>
      <dgm:spPr/>
    </dgm:pt>
    <dgm:pt modelId="{42F93D94-F2C9-4D68-BF70-4369A1A4B088}" type="pres">
      <dgm:prSet presAssocID="{9E0D85C3-D6D4-4CE8-BEA3-856141CC690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DED9D00-0179-43C1-B10D-08993E26DF9F}" srcId="{4EA398B9-314D-438B-AB96-5F74E43D88D5}" destId="{D332D7D3-D343-4ED8-9E04-E12A68A57315}" srcOrd="3" destOrd="0" parTransId="{25F6618A-963F-4D5B-84D6-4135B0F017D2}" sibTransId="{6F7CC726-EE81-4442-B3AE-622A80D9D810}"/>
    <dgm:cxn modelId="{CCF31323-1AC7-405E-96C8-D10FDAFA46EE}" type="presOf" srcId="{DB8073A3-C803-494C-A593-B5BD47681AF6}" destId="{3EBC94D5-A9E5-4ABA-9873-512E5ACC3F62}" srcOrd="0" destOrd="0" presId="urn:microsoft.com/office/officeart/2018/5/layout/IconCircleLabelList"/>
    <dgm:cxn modelId="{445B4025-11F0-4820-94BD-896E4C1301A1}" type="presOf" srcId="{F016EAB1-C04F-4B58-8BD2-E17C3EB24399}" destId="{34BFDE63-EF21-46CD-AE05-015B03DEA484}" srcOrd="0" destOrd="0" presId="urn:microsoft.com/office/officeart/2018/5/layout/IconCircleLabelList"/>
    <dgm:cxn modelId="{48523767-7E10-449E-BCAD-14133D6CF0F9}" type="presOf" srcId="{4EA398B9-314D-438B-AB96-5F74E43D88D5}" destId="{51ED6D86-2B1B-490E-867D-5AECE229B666}" srcOrd="0" destOrd="0" presId="urn:microsoft.com/office/officeart/2018/5/layout/IconCircleLabelList"/>
    <dgm:cxn modelId="{99121E4B-EF7E-4DFB-892D-E58DFC2E28B4}" srcId="{4EA398B9-314D-438B-AB96-5F74E43D88D5}" destId="{9E0D85C3-D6D4-4CE8-BEA3-856141CC6906}" srcOrd="4" destOrd="0" parTransId="{4C771C0E-FBB8-4E41-AAC3-100652355EF1}" sibTransId="{F27DD827-4FD4-4CAF-A24A-D855A254E434}"/>
    <dgm:cxn modelId="{28F3017D-93E9-45A0-A71D-95B510E29C16}" type="presOf" srcId="{9E0D85C3-D6D4-4CE8-BEA3-856141CC6906}" destId="{42F93D94-F2C9-4D68-BF70-4369A1A4B088}" srcOrd="0" destOrd="0" presId="urn:microsoft.com/office/officeart/2018/5/layout/IconCircleLabelList"/>
    <dgm:cxn modelId="{743D2D88-0333-4B79-B6D0-00BD56C93DB3}" srcId="{4EA398B9-314D-438B-AB96-5F74E43D88D5}" destId="{F016EAB1-C04F-4B58-8BD2-E17C3EB24399}" srcOrd="1" destOrd="0" parTransId="{145FA70E-2E14-4E46-8AAF-6C843BB6EB75}" sibTransId="{2D929E38-DF57-430D-8893-0B1EBEA4B88B}"/>
    <dgm:cxn modelId="{CDB01A9A-C99E-4E68-8CDC-BDE934A0A94A}" type="presOf" srcId="{E48AB198-FC54-4431-A5F9-42DF703B56C6}" destId="{9E53F30A-963D-429A-A4FB-0ADCDA94B028}" srcOrd="0" destOrd="0" presId="urn:microsoft.com/office/officeart/2018/5/layout/IconCircleLabelList"/>
    <dgm:cxn modelId="{F8E903A0-A6D6-43D5-A1C9-13516E8F689D}" srcId="{4EA398B9-314D-438B-AB96-5F74E43D88D5}" destId="{DB8073A3-C803-494C-A593-B5BD47681AF6}" srcOrd="0" destOrd="0" parTransId="{69284431-149D-4DE0-AC60-DC7C5294FC53}" sibTransId="{8A0A7D77-7C5F-4995-97E2-759AF471B41D}"/>
    <dgm:cxn modelId="{E5427CA8-80FD-46CB-A2AB-383C1D70CFE3}" type="presOf" srcId="{D332D7D3-D343-4ED8-9E04-E12A68A57315}" destId="{C303767C-033E-4A44-9765-244CB23CD451}" srcOrd="0" destOrd="0" presId="urn:microsoft.com/office/officeart/2018/5/layout/IconCircleLabelList"/>
    <dgm:cxn modelId="{7FC51BF4-1AD0-463E-BE2A-EF7D7AFDBA38}" srcId="{4EA398B9-314D-438B-AB96-5F74E43D88D5}" destId="{E48AB198-FC54-4431-A5F9-42DF703B56C6}" srcOrd="2" destOrd="0" parTransId="{6136D70E-F5B0-4C79-B133-6AF5E14EC9EB}" sibTransId="{27779BFC-AD90-412C-9022-0D640CE57B7F}"/>
    <dgm:cxn modelId="{2D1777FE-44C7-442F-85CF-1BE681194F27}" type="presParOf" srcId="{51ED6D86-2B1B-490E-867D-5AECE229B666}" destId="{5052028C-A70B-45A2-9E08-225C41BCABF9}" srcOrd="0" destOrd="0" presId="urn:microsoft.com/office/officeart/2018/5/layout/IconCircleLabelList"/>
    <dgm:cxn modelId="{F9E52583-CFE2-4DD4-8694-F76A7B278548}" type="presParOf" srcId="{5052028C-A70B-45A2-9E08-225C41BCABF9}" destId="{BF9B282A-CA2B-40A4-A068-2210D4D4B15B}" srcOrd="0" destOrd="0" presId="urn:microsoft.com/office/officeart/2018/5/layout/IconCircleLabelList"/>
    <dgm:cxn modelId="{6AC02F37-7C0C-43D9-8336-60DDD189C614}" type="presParOf" srcId="{5052028C-A70B-45A2-9E08-225C41BCABF9}" destId="{D554481E-20A2-4AAA-9C08-2D1093300CBC}" srcOrd="1" destOrd="0" presId="urn:microsoft.com/office/officeart/2018/5/layout/IconCircleLabelList"/>
    <dgm:cxn modelId="{3FA0E081-C1E0-4C67-B3F4-C9FFDF6937BA}" type="presParOf" srcId="{5052028C-A70B-45A2-9E08-225C41BCABF9}" destId="{E3736FF9-AE05-47D4-980F-1F65E6BF7073}" srcOrd="2" destOrd="0" presId="urn:microsoft.com/office/officeart/2018/5/layout/IconCircleLabelList"/>
    <dgm:cxn modelId="{636F1DCC-BF79-4557-B163-BA9CA86BDC0C}" type="presParOf" srcId="{5052028C-A70B-45A2-9E08-225C41BCABF9}" destId="{3EBC94D5-A9E5-4ABA-9873-512E5ACC3F62}" srcOrd="3" destOrd="0" presId="urn:microsoft.com/office/officeart/2018/5/layout/IconCircleLabelList"/>
    <dgm:cxn modelId="{99AF4157-2B7B-4486-A479-CB04AEE128D1}" type="presParOf" srcId="{51ED6D86-2B1B-490E-867D-5AECE229B666}" destId="{97708862-8B45-41CE-B4D2-00658C4C3CA6}" srcOrd="1" destOrd="0" presId="urn:microsoft.com/office/officeart/2018/5/layout/IconCircleLabelList"/>
    <dgm:cxn modelId="{6A2CD2DB-AD01-4EF3-828B-7AFE3A0EA4E4}" type="presParOf" srcId="{51ED6D86-2B1B-490E-867D-5AECE229B666}" destId="{8C697DE6-D3BE-43DC-BA28-7FFBEDC396FA}" srcOrd="2" destOrd="0" presId="urn:microsoft.com/office/officeart/2018/5/layout/IconCircleLabelList"/>
    <dgm:cxn modelId="{C3EC0E60-C995-4A5C-8190-5F73428E4E52}" type="presParOf" srcId="{8C697DE6-D3BE-43DC-BA28-7FFBEDC396FA}" destId="{889CA728-56C4-4D46-8F78-F0E075A4741D}" srcOrd="0" destOrd="0" presId="urn:microsoft.com/office/officeart/2018/5/layout/IconCircleLabelList"/>
    <dgm:cxn modelId="{F0FBBD13-78AA-4073-86E5-33DDE3735DE5}" type="presParOf" srcId="{8C697DE6-D3BE-43DC-BA28-7FFBEDC396FA}" destId="{0013A609-79AC-458C-BBC6-EE2884B2214D}" srcOrd="1" destOrd="0" presId="urn:microsoft.com/office/officeart/2018/5/layout/IconCircleLabelList"/>
    <dgm:cxn modelId="{DD1C54D3-C601-4E3F-8CA4-04050F73B1AD}" type="presParOf" srcId="{8C697DE6-D3BE-43DC-BA28-7FFBEDC396FA}" destId="{1F34B255-5F4E-4A76-BB2C-36C961C3E948}" srcOrd="2" destOrd="0" presId="urn:microsoft.com/office/officeart/2018/5/layout/IconCircleLabelList"/>
    <dgm:cxn modelId="{BAABCC84-E900-4516-AD84-662C9BFCB291}" type="presParOf" srcId="{8C697DE6-D3BE-43DC-BA28-7FFBEDC396FA}" destId="{34BFDE63-EF21-46CD-AE05-015B03DEA484}" srcOrd="3" destOrd="0" presId="urn:microsoft.com/office/officeart/2018/5/layout/IconCircleLabelList"/>
    <dgm:cxn modelId="{2A5A5043-02F4-4172-A13A-BABFFD913438}" type="presParOf" srcId="{51ED6D86-2B1B-490E-867D-5AECE229B666}" destId="{F5C0CBA1-DDE2-4CAC-92F0-E16C5E965741}" srcOrd="3" destOrd="0" presId="urn:microsoft.com/office/officeart/2018/5/layout/IconCircleLabelList"/>
    <dgm:cxn modelId="{55490FE6-4851-4BA6-B904-F1585A7AE7A9}" type="presParOf" srcId="{51ED6D86-2B1B-490E-867D-5AECE229B666}" destId="{DAEEEF6F-1CEA-404D-93AF-56A2449429BD}" srcOrd="4" destOrd="0" presId="urn:microsoft.com/office/officeart/2018/5/layout/IconCircleLabelList"/>
    <dgm:cxn modelId="{BF5AB91F-500E-4EA5-BC93-6007C57B8A30}" type="presParOf" srcId="{DAEEEF6F-1CEA-404D-93AF-56A2449429BD}" destId="{C265C179-FE03-4F01-B3B1-9A2F74C08294}" srcOrd="0" destOrd="0" presId="urn:microsoft.com/office/officeart/2018/5/layout/IconCircleLabelList"/>
    <dgm:cxn modelId="{E2F8EC8E-3EF7-42D8-BCD5-9360D16DEABB}" type="presParOf" srcId="{DAEEEF6F-1CEA-404D-93AF-56A2449429BD}" destId="{5E634556-464D-48BD-A980-E7D63EC876C2}" srcOrd="1" destOrd="0" presId="urn:microsoft.com/office/officeart/2018/5/layout/IconCircleLabelList"/>
    <dgm:cxn modelId="{48247928-F2F2-4A6F-888F-A22C1582A748}" type="presParOf" srcId="{DAEEEF6F-1CEA-404D-93AF-56A2449429BD}" destId="{2C875CF2-8362-4557-AED8-704AC647291A}" srcOrd="2" destOrd="0" presId="urn:microsoft.com/office/officeart/2018/5/layout/IconCircleLabelList"/>
    <dgm:cxn modelId="{44F53E9E-6287-41A6-B9B7-C18D4B019E57}" type="presParOf" srcId="{DAEEEF6F-1CEA-404D-93AF-56A2449429BD}" destId="{9E53F30A-963D-429A-A4FB-0ADCDA94B028}" srcOrd="3" destOrd="0" presId="urn:microsoft.com/office/officeart/2018/5/layout/IconCircleLabelList"/>
    <dgm:cxn modelId="{B1EE0C6C-51C9-469A-91A3-78CF85466BEC}" type="presParOf" srcId="{51ED6D86-2B1B-490E-867D-5AECE229B666}" destId="{DEB4E1EA-A4D1-4BDC-8139-87B3B27FC177}" srcOrd="5" destOrd="0" presId="urn:microsoft.com/office/officeart/2018/5/layout/IconCircleLabelList"/>
    <dgm:cxn modelId="{F7FD6005-9DF3-4C3D-9D7A-109E826ADA3D}" type="presParOf" srcId="{51ED6D86-2B1B-490E-867D-5AECE229B666}" destId="{2D5B0D58-C2C9-4944-9311-DB57F386D75F}" srcOrd="6" destOrd="0" presId="urn:microsoft.com/office/officeart/2018/5/layout/IconCircleLabelList"/>
    <dgm:cxn modelId="{837214C9-B42F-4609-82F1-DCCF14CC0167}" type="presParOf" srcId="{2D5B0D58-C2C9-4944-9311-DB57F386D75F}" destId="{18BFFF1C-1ED9-4245-82E1-000C4FC20AB9}" srcOrd="0" destOrd="0" presId="urn:microsoft.com/office/officeart/2018/5/layout/IconCircleLabelList"/>
    <dgm:cxn modelId="{C3FA6A8D-463A-44AC-93AD-5874E8DBF60B}" type="presParOf" srcId="{2D5B0D58-C2C9-4944-9311-DB57F386D75F}" destId="{65C7A9DE-DCC8-4D25-9BC7-C89C56EAF0E3}" srcOrd="1" destOrd="0" presId="urn:microsoft.com/office/officeart/2018/5/layout/IconCircleLabelList"/>
    <dgm:cxn modelId="{B71EECFB-A1E2-4B34-88F3-0F4B7F600C06}" type="presParOf" srcId="{2D5B0D58-C2C9-4944-9311-DB57F386D75F}" destId="{14F2B679-7EDE-4146-A3A6-D87D8BA59AF4}" srcOrd="2" destOrd="0" presId="urn:microsoft.com/office/officeart/2018/5/layout/IconCircleLabelList"/>
    <dgm:cxn modelId="{0C0588CE-F9F4-4894-9FAD-6805CF5AFBCF}" type="presParOf" srcId="{2D5B0D58-C2C9-4944-9311-DB57F386D75F}" destId="{C303767C-033E-4A44-9765-244CB23CD451}" srcOrd="3" destOrd="0" presId="urn:microsoft.com/office/officeart/2018/5/layout/IconCircleLabelList"/>
    <dgm:cxn modelId="{B18F20F1-29AB-435C-B597-92570092D33E}" type="presParOf" srcId="{51ED6D86-2B1B-490E-867D-5AECE229B666}" destId="{4FEFAA0C-9B47-450E-A17C-2AAB3DD6F8DD}" srcOrd="7" destOrd="0" presId="urn:microsoft.com/office/officeart/2018/5/layout/IconCircleLabelList"/>
    <dgm:cxn modelId="{E4C6AB84-D967-46BD-8B43-54314CA81F9C}" type="presParOf" srcId="{51ED6D86-2B1B-490E-867D-5AECE229B666}" destId="{AF9B3B69-790E-413A-956C-635308EF4029}" srcOrd="8" destOrd="0" presId="urn:microsoft.com/office/officeart/2018/5/layout/IconCircleLabelList"/>
    <dgm:cxn modelId="{3F5482F8-2DBC-475B-9F24-0BDC502779B4}" type="presParOf" srcId="{AF9B3B69-790E-413A-956C-635308EF4029}" destId="{9ED71E38-77E3-4827-9D56-4C40F0FF1802}" srcOrd="0" destOrd="0" presId="urn:microsoft.com/office/officeart/2018/5/layout/IconCircleLabelList"/>
    <dgm:cxn modelId="{86A7A217-4A11-4A2F-BF32-4034428965D5}" type="presParOf" srcId="{AF9B3B69-790E-413A-956C-635308EF4029}" destId="{FF69D6BE-D223-4776-8ACB-9ACCB36C6FB7}" srcOrd="1" destOrd="0" presId="urn:microsoft.com/office/officeart/2018/5/layout/IconCircleLabelList"/>
    <dgm:cxn modelId="{2AFEAB55-DA1B-4A40-9323-78E90C01B088}" type="presParOf" srcId="{AF9B3B69-790E-413A-956C-635308EF4029}" destId="{660BF2B6-5284-4123-9441-2B46B6143789}" srcOrd="2" destOrd="0" presId="urn:microsoft.com/office/officeart/2018/5/layout/IconCircleLabelList"/>
    <dgm:cxn modelId="{41D3D51E-29C4-40C2-BEF5-B3CBAEE32A2B}" type="presParOf" srcId="{AF9B3B69-790E-413A-956C-635308EF4029}" destId="{42F93D94-F2C9-4D68-BF70-4369A1A4B08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809D4D3-C914-406B-8F20-3D99ED73F83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0B1F8C4-0D5D-42A1-8185-33D25DF16F46}">
      <dgm:prSet/>
      <dgm:spPr/>
      <dgm:t>
        <a:bodyPr/>
        <a:lstStyle/>
        <a:p>
          <a:r>
            <a:rPr lang="en-GB"/>
            <a:t>Employees resist change</a:t>
          </a:r>
          <a:endParaRPr lang="en-US"/>
        </a:p>
      </dgm:t>
    </dgm:pt>
    <dgm:pt modelId="{6FA58200-FADF-4AC1-83EF-5BE8FA176FEC}" type="parTrans" cxnId="{88328EC9-EE6D-4392-866B-50013BCC66A2}">
      <dgm:prSet/>
      <dgm:spPr/>
      <dgm:t>
        <a:bodyPr/>
        <a:lstStyle/>
        <a:p>
          <a:endParaRPr lang="en-US"/>
        </a:p>
      </dgm:t>
    </dgm:pt>
    <dgm:pt modelId="{F07FF506-4067-4939-8C09-56C691D211A5}" type="sibTrans" cxnId="{88328EC9-EE6D-4392-866B-50013BCC66A2}">
      <dgm:prSet/>
      <dgm:spPr/>
      <dgm:t>
        <a:bodyPr/>
        <a:lstStyle/>
        <a:p>
          <a:endParaRPr lang="en-US"/>
        </a:p>
      </dgm:t>
    </dgm:pt>
    <dgm:pt modelId="{223B4F67-58A4-4BFF-ACD5-83F2B6294DE2}">
      <dgm:prSet/>
      <dgm:spPr/>
      <dgm:t>
        <a:bodyPr/>
        <a:lstStyle/>
        <a:p>
          <a:r>
            <a:rPr lang="en-GB"/>
            <a:t>Lack of Agile training</a:t>
          </a:r>
          <a:endParaRPr lang="en-US"/>
        </a:p>
      </dgm:t>
    </dgm:pt>
    <dgm:pt modelId="{80BE187D-4AAB-4234-A360-933FF6AE43DB}" type="parTrans" cxnId="{4FC52E3B-2562-49A2-A501-018DF70F2F14}">
      <dgm:prSet/>
      <dgm:spPr/>
      <dgm:t>
        <a:bodyPr/>
        <a:lstStyle/>
        <a:p>
          <a:endParaRPr lang="en-US"/>
        </a:p>
      </dgm:t>
    </dgm:pt>
    <dgm:pt modelId="{B650222C-99B6-4095-ACFE-6489AE3B24C4}" type="sibTrans" cxnId="{4FC52E3B-2562-49A2-A501-018DF70F2F14}">
      <dgm:prSet/>
      <dgm:spPr/>
      <dgm:t>
        <a:bodyPr/>
        <a:lstStyle/>
        <a:p>
          <a:endParaRPr lang="en-US"/>
        </a:p>
      </dgm:t>
    </dgm:pt>
    <dgm:pt modelId="{08EA9D72-E183-4EB3-890D-17B65565E14A}">
      <dgm:prSet/>
      <dgm:spPr/>
      <dgm:t>
        <a:bodyPr/>
        <a:lstStyle/>
        <a:p>
          <a:r>
            <a:rPr lang="en-GB"/>
            <a:t>Mindset change is required</a:t>
          </a:r>
          <a:endParaRPr lang="en-US"/>
        </a:p>
      </dgm:t>
    </dgm:pt>
    <dgm:pt modelId="{47465CA7-56A6-4AED-942C-B2A9F977DE85}" type="parTrans" cxnId="{C10CD411-60A1-48E1-9A5F-D7CF9A02ABDA}">
      <dgm:prSet/>
      <dgm:spPr/>
      <dgm:t>
        <a:bodyPr/>
        <a:lstStyle/>
        <a:p>
          <a:endParaRPr lang="en-US"/>
        </a:p>
      </dgm:t>
    </dgm:pt>
    <dgm:pt modelId="{BBE1FA6C-494E-4A97-98BB-6948DC4DB8FB}" type="sibTrans" cxnId="{C10CD411-60A1-48E1-9A5F-D7CF9A02ABDA}">
      <dgm:prSet/>
      <dgm:spPr/>
      <dgm:t>
        <a:bodyPr/>
        <a:lstStyle/>
        <a:p>
          <a:endParaRPr lang="en-US"/>
        </a:p>
      </dgm:t>
    </dgm:pt>
    <dgm:pt modelId="{0C93F295-5309-4849-B789-9600126C814D}">
      <dgm:prSet/>
      <dgm:spPr/>
      <dgm:t>
        <a:bodyPr/>
        <a:lstStyle/>
        <a:p>
          <a:r>
            <a:rPr lang="en-GB"/>
            <a:t>➡️ </a:t>
          </a:r>
          <a:r>
            <a:rPr lang="en-GB" b="1"/>
            <a:t>Simple idea</a:t>
          </a:r>
          <a:r>
            <a:rPr lang="en-GB"/>
            <a:t>: Agile HR helps HR respond quickly in a changing world.</a:t>
          </a:r>
          <a:endParaRPr lang="en-US"/>
        </a:p>
      </dgm:t>
    </dgm:pt>
    <dgm:pt modelId="{3E253EBF-9F5B-4040-9CF0-902C65EC55F6}" type="parTrans" cxnId="{1E7B4E19-077C-4D95-B41D-0890A1650031}">
      <dgm:prSet/>
      <dgm:spPr/>
      <dgm:t>
        <a:bodyPr/>
        <a:lstStyle/>
        <a:p>
          <a:endParaRPr lang="en-US"/>
        </a:p>
      </dgm:t>
    </dgm:pt>
    <dgm:pt modelId="{60416688-4054-4DEC-88AE-EE0B532ABE9A}" type="sibTrans" cxnId="{1E7B4E19-077C-4D95-B41D-0890A1650031}">
      <dgm:prSet/>
      <dgm:spPr/>
      <dgm:t>
        <a:bodyPr/>
        <a:lstStyle/>
        <a:p>
          <a:endParaRPr lang="en-US"/>
        </a:p>
      </dgm:t>
    </dgm:pt>
    <dgm:pt modelId="{82885339-C647-41B7-A7E4-C48903B8362B}" type="pres">
      <dgm:prSet presAssocID="{F809D4D3-C914-406B-8F20-3D99ED73F831}" presName="linear" presStyleCnt="0">
        <dgm:presLayoutVars>
          <dgm:animLvl val="lvl"/>
          <dgm:resizeHandles val="exact"/>
        </dgm:presLayoutVars>
      </dgm:prSet>
      <dgm:spPr/>
    </dgm:pt>
    <dgm:pt modelId="{5A2A5F7B-8C79-4A99-AE95-45CD427794B9}" type="pres">
      <dgm:prSet presAssocID="{70B1F8C4-0D5D-42A1-8185-33D25DF16F4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061D565-2609-4094-8315-BF6B594E2EBF}" type="pres">
      <dgm:prSet presAssocID="{F07FF506-4067-4939-8C09-56C691D211A5}" presName="spacer" presStyleCnt="0"/>
      <dgm:spPr/>
    </dgm:pt>
    <dgm:pt modelId="{93F48998-FF6E-495C-B523-81E49CB8E713}" type="pres">
      <dgm:prSet presAssocID="{223B4F67-58A4-4BFF-ACD5-83F2B6294DE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368F290-BB94-4C6F-98B6-AEBE334360A2}" type="pres">
      <dgm:prSet presAssocID="{B650222C-99B6-4095-ACFE-6489AE3B24C4}" presName="spacer" presStyleCnt="0"/>
      <dgm:spPr/>
    </dgm:pt>
    <dgm:pt modelId="{88769608-DD78-4CFB-AA29-B0BBD4F35E9E}" type="pres">
      <dgm:prSet presAssocID="{08EA9D72-E183-4EB3-890D-17B65565E14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AF1D6EB-56DF-4373-AD37-62DA9A2542B0}" type="pres">
      <dgm:prSet presAssocID="{BBE1FA6C-494E-4A97-98BB-6948DC4DB8FB}" presName="spacer" presStyleCnt="0"/>
      <dgm:spPr/>
    </dgm:pt>
    <dgm:pt modelId="{F0AF7F92-473D-402D-8643-EA6575F1EED9}" type="pres">
      <dgm:prSet presAssocID="{0C93F295-5309-4849-B789-9600126C814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10CD411-60A1-48E1-9A5F-D7CF9A02ABDA}" srcId="{F809D4D3-C914-406B-8F20-3D99ED73F831}" destId="{08EA9D72-E183-4EB3-890D-17B65565E14A}" srcOrd="2" destOrd="0" parTransId="{47465CA7-56A6-4AED-942C-B2A9F977DE85}" sibTransId="{BBE1FA6C-494E-4A97-98BB-6948DC4DB8FB}"/>
    <dgm:cxn modelId="{1E7B4E19-077C-4D95-B41D-0890A1650031}" srcId="{F809D4D3-C914-406B-8F20-3D99ED73F831}" destId="{0C93F295-5309-4849-B789-9600126C814D}" srcOrd="3" destOrd="0" parTransId="{3E253EBF-9F5B-4040-9CF0-902C65EC55F6}" sibTransId="{60416688-4054-4DEC-88AE-EE0B532ABE9A}"/>
    <dgm:cxn modelId="{4FC52E3B-2562-49A2-A501-018DF70F2F14}" srcId="{F809D4D3-C914-406B-8F20-3D99ED73F831}" destId="{223B4F67-58A4-4BFF-ACD5-83F2B6294DE2}" srcOrd="1" destOrd="0" parTransId="{80BE187D-4AAB-4234-A360-933FF6AE43DB}" sibTransId="{B650222C-99B6-4095-ACFE-6489AE3B24C4}"/>
    <dgm:cxn modelId="{CAB39575-533F-4267-96B3-67CA18CF2AC7}" type="presOf" srcId="{F809D4D3-C914-406B-8F20-3D99ED73F831}" destId="{82885339-C647-41B7-A7E4-C48903B8362B}" srcOrd="0" destOrd="0" presId="urn:microsoft.com/office/officeart/2005/8/layout/vList2"/>
    <dgm:cxn modelId="{6F138F83-C06A-4DA5-A571-C6881D04EBBE}" type="presOf" srcId="{08EA9D72-E183-4EB3-890D-17B65565E14A}" destId="{88769608-DD78-4CFB-AA29-B0BBD4F35E9E}" srcOrd="0" destOrd="0" presId="urn:microsoft.com/office/officeart/2005/8/layout/vList2"/>
    <dgm:cxn modelId="{8CD34FA5-8078-4125-9F32-BF178AE72FF8}" type="presOf" srcId="{70B1F8C4-0D5D-42A1-8185-33D25DF16F46}" destId="{5A2A5F7B-8C79-4A99-AE95-45CD427794B9}" srcOrd="0" destOrd="0" presId="urn:microsoft.com/office/officeart/2005/8/layout/vList2"/>
    <dgm:cxn modelId="{88328EC9-EE6D-4392-866B-50013BCC66A2}" srcId="{F809D4D3-C914-406B-8F20-3D99ED73F831}" destId="{70B1F8C4-0D5D-42A1-8185-33D25DF16F46}" srcOrd="0" destOrd="0" parTransId="{6FA58200-FADF-4AC1-83EF-5BE8FA176FEC}" sibTransId="{F07FF506-4067-4939-8C09-56C691D211A5}"/>
    <dgm:cxn modelId="{2217BFCE-D0E6-4195-9D19-D5243F42C658}" type="presOf" srcId="{0C93F295-5309-4849-B789-9600126C814D}" destId="{F0AF7F92-473D-402D-8643-EA6575F1EED9}" srcOrd="0" destOrd="0" presId="urn:microsoft.com/office/officeart/2005/8/layout/vList2"/>
    <dgm:cxn modelId="{0593CAE3-9CE8-4B9B-A57C-F07E9F0F8BCD}" type="presOf" srcId="{223B4F67-58A4-4BFF-ACD5-83F2B6294DE2}" destId="{93F48998-FF6E-495C-B523-81E49CB8E713}" srcOrd="0" destOrd="0" presId="urn:microsoft.com/office/officeart/2005/8/layout/vList2"/>
    <dgm:cxn modelId="{F0B9986B-9DF2-4A45-81E9-FFA9668DD331}" type="presParOf" srcId="{82885339-C647-41B7-A7E4-C48903B8362B}" destId="{5A2A5F7B-8C79-4A99-AE95-45CD427794B9}" srcOrd="0" destOrd="0" presId="urn:microsoft.com/office/officeart/2005/8/layout/vList2"/>
    <dgm:cxn modelId="{E973C9BD-4548-42A3-85A0-798202A5CA44}" type="presParOf" srcId="{82885339-C647-41B7-A7E4-C48903B8362B}" destId="{8061D565-2609-4094-8315-BF6B594E2EBF}" srcOrd="1" destOrd="0" presId="urn:microsoft.com/office/officeart/2005/8/layout/vList2"/>
    <dgm:cxn modelId="{7DC5F844-7C69-4F00-A5AB-DEF28AC3D847}" type="presParOf" srcId="{82885339-C647-41B7-A7E4-C48903B8362B}" destId="{93F48998-FF6E-495C-B523-81E49CB8E713}" srcOrd="2" destOrd="0" presId="urn:microsoft.com/office/officeart/2005/8/layout/vList2"/>
    <dgm:cxn modelId="{E6E91CF4-E834-4C93-8EF8-B3B347B073C0}" type="presParOf" srcId="{82885339-C647-41B7-A7E4-C48903B8362B}" destId="{6368F290-BB94-4C6F-98B6-AEBE334360A2}" srcOrd="3" destOrd="0" presId="urn:microsoft.com/office/officeart/2005/8/layout/vList2"/>
    <dgm:cxn modelId="{4917A710-62BE-416B-8F58-C8622BC7461C}" type="presParOf" srcId="{82885339-C647-41B7-A7E4-C48903B8362B}" destId="{88769608-DD78-4CFB-AA29-B0BBD4F35E9E}" srcOrd="4" destOrd="0" presId="urn:microsoft.com/office/officeart/2005/8/layout/vList2"/>
    <dgm:cxn modelId="{8D218808-B30D-4961-8FEF-4E1ACD960A7C}" type="presParOf" srcId="{82885339-C647-41B7-A7E4-C48903B8362B}" destId="{8AF1D6EB-56DF-4373-AD37-62DA9A2542B0}" srcOrd="5" destOrd="0" presId="urn:microsoft.com/office/officeart/2005/8/layout/vList2"/>
    <dgm:cxn modelId="{F19076D2-6D11-431F-A05A-0DD0871D5D3C}" type="presParOf" srcId="{82885339-C647-41B7-A7E4-C48903B8362B}" destId="{F0AF7F92-473D-402D-8643-EA6575F1EED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D239285-5055-40DB-8322-C64F5392FD6D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4024113-F7AF-4F11-BA75-D1764A155DDD}">
      <dgm:prSet/>
      <dgm:spPr/>
      <dgm:t>
        <a:bodyPr/>
        <a:lstStyle/>
        <a:p>
          <a:r>
            <a:rPr lang="en-GB"/>
            <a:t>Today’s world is </a:t>
          </a:r>
          <a:r>
            <a:rPr lang="en-GB" b="1"/>
            <a:t>VUCA</a:t>
          </a:r>
          <a:r>
            <a:rPr lang="en-GB"/>
            <a:t>:</a:t>
          </a:r>
          <a:endParaRPr lang="en-US"/>
        </a:p>
      </dgm:t>
    </dgm:pt>
    <dgm:pt modelId="{E67C2D8D-99F7-47B1-838D-3901E5CD9425}" type="parTrans" cxnId="{9C979BF1-1111-4929-826F-A17016B9D305}">
      <dgm:prSet/>
      <dgm:spPr/>
      <dgm:t>
        <a:bodyPr/>
        <a:lstStyle/>
        <a:p>
          <a:endParaRPr lang="en-US"/>
        </a:p>
      </dgm:t>
    </dgm:pt>
    <dgm:pt modelId="{B701E9EB-4036-4295-A0A8-C0D023F687E8}" type="sibTrans" cxnId="{9C979BF1-1111-4929-826F-A17016B9D305}">
      <dgm:prSet/>
      <dgm:spPr/>
      <dgm:t>
        <a:bodyPr/>
        <a:lstStyle/>
        <a:p>
          <a:endParaRPr lang="en-US"/>
        </a:p>
      </dgm:t>
    </dgm:pt>
    <dgm:pt modelId="{4E9D7F26-0C0F-4B82-A003-02904588E523}">
      <dgm:prSet/>
      <dgm:spPr/>
      <dgm:t>
        <a:bodyPr/>
        <a:lstStyle/>
        <a:p>
          <a:r>
            <a:rPr lang="en-GB" b="1"/>
            <a:t>V</a:t>
          </a:r>
          <a:r>
            <a:rPr lang="en-GB"/>
            <a:t>olatile (changes fast)</a:t>
          </a:r>
          <a:endParaRPr lang="en-US"/>
        </a:p>
      </dgm:t>
    </dgm:pt>
    <dgm:pt modelId="{631B882F-CC5B-4A17-8111-7481D4CBC9CB}" type="parTrans" cxnId="{648C6871-425D-412B-B2CF-ABB6F5682049}">
      <dgm:prSet/>
      <dgm:spPr/>
      <dgm:t>
        <a:bodyPr/>
        <a:lstStyle/>
        <a:p>
          <a:endParaRPr lang="en-US"/>
        </a:p>
      </dgm:t>
    </dgm:pt>
    <dgm:pt modelId="{38A662D4-C164-4055-986B-4B72C8077FC2}" type="sibTrans" cxnId="{648C6871-425D-412B-B2CF-ABB6F5682049}">
      <dgm:prSet/>
      <dgm:spPr/>
      <dgm:t>
        <a:bodyPr/>
        <a:lstStyle/>
        <a:p>
          <a:endParaRPr lang="en-US"/>
        </a:p>
      </dgm:t>
    </dgm:pt>
    <dgm:pt modelId="{1F1D7647-2909-404B-BD6E-64386F52E6DA}">
      <dgm:prSet/>
      <dgm:spPr/>
      <dgm:t>
        <a:bodyPr/>
        <a:lstStyle/>
        <a:p>
          <a:r>
            <a:rPr lang="en-GB" b="1"/>
            <a:t>U</a:t>
          </a:r>
          <a:r>
            <a:rPr lang="en-GB"/>
            <a:t>ncertain</a:t>
          </a:r>
          <a:endParaRPr lang="en-US"/>
        </a:p>
      </dgm:t>
    </dgm:pt>
    <dgm:pt modelId="{BAD4A214-5DFF-4793-996A-923FCF89FCEB}" type="parTrans" cxnId="{A4EC04D9-98E0-4617-9CA0-025DA74CF626}">
      <dgm:prSet/>
      <dgm:spPr/>
      <dgm:t>
        <a:bodyPr/>
        <a:lstStyle/>
        <a:p>
          <a:endParaRPr lang="en-US"/>
        </a:p>
      </dgm:t>
    </dgm:pt>
    <dgm:pt modelId="{F0187891-7AEF-4A97-9223-C4938C214BFA}" type="sibTrans" cxnId="{A4EC04D9-98E0-4617-9CA0-025DA74CF626}">
      <dgm:prSet/>
      <dgm:spPr/>
      <dgm:t>
        <a:bodyPr/>
        <a:lstStyle/>
        <a:p>
          <a:endParaRPr lang="en-US"/>
        </a:p>
      </dgm:t>
    </dgm:pt>
    <dgm:pt modelId="{3D65A275-632B-47A7-B83B-833DF6C13F28}">
      <dgm:prSet/>
      <dgm:spPr/>
      <dgm:t>
        <a:bodyPr/>
        <a:lstStyle/>
        <a:p>
          <a:r>
            <a:rPr lang="en-GB" b="1"/>
            <a:t>C</a:t>
          </a:r>
          <a:r>
            <a:rPr lang="en-GB"/>
            <a:t>omplex</a:t>
          </a:r>
          <a:endParaRPr lang="en-US"/>
        </a:p>
      </dgm:t>
    </dgm:pt>
    <dgm:pt modelId="{3EF7789F-2FC0-441F-A862-89BEDD719448}" type="parTrans" cxnId="{76BC99F2-8E8C-4547-9C01-54E67B3B7C04}">
      <dgm:prSet/>
      <dgm:spPr/>
      <dgm:t>
        <a:bodyPr/>
        <a:lstStyle/>
        <a:p>
          <a:endParaRPr lang="en-US"/>
        </a:p>
      </dgm:t>
    </dgm:pt>
    <dgm:pt modelId="{59683B10-E904-4AC8-968A-21802950237A}" type="sibTrans" cxnId="{76BC99F2-8E8C-4547-9C01-54E67B3B7C04}">
      <dgm:prSet/>
      <dgm:spPr/>
      <dgm:t>
        <a:bodyPr/>
        <a:lstStyle/>
        <a:p>
          <a:endParaRPr lang="en-US"/>
        </a:p>
      </dgm:t>
    </dgm:pt>
    <dgm:pt modelId="{659BA1AE-29A6-4441-B07E-FB93CEC1201C}">
      <dgm:prSet/>
      <dgm:spPr/>
      <dgm:t>
        <a:bodyPr/>
        <a:lstStyle/>
        <a:p>
          <a:r>
            <a:rPr lang="en-GB" b="1"/>
            <a:t>A</a:t>
          </a:r>
          <a:r>
            <a:rPr lang="en-GB"/>
            <a:t>mbiguous</a:t>
          </a:r>
          <a:endParaRPr lang="en-US"/>
        </a:p>
      </dgm:t>
    </dgm:pt>
    <dgm:pt modelId="{B94D1556-1246-4677-9C84-34BD18F98CF2}" type="parTrans" cxnId="{61E9D5E7-2023-41D7-9395-9A90D97E266A}">
      <dgm:prSet/>
      <dgm:spPr/>
      <dgm:t>
        <a:bodyPr/>
        <a:lstStyle/>
        <a:p>
          <a:endParaRPr lang="en-US"/>
        </a:p>
      </dgm:t>
    </dgm:pt>
    <dgm:pt modelId="{6CDCF1B9-704C-4971-B9B8-2F43B6EBA1B9}" type="sibTrans" cxnId="{61E9D5E7-2023-41D7-9395-9A90D97E266A}">
      <dgm:prSet/>
      <dgm:spPr/>
      <dgm:t>
        <a:bodyPr/>
        <a:lstStyle/>
        <a:p>
          <a:endParaRPr lang="en-US"/>
        </a:p>
      </dgm:t>
    </dgm:pt>
    <dgm:pt modelId="{BF48FB93-E331-4A28-8628-A9EC03ACFC24}">
      <dgm:prSet/>
      <dgm:spPr/>
      <dgm:t>
        <a:bodyPr/>
        <a:lstStyle/>
        <a:p>
          <a:r>
            <a:rPr lang="en-GB"/>
            <a:t>Agile helps HR survive and succeed in such conditions by staying flexible and responsive</a:t>
          </a:r>
          <a:endParaRPr lang="en-US"/>
        </a:p>
      </dgm:t>
    </dgm:pt>
    <dgm:pt modelId="{EFE05D25-4570-4DA3-989B-5CBA2B8A329F}" type="parTrans" cxnId="{09B1F3B6-513D-4E62-88E2-77C8EC089FB1}">
      <dgm:prSet/>
      <dgm:spPr/>
      <dgm:t>
        <a:bodyPr/>
        <a:lstStyle/>
        <a:p>
          <a:endParaRPr lang="en-US"/>
        </a:p>
      </dgm:t>
    </dgm:pt>
    <dgm:pt modelId="{20F51FCE-A0D5-497D-892E-1BAD6C99A92F}" type="sibTrans" cxnId="{09B1F3B6-513D-4E62-88E2-77C8EC089FB1}">
      <dgm:prSet/>
      <dgm:spPr/>
      <dgm:t>
        <a:bodyPr/>
        <a:lstStyle/>
        <a:p>
          <a:endParaRPr lang="en-US"/>
        </a:p>
      </dgm:t>
    </dgm:pt>
    <dgm:pt modelId="{F6AC9814-17B8-4DD1-82A1-29510BDE1166}" type="pres">
      <dgm:prSet presAssocID="{FD239285-5055-40DB-8322-C64F5392FD6D}" presName="Name0" presStyleCnt="0">
        <dgm:presLayoutVars>
          <dgm:dir/>
          <dgm:resizeHandles val="exact"/>
        </dgm:presLayoutVars>
      </dgm:prSet>
      <dgm:spPr/>
    </dgm:pt>
    <dgm:pt modelId="{A4B669CE-0FD4-4BD6-A214-C4565214B3F2}" type="pres">
      <dgm:prSet presAssocID="{44024113-F7AF-4F11-BA75-D1764A155DDD}" presName="node" presStyleLbl="node1" presStyleIdx="0" presStyleCnt="6">
        <dgm:presLayoutVars>
          <dgm:bulletEnabled val="1"/>
        </dgm:presLayoutVars>
      </dgm:prSet>
      <dgm:spPr/>
    </dgm:pt>
    <dgm:pt modelId="{E7A2345E-B85C-4C6E-A807-6DBF8B487815}" type="pres">
      <dgm:prSet presAssocID="{B701E9EB-4036-4295-A0A8-C0D023F687E8}" presName="sibTrans" presStyleLbl="sibTrans1D1" presStyleIdx="0" presStyleCnt="5"/>
      <dgm:spPr/>
    </dgm:pt>
    <dgm:pt modelId="{63D86136-105D-4F91-9E44-5BB28BF36BA6}" type="pres">
      <dgm:prSet presAssocID="{B701E9EB-4036-4295-A0A8-C0D023F687E8}" presName="connectorText" presStyleLbl="sibTrans1D1" presStyleIdx="0" presStyleCnt="5"/>
      <dgm:spPr/>
    </dgm:pt>
    <dgm:pt modelId="{D4D6DD76-7BF4-42FD-A8F6-296BD46F2BB9}" type="pres">
      <dgm:prSet presAssocID="{4E9D7F26-0C0F-4B82-A003-02904588E523}" presName="node" presStyleLbl="node1" presStyleIdx="1" presStyleCnt="6">
        <dgm:presLayoutVars>
          <dgm:bulletEnabled val="1"/>
        </dgm:presLayoutVars>
      </dgm:prSet>
      <dgm:spPr/>
    </dgm:pt>
    <dgm:pt modelId="{4835F2B5-66E2-4EBC-937C-65CDA867F980}" type="pres">
      <dgm:prSet presAssocID="{38A662D4-C164-4055-986B-4B72C8077FC2}" presName="sibTrans" presStyleLbl="sibTrans1D1" presStyleIdx="1" presStyleCnt="5"/>
      <dgm:spPr/>
    </dgm:pt>
    <dgm:pt modelId="{2B9F1981-245F-4CE6-9134-8AFEB14C7267}" type="pres">
      <dgm:prSet presAssocID="{38A662D4-C164-4055-986B-4B72C8077FC2}" presName="connectorText" presStyleLbl="sibTrans1D1" presStyleIdx="1" presStyleCnt="5"/>
      <dgm:spPr/>
    </dgm:pt>
    <dgm:pt modelId="{ADA59850-2863-4843-979A-282B65A72ACD}" type="pres">
      <dgm:prSet presAssocID="{1F1D7647-2909-404B-BD6E-64386F52E6DA}" presName="node" presStyleLbl="node1" presStyleIdx="2" presStyleCnt="6">
        <dgm:presLayoutVars>
          <dgm:bulletEnabled val="1"/>
        </dgm:presLayoutVars>
      </dgm:prSet>
      <dgm:spPr/>
    </dgm:pt>
    <dgm:pt modelId="{C0F8E8A1-9FC5-472B-8F9D-BD9348B295F6}" type="pres">
      <dgm:prSet presAssocID="{F0187891-7AEF-4A97-9223-C4938C214BFA}" presName="sibTrans" presStyleLbl="sibTrans1D1" presStyleIdx="2" presStyleCnt="5"/>
      <dgm:spPr/>
    </dgm:pt>
    <dgm:pt modelId="{DADC4B67-863F-4429-8E18-55A3C4CF98D8}" type="pres">
      <dgm:prSet presAssocID="{F0187891-7AEF-4A97-9223-C4938C214BFA}" presName="connectorText" presStyleLbl="sibTrans1D1" presStyleIdx="2" presStyleCnt="5"/>
      <dgm:spPr/>
    </dgm:pt>
    <dgm:pt modelId="{FAE2B32D-BA21-40C4-B1F4-029020AE1A42}" type="pres">
      <dgm:prSet presAssocID="{3D65A275-632B-47A7-B83B-833DF6C13F28}" presName="node" presStyleLbl="node1" presStyleIdx="3" presStyleCnt="6">
        <dgm:presLayoutVars>
          <dgm:bulletEnabled val="1"/>
        </dgm:presLayoutVars>
      </dgm:prSet>
      <dgm:spPr/>
    </dgm:pt>
    <dgm:pt modelId="{D7E9C1E9-ED87-4E26-A872-18057C806BFB}" type="pres">
      <dgm:prSet presAssocID="{59683B10-E904-4AC8-968A-21802950237A}" presName="sibTrans" presStyleLbl="sibTrans1D1" presStyleIdx="3" presStyleCnt="5"/>
      <dgm:spPr/>
    </dgm:pt>
    <dgm:pt modelId="{DCFF96ED-A4F1-4C6D-9B8C-9DE6AD2F15D0}" type="pres">
      <dgm:prSet presAssocID="{59683B10-E904-4AC8-968A-21802950237A}" presName="connectorText" presStyleLbl="sibTrans1D1" presStyleIdx="3" presStyleCnt="5"/>
      <dgm:spPr/>
    </dgm:pt>
    <dgm:pt modelId="{D41F7BAA-6E5B-47BE-85B8-F6B55EFA354B}" type="pres">
      <dgm:prSet presAssocID="{659BA1AE-29A6-4441-B07E-FB93CEC1201C}" presName="node" presStyleLbl="node1" presStyleIdx="4" presStyleCnt="6">
        <dgm:presLayoutVars>
          <dgm:bulletEnabled val="1"/>
        </dgm:presLayoutVars>
      </dgm:prSet>
      <dgm:spPr/>
    </dgm:pt>
    <dgm:pt modelId="{28969CD0-0787-420C-A84E-BF8E3DFD1A04}" type="pres">
      <dgm:prSet presAssocID="{6CDCF1B9-704C-4971-B9B8-2F43B6EBA1B9}" presName="sibTrans" presStyleLbl="sibTrans1D1" presStyleIdx="4" presStyleCnt="5"/>
      <dgm:spPr/>
    </dgm:pt>
    <dgm:pt modelId="{82293E9B-DAEF-453C-B839-78679A17200A}" type="pres">
      <dgm:prSet presAssocID="{6CDCF1B9-704C-4971-B9B8-2F43B6EBA1B9}" presName="connectorText" presStyleLbl="sibTrans1D1" presStyleIdx="4" presStyleCnt="5"/>
      <dgm:spPr/>
    </dgm:pt>
    <dgm:pt modelId="{D4B46A33-0076-4F3A-8DCF-64B3B8E8BAEB}" type="pres">
      <dgm:prSet presAssocID="{BF48FB93-E331-4A28-8628-A9EC03ACFC24}" presName="node" presStyleLbl="node1" presStyleIdx="5" presStyleCnt="6">
        <dgm:presLayoutVars>
          <dgm:bulletEnabled val="1"/>
        </dgm:presLayoutVars>
      </dgm:prSet>
      <dgm:spPr/>
    </dgm:pt>
  </dgm:ptLst>
  <dgm:cxnLst>
    <dgm:cxn modelId="{B4765101-A7BA-4272-A0E2-E1A9FCF1EAE2}" type="presOf" srcId="{659BA1AE-29A6-4441-B07E-FB93CEC1201C}" destId="{D41F7BAA-6E5B-47BE-85B8-F6B55EFA354B}" srcOrd="0" destOrd="0" presId="urn:microsoft.com/office/officeart/2016/7/layout/RepeatingBendingProcessNew"/>
    <dgm:cxn modelId="{2E4F9520-3FC8-496C-BBED-891D51FFFB44}" type="presOf" srcId="{4E9D7F26-0C0F-4B82-A003-02904588E523}" destId="{D4D6DD76-7BF4-42FD-A8F6-296BD46F2BB9}" srcOrd="0" destOrd="0" presId="urn:microsoft.com/office/officeart/2016/7/layout/RepeatingBendingProcessNew"/>
    <dgm:cxn modelId="{5B579E2A-07FB-43E7-9FAD-6E2CA2E6ADD7}" type="presOf" srcId="{F0187891-7AEF-4A97-9223-C4938C214BFA}" destId="{C0F8E8A1-9FC5-472B-8F9D-BD9348B295F6}" srcOrd="0" destOrd="0" presId="urn:microsoft.com/office/officeart/2016/7/layout/RepeatingBendingProcessNew"/>
    <dgm:cxn modelId="{648C6871-425D-412B-B2CF-ABB6F5682049}" srcId="{FD239285-5055-40DB-8322-C64F5392FD6D}" destId="{4E9D7F26-0C0F-4B82-A003-02904588E523}" srcOrd="1" destOrd="0" parTransId="{631B882F-CC5B-4A17-8111-7481D4CBC9CB}" sibTransId="{38A662D4-C164-4055-986B-4B72C8077FC2}"/>
    <dgm:cxn modelId="{F5E34B55-34EC-44F7-A891-E06A0F6A5DDD}" type="presOf" srcId="{BF48FB93-E331-4A28-8628-A9EC03ACFC24}" destId="{D4B46A33-0076-4F3A-8DCF-64B3B8E8BAEB}" srcOrd="0" destOrd="0" presId="urn:microsoft.com/office/officeart/2016/7/layout/RepeatingBendingProcessNew"/>
    <dgm:cxn modelId="{C047725A-2C0B-46FF-B205-E5B5427FBD2C}" type="presOf" srcId="{38A662D4-C164-4055-986B-4B72C8077FC2}" destId="{4835F2B5-66E2-4EBC-937C-65CDA867F980}" srcOrd="0" destOrd="0" presId="urn:microsoft.com/office/officeart/2016/7/layout/RepeatingBendingProcessNew"/>
    <dgm:cxn modelId="{B4E1367B-015A-4C8A-8D82-AFE15CA2897A}" type="presOf" srcId="{59683B10-E904-4AC8-968A-21802950237A}" destId="{D7E9C1E9-ED87-4E26-A872-18057C806BFB}" srcOrd="0" destOrd="0" presId="urn:microsoft.com/office/officeart/2016/7/layout/RepeatingBendingProcessNew"/>
    <dgm:cxn modelId="{0CE71F93-85C5-4023-9F41-B004AEE1737A}" type="presOf" srcId="{3D65A275-632B-47A7-B83B-833DF6C13F28}" destId="{FAE2B32D-BA21-40C4-B1F4-029020AE1A42}" srcOrd="0" destOrd="0" presId="urn:microsoft.com/office/officeart/2016/7/layout/RepeatingBendingProcessNew"/>
    <dgm:cxn modelId="{09B1F3B6-513D-4E62-88E2-77C8EC089FB1}" srcId="{FD239285-5055-40DB-8322-C64F5392FD6D}" destId="{BF48FB93-E331-4A28-8628-A9EC03ACFC24}" srcOrd="5" destOrd="0" parTransId="{EFE05D25-4570-4DA3-989B-5CBA2B8A329F}" sibTransId="{20F51FCE-A0D5-497D-892E-1BAD6C99A92F}"/>
    <dgm:cxn modelId="{B7B098BC-3D69-4D57-B65F-35E16CD1ACBB}" type="presOf" srcId="{F0187891-7AEF-4A97-9223-C4938C214BFA}" destId="{DADC4B67-863F-4429-8E18-55A3C4CF98D8}" srcOrd="1" destOrd="0" presId="urn:microsoft.com/office/officeart/2016/7/layout/RepeatingBendingProcessNew"/>
    <dgm:cxn modelId="{49D72EC0-D1B0-49E0-8DCD-BDB0C7432626}" type="presOf" srcId="{1F1D7647-2909-404B-BD6E-64386F52E6DA}" destId="{ADA59850-2863-4843-979A-282B65A72ACD}" srcOrd="0" destOrd="0" presId="urn:microsoft.com/office/officeart/2016/7/layout/RepeatingBendingProcessNew"/>
    <dgm:cxn modelId="{2E5EB7C3-8C34-40B2-80C8-9956F4792AD4}" type="presOf" srcId="{6CDCF1B9-704C-4971-B9B8-2F43B6EBA1B9}" destId="{28969CD0-0787-420C-A84E-BF8E3DFD1A04}" srcOrd="0" destOrd="0" presId="urn:microsoft.com/office/officeart/2016/7/layout/RepeatingBendingProcessNew"/>
    <dgm:cxn modelId="{A4EC04D9-98E0-4617-9CA0-025DA74CF626}" srcId="{FD239285-5055-40DB-8322-C64F5392FD6D}" destId="{1F1D7647-2909-404B-BD6E-64386F52E6DA}" srcOrd="2" destOrd="0" parTransId="{BAD4A214-5DFF-4793-996A-923FCF89FCEB}" sibTransId="{F0187891-7AEF-4A97-9223-C4938C214BFA}"/>
    <dgm:cxn modelId="{254DC5DC-7CEB-47F9-982E-B59D8F024A73}" type="presOf" srcId="{44024113-F7AF-4F11-BA75-D1764A155DDD}" destId="{A4B669CE-0FD4-4BD6-A214-C4565214B3F2}" srcOrd="0" destOrd="0" presId="urn:microsoft.com/office/officeart/2016/7/layout/RepeatingBendingProcessNew"/>
    <dgm:cxn modelId="{50F3D4E1-6CEA-4B3D-AF35-FF8FEDF03EDB}" type="presOf" srcId="{6CDCF1B9-704C-4971-B9B8-2F43B6EBA1B9}" destId="{82293E9B-DAEF-453C-B839-78679A17200A}" srcOrd="1" destOrd="0" presId="urn:microsoft.com/office/officeart/2016/7/layout/RepeatingBendingProcessNew"/>
    <dgm:cxn modelId="{61E9D5E7-2023-41D7-9395-9A90D97E266A}" srcId="{FD239285-5055-40DB-8322-C64F5392FD6D}" destId="{659BA1AE-29A6-4441-B07E-FB93CEC1201C}" srcOrd="4" destOrd="0" parTransId="{B94D1556-1246-4677-9C84-34BD18F98CF2}" sibTransId="{6CDCF1B9-704C-4971-B9B8-2F43B6EBA1B9}"/>
    <dgm:cxn modelId="{A82F94EA-CC9E-4033-855E-DE3392B7ECE8}" type="presOf" srcId="{B701E9EB-4036-4295-A0A8-C0D023F687E8}" destId="{E7A2345E-B85C-4C6E-A807-6DBF8B487815}" srcOrd="0" destOrd="0" presId="urn:microsoft.com/office/officeart/2016/7/layout/RepeatingBendingProcessNew"/>
    <dgm:cxn modelId="{774662EB-53D0-4D53-8B10-831390F12D3E}" type="presOf" srcId="{59683B10-E904-4AC8-968A-21802950237A}" destId="{DCFF96ED-A4F1-4C6D-9B8C-9DE6AD2F15D0}" srcOrd="1" destOrd="0" presId="urn:microsoft.com/office/officeart/2016/7/layout/RepeatingBendingProcessNew"/>
    <dgm:cxn modelId="{7FA692ED-E0A3-4ADC-A183-FB3A145A9851}" type="presOf" srcId="{38A662D4-C164-4055-986B-4B72C8077FC2}" destId="{2B9F1981-245F-4CE6-9134-8AFEB14C7267}" srcOrd="1" destOrd="0" presId="urn:microsoft.com/office/officeart/2016/7/layout/RepeatingBendingProcessNew"/>
    <dgm:cxn modelId="{9C979BF1-1111-4929-826F-A17016B9D305}" srcId="{FD239285-5055-40DB-8322-C64F5392FD6D}" destId="{44024113-F7AF-4F11-BA75-D1764A155DDD}" srcOrd="0" destOrd="0" parTransId="{E67C2D8D-99F7-47B1-838D-3901E5CD9425}" sibTransId="{B701E9EB-4036-4295-A0A8-C0D023F687E8}"/>
    <dgm:cxn modelId="{76BC99F2-8E8C-4547-9C01-54E67B3B7C04}" srcId="{FD239285-5055-40DB-8322-C64F5392FD6D}" destId="{3D65A275-632B-47A7-B83B-833DF6C13F28}" srcOrd="3" destOrd="0" parTransId="{3EF7789F-2FC0-441F-A862-89BEDD719448}" sibTransId="{59683B10-E904-4AC8-968A-21802950237A}"/>
    <dgm:cxn modelId="{720AF7FC-CFDF-4291-90D1-2533BFA5A446}" type="presOf" srcId="{B701E9EB-4036-4295-A0A8-C0D023F687E8}" destId="{63D86136-105D-4F91-9E44-5BB28BF36BA6}" srcOrd="1" destOrd="0" presId="urn:microsoft.com/office/officeart/2016/7/layout/RepeatingBendingProcessNew"/>
    <dgm:cxn modelId="{664804FE-5295-4148-8CEE-7CBF82B59C37}" type="presOf" srcId="{FD239285-5055-40DB-8322-C64F5392FD6D}" destId="{F6AC9814-17B8-4DD1-82A1-29510BDE1166}" srcOrd="0" destOrd="0" presId="urn:microsoft.com/office/officeart/2016/7/layout/RepeatingBendingProcessNew"/>
    <dgm:cxn modelId="{571C3C99-9D06-4F17-B968-E1E9BDC3E973}" type="presParOf" srcId="{F6AC9814-17B8-4DD1-82A1-29510BDE1166}" destId="{A4B669CE-0FD4-4BD6-A214-C4565214B3F2}" srcOrd="0" destOrd="0" presId="urn:microsoft.com/office/officeart/2016/7/layout/RepeatingBendingProcessNew"/>
    <dgm:cxn modelId="{3DD2F7B3-1507-409A-83EF-C1C75DF33508}" type="presParOf" srcId="{F6AC9814-17B8-4DD1-82A1-29510BDE1166}" destId="{E7A2345E-B85C-4C6E-A807-6DBF8B487815}" srcOrd="1" destOrd="0" presId="urn:microsoft.com/office/officeart/2016/7/layout/RepeatingBendingProcessNew"/>
    <dgm:cxn modelId="{12FAF074-E726-4931-900D-8EC7D707BD2D}" type="presParOf" srcId="{E7A2345E-B85C-4C6E-A807-6DBF8B487815}" destId="{63D86136-105D-4F91-9E44-5BB28BF36BA6}" srcOrd="0" destOrd="0" presId="urn:microsoft.com/office/officeart/2016/7/layout/RepeatingBendingProcessNew"/>
    <dgm:cxn modelId="{F7FA62B3-CAB8-4F60-A304-4AAC8C9CCA2B}" type="presParOf" srcId="{F6AC9814-17B8-4DD1-82A1-29510BDE1166}" destId="{D4D6DD76-7BF4-42FD-A8F6-296BD46F2BB9}" srcOrd="2" destOrd="0" presId="urn:microsoft.com/office/officeart/2016/7/layout/RepeatingBendingProcessNew"/>
    <dgm:cxn modelId="{1B7CDF9B-D8E0-4B09-B687-C937D028B284}" type="presParOf" srcId="{F6AC9814-17B8-4DD1-82A1-29510BDE1166}" destId="{4835F2B5-66E2-4EBC-937C-65CDA867F980}" srcOrd="3" destOrd="0" presId="urn:microsoft.com/office/officeart/2016/7/layout/RepeatingBendingProcessNew"/>
    <dgm:cxn modelId="{701BE739-87A4-4076-BD6D-5B6E1294BA2B}" type="presParOf" srcId="{4835F2B5-66E2-4EBC-937C-65CDA867F980}" destId="{2B9F1981-245F-4CE6-9134-8AFEB14C7267}" srcOrd="0" destOrd="0" presId="urn:microsoft.com/office/officeart/2016/7/layout/RepeatingBendingProcessNew"/>
    <dgm:cxn modelId="{49134D35-C84E-4D1D-A28D-ADEC94480D9C}" type="presParOf" srcId="{F6AC9814-17B8-4DD1-82A1-29510BDE1166}" destId="{ADA59850-2863-4843-979A-282B65A72ACD}" srcOrd="4" destOrd="0" presId="urn:microsoft.com/office/officeart/2016/7/layout/RepeatingBendingProcessNew"/>
    <dgm:cxn modelId="{4F4EE32A-FD81-4FD7-88B1-67E820B01ED8}" type="presParOf" srcId="{F6AC9814-17B8-4DD1-82A1-29510BDE1166}" destId="{C0F8E8A1-9FC5-472B-8F9D-BD9348B295F6}" srcOrd="5" destOrd="0" presId="urn:microsoft.com/office/officeart/2016/7/layout/RepeatingBendingProcessNew"/>
    <dgm:cxn modelId="{EF9DA841-9CF8-430B-B150-C36F9D821483}" type="presParOf" srcId="{C0F8E8A1-9FC5-472B-8F9D-BD9348B295F6}" destId="{DADC4B67-863F-4429-8E18-55A3C4CF98D8}" srcOrd="0" destOrd="0" presId="urn:microsoft.com/office/officeart/2016/7/layout/RepeatingBendingProcessNew"/>
    <dgm:cxn modelId="{ABEF5324-D0B2-41DC-9D92-B3208A1A3152}" type="presParOf" srcId="{F6AC9814-17B8-4DD1-82A1-29510BDE1166}" destId="{FAE2B32D-BA21-40C4-B1F4-029020AE1A42}" srcOrd="6" destOrd="0" presId="urn:microsoft.com/office/officeart/2016/7/layout/RepeatingBendingProcessNew"/>
    <dgm:cxn modelId="{EEEB4024-36C0-422A-BB33-D2DD980B583D}" type="presParOf" srcId="{F6AC9814-17B8-4DD1-82A1-29510BDE1166}" destId="{D7E9C1E9-ED87-4E26-A872-18057C806BFB}" srcOrd="7" destOrd="0" presId="urn:microsoft.com/office/officeart/2016/7/layout/RepeatingBendingProcessNew"/>
    <dgm:cxn modelId="{14CCE0FF-AA47-4A65-AA03-1F67A4FC3B8F}" type="presParOf" srcId="{D7E9C1E9-ED87-4E26-A872-18057C806BFB}" destId="{DCFF96ED-A4F1-4C6D-9B8C-9DE6AD2F15D0}" srcOrd="0" destOrd="0" presId="urn:microsoft.com/office/officeart/2016/7/layout/RepeatingBendingProcessNew"/>
    <dgm:cxn modelId="{CBE0642A-F644-49AD-B3F6-45A6EA207C26}" type="presParOf" srcId="{F6AC9814-17B8-4DD1-82A1-29510BDE1166}" destId="{D41F7BAA-6E5B-47BE-85B8-F6B55EFA354B}" srcOrd="8" destOrd="0" presId="urn:microsoft.com/office/officeart/2016/7/layout/RepeatingBendingProcessNew"/>
    <dgm:cxn modelId="{D9721F7E-228D-465D-9A87-2C98634611AD}" type="presParOf" srcId="{F6AC9814-17B8-4DD1-82A1-29510BDE1166}" destId="{28969CD0-0787-420C-A84E-BF8E3DFD1A04}" srcOrd="9" destOrd="0" presId="urn:microsoft.com/office/officeart/2016/7/layout/RepeatingBendingProcessNew"/>
    <dgm:cxn modelId="{1A0599D0-4E1C-49B4-9762-99727BC164BF}" type="presParOf" srcId="{28969CD0-0787-420C-A84E-BF8E3DFD1A04}" destId="{82293E9B-DAEF-453C-B839-78679A17200A}" srcOrd="0" destOrd="0" presId="urn:microsoft.com/office/officeart/2016/7/layout/RepeatingBendingProcessNew"/>
    <dgm:cxn modelId="{8FC04E0C-05DA-4881-84AD-73280C2A0C19}" type="presParOf" srcId="{F6AC9814-17B8-4DD1-82A1-29510BDE1166}" destId="{D4B46A33-0076-4F3A-8DCF-64B3B8E8BAEB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33D0AFF-99A9-484A-A861-1901FAD53AF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77265D2-A5D6-434C-BC63-AB60C329BE63}">
      <dgm:prSet/>
      <dgm:spPr/>
      <dgm:t>
        <a:bodyPr/>
        <a:lstStyle/>
        <a:p>
          <a:r>
            <a:rPr lang="en-GB" b="1"/>
            <a:t>Modern HR projects succeed when HR is ethical, uses data wisely, and adapts quickly using Agile methods.</a:t>
          </a:r>
          <a:endParaRPr lang="en-US"/>
        </a:p>
      </dgm:t>
    </dgm:pt>
    <dgm:pt modelId="{BF857440-33B7-497B-B5C5-681AF23F97A9}" type="parTrans" cxnId="{1AB36609-6124-4798-9E34-5EF4E9A759FE}">
      <dgm:prSet/>
      <dgm:spPr/>
      <dgm:t>
        <a:bodyPr/>
        <a:lstStyle/>
        <a:p>
          <a:endParaRPr lang="en-US"/>
        </a:p>
      </dgm:t>
    </dgm:pt>
    <dgm:pt modelId="{2FAF021B-4516-4CEA-9EF3-2574094E7C5A}" type="sibTrans" cxnId="{1AB36609-6124-4798-9E34-5EF4E9A759FE}">
      <dgm:prSet/>
      <dgm:spPr/>
      <dgm:t>
        <a:bodyPr/>
        <a:lstStyle/>
        <a:p>
          <a:endParaRPr lang="en-US"/>
        </a:p>
      </dgm:t>
    </dgm:pt>
    <dgm:pt modelId="{62D6DE96-3EEA-4EA3-8322-B077FA30EADD}">
      <dgm:prSet/>
      <dgm:spPr/>
      <dgm:t>
        <a:bodyPr/>
        <a:lstStyle/>
        <a:p>
          <a:r>
            <a:rPr lang="en-GB"/>
            <a:t>Ethics protect people,</a:t>
          </a:r>
          <a:br>
            <a:rPr lang="en-GB"/>
          </a:br>
          <a:r>
            <a:rPr lang="en-GB"/>
            <a:t>Data improves decisions,</a:t>
          </a:r>
          <a:br>
            <a:rPr lang="en-GB"/>
          </a:br>
          <a:r>
            <a:rPr lang="en-GB"/>
            <a:t>Agile helps HR move fast and stay relevant.</a:t>
          </a:r>
          <a:endParaRPr lang="en-US"/>
        </a:p>
      </dgm:t>
    </dgm:pt>
    <dgm:pt modelId="{04806480-077D-4F32-B1A9-281A8014EC13}" type="parTrans" cxnId="{DE8F1922-21C6-4A99-ADB2-28860A26E1BB}">
      <dgm:prSet/>
      <dgm:spPr/>
      <dgm:t>
        <a:bodyPr/>
        <a:lstStyle/>
        <a:p>
          <a:endParaRPr lang="en-US"/>
        </a:p>
      </dgm:t>
    </dgm:pt>
    <dgm:pt modelId="{EE9750B0-7A2D-497C-81DF-27D7B1C37AE1}" type="sibTrans" cxnId="{DE8F1922-21C6-4A99-ADB2-28860A26E1BB}">
      <dgm:prSet/>
      <dgm:spPr/>
      <dgm:t>
        <a:bodyPr/>
        <a:lstStyle/>
        <a:p>
          <a:endParaRPr lang="en-US"/>
        </a:p>
      </dgm:t>
    </dgm:pt>
    <dgm:pt modelId="{5F3BA6F0-5C97-4F8F-87AA-720F036EBBEC}" type="pres">
      <dgm:prSet presAssocID="{133D0AFF-99A9-484A-A861-1901FAD53AFB}" presName="linear" presStyleCnt="0">
        <dgm:presLayoutVars>
          <dgm:animLvl val="lvl"/>
          <dgm:resizeHandles val="exact"/>
        </dgm:presLayoutVars>
      </dgm:prSet>
      <dgm:spPr/>
    </dgm:pt>
    <dgm:pt modelId="{36281020-AC28-43DA-A081-288494FA037C}" type="pres">
      <dgm:prSet presAssocID="{B77265D2-A5D6-434C-BC63-AB60C329BE6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5BE8B0A-AD1A-47A0-B4F6-7C579FCB09B9}" type="pres">
      <dgm:prSet presAssocID="{2FAF021B-4516-4CEA-9EF3-2574094E7C5A}" presName="spacer" presStyleCnt="0"/>
      <dgm:spPr/>
    </dgm:pt>
    <dgm:pt modelId="{83332F2F-0EC0-4D7B-AB96-887B3D9BA836}" type="pres">
      <dgm:prSet presAssocID="{62D6DE96-3EEA-4EA3-8322-B077FA30EAD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AB36609-6124-4798-9E34-5EF4E9A759FE}" srcId="{133D0AFF-99A9-484A-A861-1901FAD53AFB}" destId="{B77265D2-A5D6-434C-BC63-AB60C329BE63}" srcOrd="0" destOrd="0" parTransId="{BF857440-33B7-497B-B5C5-681AF23F97A9}" sibTransId="{2FAF021B-4516-4CEA-9EF3-2574094E7C5A}"/>
    <dgm:cxn modelId="{DE8F1922-21C6-4A99-ADB2-28860A26E1BB}" srcId="{133D0AFF-99A9-484A-A861-1901FAD53AFB}" destId="{62D6DE96-3EEA-4EA3-8322-B077FA30EADD}" srcOrd="1" destOrd="0" parTransId="{04806480-077D-4F32-B1A9-281A8014EC13}" sibTransId="{EE9750B0-7A2D-497C-81DF-27D7B1C37AE1}"/>
    <dgm:cxn modelId="{23176C72-D698-41E9-B1E4-9ED3824A68C8}" type="presOf" srcId="{133D0AFF-99A9-484A-A861-1901FAD53AFB}" destId="{5F3BA6F0-5C97-4F8F-87AA-720F036EBBEC}" srcOrd="0" destOrd="0" presId="urn:microsoft.com/office/officeart/2005/8/layout/vList2"/>
    <dgm:cxn modelId="{BB08DF91-7F71-4677-AC57-0C5F67DDEC08}" type="presOf" srcId="{B77265D2-A5D6-434C-BC63-AB60C329BE63}" destId="{36281020-AC28-43DA-A081-288494FA037C}" srcOrd="0" destOrd="0" presId="urn:microsoft.com/office/officeart/2005/8/layout/vList2"/>
    <dgm:cxn modelId="{0BFBB2F5-64C1-4664-A0D8-39CB94190458}" type="presOf" srcId="{62D6DE96-3EEA-4EA3-8322-B077FA30EADD}" destId="{83332F2F-0EC0-4D7B-AB96-887B3D9BA836}" srcOrd="0" destOrd="0" presId="urn:microsoft.com/office/officeart/2005/8/layout/vList2"/>
    <dgm:cxn modelId="{130C4895-82CC-4475-8239-2873B0FAECAD}" type="presParOf" srcId="{5F3BA6F0-5C97-4F8F-87AA-720F036EBBEC}" destId="{36281020-AC28-43DA-A081-288494FA037C}" srcOrd="0" destOrd="0" presId="urn:microsoft.com/office/officeart/2005/8/layout/vList2"/>
    <dgm:cxn modelId="{F3ED07DF-20CE-4FF7-857B-4AA7E9871146}" type="presParOf" srcId="{5F3BA6F0-5C97-4F8F-87AA-720F036EBBEC}" destId="{C5BE8B0A-AD1A-47A0-B4F6-7C579FCB09B9}" srcOrd="1" destOrd="0" presId="urn:microsoft.com/office/officeart/2005/8/layout/vList2"/>
    <dgm:cxn modelId="{2961E6AA-2E8F-401B-A9D9-5C7B0671F71E}" type="presParOf" srcId="{5F3BA6F0-5C97-4F8F-87AA-720F036EBBEC}" destId="{83332F2F-0EC0-4D7B-AB96-887B3D9BA83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BCF4B3-B78E-4998-904C-895912AF02D5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18AB83-181C-4DC7-BB28-4218A7B030D6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B74848-E328-4A46-A9D4-19F4D5EC417A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Ethics</a:t>
          </a:r>
          <a:r>
            <a:rPr lang="en-GB" sz="1800" kern="1200"/>
            <a:t> means choosing what is </a:t>
          </a:r>
          <a:r>
            <a:rPr lang="en-GB" sz="1800" b="1" kern="1200"/>
            <a:t>fair, honest, and right</a:t>
          </a:r>
          <a:r>
            <a:rPr lang="en-GB" sz="1800" kern="1200"/>
            <a:t>.</a:t>
          </a:r>
          <a:endParaRPr lang="en-US" sz="1800" kern="1200"/>
        </a:p>
      </dsp:txBody>
      <dsp:txXfrm>
        <a:off x="1312541" y="828340"/>
        <a:ext cx="2148945" cy="911674"/>
      </dsp:txXfrm>
    </dsp:sp>
    <dsp:sp modelId="{A10AC651-2347-4FB8-9E9D-F91DE5DC1558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463703-6E7E-450C-8611-8F590E019930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B486A4-EEB1-436B-84D1-004C371E9F90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Why ethics are important in HR:</a:t>
          </a:r>
          <a:endParaRPr lang="en-US" sz="1800" kern="1200"/>
        </a:p>
      </dsp:txBody>
      <dsp:txXfrm>
        <a:off x="4942957" y="828340"/>
        <a:ext cx="2148945" cy="911674"/>
      </dsp:txXfrm>
    </dsp:sp>
    <dsp:sp modelId="{1AFC53F5-1464-46A2-82EC-AE1FFE06EBA8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0A2371-12E8-46DA-B01D-CCD11DF9C18B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ABF7AC-00A3-4026-91AB-BE4F481D1ACC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Builds </a:t>
          </a:r>
          <a:r>
            <a:rPr lang="en-GB" sz="1800" b="1" kern="1200"/>
            <a:t>trust</a:t>
          </a:r>
          <a:r>
            <a:rPr lang="en-GB" sz="1800" kern="1200"/>
            <a:t> between employees and management</a:t>
          </a:r>
          <a:endParaRPr lang="en-US" sz="1800" kern="1200"/>
        </a:p>
      </dsp:txBody>
      <dsp:txXfrm>
        <a:off x="8573374" y="828340"/>
        <a:ext cx="2148945" cy="911674"/>
      </dsp:txXfrm>
    </dsp:sp>
    <dsp:sp modelId="{2E916982-B1DE-45D4-B843-9D8B091EC865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1906CD-D28B-4B93-A7DA-705AED8477CA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D5CFA5-A9B9-4EF5-B64E-00114F59F871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Prevents </a:t>
          </a:r>
          <a:r>
            <a:rPr lang="en-GB" sz="1800" b="1" kern="1200"/>
            <a:t>legal problems</a:t>
          </a:r>
          <a:r>
            <a:rPr lang="en-GB" sz="1800" kern="1200"/>
            <a:t> and bad image</a:t>
          </a:r>
          <a:endParaRPr lang="en-US" sz="1800" kern="1200"/>
        </a:p>
      </dsp:txBody>
      <dsp:txXfrm>
        <a:off x="1312541" y="2452790"/>
        <a:ext cx="2148945" cy="911674"/>
      </dsp:txXfrm>
    </dsp:sp>
    <dsp:sp modelId="{01046528-891A-4EFF-B324-F6E28D31DFCB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B4AD96-52CA-4FFF-8BCA-F7602BD232AD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606A43-59BC-4BBC-9273-34608374BA94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Creates a </a:t>
          </a:r>
          <a:r>
            <a:rPr lang="en-GB" sz="1800" b="1" kern="1200"/>
            <a:t>safe and happy workplace</a:t>
          </a:r>
          <a:endParaRPr lang="en-US" sz="1800" kern="1200"/>
        </a:p>
      </dsp:txBody>
      <dsp:txXfrm>
        <a:off x="4942957" y="2452790"/>
        <a:ext cx="2148945" cy="911674"/>
      </dsp:txXfrm>
    </dsp:sp>
    <dsp:sp modelId="{9A67F93A-B019-4D41-9114-FB3D4C4E0348}">
      <dsp:nvSpPr>
        <dsp:cNvPr id="0" name=""/>
        <dsp:cNvSpPr/>
      </dsp:nvSpPr>
      <dsp:spPr>
        <a:xfrm>
          <a:off x="7466341" y="245279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6D56B7-68CD-415D-BE57-5701C65EF36E}">
      <dsp:nvSpPr>
        <dsp:cNvPr id="0" name=""/>
        <dsp:cNvSpPr/>
      </dsp:nvSpPr>
      <dsp:spPr>
        <a:xfrm>
          <a:off x="7657792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69DA7-ABD4-4D7A-AF6D-45626EC965F7}">
      <dsp:nvSpPr>
        <dsp:cNvPr id="0" name=""/>
        <dsp:cNvSpPr/>
      </dsp:nvSpPr>
      <dsp:spPr>
        <a:xfrm>
          <a:off x="8573374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Helps the company succeed in the long term</a:t>
          </a:r>
          <a:endParaRPr lang="en-US" sz="1800" kern="1200"/>
        </a:p>
      </dsp:txBody>
      <dsp:txXfrm>
        <a:off x="8573374" y="2452790"/>
        <a:ext cx="2148945" cy="9116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EA1682-79DB-4396-B9C2-30CD46EA70A8}">
      <dsp:nvSpPr>
        <dsp:cNvPr id="0" name=""/>
        <dsp:cNvSpPr/>
      </dsp:nvSpPr>
      <dsp:spPr>
        <a:xfrm>
          <a:off x="311379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625308-6415-4147-8B4B-DE70836F826E}">
      <dsp:nvSpPr>
        <dsp:cNvPr id="0" name=""/>
        <dsp:cNvSpPr/>
      </dsp:nvSpPr>
      <dsp:spPr>
        <a:xfrm>
          <a:off x="517957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E761ED-B463-42C9-9E0B-CAA1C422F1EB}">
      <dsp:nvSpPr>
        <dsp:cNvPr id="0" name=""/>
        <dsp:cNvSpPr/>
      </dsp:nvSpPr>
      <dsp:spPr>
        <a:xfrm>
          <a:off x="1512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b="1" kern="1200"/>
            <a:t>Privacy</a:t>
          </a:r>
          <a:r>
            <a:rPr lang="en-GB" sz="1100" kern="1200"/>
            <a:t>: Keep employee data safe and confidential</a:t>
          </a:r>
          <a:endParaRPr lang="en-US" sz="1100" kern="1200"/>
        </a:p>
      </dsp:txBody>
      <dsp:txXfrm>
        <a:off x="1512" y="2414215"/>
        <a:ext cx="1589062" cy="635625"/>
      </dsp:txXfrm>
    </dsp:sp>
    <dsp:sp modelId="{178646FF-C2DD-44B6-A8FA-6024F98CB4DD}">
      <dsp:nvSpPr>
        <dsp:cNvPr id="0" name=""/>
        <dsp:cNvSpPr/>
      </dsp:nvSpPr>
      <dsp:spPr>
        <a:xfrm>
          <a:off x="2178527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3B315D-8013-4E61-9821-75D9A7D94CDF}">
      <dsp:nvSpPr>
        <dsp:cNvPr id="0" name=""/>
        <dsp:cNvSpPr/>
      </dsp:nvSpPr>
      <dsp:spPr>
        <a:xfrm>
          <a:off x="2385105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94BCC6-DFD5-486C-B546-7EB22104F518}">
      <dsp:nvSpPr>
        <dsp:cNvPr id="0" name=""/>
        <dsp:cNvSpPr/>
      </dsp:nvSpPr>
      <dsp:spPr>
        <a:xfrm>
          <a:off x="1868660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b="1" kern="1200"/>
            <a:t>No discrimination</a:t>
          </a:r>
          <a:r>
            <a:rPr lang="en-GB" sz="1100" kern="1200"/>
            <a:t>: Do not judge people by gender, race, religion, or looks</a:t>
          </a:r>
          <a:endParaRPr lang="en-US" sz="1100" kern="1200"/>
        </a:p>
      </dsp:txBody>
      <dsp:txXfrm>
        <a:off x="1868660" y="2414215"/>
        <a:ext cx="1589062" cy="635625"/>
      </dsp:txXfrm>
    </dsp:sp>
    <dsp:sp modelId="{3B22069C-C4E9-4643-9ABF-3E9070043C83}">
      <dsp:nvSpPr>
        <dsp:cNvPr id="0" name=""/>
        <dsp:cNvSpPr/>
      </dsp:nvSpPr>
      <dsp:spPr>
        <a:xfrm>
          <a:off x="4045676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802EF5-5440-4D61-9003-FB35C50721B3}">
      <dsp:nvSpPr>
        <dsp:cNvPr id="0" name=""/>
        <dsp:cNvSpPr/>
      </dsp:nvSpPr>
      <dsp:spPr>
        <a:xfrm>
          <a:off x="4252254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62BA2E-C64E-4BF6-97C8-7D25CF75358C}">
      <dsp:nvSpPr>
        <dsp:cNvPr id="0" name=""/>
        <dsp:cNvSpPr/>
      </dsp:nvSpPr>
      <dsp:spPr>
        <a:xfrm>
          <a:off x="3735809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b="1" kern="1200"/>
            <a:t>Fair treatment</a:t>
          </a:r>
          <a:r>
            <a:rPr lang="en-GB" sz="1100" kern="1200"/>
            <a:t>: Equal chances for promotion and rewards</a:t>
          </a:r>
          <a:endParaRPr lang="en-US" sz="1100" kern="1200"/>
        </a:p>
      </dsp:txBody>
      <dsp:txXfrm>
        <a:off x="3735809" y="2414215"/>
        <a:ext cx="1589062" cy="635625"/>
      </dsp:txXfrm>
    </dsp:sp>
    <dsp:sp modelId="{D570B77E-5675-418F-9F4F-899C2C9527D4}">
      <dsp:nvSpPr>
        <dsp:cNvPr id="0" name=""/>
        <dsp:cNvSpPr/>
      </dsp:nvSpPr>
      <dsp:spPr>
        <a:xfrm>
          <a:off x="5912824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F3B561-3FD4-47F9-970C-4169FC56C5A6}">
      <dsp:nvSpPr>
        <dsp:cNvPr id="0" name=""/>
        <dsp:cNvSpPr/>
      </dsp:nvSpPr>
      <dsp:spPr>
        <a:xfrm>
          <a:off x="6119402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8B45F7-0A30-430F-BEF7-FC0B670E88C3}">
      <dsp:nvSpPr>
        <dsp:cNvPr id="0" name=""/>
        <dsp:cNvSpPr/>
      </dsp:nvSpPr>
      <dsp:spPr>
        <a:xfrm>
          <a:off x="5602957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b="1" kern="1200"/>
            <a:t>Transparency</a:t>
          </a:r>
          <a:r>
            <a:rPr lang="en-GB" sz="1100" kern="1200"/>
            <a:t>: Be clear and honest in decisions</a:t>
          </a:r>
          <a:endParaRPr lang="en-US" sz="1100" kern="1200"/>
        </a:p>
      </dsp:txBody>
      <dsp:txXfrm>
        <a:off x="5602957" y="2414215"/>
        <a:ext cx="1589062" cy="635625"/>
      </dsp:txXfrm>
    </dsp:sp>
    <dsp:sp modelId="{06F6D249-71BF-447B-81A2-B1F8E8C9B286}">
      <dsp:nvSpPr>
        <dsp:cNvPr id="0" name=""/>
        <dsp:cNvSpPr/>
      </dsp:nvSpPr>
      <dsp:spPr>
        <a:xfrm>
          <a:off x="7779973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6C04F5-A77A-45C1-88D8-85318D26F0BC}">
      <dsp:nvSpPr>
        <dsp:cNvPr id="0" name=""/>
        <dsp:cNvSpPr/>
      </dsp:nvSpPr>
      <dsp:spPr>
        <a:xfrm>
          <a:off x="7986551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391B82-9BC9-47EC-98C7-C09A3A2C3E58}">
      <dsp:nvSpPr>
        <dsp:cNvPr id="0" name=""/>
        <dsp:cNvSpPr/>
      </dsp:nvSpPr>
      <dsp:spPr>
        <a:xfrm>
          <a:off x="7470105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b="1" kern="1200"/>
            <a:t>Conflict handling</a:t>
          </a:r>
          <a:r>
            <a:rPr lang="en-GB" sz="1100" kern="1200"/>
            <a:t>: Solve complaints fairly without favoritism</a:t>
          </a:r>
          <a:endParaRPr lang="en-US" sz="1100" kern="1200"/>
        </a:p>
      </dsp:txBody>
      <dsp:txXfrm>
        <a:off x="7470105" y="2414215"/>
        <a:ext cx="1589062" cy="635625"/>
      </dsp:txXfrm>
    </dsp:sp>
    <dsp:sp modelId="{64044FB8-214F-42D5-A688-8BBB2093407E}">
      <dsp:nvSpPr>
        <dsp:cNvPr id="0" name=""/>
        <dsp:cNvSpPr/>
      </dsp:nvSpPr>
      <dsp:spPr>
        <a:xfrm>
          <a:off x="9647121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AC9263-90F4-4C55-8B02-0B660CE92C2D}">
      <dsp:nvSpPr>
        <dsp:cNvPr id="0" name=""/>
        <dsp:cNvSpPr/>
      </dsp:nvSpPr>
      <dsp:spPr>
        <a:xfrm>
          <a:off x="9853699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08FF90-F2AF-44CB-97F2-F03033E3C07F}">
      <dsp:nvSpPr>
        <dsp:cNvPr id="0" name=""/>
        <dsp:cNvSpPr/>
      </dsp:nvSpPr>
      <dsp:spPr>
        <a:xfrm>
          <a:off x="9337254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➡️ </a:t>
          </a:r>
          <a:r>
            <a:rPr lang="en-GB" sz="1100" b="1" kern="1200"/>
            <a:t>Simple idea</a:t>
          </a:r>
          <a:r>
            <a:rPr lang="en-GB" sz="1100" kern="1200"/>
            <a:t>: HR must always protect employees and treat everyone equally.</a:t>
          </a:r>
          <a:endParaRPr lang="en-US" sz="1100" kern="1200"/>
        </a:p>
      </dsp:txBody>
      <dsp:txXfrm>
        <a:off x="9337254" y="2414215"/>
        <a:ext cx="1589062" cy="6356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666A97-579C-420C-B852-1F6EA409A8A9}">
      <dsp:nvSpPr>
        <dsp:cNvPr id="0" name=""/>
        <dsp:cNvSpPr/>
      </dsp:nvSpPr>
      <dsp:spPr>
        <a:xfrm>
          <a:off x="0" y="73652"/>
          <a:ext cx="10927829" cy="6142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Good HR decisions should not be based on </a:t>
          </a:r>
          <a:r>
            <a:rPr lang="en-GB" sz="2500" b="1" kern="1200"/>
            <a:t>guesswork only</a:t>
          </a:r>
          <a:r>
            <a:rPr lang="en-GB" sz="2500" kern="1200"/>
            <a:t>.</a:t>
          </a:r>
          <a:endParaRPr lang="en-US" sz="2500" kern="1200"/>
        </a:p>
      </dsp:txBody>
      <dsp:txXfrm>
        <a:off x="29985" y="103637"/>
        <a:ext cx="10867859" cy="554280"/>
      </dsp:txXfrm>
    </dsp:sp>
    <dsp:sp modelId="{4CE1BC8B-EA59-4C11-BE8A-DE6086924960}">
      <dsp:nvSpPr>
        <dsp:cNvPr id="0" name=""/>
        <dsp:cNvSpPr/>
      </dsp:nvSpPr>
      <dsp:spPr>
        <a:xfrm>
          <a:off x="0" y="759902"/>
          <a:ext cx="10927829" cy="614250"/>
        </a:xfrm>
        <a:prstGeom prst="round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What is Data-Informed Decision Making?</a:t>
          </a:r>
          <a:endParaRPr lang="en-US" sz="2500" kern="1200"/>
        </a:p>
      </dsp:txBody>
      <dsp:txXfrm>
        <a:off x="29985" y="789887"/>
        <a:ext cx="10867859" cy="554280"/>
      </dsp:txXfrm>
    </dsp:sp>
    <dsp:sp modelId="{1122F111-7B33-4958-B829-3164D98E0A2C}">
      <dsp:nvSpPr>
        <dsp:cNvPr id="0" name=""/>
        <dsp:cNvSpPr/>
      </dsp:nvSpPr>
      <dsp:spPr>
        <a:xfrm>
          <a:off x="0" y="1446152"/>
          <a:ext cx="10927829" cy="614250"/>
        </a:xfrm>
        <a:prstGeom prst="round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It means:</a:t>
          </a:r>
          <a:endParaRPr lang="en-US" sz="2500" kern="1200"/>
        </a:p>
      </dsp:txBody>
      <dsp:txXfrm>
        <a:off x="29985" y="1476137"/>
        <a:ext cx="10867859" cy="554280"/>
      </dsp:txXfrm>
    </dsp:sp>
    <dsp:sp modelId="{48631FD1-419F-4287-A3A0-1C0CBF79551F}">
      <dsp:nvSpPr>
        <dsp:cNvPr id="0" name=""/>
        <dsp:cNvSpPr/>
      </dsp:nvSpPr>
      <dsp:spPr>
        <a:xfrm>
          <a:off x="0" y="2132402"/>
          <a:ext cx="10927829" cy="614250"/>
        </a:xfrm>
        <a:prstGeom prst="round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Using </a:t>
          </a:r>
          <a:r>
            <a:rPr lang="en-GB" sz="2500" b="1" kern="1200"/>
            <a:t>data + experience + human judgment</a:t>
          </a:r>
          <a:endParaRPr lang="en-US" sz="2500" kern="1200"/>
        </a:p>
      </dsp:txBody>
      <dsp:txXfrm>
        <a:off x="29985" y="2162387"/>
        <a:ext cx="10867859" cy="554280"/>
      </dsp:txXfrm>
    </dsp:sp>
    <dsp:sp modelId="{98D87177-A6E9-4C69-B893-7AB8B6B45071}">
      <dsp:nvSpPr>
        <dsp:cNvPr id="0" name=""/>
        <dsp:cNvSpPr/>
      </dsp:nvSpPr>
      <dsp:spPr>
        <a:xfrm>
          <a:off x="0" y="2818652"/>
          <a:ext cx="10927829" cy="614250"/>
        </a:xfrm>
        <a:prstGeom prst="round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Not blindly following numbers</a:t>
          </a:r>
          <a:endParaRPr lang="en-US" sz="2500" kern="1200"/>
        </a:p>
      </dsp:txBody>
      <dsp:txXfrm>
        <a:off x="29985" y="2848637"/>
        <a:ext cx="10867859" cy="554280"/>
      </dsp:txXfrm>
    </dsp:sp>
    <dsp:sp modelId="{41ECA932-6461-4A83-B313-4C47556CB553}">
      <dsp:nvSpPr>
        <dsp:cNvPr id="0" name=""/>
        <dsp:cNvSpPr/>
      </dsp:nvSpPr>
      <dsp:spPr>
        <a:xfrm>
          <a:off x="0" y="3504902"/>
          <a:ext cx="10927829" cy="61425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Understanding the situation before deciding</a:t>
          </a:r>
          <a:endParaRPr lang="en-US" sz="2500" kern="1200"/>
        </a:p>
      </dsp:txBody>
      <dsp:txXfrm>
        <a:off x="29985" y="3534887"/>
        <a:ext cx="10867859" cy="5542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42586E-4BE5-4404-981C-DFC9EE6280B1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CEEECB-C4B2-4CBB-BA0B-C4AC11B63DC4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Data-Driven</a:t>
          </a:r>
          <a:r>
            <a:rPr lang="en-US" sz="2500" b="0" i="0" kern="1200" baseline="0"/>
            <a:t>: Only numbers decide</a:t>
          </a:r>
          <a:endParaRPr lang="en-US" sz="2500" kern="1200"/>
        </a:p>
      </dsp:txBody>
      <dsp:txXfrm>
        <a:off x="765914" y="2943510"/>
        <a:ext cx="4320000" cy="720000"/>
      </dsp:txXfrm>
    </dsp:sp>
    <dsp:sp modelId="{F2F81B0F-8FC5-4528-8BA1-32A8A2256852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03B5FB-78C9-4079-A042-A17F7CF901EB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Data-Informed</a:t>
          </a:r>
          <a:r>
            <a:rPr lang="en-US" sz="2500" b="0" i="0" kern="1200" baseline="0"/>
            <a:t>: Numbers + manager’s experience decide</a:t>
          </a:r>
          <a:endParaRPr lang="en-US" sz="2500" kern="1200"/>
        </a:p>
      </dsp:txBody>
      <dsp:txXfrm>
        <a:off x="5841914" y="2943510"/>
        <a:ext cx="432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656A46-A416-4EA8-802C-07349120705E}">
      <dsp:nvSpPr>
        <dsp:cNvPr id="0" name=""/>
        <dsp:cNvSpPr/>
      </dsp:nvSpPr>
      <dsp:spPr>
        <a:xfrm>
          <a:off x="68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97F2C7-0061-43E0-9C34-12A53EF4EFBE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35A351-37B2-43E0-BE17-BF65824EBECE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Hire the </a:t>
          </a:r>
          <a:r>
            <a:rPr lang="en-US" sz="1700" b="1" i="0" kern="1200" baseline="0"/>
            <a:t>right people</a:t>
          </a:r>
          <a:endParaRPr lang="en-US" sz="1700" kern="1200"/>
        </a:p>
      </dsp:txBody>
      <dsp:txXfrm>
        <a:off x="333914" y="2456402"/>
        <a:ext cx="1800000" cy="720000"/>
      </dsp:txXfrm>
    </dsp:sp>
    <dsp:sp modelId="{47A640FD-6203-4710-BDAC-9A33A52E5030}">
      <dsp:nvSpPr>
        <dsp:cNvPr id="0" name=""/>
        <dsp:cNvSpPr/>
      </dsp:nvSpPr>
      <dsp:spPr>
        <a:xfrm>
          <a:off x="2799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304692-4915-4E1F-8A54-C0C4001D6A92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48625E-FC78-4C72-A1C9-B61781BC3933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Improve employee performance</a:t>
          </a:r>
          <a:endParaRPr lang="en-US" sz="1700" kern="1200"/>
        </a:p>
      </dsp:txBody>
      <dsp:txXfrm>
        <a:off x="2448914" y="2456402"/>
        <a:ext cx="1800000" cy="720000"/>
      </dsp:txXfrm>
    </dsp:sp>
    <dsp:sp modelId="{7B309171-0DDD-43AA-A386-E82B85B36502}">
      <dsp:nvSpPr>
        <dsp:cNvPr id="0" name=""/>
        <dsp:cNvSpPr/>
      </dsp:nvSpPr>
      <dsp:spPr>
        <a:xfrm>
          <a:off x="491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6BC713-EE4C-4717-B722-1C31329C3CFC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E0DCE5-E784-4E0A-8A61-13EA92B12877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Reduce employee turnover</a:t>
          </a:r>
          <a:endParaRPr lang="en-US" sz="1700" kern="1200"/>
        </a:p>
      </dsp:txBody>
      <dsp:txXfrm>
        <a:off x="4563914" y="2456402"/>
        <a:ext cx="1800000" cy="720000"/>
      </dsp:txXfrm>
    </dsp:sp>
    <dsp:sp modelId="{95966950-1DD8-490B-ABC4-668B78FFD3CD}">
      <dsp:nvSpPr>
        <dsp:cNvPr id="0" name=""/>
        <dsp:cNvSpPr/>
      </dsp:nvSpPr>
      <dsp:spPr>
        <a:xfrm>
          <a:off x="7029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EDC0E3-AA21-43F5-8449-6074A84F4356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A44A5C-714C-4B39-B11E-927C6DDE1C10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Support company goals</a:t>
          </a:r>
          <a:endParaRPr lang="en-US" sz="1700" kern="1200"/>
        </a:p>
      </dsp:txBody>
      <dsp:txXfrm>
        <a:off x="6678914" y="2456402"/>
        <a:ext cx="1800000" cy="720000"/>
      </dsp:txXfrm>
    </dsp:sp>
    <dsp:sp modelId="{6E3AAC33-321A-4DE1-9980-11765D9D75C4}">
      <dsp:nvSpPr>
        <dsp:cNvPr id="0" name=""/>
        <dsp:cNvSpPr/>
      </dsp:nvSpPr>
      <dsp:spPr>
        <a:xfrm>
          <a:off x="914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D926E5-D233-43C4-8CA3-E5A62473244B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F7A05-02CE-4680-9276-8F5CBA1A5FC1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Reduce risks and mistakes</a:t>
          </a:r>
          <a:endParaRPr lang="en-US" sz="1700" kern="1200"/>
        </a:p>
      </dsp:txBody>
      <dsp:txXfrm>
        <a:off x="8793914" y="2456402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15293F-BD18-41AE-9FC5-CAA3AC8C8405}">
      <dsp:nvSpPr>
        <dsp:cNvPr id="0" name=""/>
        <dsp:cNvSpPr/>
      </dsp:nvSpPr>
      <dsp:spPr>
        <a:xfrm>
          <a:off x="0" y="3704595"/>
          <a:ext cx="2731957" cy="4862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297" tIns="120904" rIns="194297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Take</a:t>
          </a:r>
        </a:p>
      </dsp:txBody>
      <dsp:txXfrm>
        <a:off x="0" y="3704595"/>
        <a:ext cx="2731957" cy="486226"/>
      </dsp:txXfrm>
    </dsp:sp>
    <dsp:sp modelId="{9147DEF9-DC71-42D5-A452-0EBBDBE88B7E}">
      <dsp:nvSpPr>
        <dsp:cNvPr id="0" name=""/>
        <dsp:cNvSpPr/>
      </dsp:nvSpPr>
      <dsp:spPr>
        <a:xfrm>
          <a:off x="2731957" y="3704595"/>
          <a:ext cx="8195871" cy="48622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51" tIns="152400" rIns="166251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Take action and monitor results</a:t>
          </a:r>
        </a:p>
      </dsp:txBody>
      <dsp:txXfrm>
        <a:off x="2731957" y="3704595"/>
        <a:ext cx="8195871" cy="486226"/>
      </dsp:txXfrm>
    </dsp:sp>
    <dsp:sp modelId="{660E33C3-8FB5-42CE-854F-10B8D6C6B2A7}">
      <dsp:nvSpPr>
        <dsp:cNvPr id="0" name=""/>
        <dsp:cNvSpPr/>
      </dsp:nvSpPr>
      <dsp:spPr>
        <a:xfrm rot="10800000">
          <a:off x="0" y="2964073"/>
          <a:ext cx="2731957" cy="74781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297" tIns="120904" rIns="194297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</a:t>
          </a:r>
        </a:p>
      </dsp:txBody>
      <dsp:txXfrm rot="-10800000">
        <a:off x="0" y="2964073"/>
        <a:ext cx="2731957" cy="486080"/>
      </dsp:txXfrm>
    </dsp:sp>
    <dsp:sp modelId="{20788B93-5C2D-46DC-BA67-6218E721D10A}">
      <dsp:nvSpPr>
        <dsp:cNvPr id="0" name=""/>
        <dsp:cNvSpPr/>
      </dsp:nvSpPr>
      <dsp:spPr>
        <a:xfrm>
          <a:off x="2731957" y="2964073"/>
          <a:ext cx="8195871" cy="486080"/>
        </a:xfrm>
        <a:prstGeom prst="rect">
          <a:avLst/>
        </a:prstGeom>
        <a:solidFill>
          <a:schemeClr val="accent2">
            <a:tint val="40000"/>
            <a:alpha val="90000"/>
            <a:hueOff val="1346944"/>
            <a:satOff val="-12446"/>
            <a:lumOff val="-140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346944"/>
              <a:satOff val="-12446"/>
              <a:lumOff val="-14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51" tIns="152400" rIns="166251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 human judgment</a:t>
          </a:r>
        </a:p>
      </dsp:txBody>
      <dsp:txXfrm>
        <a:off x="2731957" y="2964073"/>
        <a:ext cx="8195871" cy="486080"/>
      </dsp:txXfrm>
    </dsp:sp>
    <dsp:sp modelId="{4EEA436E-86DF-4F52-8C00-57E9BBF4EAAD}">
      <dsp:nvSpPr>
        <dsp:cNvPr id="0" name=""/>
        <dsp:cNvSpPr/>
      </dsp:nvSpPr>
      <dsp:spPr>
        <a:xfrm rot="10800000">
          <a:off x="0" y="2223550"/>
          <a:ext cx="2731957" cy="74781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297" tIns="120904" rIns="194297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Compare</a:t>
          </a:r>
        </a:p>
      </dsp:txBody>
      <dsp:txXfrm rot="-10800000">
        <a:off x="0" y="2223550"/>
        <a:ext cx="2731957" cy="486080"/>
      </dsp:txXfrm>
    </dsp:sp>
    <dsp:sp modelId="{36907FC4-7249-4503-86CF-278694D0BCA5}">
      <dsp:nvSpPr>
        <dsp:cNvPr id="0" name=""/>
        <dsp:cNvSpPr/>
      </dsp:nvSpPr>
      <dsp:spPr>
        <a:xfrm>
          <a:off x="2731957" y="2223550"/>
          <a:ext cx="8195871" cy="486080"/>
        </a:xfrm>
        <a:prstGeom prst="rect">
          <a:avLst/>
        </a:prstGeom>
        <a:solidFill>
          <a:schemeClr val="accent2">
            <a:tint val="40000"/>
            <a:alpha val="90000"/>
            <a:hueOff val="2693887"/>
            <a:satOff val="-24893"/>
            <a:lumOff val="-280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693887"/>
              <a:satOff val="-24893"/>
              <a:lumOff val="-28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51" tIns="152400" rIns="166251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Compare with past data or benchmarks</a:t>
          </a:r>
        </a:p>
      </dsp:txBody>
      <dsp:txXfrm>
        <a:off x="2731957" y="2223550"/>
        <a:ext cx="8195871" cy="486080"/>
      </dsp:txXfrm>
    </dsp:sp>
    <dsp:sp modelId="{74810959-FE9F-440A-89C6-0F27A377417A}">
      <dsp:nvSpPr>
        <dsp:cNvPr id="0" name=""/>
        <dsp:cNvSpPr/>
      </dsp:nvSpPr>
      <dsp:spPr>
        <a:xfrm rot="10800000">
          <a:off x="0" y="1483028"/>
          <a:ext cx="2731957" cy="74781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297" tIns="120904" rIns="194297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Analyze</a:t>
          </a:r>
        </a:p>
      </dsp:txBody>
      <dsp:txXfrm rot="-10800000">
        <a:off x="0" y="1483028"/>
        <a:ext cx="2731957" cy="486080"/>
      </dsp:txXfrm>
    </dsp:sp>
    <dsp:sp modelId="{C583150F-8163-484B-AA38-CB494DF9CFF2}">
      <dsp:nvSpPr>
        <dsp:cNvPr id="0" name=""/>
        <dsp:cNvSpPr/>
      </dsp:nvSpPr>
      <dsp:spPr>
        <a:xfrm>
          <a:off x="2731957" y="1483028"/>
          <a:ext cx="8195871" cy="486080"/>
        </a:xfrm>
        <a:prstGeom prst="rect">
          <a:avLst/>
        </a:prstGeom>
        <a:solidFill>
          <a:schemeClr val="accent2">
            <a:tint val="40000"/>
            <a:alpha val="90000"/>
            <a:hueOff val="4040831"/>
            <a:satOff val="-37339"/>
            <a:lumOff val="-4209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040831"/>
              <a:satOff val="-37339"/>
              <a:lumOff val="-42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51" tIns="152400" rIns="166251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Analyze patterns</a:t>
          </a:r>
        </a:p>
      </dsp:txBody>
      <dsp:txXfrm>
        <a:off x="2731957" y="1483028"/>
        <a:ext cx="8195871" cy="486080"/>
      </dsp:txXfrm>
    </dsp:sp>
    <dsp:sp modelId="{16D6C9B9-AAE7-43F3-8208-708755E47268}">
      <dsp:nvSpPr>
        <dsp:cNvPr id="0" name=""/>
        <dsp:cNvSpPr/>
      </dsp:nvSpPr>
      <dsp:spPr>
        <a:xfrm rot="10800000">
          <a:off x="0" y="742505"/>
          <a:ext cx="2731957" cy="74781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297" tIns="120904" rIns="194297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Collect</a:t>
          </a:r>
        </a:p>
      </dsp:txBody>
      <dsp:txXfrm rot="-10800000">
        <a:off x="0" y="742505"/>
        <a:ext cx="2731957" cy="486080"/>
      </dsp:txXfrm>
    </dsp:sp>
    <dsp:sp modelId="{763539AA-ACDF-4974-9E10-D1E4B691D7E2}">
      <dsp:nvSpPr>
        <dsp:cNvPr id="0" name=""/>
        <dsp:cNvSpPr/>
      </dsp:nvSpPr>
      <dsp:spPr>
        <a:xfrm>
          <a:off x="2731957" y="742505"/>
          <a:ext cx="8195871" cy="486080"/>
        </a:xfrm>
        <a:prstGeom prst="rect">
          <a:avLst/>
        </a:prstGeom>
        <a:solidFill>
          <a:schemeClr val="accent2">
            <a:tint val="40000"/>
            <a:alpha val="90000"/>
            <a:hueOff val="5387775"/>
            <a:satOff val="-49786"/>
            <a:lumOff val="-561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387775"/>
              <a:satOff val="-49786"/>
              <a:lumOff val="-56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51" tIns="152400" rIns="166251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Collect data (performance, surveys, costs)</a:t>
          </a:r>
        </a:p>
      </dsp:txBody>
      <dsp:txXfrm>
        <a:off x="2731957" y="742505"/>
        <a:ext cx="8195871" cy="486080"/>
      </dsp:txXfrm>
    </dsp:sp>
    <dsp:sp modelId="{AEF23D69-D8AB-4507-8285-6B434BFB986E}">
      <dsp:nvSpPr>
        <dsp:cNvPr id="0" name=""/>
        <dsp:cNvSpPr/>
      </dsp:nvSpPr>
      <dsp:spPr>
        <a:xfrm rot="10800000">
          <a:off x="0" y="1983"/>
          <a:ext cx="2731957" cy="74781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297" tIns="120904" rIns="194297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Define</a:t>
          </a:r>
        </a:p>
      </dsp:txBody>
      <dsp:txXfrm rot="-10800000">
        <a:off x="0" y="1983"/>
        <a:ext cx="2731957" cy="486080"/>
      </dsp:txXfrm>
    </dsp:sp>
    <dsp:sp modelId="{972551D3-636B-44EF-8F78-33C34255F31D}">
      <dsp:nvSpPr>
        <dsp:cNvPr id="0" name=""/>
        <dsp:cNvSpPr/>
      </dsp:nvSpPr>
      <dsp:spPr>
        <a:xfrm>
          <a:off x="2731957" y="1983"/>
          <a:ext cx="8195871" cy="486080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51" tIns="152400" rIns="166251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Define the problem (e.g., high employee turnover)</a:t>
          </a:r>
        </a:p>
      </dsp:txBody>
      <dsp:txXfrm>
        <a:off x="2731957" y="1983"/>
        <a:ext cx="8195871" cy="4860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96DB37-7750-491B-938B-498F74F68066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F12BE1-5ED6-406A-84E6-922E5215294E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249839-F59B-48BC-9943-3F56476C34BD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What is Agile?</a:t>
          </a:r>
          <a:endParaRPr lang="en-US" sz="1900" kern="1200"/>
        </a:p>
      </dsp:txBody>
      <dsp:txXfrm>
        <a:off x="1059754" y="4307"/>
        <a:ext cx="5304469" cy="917536"/>
      </dsp:txXfrm>
    </dsp:sp>
    <dsp:sp modelId="{262A9274-654B-4F4B-ABC6-B389A7278165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E9CD72-2719-45C2-9821-CAB6BE444544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2252C7-872C-4C8D-9259-46D9B36E6A5E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Agile means:</a:t>
          </a:r>
          <a:endParaRPr lang="en-US" sz="1900" kern="1200"/>
        </a:p>
      </dsp:txBody>
      <dsp:txXfrm>
        <a:off x="1059754" y="1151227"/>
        <a:ext cx="5304469" cy="917536"/>
      </dsp:txXfrm>
    </dsp:sp>
    <dsp:sp modelId="{2EDFE749-3BC2-445F-9F2B-46FED2845399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ED7B0A-7158-4955-A51F-0B155FF08E4D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280949-5382-4165-851B-2939086387AD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Working in </a:t>
          </a:r>
          <a:r>
            <a:rPr lang="en-GB" sz="1900" b="1" kern="1200"/>
            <a:t>small steps</a:t>
          </a:r>
          <a:endParaRPr lang="en-US" sz="1900" kern="1200"/>
        </a:p>
      </dsp:txBody>
      <dsp:txXfrm>
        <a:off x="1059754" y="2298147"/>
        <a:ext cx="5304469" cy="917536"/>
      </dsp:txXfrm>
    </dsp:sp>
    <dsp:sp modelId="{49A5889D-DBFA-4788-BDDC-D580A93B5B7F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AA97B1-B913-476D-BE0A-D8F2F8A70D5E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BB9301-AE6B-4F4B-990E-A9F3B7D65F6E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Getting </a:t>
          </a:r>
          <a:r>
            <a:rPr lang="en-GB" sz="1900" b="1" kern="1200"/>
            <a:t>quick feedback</a:t>
          </a:r>
          <a:endParaRPr lang="en-US" sz="1900" kern="1200"/>
        </a:p>
      </dsp:txBody>
      <dsp:txXfrm>
        <a:off x="1059754" y="3445068"/>
        <a:ext cx="5304469" cy="917536"/>
      </dsp:txXfrm>
    </dsp:sp>
    <dsp:sp modelId="{96432320-4EC8-4AE8-B76C-61DF4E5FBC0F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D40460-BF3C-4AAF-BC2E-1BB89C48DF86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60E171-284E-4014-BDF4-1E3FC6C9A89B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Making </a:t>
          </a:r>
          <a:r>
            <a:rPr lang="en-GB" sz="1900" b="1" kern="1200"/>
            <a:t>fast changes</a:t>
          </a:r>
          <a:r>
            <a:rPr lang="en-GB" sz="1900" kern="1200"/>
            <a:t> when needed</a:t>
          </a:r>
          <a:endParaRPr lang="en-US" sz="1900" kern="1200"/>
        </a:p>
      </dsp:txBody>
      <dsp:txXfrm>
        <a:off x="1059754" y="4591988"/>
        <a:ext cx="5304469" cy="91753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F3404C-5FE8-4FCF-A0C8-CA35F3B17C9C}">
      <dsp:nvSpPr>
        <dsp:cNvPr id="0" name=""/>
        <dsp:cNvSpPr/>
      </dsp:nvSpPr>
      <dsp:spPr>
        <a:xfrm>
          <a:off x="0" y="324396"/>
          <a:ext cx="6364224" cy="11536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Traditional HR is slow and rule-based.</a:t>
          </a:r>
          <a:br>
            <a:rPr lang="en-GB" sz="2900" kern="1200"/>
          </a:br>
          <a:r>
            <a:rPr lang="en-GB" sz="2900" kern="1200"/>
            <a:t>Agile HR is:</a:t>
          </a:r>
          <a:endParaRPr lang="en-US" sz="2900" kern="1200"/>
        </a:p>
      </dsp:txBody>
      <dsp:txXfrm>
        <a:off x="56315" y="380711"/>
        <a:ext cx="6251594" cy="1040990"/>
      </dsp:txXfrm>
    </dsp:sp>
    <dsp:sp modelId="{3FFEE61C-0708-45DD-A8A3-94583DD84560}">
      <dsp:nvSpPr>
        <dsp:cNvPr id="0" name=""/>
        <dsp:cNvSpPr/>
      </dsp:nvSpPr>
      <dsp:spPr>
        <a:xfrm>
          <a:off x="0" y="1561536"/>
          <a:ext cx="6364224" cy="115362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Fast</a:t>
          </a:r>
          <a:endParaRPr lang="en-US" sz="2900" kern="1200"/>
        </a:p>
      </dsp:txBody>
      <dsp:txXfrm>
        <a:off x="56315" y="1617851"/>
        <a:ext cx="6251594" cy="1040990"/>
      </dsp:txXfrm>
    </dsp:sp>
    <dsp:sp modelId="{DB19AC13-8E4E-48CD-9269-AA2242D01BE8}">
      <dsp:nvSpPr>
        <dsp:cNvPr id="0" name=""/>
        <dsp:cNvSpPr/>
      </dsp:nvSpPr>
      <dsp:spPr>
        <a:xfrm>
          <a:off x="0" y="2798676"/>
          <a:ext cx="6364224" cy="115362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Flexible</a:t>
          </a:r>
          <a:endParaRPr lang="en-US" sz="2900" kern="1200"/>
        </a:p>
      </dsp:txBody>
      <dsp:txXfrm>
        <a:off x="56315" y="2854991"/>
        <a:ext cx="6251594" cy="1040990"/>
      </dsp:txXfrm>
    </dsp:sp>
    <dsp:sp modelId="{3F5D8385-AA28-4C2D-A00E-B7D308CAA0B5}">
      <dsp:nvSpPr>
        <dsp:cNvPr id="0" name=""/>
        <dsp:cNvSpPr/>
      </dsp:nvSpPr>
      <dsp:spPr>
        <a:xfrm>
          <a:off x="0" y="4035816"/>
          <a:ext cx="6364224" cy="115362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Employee-focused</a:t>
          </a:r>
          <a:endParaRPr lang="en-US" sz="2900" kern="1200"/>
        </a:p>
      </dsp:txBody>
      <dsp:txXfrm>
        <a:off x="56315" y="4092131"/>
        <a:ext cx="6251594" cy="104099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A2FABE-A472-4B7C-9EEA-84167C2CDAFF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349E97-2A12-4E87-A12B-D28ED9B69D8C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DC101C-BBAD-4291-B1B1-17259214C7EC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i="0" kern="1200" baseline="0"/>
            <a:t>Small tasks (sprints)</a:t>
          </a:r>
          <a:r>
            <a:rPr lang="en-US" sz="1700" b="0" i="0" kern="1200" baseline="0"/>
            <a:t> instead of big plans</a:t>
          </a:r>
          <a:endParaRPr lang="en-US" sz="1700" kern="1200"/>
        </a:p>
      </dsp:txBody>
      <dsp:txXfrm>
        <a:off x="100682" y="2684598"/>
        <a:ext cx="2370489" cy="720000"/>
      </dsp:txXfrm>
    </dsp:sp>
    <dsp:sp modelId="{DA59FDC8-8DF1-4CA9-820E-55A7CC9F8EE0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0CEFC0-C766-4B1E-B574-05A403C76DDA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B35DB0-C73A-4075-A7AC-D4CDCB7E796C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i="0" kern="1200" baseline="0"/>
            <a:t>Daily short meetings</a:t>
          </a:r>
          <a:endParaRPr lang="en-US" sz="1700" kern="1200"/>
        </a:p>
      </dsp:txBody>
      <dsp:txXfrm>
        <a:off x="2886007" y="2684598"/>
        <a:ext cx="2370489" cy="720000"/>
      </dsp:txXfrm>
    </dsp:sp>
    <dsp:sp modelId="{4008BC66-385C-485B-B381-AB61F3D6D1A8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3706D6-5D72-40E6-A689-0C74DECD6182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F319A-CFAD-4AF1-9DD2-ADDA19694037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i="0" kern="1200" baseline="0"/>
            <a:t>Visual boards (Kanban)</a:t>
          </a:r>
          <a:r>
            <a:rPr lang="en-US" sz="1700" b="0" i="0" kern="1200" baseline="0"/>
            <a:t>: To-Do → Doing → Done</a:t>
          </a:r>
          <a:endParaRPr lang="en-US" sz="1700" kern="1200"/>
        </a:p>
      </dsp:txBody>
      <dsp:txXfrm>
        <a:off x="5671332" y="2684598"/>
        <a:ext cx="2370489" cy="720000"/>
      </dsp:txXfrm>
    </dsp:sp>
    <dsp:sp modelId="{90BDCD3B-60B4-4CEB-8E56-C0C2894BC784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51182A-B586-4330-86BF-EEA6AC34B069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9A3133-4FFA-4BC7-9B2A-88489318CF57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Removing unnecessary steps (Lean HR)</a:t>
          </a:r>
          <a:endParaRPr lang="en-US" sz="1700" kern="1200"/>
        </a:p>
      </dsp:txBody>
      <dsp:txXfrm>
        <a:off x="8456657" y="2684598"/>
        <a:ext cx="2370489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467396-2BEB-42D9-AAFF-600F124F9E0A}">
      <dsp:nvSpPr>
        <dsp:cNvPr id="0" name=""/>
        <dsp:cNvSpPr/>
      </dsp:nvSpPr>
      <dsp:spPr>
        <a:xfrm>
          <a:off x="3496905" y="2047"/>
          <a:ext cx="3934018" cy="135119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If a job candidate cancels an interview:</a:t>
          </a:r>
          <a:endParaRPr lang="en-US" sz="2600" kern="1200"/>
        </a:p>
      </dsp:txBody>
      <dsp:txXfrm>
        <a:off x="3562865" y="68007"/>
        <a:ext cx="3802098" cy="1219276"/>
      </dsp:txXfrm>
    </dsp:sp>
    <dsp:sp modelId="{F3599499-39D6-4197-B382-FE6617F7A900}">
      <dsp:nvSpPr>
        <dsp:cNvPr id="0" name=""/>
        <dsp:cNvSpPr/>
      </dsp:nvSpPr>
      <dsp:spPr>
        <a:xfrm>
          <a:off x="3496905" y="1420804"/>
          <a:ext cx="3934018" cy="1351196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Traditional HR waits days</a:t>
          </a:r>
          <a:endParaRPr lang="en-US" sz="2600" kern="1200"/>
        </a:p>
      </dsp:txBody>
      <dsp:txXfrm>
        <a:off x="3562865" y="1486764"/>
        <a:ext cx="3802098" cy="1219276"/>
      </dsp:txXfrm>
    </dsp:sp>
    <dsp:sp modelId="{866A3C43-5F9D-4AC2-880E-7BE202C596D5}">
      <dsp:nvSpPr>
        <dsp:cNvPr id="0" name=""/>
        <dsp:cNvSpPr/>
      </dsp:nvSpPr>
      <dsp:spPr>
        <a:xfrm>
          <a:off x="3496905" y="2839560"/>
          <a:ext cx="3934018" cy="1351196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Agile HR quickly reschedules and moves forward the same day</a:t>
          </a:r>
          <a:endParaRPr lang="en-US" sz="2600" kern="1200"/>
        </a:p>
      </dsp:txBody>
      <dsp:txXfrm>
        <a:off x="3562865" y="2905520"/>
        <a:ext cx="3802098" cy="121927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9B282A-CA2B-40A4-A068-2210D4D4B15B}">
      <dsp:nvSpPr>
        <dsp:cNvPr id="0" name=""/>
        <dsp:cNvSpPr/>
      </dsp:nvSpPr>
      <dsp:spPr>
        <a:xfrm>
          <a:off x="684914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54481E-20A2-4AAA-9C08-2D1093300CBC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BC94D5-A9E5-4ABA-9873-512E5ACC3F62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Faster decisions</a:t>
          </a:r>
          <a:endParaRPr lang="en-US" sz="1700" kern="1200"/>
        </a:p>
      </dsp:txBody>
      <dsp:txXfrm>
        <a:off x="333914" y="2456402"/>
        <a:ext cx="1800000" cy="720000"/>
      </dsp:txXfrm>
    </dsp:sp>
    <dsp:sp modelId="{889CA728-56C4-4D46-8F78-F0E075A4741D}">
      <dsp:nvSpPr>
        <dsp:cNvPr id="0" name=""/>
        <dsp:cNvSpPr/>
      </dsp:nvSpPr>
      <dsp:spPr>
        <a:xfrm>
          <a:off x="2799914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13A609-79AC-458C-BBC6-EE2884B2214D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BFDE63-EF21-46CD-AE05-015B03DEA484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Better teamwork</a:t>
          </a:r>
          <a:endParaRPr lang="en-US" sz="1700" kern="1200"/>
        </a:p>
      </dsp:txBody>
      <dsp:txXfrm>
        <a:off x="2448914" y="2456402"/>
        <a:ext cx="1800000" cy="720000"/>
      </dsp:txXfrm>
    </dsp:sp>
    <dsp:sp modelId="{C265C179-FE03-4F01-B3B1-9A2F74C08294}">
      <dsp:nvSpPr>
        <dsp:cNvPr id="0" name=""/>
        <dsp:cNvSpPr/>
      </dsp:nvSpPr>
      <dsp:spPr>
        <a:xfrm>
          <a:off x="4914914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34556-464D-48BD-A980-E7D63EC876C2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53F30A-963D-429A-A4FB-0ADCDA94B028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Clear work progress</a:t>
          </a:r>
          <a:endParaRPr lang="en-US" sz="1700" kern="1200"/>
        </a:p>
      </dsp:txBody>
      <dsp:txXfrm>
        <a:off x="4563914" y="2456402"/>
        <a:ext cx="1800000" cy="720000"/>
      </dsp:txXfrm>
    </dsp:sp>
    <dsp:sp modelId="{18BFFF1C-1ED9-4245-82E1-000C4FC20AB9}">
      <dsp:nvSpPr>
        <dsp:cNvPr id="0" name=""/>
        <dsp:cNvSpPr/>
      </dsp:nvSpPr>
      <dsp:spPr>
        <a:xfrm>
          <a:off x="7029914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C7A9DE-DCC8-4D25-9BC7-C89C56EAF0E3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03767C-033E-4A44-9765-244CB23CD451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Higher employee engagement</a:t>
          </a:r>
          <a:endParaRPr lang="en-US" sz="1700" kern="1200"/>
        </a:p>
      </dsp:txBody>
      <dsp:txXfrm>
        <a:off x="6678914" y="2456402"/>
        <a:ext cx="1800000" cy="720000"/>
      </dsp:txXfrm>
    </dsp:sp>
    <dsp:sp modelId="{9ED71E38-77E3-4827-9D56-4C40F0FF1802}">
      <dsp:nvSpPr>
        <dsp:cNvPr id="0" name=""/>
        <dsp:cNvSpPr/>
      </dsp:nvSpPr>
      <dsp:spPr>
        <a:xfrm>
          <a:off x="9144914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69D6BE-D223-4776-8ACB-9ACCB36C6FB7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93D94-F2C9-4D68-BF70-4369A1A4B088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Better handling of change</a:t>
          </a:r>
          <a:endParaRPr lang="en-US" sz="1700" kern="1200"/>
        </a:p>
      </dsp:txBody>
      <dsp:txXfrm>
        <a:off x="8793914" y="2456402"/>
        <a:ext cx="1800000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2A5F7B-8C79-4A99-AE95-45CD427794B9}">
      <dsp:nvSpPr>
        <dsp:cNvPr id="0" name=""/>
        <dsp:cNvSpPr/>
      </dsp:nvSpPr>
      <dsp:spPr>
        <a:xfrm>
          <a:off x="0" y="570058"/>
          <a:ext cx="10927829" cy="70485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Employees resist change</a:t>
          </a:r>
          <a:endParaRPr lang="en-US" sz="2700" kern="1200"/>
        </a:p>
      </dsp:txBody>
      <dsp:txXfrm>
        <a:off x="34408" y="604466"/>
        <a:ext cx="10859013" cy="636035"/>
      </dsp:txXfrm>
    </dsp:sp>
    <dsp:sp modelId="{93F48998-FF6E-495C-B523-81E49CB8E713}">
      <dsp:nvSpPr>
        <dsp:cNvPr id="0" name=""/>
        <dsp:cNvSpPr/>
      </dsp:nvSpPr>
      <dsp:spPr>
        <a:xfrm>
          <a:off x="0" y="1352670"/>
          <a:ext cx="10927829" cy="704851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Lack of Agile training</a:t>
          </a:r>
          <a:endParaRPr lang="en-US" sz="2700" kern="1200"/>
        </a:p>
      </dsp:txBody>
      <dsp:txXfrm>
        <a:off x="34408" y="1387078"/>
        <a:ext cx="10859013" cy="636035"/>
      </dsp:txXfrm>
    </dsp:sp>
    <dsp:sp modelId="{88769608-DD78-4CFB-AA29-B0BBD4F35E9E}">
      <dsp:nvSpPr>
        <dsp:cNvPr id="0" name=""/>
        <dsp:cNvSpPr/>
      </dsp:nvSpPr>
      <dsp:spPr>
        <a:xfrm>
          <a:off x="0" y="2135282"/>
          <a:ext cx="10927829" cy="704851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Mindset change is required</a:t>
          </a:r>
          <a:endParaRPr lang="en-US" sz="2700" kern="1200"/>
        </a:p>
      </dsp:txBody>
      <dsp:txXfrm>
        <a:off x="34408" y="2169690"/>
        <a:ext cx="10859013" cy="636035"/>
      </dsp:txXfrm>
    </dsp:sp>
    <dsp:sp modelId="{F0AF7F92-473D-402D-8643-EA6575F1EED9}">
      <dsp:nvSpPr>
        <dsp:cNvPr id="0" name=""/>
        <dsp:cNvSpPr/>
      </dsp:nvSpPr>
      <dsp:spPr>
        <a:xfrm>
          <a:off x="0" y="2917894"/>
          <a:ext cx="10927829" cy="704851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➡️ </a:t>
          </a:r>
          <a:r>
            <a:rPr lang="en-GB" sz="2700" b="1" kern="1200"/>
            <a:t>Simple idea</a:t>
          </a:r>
          <a:r>
            <a:rPr lang="en-GB" sz="2700" kern="1200"/>
            <a:t>: Agile HR helps HR respond quickly in a changing world.</a:t>
          </a:r>
          <a:endParaRPr lang="en-US" sz="2700" kern="1200"/>
        </a:p>
      </dsp:txBody>
      <dsp:txXfrm>
        <a:off x="34408" y="2952302"/>
        <a:ext cx="10859013" cy="63603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A2345E-B85C-4C6E-A807-6DBF8B487815}">
      <dsp:nvSpPr>
        <dsp:cNvPr id="0" name=""/>
        <dsp:cNvSpPr/>
      </dsp:nvSpPr>
      <dsp:spPr>
        <a:xfrm>
          <a:off x="3323664" y="834988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28399" y="877339"/>
        <a:ext cx="33687" cy="6737"/>
      </dsp:txXfrm>
    </dsp:sp>
    <dsp:sp modelId="{A4B669CE-0FD4-4BD6-A214-C4565214B3F2}">
      <dsp:nvSpPr>
        <dsp:cNvPr id="0" name=""/>
        <dsp:cNvSpPr/>
      </dsp:nvSpPr>
      <dsp:spPr>
        <a:xfrm>
          <a:off x="396080" y="1893"/>
          <a:ext cx="2929383" cy="175763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Today’s world is </a:t>
          </a:r>
          <a:r>
            <a:rPr lang="en-GB" sz="2100" b="1" kern="1200"/>
            <a:t>VUCA</a:t>
          </a:r>
          <a:r>
            <a:rPr lang="en-GB" sz="2100" kern="1200"/>
            <a:t>:</a:t>
          </a:r>
          <a:endParaRPr lang="en-US" sz="2100" kern="1200"/>
        </a:p>
      </dsp:txBody>
      <dsp:txXfrm>
        <a:off x="396080" y="1893"/>
        <a:ext cx="2929383" cy="1757630"/>
      </dsp:txXfrm>
    </dsp:sp>
    <dsp:sp modelId="{4835F2B5-66E2-4EBC-937C-65CDA867F980}">
      <dsp:nvSpPr>
        <dsp:cNvPr id="0" name=""/>
        <dsp:cNvSpPr/>
      </dsp:nvSpPr>
      <dsp:spPr>
        <a:xfrm>
          <a:off x="6926806" y="834988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31541" y="877339"/>
        <a:ext cx="33687" cy="6737"/>
      </dsp:txXfrm>
    </dsp:sp>
    <dsp:sp modelId="{D4D6DD76-7BF4-42FD-A8F6-296BD46F2BB9}">
      <dsp:nvSpPr>
        <dsp:cNvPr id="0" name=""/>
        <dsp:cNvSpPr/>
      </dsp:nvSpPr>
      <dsp:spPr>
        <a:xfrm>
          <a:off x="3999222" y="1893"/>
          <a:ext cx="2929383" cy="175763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V</a:t>
          </a:r>
          <a:r>
            <a:rPr lang="en-GB" sz="2100" kern="1200"/>
            <a:t>olatile (changes fast)</a:t>
          </a:r>
          <a:endParaRPr lang="en-US" sz="2100" kern="1200"/>
        </a:p>
      </dsp:txBody>
      <dsp:txXfrm>
        <a:off x="3999222" y="1893"/>
        <a:ext cx="2929383" cy="1757630"/>
      </dsp:txXfrm>
    </dsp:sp>
    <dsp:sp modelId="{C0F8E8A1-9FC5-472B-8F9D-BD9348B295F6}">
      <dsp:nvSpPr>
        <dsp:cNvPr id="0" name=""/>
        <dsp:cNvSpPr/>
      </dsp:nvSpPr>
      <dsp:spPr>
        <a:xfrm>
          <a:off x="1860772" y="1757723"/>
          <a:ext cx="7206284" cy="643158"/>
        </a:xfrm>
        <a:custGeom>
          <a:avLst/>
          <a:gdLst/>
          <a:ahLst/>
          <a:cxnLst/>
          <a:rect l="0" t="0" r="0" b="0"/>
          <a:pathLst>
            <a:path>
              <a:moveTo>
                <a:pt x="7206284" y="0"/>
              </a:moveTo>
              <a:lnTo>
                <a:pt x="7206284" y="338679"/>
              </a:lnTo>
              <a:lnTo>
                <a:pt x="0" y="338679"/>
              </a:lnTo>
              <a:lnTo>
                <a:pt x="0" y="64315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82971" y="2075933"/>
        <a:ext cx="361885" cy="6737"/>
      </dsp:txXfrm>
    </dsp:sp>
    <dsp:sp modelId="{ADA59850-2863-4843-979A-282B65A72ACD}">
      <dsp:nvSpPr>
        <dsp:cNvPr id="0" name=""/>
        <dsp:cNvSpPr/>
      </dsp:nvSpPr>
      <dsp:spPr>
        <a:xfrm>
          <a:off x="7602364" y="1893"/>
          <a:ext cx="2929383" cy="175763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U</a:t>
          </a:r>
          <a:r>
            <a:rPr lang="en-GB" sz="2100" kern="1200"/>
            <a:t>ncertain</a:t>
          </a:r>
          <a:endParaRPr lang="en-US" sz="2100" kern="1200"/>
        </a:p>
      </dsp:txBody>
      <dsp:txXfrm>
        <a:off x="7602364" y="1893"/>
        <a:ext cx="2929383" cy="1757630"/>
      </dsp:txXfrm>
    </dsp:sp>
    <dsp:sp modelId="{D7E9C1E9-ED87-4E26-A872-18057C806BFB}">
      <dsp:nvSpPr>
        <dsp:cNvPr id="0" name=""/>
        <dsp:cNvSpPr/>
      </dsp:nvSpPr>
      <dsp:spPr>
        <a:xfrm>
          <a:off x="3323664" y="3266376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28399" y="3308728"/>
        <a:ext cx="33687" cy="6737"/>
      </dsp:txXfrm>
    </dsp:sp>
    <dsp:sp modelId="{FAE2B32D-BA21-40C4-B1F4-029020AE1A42}">
      <dsp:nvSpPr>
        <dsp:cNvPr id="0" name=""/>
        <dsp:cNvSpPr/>
      </dsp:nvSpPr>
      <dsp:spPr>
        <a:xfrm>
          <a:off x="396080" y="2433281"/>
          <a:ext cx="2929383" cy="175763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C</a:t>
          </a:r>
          <a:r>
            <a:rPr lang="en-GB" sz="2100" kern="1200"/>
            <a:t>omplex</a:t>
          </a:r>
          <a:endParaRPr lang="en-US" sz="2100" kern="1200"/>
        </a:p>
      </dsp:txBody>
      <dsp:txXfrm>
        <a:off x="396080" y="2433281"/>
        <a:ext cx="2929383" cy="1757630"/>
      </dsp:txXfrm>
    </dsp:sp>
    <dsp:sp modelId="{28969CD0-0787-420C-A84E-BF8E3DFD1A04}">
      <dsp:nvSpPr>
        <dsp:cNvPr id="0" name=""/>
        <dsp:cNvSpPr/>
      </dsp:nvSpPr>
      <dsp:spPr>
        <a:xfrm>
          <a:off x="6926806" y="3266376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31541" y="3308728"/>
        <a:ext cx="33687" cy="6737"/>
      </dsp:txXfrm>
    </dsp:sp>
    <dsp:sp modelId="{D41F7BAA-6E5B-47BE-85B8-F6B55EFA354B}">
      <dsp:nvSpPr>
        <dsp:cNvPr id="0" name=""/>
        <dsp:cNvSpPr/>
      </dsp:nvSpPr>
      <dsp:spPr>
        <a:xfrm>
          <a:off x="3999222" y="2433281"/>
          <a:ext cx="2929383" cy="175763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A</a:t>
          </a:r>
          <a:r>
            <a:rPr lang="en-GB" sz="2100" kern="1200"/>
            <a:t>mbiguous</a:t>
          </a:r>
          <a:endParaRPr lang="en-US" sz="2100" kern="1200"/>
        </a:p>
      </dsp:txBody>
      <dsp:txXfrm>
        <a:off x="3999222" y="2433281"/>
        <a:ext cx="2929383" cy="1757630"/>
      </dsp:txXfrm>
    </dsp:sp>
    <dsp:sp modelId="{D4B46A33-0076-4F3A-8DCF-64B3B8E8BAEB}">
      <dsp:nvSpPr>
        <dsp:cNvPr id="0" name=""/>
        <dsp:cNvSpPr/>
      </dsp:nvSpPr>
      <dsp:spPr>
        <a:xfrm>
          <a:off x="7602364" y="2433281"/>
          <a:ext cx="2929383" cy="175763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Agile helps HR survive and succeed in such conditions by staying flexible and responsive</a:t>
          </a:r>
          <a:endParaRPr lang="en-US" sz="2100" kern="1200"/>
        </a:p>
      </dsp:txBody>
      <dsp:txXfrm>
        <a:off x="7602364" y="2433281"/>
        <a:ext cx="2929383" cy="175763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281020-AC28-43DA-A081-288494FA037C}">
      <dsp:nvSpPr>
        <dsp:cNvPr id="0" name=""/>
        <dsp:cNvSpPr/>
      </dsp:nvSpPr>
      <dsp:spPr>
        <a:xfrm>
          <a:off x="0" y="8492"/>
          <a:ext cx="10927829" cy="20346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b="1" kern="1200"/>
            <a:t>Modern HR projects succeed when HR is ethical, uses data wisely, and adapts quickly using Agile methods.</a:t>
          </a:r>
          <a:endParaRPr lang="en-US" sz="3700" kern="1200"/>
        </a:p>
      </dsp:txBody>
      <dsp:txXfrm>
        <a:off x="99322" y="107814"/>
        <a:ext cx="10729185" cy="1835986"/>
      </dsp:txXfrm>
    </dsp:sp>
    <dsp:sp modelId="{83332F2F-0EC0-4D7B-AB96-887B3D9BA836}">
      <dsp:nvSpPr>
        <dsp:cNvPr id="0" name=""/>
        <dsp:cNvSpPr/>
      </dsp:nvSpPr>
      <dsp:spPr>
        <a:xfrm>
          <a:off x="0" y="2149682"/>
          <a:ext cx="10927829" cy="203463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kern="1200"/>
            <a:t>Ethics protect people,</a:t>
          </a:r>
          <a:br>
            <a:rPr lang="en-GB" sz="3700" kern="1200"/>
          </a:br>
          <a:r>
            <a:rPr lang="en-GB" sz="3700" kern="1200"/>
            <a:t>Data improves decisions,</a:t>
          </a:r>
          <a:br>
            <a:rPr lang="en-GB" sz="3700" kern="1200"/>
          </a:br>
          <a:r>
            <a:rPr lang="en-GB" sz="3700" kern="1200"/>
            <a:t>Agile helps HR move fast and stay relevant.</a:t>
          </a:r>
          <a:endParaRPr lang="en-US" sz="3700" kern="1200"/>
        </a:p>
      </dsp:txBody>
      <dsp:txXfrm>
        <a:off x="99322" y="2249004"/>
        <a:ext cx="10729185" cy="18359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CE3D4-D5CD-C8B8-06CB-E60DCC314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29A1DD-D161-5F62-2F75-5B643016B1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78BDC-58BF-627A-FE6D-6BCB2E8A4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12BE4-BB94-40C6-8BFE-0025AC251C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26A54-9F35-6967-9C5C-0E6D63085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FAC27-16B5-7757-FEA9-7C7718848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A3F19-785F-4590-989C-273629084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006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D4748-18DB-1656-4F1E-EB80287F3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7D419-3A53-6F2B-DEB7-0B660A8FD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D292D-47B8-0235-43A7-8DBF7EF8C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12BE4-BB94-40C6-8BFE-0025AC251C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95B5D-BB7D-0DCD-6281-7DAA4EA95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29E56-2C8F-2EE4-E28E-E18AB929C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A3F19-785F-4590-989C-273629084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95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E03CF-DD52-02E5-5ABC-082F5402F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A061B-6F59-3743-4D65-7BE1452C2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91265-E31A-8048-1430-42997815A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12BE4-BB94-40C6-8BFE-0025AC251C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87365-0469-4D22-52E8-B70BDB448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1DFE6-2078-DFFD-28EC-433E40D52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A3F19-785F-4590-989C-273629084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241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7F0F4-C8D3-993E-4EB0-1EE3D3397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EEC33-2D75-3916-09FB-C83D041AC4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E8BC1-5C52-C3C3-37D9-D0763B326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DD277-E87E-F0C2-8DAC-A3F2F6F89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12BE4-BB94-40C6-8BFE-0025AC251C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290BA-7732-6AE2-D018-92296EB54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1101AE-3FEF-6089-BFB4-26ECA3EA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A3F19-785F-4590-989C-273629084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74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2C41B-FB4F-DD3D-6435-0CD372F3F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50CDC-B7A4-F8C9-9F20-3CFD405AF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4955B0-0291-5473-5911-05CBDCEEE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9DDEA2-E809-D8AE-A8F4-FFCDDC1DA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CA630A-1EA2-7D8E-2B8F-367AFE39A8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CF4BD5-1D95-EF95-FB3D-9FC21E828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12BE4-BB94-40C6-8BFE-0025AC251C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CB3831-45B5-1D0E-B7DB-D5BD067E4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FB1AB3-7F8E-C4B3-311C-A2A6172F8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A3F19-785F-4590-989C-273629084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504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54EF9-32CA-F949-5759-058941AFE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15E905-381A-C44F-E3B7-F0A39BDD3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12BE4-BB94-40C6-8BFE-0025AC251C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B7F9D7-1232-234E-521B-0647D54D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E2BCF-0895-6C7E-D3C1-33D12BD17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A3F19-785F-4590-989C-273629084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93F00D-8DE1-EF6E-CB2D-44C5A05A9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12BE4-BB94-40C6-8BFE-0025AC251C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15577D-DACD-DD42-D61F-6CFABA3F1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522FD-1DBD-3566-D3D4-42DB7FC57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A3F19-785F-4590-989C-273629084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338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DCDDD-E063-351D-123D-EA15A26FB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8BA6B-E66A-34AC-3C6E-C58A5D714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02753-06BD-06D9-AFEC-589602007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309FA-CA05-4DA8-EEDC-685D61927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12BE4-BB94-40C6-8BFE-0025AC251C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9FEDA-8AD3-3C6D-3D9A-2DBBA14F1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72753-7B84-16A4-5E53-62C11D616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A3F19-785F-4590-989C-273629084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25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45722-828B-4D42-1741-0010E6022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D93329-9D36-EA7B-4B76-3CC43E624A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04D7A-5CBE-914E-07D7-E8FA51C18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4AB71-B9AF-972A-68AD-3BE353D00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12BE4-BB94-40C6-8BFE-0025AC251C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499E2-A11F-BFB6-E3C8-17499046A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70588-4658-BBA7-EA21-FDB2FAAA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A3F19-785F-4590-989C-273629084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680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B8B4-530C-E87C-A7E7-4B30B8FF6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7C93C8-F5B3-6E0B-20B0-A5D0450DA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B0AEA-4437-3AF1-EF8E-777A184EB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12BE4-BB94-40C6-8BFE-0025AC251C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3210A-D774-8D02-730B-50238114A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8AAB1-36C0-F799-8413-7E4F04DF6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A3F19-785F-4590-989C-273629084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79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E37FC7-0507-BBFF-BAF6-F26B74759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9A5D27-4AE2-D543-71E8-223DAB6B1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4AE13-A566-0247-DCA0-936F8F1C7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12BE4-BB94-40C6-8BFE-0025AC251C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5584-B6B0-F688-1193-290759F85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ADF8E-4993-DDF9-48FD-915BEA3A7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A3F19-785F-4590-989C-273629084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015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B8F502-6F4C-154C-37FF-C1310B877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65CF1-DAB1-AD7A-3137-DB60FD444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5F262-6066-0CD7-854C-935C119516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F12BE4-BB94-40C6-8BFE-0025AC251C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F5AE9-1652-8EAA-174C-598BCF59D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0E312-C8FD-982A-9CC3-2D5917B9D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EA3F19-785F-4590-989C-273629084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033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CE1264-94C3-0DC5-79A6-8FF73B40A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Modern HR Projects (Ethics, Data &amp; Agile)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DD2F5-5E39-E9B2-5779-7771A9ED9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Muhammad Shoaib Akhter Qadri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72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C7189-751D-1996-1886-D435B0BCE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1A543-9F02-A182-FBC9-A0F6F69F1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/>
              <a:t>Today, HR (Human Resource) is not just about hiring people. HR works on </a:t>
            </a:r>
            <a:r>
              <a:rPr lang="en-GB" sz="2000" b="1"/>
              <a:t>projects</a:t>
            </a:r>
            <a:r>
              <a:rPr lang="en-GB" sz="2000"/>
              <a:t> like hiring, performance management, employee growth, and workplace improvement.</a:t>
            </a:r>
            <a:br>
              <a:rPr lang="en-GB" sz="2000"/>
            </a:br>
            <a:r>
              <a:rPr lang="en-GB" sz="2000"/>
              <a:t>To do this well, HR must focus on </a:t>
            </a:r>
            <a:r>
              <a:rPr lang="en-GB" sz="2000" b="1"/>
              <a:t>three main things</a:t>
            </a:r>
            <a:r>
              <a:rPr lang="en-GB" sz="2000"/>
              <a:t>:</a:t>
            </a:r>
          </a:p>
          <a:p>
            <a:r>
              <a:rPr lang="en-GB" sz="2000" b="1"/>
              <a:t>Ethics</a:t>
            </a:r>
            <a:r>
              <a:rPr lang="en-GB" sz="2000"/>
              <a:t> (doing the right thing)</a:t>
            </a:r>
          </a:p>
          <a:p>
            <a:r>
              <a:rPr lang="en-GB" sz="2000" b="1"/>
              <a:t>Data-informed decisions</a:t>
            </a:r>
            <a:r>
              <a:rPr lang="en-GB" sz="2000"/>
              <a:t> (using data + human thinking)</a:t>
            </a:r>
          </a:p>
          <a:p>
            <a:r>
              <a:rPr lang="en-GB" sz="2000" b="1"/>
              <a:t>Agile adaptation</a:t>
            </a:r>
            <a:r>
              <a:rPr lang="en-GB" sz="2000"/>
              <a:t> (being flexible and fast)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42316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C2486-2189-34FD-F15C-B2B95E428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Ethics in HR Projects (Doing the Right Thing)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63C721-53F7-1CE9-B6B2-673FDC77A4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171403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6250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353E80-62E3-70A4-5985-A26E91BCD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Key ethical practices in HR: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E8B4A0-8F21-4709-25EF-BD66A4B880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839764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8196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5C833-C59E-E660-419F-2C1D22BA6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Data-Informed Decision Making in HR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0B97BB-C2D5-3031-B6FB-33BE75B15C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318508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7802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67F9F-900B-1758-D83D-E66F494AB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Data-Driven vs Data-Informed: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9227076-83E0-4693-F31E-43F3204A36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684513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1211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5FD9A1-58E5-CD54-B146-CC40625D9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Why data matters in HR: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DD4DF13-03E9-5653-4918-005D110D1B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835208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2238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8D8401-650A-63B5-0342-C0ACB57F2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Simple HR decision steps: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C8EF0BD-8E51-696A-A0B1-B55B53CFDF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211371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3572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1226AF-93E1-7C13-4825-21B4CA7B3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GB" sz="4000"/>
              <a:t>Agile Adaptation in HR (Being Flexible)</a:t>
            </a:r>
            <a:endParaRPr lang="en-US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8FFFA1-B918-5AC7-14DB-9CCBEBF69B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543771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1977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7BFE4A-61D6-7532-2F53-9BE326EFB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Agile Adaptation in HR: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0F73D3-55F0-79C0-F895-AD14D272D9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343462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8740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E2CE58-D049-1B8A-F9A2-A92AAB19C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Agile practices in HR: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EB6CB48-3E6B-8DF7-647A-6F8561842F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281415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3419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FC0300-3518-8F75-00D0-5A4F9F333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Example: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CE1AF8-0704-B876-6DBE-18CEF3862D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735960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0469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C12904-602E-E2E9-6999-20E837E38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Benefits of Agile HR: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5125552-F36A-6F62-FD0F-B916A27A02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075912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6243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5BC21-678D-4123-8598-58DFE0E7C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Challenges: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622011-B7EC-6E81-8AE0-4D2DD86724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267477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814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5F5176-98FF-4A3B-FA5F-53231B52B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Agile HR in Today’s World (VUCA)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D334D1-3954-AA7A-1421-FFA6AA0933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077598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8103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847C89-1844-E2FF-57F1-F67A57E12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Final Conclusion (One-Line Summary)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CA1AB2-2EA1-7E5E-1A4B-0A6A03302C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584124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3637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568</Words>
  <Application>Microsoft Office PowerPoint</Application>
  <PresentationFormat>Widescreen</PresentationFormat>
  <Paragraphs>91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Modern HR Projects (Ethics, Data &amp; Agile)</vt:lpstr>
      <vt:lpstr>Introduction</vt:lpstr>
      <vt:lpstr>Ethics in HR Projects (Doing the Right Thing)</vt:lpstr>
      <vt:lpstr>Key ethical practices in HR:</vt:lpstr>
      <vt:lpstr>Data-Informed Decision Making in HR</vt:lpstr>
      <vt:lpstr>Data-Driven vs Data-Informed:</vt:lpstr>
      <vt:lpstr>Why data matters in HR:</vt:lpstr>
      <vt:lpstr>Simple HR decision steps:</vt:lpstr>
      <vt:lpstr>Agile Adaptation in HR (Being Flexible)</vt:lpstr>
      <vt:lpstr>Agile Adaptation in HR:</vt:lpstr>
      <vt:lpstr>Agile practices in HR:</vt:lpstr>
      <vt:lpstr>Example:</vt:lpstr>
      <vt:lpstr>Benefits of Agile HR:</vt:lpstr>
      <vt:lpstr>Challenges:</vt:lpstr>
      <vt:lpstr>Agile HR in Today’s World (VUCA)</vt:lpstr>
      <vt:lpstr>Final Conclusion (One-Line Summary)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02-131212-009</dc:creator>
  <cp:lastModifiedBy>02-131212-009</cp:lastModifiedBy>
  <cp:revision>1</cp:revision>
  <dcterms:created xsi:type="dcterms:W3CDTF">2025-12-17T16:39:25Z</dcterms:created>
  <dcterms:modified xsi:type="dcterms:W3CDTF">2025-12-17T16:47:03Z</dcterms:modified>
</cp:coreProperties>
</file>