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slideLayouts/slideLayout2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1" r:id="rId2"/>
    <p:sldMasterId id="2147483673" r:id="rId3"/>
  </p:sldMasterIdLst>
  <p:notesMasterIdLst>
    <p:notesMasterId r:id="rId24"/>
  </p:notesMasterIdLst>
  <p:sldIdLst>
    <p:sldId id="355" r:id="rId4"/>
    <p:sldId id="347" r:id="rId5"/>
    <p:sldId id="259" r:id="rId6"/>
    <p:sldId id="260" r:id="rId7"/>
    <p:sldId id="298" r:id="rId8"/>
    <p:sldId id="307" r:id="rId9"/>
    <p:sldId id="309" r:id="rId10"/>
    <p:sldId id="310" r:id="rId11"/>
    <p:sldId id="312" r:id="rId12"/>
    <p:sldId id="313" r:id="rId13"/>
    <p:sldId id="315" r:id="rId14"/>
    <p:sldId id="357" r:id="rId15"/>
    <p:sldId id="356" r:id="rId16"/>
    <p:sldId id="358" r:id="rId17"/>
    <p:sldId id="318" r:id="rId18"/>
    <p:sldId id="316" r:id="rId19"/>
    <p:sldId id="321" r:id="rId20"/>
    <p:sldId id="326" r:id="rId21"/>
    <p:sldId id="359" r:id="rId22"/>
    <p:sldId id="346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2B7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howGuides="1">
      <p:cViewPr varScale="1">
        <p:scale>
          <a:sx n="62" d="100"/>
          <a:sy n="62" d="100"/>
        </p:scale>
        <p:origin x="828" y="4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E81822A-6865-4795-9022-45089CC03E6A}" type="doc">
      <dgm:prSet loTypeId="urn:microsoft.com/office/officeart/2005/8/layout/cycle3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PK"/>
        </a:p>
      </dgm:t>
    </dgm:pt>
    <dgm:pt modelId="{C7D76FDE-98BB-4E99-A934-DE7C820B6D00}">
      <dgm:prSet/>
      <dgm:spPr/>
      <dgm:t>
        <a:bodyPr/>
        <a:lstStyle/>
        <a:p>
          <a:r>
            <a:rPr lang="en-US"/>
            <a:t>Transparency &amp; accountability</a:t>
          </a:r>
          <a:endParaRPr lang="en-PK"/>
        </a:p>
      </dgm:t>
    </dgm:pt>
    <dgm:pt modelId="{F17937D9-D891-4D19-A214-E767566B5E1F}" type="parTrans" cxnId="{352F07A9-981C-4D72-9EDB-D8F15B55B61A}">
      <dgm:prSet/>
      <dgm:spPr/>
      <dgm:t>
        <a:bodyPr/>
        <a:lstStyle/>
        <a:p>
          <a:endParaRPr lang="en-PK"/>
        </a:p>
      </dgm:t>
    </dgm:pt>
    <dgm:pt modelId="{AFA35AB8-D2EA-4E5F-A650-D3D8145CFA55}" type="sibTrans" cxnId="{352F07A9-981C-4D72-9EDB-D8F15B55B61A}">
      <dgm:prSet/>
      <dgm:spPr/>
      <dgm:t>
        <a:bodyPr/>
        <a:lstStyle/>
        <a:p>
          <a:endParaRPr lang="en-PK"/>
        </a:p>
      </dgm:t>
    </dgm:pt>
    <dgm:pt modelId="{A2188A24-3E03-439A-AF56-1285D868E3CD}">
      <dgm:prSet/>
      <dgm:spPr/>
      <dgm:t>
        <a:bodyPr/>
        <a:lstStyle/>
        <a:p>
          <a:r>
            <a:rPr lang="en-US" dirty="0"/>
            <a:t>Higher accuracy in forecasting</a:t>
          </a:r>
          <a:endParaRPr lang="en-PK" dirty="0"/>
        </a:p>
      </dgm:t>
    </dgm:pt>
    <dgm:pt modelId="{679F3749-4A6B-423C-935F-C14D1C8A4DCA}" type="sibTrans" cxnId="{3F5632E1-8AA1-456C-8044-F50C11FE0436}">
      <dgm:prSet/>
      <dgm:spPr/>
      <dgm:t>
        <a:bodyPr/>
        <a:lstStyle/>
        <a:p>
          <a:endParaRPr lang="en-PK"/>
        </a:p>
      </dgm:t>
    </dgm:pt>
    <dgm:pt modelId="{52C63A2A-9210-48F5-BD48-BFA15B9872C2}" type="parTrans" cxnId="{3F5632E1-8AA1-456C-8044-F50C11FE0436}">
      <dgm:prSet/>
      <dgm:spPr/>
      <dgm:t>
        <a:bodyPr/>
        <a:lstStyle/>
        <a:p>
          <a:endParaRPr lang="en-PK"/>
        </a:p>
      </dgm:t>
    </dgm:pt>
    <dgm:pt modelId="{1B9CC7CD-175A-4D04-9D9C-EDD3AE4314B7}">
      <dgm:prSet/>
      <dgm:spPr/>
      <dgm:t>
        <a:bodyPr/>
        <a:lstStyle/>
        <a:p>
          <a:r>
            <a:rPr lang="en-US"/>
            <a:t>Improved HR ROI</a:t>
          </a:r>
          <a:endParaRPr lang="en-PK"/>
        </a:p>
      </dgm:t>
    </dgm:pt>
    <dgm:pt modelId="{C2D235C9-5D04-4709-9AD5-D1E2BBB46A48}" type="parTrans" cxnId="{37E88531-3277-4BDE-960F-4B3F75CFC238}">
      <dgm:prSet/>
      <dgm:spPr/>
      <dgm:t>
        <a:bodyPr/>
        <a:lstStyle/>
        <a:p>
          <a:endParaRPr lang="en-PK"/>
        </a:p>
      </dgm:t>
    </dgm:pt>
    <dgm:pt modelId="{1E7BCF05-9313-4B01-AE56-6FF8A274CE65}" type="sibTrans" cxnId="{37E88531-3277-4BDE-960F-4B3F75CFC238}">
      <dgm:prSet/>
      <dgm:spPr/>
      <dgm:t>
        <a:bodyPr/>
        <a:lstStyle/>
        <a:p>
          <a:endParaRPr lang="en-PK"/>
        </a:p>
      </dgm:t>
    </dgm:pt>
    <dgm:pt modelId="{F5324235-2297-4AC0-9722-76798FFBEC54}">
      <dgm:prSet/>
      <dgm:spPr/>
      <dgm:t>
        <a:bodyPr/>
        <a:lstStyle/>
        <a:p>
          <a:pPr algn="l"/>
          <a:r>
            <a:rPr lang="en-US" dirty="0"/>
            <a:t>Better project alignment with business goals</a:t>
          </a:r>
          <a:endParaRPr lang="en-PK" dirty="0"/>
        </a:p>
      </dgm:t>
    </dgm:pt>
    <dgm:pt modelId="{50F9ECE6-3E6C-464D-9252-7FC981CF83A8}" type="sibTrans" cxnId="{9463F1B1-A626-47B1-9F7F-C5CDC16F0442}">
      <dgm:prSet/>
      <dgm:spPr/>
      <dgm:t>
        <a:bodyPr/>
        <a:lstStyle/>
        <a:p>
          <a:endParaRPr lang="en-PK"/>
        </a:p>
      </dgm:t>
    </dgm:pt>
    <dgm:pt modelId="{AF0C979D-9457-4806-B1C5-A5D96CD5CC16}" type="parTrans" cxnId="{9463F1B1-A626-47B1-9F7F-C5CDC16F0442}">
      <dgm:prSet/>
      <dgm:spPr/>
      <dgm:t>
        <a:bodyPr/>
        <a:lstStyle/>
        <a:p>
          <a:endParaRPr lang="en-PK"/>
        </a:p>
      </dgm:t>
    </dgm:pt>
    <dgm:pt modelId="{784BA7FF-97F5-4075-A071-26D4DB2E4221}">
      <dgm:prSet/>
      <dgm:spPr/>
      <dgm:t>
        <a:bodyPr/>
        <a:lstStyle/>
        <a:p>
          <a:r>
            <a:rPr lang="en-US" dirty="0"/>
            <a:t>Better stakeholder confidence</a:t>
          </a:r>
          <a:endParaRPr lang="en-PK" dirty="0"/>
        </a:p>
      </dgm:t>
    </dgm:pt>
    <dgm:pt modelId="{FB2D4188-A553-46D2-BE31-F8D97CDC88D0}" type="parTrans" cxnId="{95CF3DB3-2BE7-4A1C-949C-A27D30C4C246}">
      <dgm:prSet/>
      <dgm:spPr/>
      <dgm:t>
        <a:bodyPr/>
        <a:lstStyle/>
        <a:p>
          <a:endParaRPr lang="en-PK"/>
        </a:p>
      </dgm:t>
    </dgm:pt>
    <dgm:pt modelId="{4D99A534-C900-4BFD-A17E-9738AF52DE84}" type="sibTrans" cxnId="{95CF3DB3-2BE7-4A1C-949C-A27D30C4C246}">
      <dgm:prSet/>
      <dgm:spPr/>
      <dgm:t>
        <a:bodyPr/>
        <a:lstStyle/>
        <a:p>
          <a:endParaRPr lang="en-PK"/>
        </a:p>
      </dgm:t>
    </dgm:pt>
    <dgm:pt modelId="{AE9C9321-0387-41B4-90E6-FDF741FC2369}" type="pres">
      <dgm:prSet presAssocID="{0E81822A-6865-4795-9022-45089CC03E6A}" presName="Name0" presStyleCnt="0">
        <dgm:presLayoutVars>
          <dgm:dir/>
          <dgm:resizeHandles val="exact"/>
        </dgm:presLayoutVars>
      </dgm:prSet>
      <dgm:spPr/>
    </dgm:pt>
    <dgm:pt modelId="{7AB7612E-A84C-4567-8AAE-97FEFF4D1295}" type="pres">
      <dgm:prSet presAssocID="{0E81822A-6865-4795-9022-45089CC03E6A}" presName="cycle" presStyleCnt="0"/>
      <dgm:spPr/>
    </dgm:pt>
    <dgm:pt modelId="{60128738-6BFE-404E-B625-E6D0FBCC6B96}" type="pres">
      <dgm:prSet presAssocID="{F5324235-2297-4AC0-9722-76798FFBEC54}" presName="nodeFirstNode" presStyleLbl="node1" presStyleIdx="0" presStyleCnt="5">
        <dgm:presLayoutVars>
          <dgm:bulletEnabled val="1"/>
        </dgm:presLayoutVars>
      </dgm:prSet>
      <dgm:spPr/>
    </dgm:pt>
    <dgm:pt modelId="{2E23DADC-424F-4BD0-9FD5-BCD44FA18132}" type="pres">
      <dgm:prSet presAssocID="{50F9ECE6-3E6C-464D-9252-7FC981CF83A8}" presName="sibTransFirstNode" presStyleLbl="bgShp" presStyleIdx="0" presStyleCnt="1"/>
      <dgm:spPr/>
    </dgm:pt>
    <dgm:pt modelId="{93F0E4D5-E503-41FD-958A-C135E7804862}" type="pres">
      <dgm:prSet presAssocID="{A2188A24-3E03-439A-AF56-1285D868E3CD}" presName="nodeFollowingNodes" presStyleLbl="node1" presStyleIdx="1" presStyleCnt="5">
        <dgm:presLayoutVars>
          <dgm:bulletEnabled val="1"/>
        </dgm:presLayoutVars>
      </dgm:prSet>
      <dgm:spPr/>
    </dgm:pt>
    <dgm:pt modelId="{149B43B8-D262-4F1C-A6CD-CD63913EBEAE}" type="pres">
      <dgm:prSet presAssocID="{C7D76FDE-98BB-4E99-A934-DE7C820B6D00}" presName="nodeFollowingNodes" presStyleLbl="node1" presStyleIdx="2" presStyleCnt="5">
        <dgm:presLayoutVars>
          <dgm:bulletEnabled val="1"/>
        </dgm:presLayoutVars>
      </dgm:prSet>
      <dgm:spPr/>
    </dgm:pt>
    <dgm:pt modelId="{ABF1F6B6-49D4-4BCE-9509-CD8F69F99E71}" type="pres">
      <dgm:prSet presAssocID="{1B9CC7CD-175A-4D04-9D9C-EDD3AE4314B7}" presName="nodeFollowingNodes" presStyleLbl="node1" presStyleIdx="3" presStyleCnt="5">
        <dgm:presLayoutVars>
          <dgm:bulletEnabled val="1"/>
        </dgm:presLayoutVars>
      </dgm:prSet>
      <dgm:spPr/>
    </dgm:pt>
    <dgm:pt modelId="{1F66D414-00A3-432E-9AD1-DD8CD25E0F18}" type="pres">
      <dgm:prSet presAssocID="{784BA7FF-97F5-4075-A071-26D4DB2E4221}" presName="nodeFollowingNodes" presStyleLbl="node1" presStyleIdx="4" presStyleCnt="5">
        <dgm:presLayoutVars>
          <dgm:bulletEnabled val="1"/>
        </dgm:presLayoutVars>
      </dgm:prSet>
      <dgm:spPr/>
    </dgm:pt>
  </dgm:ptLst>
  <dgm:cxnLst>
    <dgm:cxn modelId="{37E88531-3277-4BDE-960F-4B3F75CFC238}" srcId="{0E81822A-6865-4795-9022-45089CC03E6A}" destId="{1B9CC7CD-175A-4D04-9D9C-EDD3AE4314B7}" srcOrd="3" destOrd="0" parTransId="{C2D235C9-5D04-4709-9AD5-D1E2BBB46A48}" sibTransId="{1E7BCF05-9313-4B01-AE56-6FF8A274CE65}"/>
    <dgm:cxn modelId="{D3CE1B37-0222-440C-85C3-2A8DD5864158}" type="presOf" srcId="{A2188A24-3E03-439A-AF56-1285D868E3CD}" destId="{93F0E4D5-E503-41FD-958A-C135E7804862}" srcOrd="0" destOrd="0" presId="urn:microsoft.com/office/officeart/2005/8/layout/cycle3"/>
    <dgm:cxn modelId="{1946A562-4CE6-488D-BD35-6E1FA47ACD83}" type="presOf" srcId="{C7D76FDE-98BB-4E99-A934-DE7C820B6D00}" destId="{149B43B8-D262-4F1C-A6CD-CD63913EBEAE}" srcOrd="0" destOrd="0" presId="urn:microsoft.com/office/officeart/2005/8/layout/cycle3"/>
    <dgm:cxn modelId="{14302765-1D9E-4E4E-9B0B-AD6A3C001310}" type="presOf" srcId="{50F9ECE6-3E6C-464D-9252-7FC981CF83A8}" destId="{2E23DADC-424F-4BD0-9FD5-BCD44FA18132}" srcOrd="0" destOrd="0" presId="urn:microsoft.com/office/officeart/2005/8/layout/cycle3"/>
    <dgm:cxn modelId="{6E20BF87-3BED-4EA5-9D3D-43CA32DDEDD4}" type="presOf" srcId="{784BA7FF-97F5-4075-A071-26D4DB2E4221}" destId="{1F66D414-00A3-432E-9AD1-DD8CD25E0F18}" srcOrd="0" destOrd="0" presId="urn:microsoft.com/office/officeart/2005/8/layout/cycle3"/>
    <dgm:cxn modelId="{FA775792-FB51-4BC6-9D1B-4C0313C3F651}" type="presOf" srcId="{F5324235-2297-4AC0-9722-76798FFBEC54}" destId="{60128738-6BFE-404E-B625-E6D0FBCC6B96}" srcOrd="0" destOrd="0" presId="urn:microsoft.com/office/officeart/2005/8/layout/cycle3"/>
    <dgm:cxn modelId="{352F07A9-981C-4D72-9EDB-D8F15B55B61A}" srcId="{0E81822A-6865-4795-9022-45089CC03E6A}" destId="{C7D76FDE-98BB-4E99-A934-DE7C820B6D00}" srcOrd="2" destOrd="0" parTransId="{F17937D9-D891-4D19-A214-E767566B5E1F}" sibTransId="{AFA35AB8-D2EA-4E5F-A650-D3D8145CFA55}"/>
    <dgm:cxn modelId="{F5B9BDAD-259F-4757-B85D-A6087544E361}" type="presOf" srcId="{1B9CC7CD-175A-4D04-9D9C-EDD3AE4314B7}" destId="{ABF1F6B6-49D4-4BCE-9509-CD8F69F99E71}" srcOrd="0" destOrd="0" presId="urn:microsoft.com/office/officeart/2005/8/layout/cycle3"/>
    <dgm:cxn modelId="{9463F1B1-A626-47B1-9F7F-C5CDC16F0442}" srcId="{0E81822A-6865-4795-9022-45089CC03E6A}" destId="{F5324235-2297-4AC0-9722-76798FFBEC54}" srcOrd="0" destOrd="0" parTransId="{AF0C979D-9457-4806-B1C5-A5D96CD5CC16}" sibTransId="{50F9ECE6-3E6C-464D-9252-7FC981CF83A8}"/>
    <dgm:cxn modelId="{95CF3DB3-2BE7-4A1C-949C-A27D30C4C246}" srcId="{0E81822A-6865-4795-9022-45089CC03E6A}" destId="{784BA7FF-97F5-4075-A071-26D4DB2E4221}" srcOrd="4" destOrd="0" parTransId="{FB2D4188-A553-46D2-BE31-F8D97CDC88D0}" sibTransId="{4D99A534-C900-4BFD-A17E-9738AF52DE84}"/>
    <dgm:cxn modelId="{371319C2-D9F1-4A12-BC80-4B93DC97A353}" type="presOf" srcId="{0E81822A-6865-4795-9022-45089CC03E6A}" destId="{AE9C9321-0387-41B4-90E6-FDF741FC2369}" srcOrd="0" destOrd="0" presId="urn:microsoft.com/office/officeart/2005/8/layout/cycle3"/>
    <dgm:cxn modelId="{3F5632E1-8AA1-456C-8044-F50C11FE0436}" srcId="{0E81822A-6865-4795-9022-45089CC03E6A}" destId="{A2188A24-3E03-439A-AF56-1285D868E3CD}" srcOrd="1" destOrd="0" parTransId="{52C63A2A-9210-48F5-BD48-BFA15B9872C2}" sibTransId="{679F3749-4A6B-423C-935F-C14D1C8A4DCA}"/>
    <dgm:cxn modelId="{2F6608EC-4BCB-4315-AC18-5506AC9F8592}" type="presParOf" srcId="{AE9C9321-0387-41B4-90E6-FDF741FC2369}" destId="{7AB7612E-A84C-4567-8AAE-97FEFF4D1295}" srcOrd="0" destOrd="0" presId="urn:microsoft.com/office/officeart/2005/8/layout/cycle3"/>
    <dgm:cxn modelId="{A8622C8B-7E12-46E5-B389-A88714F82DF5}" type="presParOf" srcId="{7AB7612E-A84C-4567-8AAE-97FEFF4D1295}" destId="{60128738-6BFE-404E-B625-E6D0FBCC6B96}" srcOrd="0" destOrd="0" presId="urn:microsoft.com/office/officeart/2005/8/layout/cycle3"/>
    <dgm:cxn modelId="{CA04FEB5-99CF-4C41-AF3C-9DCF589364F9}" type="presParOf" srcId="{7AB7612E-A84C-4567-8AAE-97FEFF4D1295}" destId="{2E23DADC-424F-4BD0-9FD5-BCD44FA18132}" srcOrd="1" destOrd="0" presId="urn:microsoft.com/office/officeart/2005/8/layout/cycle3"/>
    <dgm:cxn modelId="{698F8E9F-76C8-4352-8E72-FDD7CF0673FB}" type="presParOf" srcId="{7AB7612E-A84C-4567-8AAE-97FEFF4D1295}" destId="{93F0E4D5-E503-41FD-958A-C135E7804862}" srcOrd="2" destOrd="0" presId="urn:microsoft.com/office/officeart/2005/8/layout/cycle3"/>
    <dgm:cxn modelId="{BE6792FC-B45A-4B7D-A436-9DA31785A15B}" type="presParOf" srcId="{7AB7612E-A84C-4567-8AAE-97FEFF4D1295}" destId="{149B43B8-D262-4F1C-A6CD-CD63913EBEAE}" srcOrd="3" destOrd="0" presId="urn:microsoft.com/office/officeart/2005/8/layout/cycle3"/>
    <dgm:cxn modelId="{7E92FA37-D1EA-40CC-8293-B86A0E8FF409}" type="presParOf" srcId="{7AB7612E-A84C-4567-8AAE-97FEFF4D1295}" destId="{ABF1F6B6-49D4-4BCE-9509-CD8F69F99E71}" srcOrd="4" destOrd="0" presId="urn:microsoft.com/office/officeart/2005/8/layout/cycle3"/>
    <dgm:cxn modelId="{9FBB7B64-015B-4EC5-9242-AC8A46CEB78D}" type="presParOf" srcId="{7AB7612E-A84C-4567-8AAE-97FEFF4D1295}" destId="{1F66D414-00A3-432E-9AD1-DD8CD25E0F18}" srcOrd="5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7C3A050-0066-4DFA-A509-A766DAD5D433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PK"/>
        </a:p>
      </dgm:t>
    </dgm:pt>
    <dgm:pt modelId="{E2548B27-CEE1-4D49-8014-B4CD6F60DF06}">
      <dgm:prSet phldrT="[Text]"/>
      <dgm:spPr>
        <a:solidFill>
          <a:schemeClr val="accent6"/>
        </a:solidFill>
      </dgm:spPr>
      <dgm:t>
        <a:bodyPr/>
        <a:lstStyle/>
        <a:p>
          <a:r>
            <a:rPr lang="en-PK" dirty="0"/>
            <a:t>Improve data quality &amp; governance</a:t>
          </a:r>
        </a:p>
      </dgm:t>
    </dgm:pt>
    <dgm:pt modelId="{643050B6-AE0A-4A93-85A1-21FA54DA35A8}" type="parTrans" cxnId="{1B7BD497-5FE9-4271-AFD8-9C9E2D5627CA}">
      <dgm:prSet/>
      <dgm:spPr/>
      <dgm:t>
        <a:bodyPr/>
        <a:lstStyle/>
        <a:p>
          <a:endParaRPr lang="en-PK"/>
        </a:p>
      </dgm:t>
    </dgm:pt>
    <dgm:pt modelId="{E40DD59D-DFF1-478C-8520-02061EA10E14}" type="sibTrans" cxnId="{1B7BD497-5FE9-4271-AFD8-9C9E2D5627CA}">
      <dgm:prSet/>
      <dgm:spPr/>
      <dgm:t>
        <a:bodyPr/>
        <a:lstStyle/>
        <a:p>
          <a:endParaRPr lang="en-PK"/>
        </a:p>
      </dgm:t>
    </dgm:pt>
    <dgm:pt modelId="{5740E2FD-B55C-418B-98CD-90A6D2A5772D}">
      <dgm:prSet phldrT="[Text]"/>
      <dgm:spPr>
        <a:solidFill>
          <a:schemeClr val="accent6"/>
        </a:solidFill>
      </dgm:spPr>
      <dgm:t>
        <a:bodyPr/>
        <a:lstStyle/>
        <a:p>
          <a:r>
            <a:rPr lang="en-PK" dirty="0"/>
            <a:t>Train HR teams on analytics</a:t>
          </a:r>
        </a:p>
      </dgm:t>
    </dgm:pt>
    <dgm:pt modelId="{163C28A8-04BD-40D3-AFAF-71A779A54708}" type="parTrans" cxnId="{DB694DEB-C074-49D1-BDA7-6BBE36EADAB2}">
      <dgm:prSet/>
      <dgm:spPr/>
      <dgm:t>
        <a:bodyPr/>
        <a:lstStyle/>
        <a:p>
          <a:endParaRPr lang="en-PK"/>
        </a:p>
      </dgm:t>
    </dgm:pt>
    <dgm:pt modelId="{AFD615E7-F5AB-4BD9-886F-3411CFBAB9EB}" type="sibTrans" cxnId="{DB694DEB-C074-49D1-BDA7-6BBE36EADAB2}">
      <dgm:prSet/>
      <dgm:spPr/>
      <dgm:t>
        <a:bodyPr/>
        <a:lstStyle/>
        <a:p>
          <a:endParaRPr lang="en-PK"/>
        </a:p>
      </dgm:t>
    </dgm:pt>
    <dgm:pt modelId="{4FC45322-8C92-4899-9565-D37CC9183417}">
      <dgm:prSet phldrT="[Text]" phldr="1"/>
      <dgm:spPr/>
      <dgm:t>
        <a:bodyPr/>
        <a:lstStyle/>
        <a:p>
          <a:endParaRPr lang="en-PK"/>
        </a:p>
      </dgm:t>
    </dgm:pt>
    <dgm:pt modelId="{11496ECC-8A7C-48CC-954A-C136FDE272D3}" type="parTrans" cxnId="{80ABC035-DA3B-4C46-92CA-36C3EF354909}">
      <dgm:prSet/>
      <dgm:spPr/>
      <dgm:t>
        <a:bodyPr/>
        <a:lstStyle/>
        <a:p>
          <a:endParaRPr lang="en-PK"/>
        </a:p>
      </dgm:t>
    </dgm:pt>
    <dgm:pt modelId="{5CA6D2EF-CDB2-412B-A02A-223E08B3886A}" type="sibTrans" cxnId="{80ABC035-DA3B-4C46-92CA-36C3EF354909}">
      <dgm:prSet/>
      <dgm:spPr/>
      <dgm:t>
        <a:bodyPr/>
        <a:lstStyle/>
        <a:p>
          <a:endParaRPr lang="en-PK"/>
        </a:p>
      </dgm:t>
    </dgm:pt>
    <dgm:pt modelId="{DC234DDE-16A1-4403-8F47-F839A081D0A1}">
      <dgm:prSet/>
      <dgm:spPr>
        <a:solidFill>
          <a:schemeClr val="accent6"/>
        </a:solidFill>
      </dgm:spPr>
      <dgm:t>
        <a:bodyPr/>
        <a:lstStyle/>
        <a:p>
          <a:endParaRPr lang="en-PK" dirty="0">
            <a:latin typeface="+mj-lt"/>
          </a:endParaRPr>
        </a:p>
      </dgm:t>
    </dgm:pt>
    <dgm:pt modelId="{9BB9E275-8A63-40B1-A100-A42AA6177FD0}" type="parTrans" cxnId="{15C67527-363F-46A4-A7F5-6DAACDC82C0B}">
      <dgm:prSet/>
      <dgm:spPr/>
      <dgm:t>
        <a:bodyPr/>
        <a:lstStyle/>
        <a:p>
          <a:endParaRPr lang="en-PK"/>
        </a:p>
      </dgm:t>
    </dgm:pt>
    <dgm:pt modelId="{FB35EABF-A74E-4651-B5DE-A79989B2CEBE}" type="sibTrans" cxnId="{15C67527-363F-46A4-A7F5-6DAACDC82C0B}">
      <dgm:prSet/>
      <dgm:spPr/>
      <dgm:t>
        <a:bodyPr/>
        <a:lstStyle/>
        <a:p>
          <a:endParaRPr lang="en-PK"/>
        </a:p>
      </dgm:t>
    </dgm:pt>
    <dgm:pt modelId="{67409B37-9EAF-4A46-AAD1-01EA14EECE19}">
      <dgm:prSet/>
      <dgm:spPr>
        <a:solidFill>
          <a:schemeClr val="accent6"/>
        </a:solidFill>
      </dgm:spPr>
      <dgm:t>
        <a:bodyPr/>
        <a:lstStyle/>
        <a:p>
          <a:r>
            <a:rPr lang="en-PK" dirty="0"/>
            <a:t>Maintain ethical data practices</a:t>
          </a:r>
          <a:endParaRPr lang="en-PK" dirty="0">
            <a:latin typeface="+mj-lt"/>
          </a:endParaRPr>
        </a:p>
      </dgm:t>
    </dgm:pt>
    <dgm:pt modelId="{76708D45-4364-48E3-8B29-F79C6D4C458D}" type="parTrans" cxnId="{1B88D1A0-A806-401D-AE3A-9B5DD9A92DB8}">
      <dgm:prSet/>
      <dgm:spPr/>
      <dgm:t>
        <a:bodyPr/>
        <a:lstStyle/>
        <a:p>
          <a:endParaRPr lang="en-PK"/>
        </a:p>
      </dgm:t>
    </dgm:pt>
    <dgm:pt modelId="{B7BC3926-182E-4D24-9E6A-F45B99ABEBCC}" type="sibTrans" cxnId="{1B88D1A0-A806-401D-AE3A-9B5DD9A92DB8}">
      <dgm:prSet/>
      <dgm:spPr/>
      <dgm:t>
        <a:bodyPr/>
        <a:lstStyle/>
        <a:p>
          <a:endParaRPr lang="en-PK"/>
        </a:p>
      </dgm:t>
    </dgm:pt>
    <dgm:pt modelId="{5831DBBB-6127-4B95-B32B-1855FB088217}">
      <dgm:prSet/>
      <dgm:spPr>
        <a:solidFill>
          <a:schemeClr val="accent6"/>
        </a:solidFill>
      </dgm:spPr>
      <dgm:t>
        <a:bodyPr/>
        <a:lstStyle/>
        <a:p>
          <a:r>
            <a:rPr lang="en-PK" dirty="0"/>
            <a:t>Use dashboards for clarity</a:t>
          </a:r>
          <a:endParaRPr lang="en-PK" dirty="0">
            <a:latin typeface="+mj-lt"/>
          </a:endParaRPr>
        </a:p>
      </dgm:t>
    </dgm:pt>
    <dgm:pt modelId="{4376B581-A17A-4D35-917B-1CE863FD6552}" type="parTrans" cxnId="{A56DCBCD-3118-45DD-9C8E-B997E480E645}">
      <dgm:prSet/>
      <dgm:spPr/>
      <dgm:t>
        <a:bodyPr/>
        <a:lstStyle/>
        <a:p>
          <a:endParaRPr lang="en-PK"/>
        </a:p>
      </dgm:t>
    </dgm:pt>
    <dgm:pt modelId="{19BDA330-768E-422B-B935-2A094862C954}" type="sibTrans" cxnId="{A56DCBCD-3118-45DD-9C8E-B997E480E645}">
      <dgm:prSet/>
      <dgm:spPr/>
      <dgm:t>
        <a:bodyPr/>
        <a:lstStyle/>
        <a:p>
          <a:endParaRPr lang="en-PK"/>
        </a:p>
      </dgm:t>
    </dgm:pt>
    <dgm:pt modelId="{FDDAC606-F436-44F2-871E-DCECF71A55D7}">
      <dgm:prSet/>
      <dgm:spPr/>
      <dgm:t>
        <a:bodyPr/>
        <a:lstStyle/>
        <a:p>
          <a:endParaRPr lang="en-PK"/>
        </a:p>
      </dgm:t>
    </dgm:pt>
    <dgm:pt modelId="{D49FCB4E-3720-42B3-9C57-A9E18A26469B}" type="parTrans" cxnId="{4AE606A5-C6C3-469A-8420-2CB22908952B}">
      <dgm:prSet/>
      <dgm:spPr/>
      <dgm:t>
        <a:bodyPr/>
        <a:lstStyle/>
        <a:p>
          <a:endParaRPr lang="en-PK"/>
        </a:p>
      </dgm:t>
    </dgm:pt>
    <dgm:pt modelId="{66939B40-4CBC-49D8-9860-985A33186E19}" type="sibTrans" cxnId="{4AE606A5-C6C3-469A-8420-2CB22908952B}">
      <dgm:prSet/>
      <dgm:spPr/>
      <dgm:t>
        <a:bodyPr/>
        <a:lstStyle/>
        <a:p>
          <a:endParaRPr lang="en-PK"/>
        </a:p>
      </dgm:t>
    </dgm:pt>
    <dgm:pt modelId="{6EC17D46-F88D-46D6-9A9C-FE345B1515E3}">
      <dgm:prSet/>
      <dgm:spPr/>
      <dgm:t>
        <a:bodyPr/>
        <a:lstStyle/>
        <a:p>
          <a:endParaRPr lang="en-PK"/>
        </a:p>
      </dgm:t>
    </dgm:pt>
    <dgm:pt modelId="{0280EB73-DA61-4437-8A53-61F74359FA7D}" type="parTrans" cxnId="{D7090DC4-E5F6-4518-A487-77F12BD3447F}">
      <dgm:prSet/>
      <dgm:spPr/>
      <dgm:t>
        <a:bodyPr/>
        <a:lstStyle/>
        <a:p>
          <a:endParaRPr lang="en-PK"/>
        </a:p>
      </dgm:t>
    </dgm:pt>
    <dgm:pt modelId="{4F5A1872-BEFC-4CDA-94BA-C4B1429D0D48}" type="sibTrans" cxnId="{D7090DC4-E5F6-4518-A487-77F12BD3447F}">
      <dgm:prSet/>
      <dgm:spPr/>
      <dgm:t>
        <a:bodyPr/>
        <a:lstStyle/>
        <a:p>
          <a:endParaRPr lang="en-PK"/>
        </a:p>
      </dgm:t>
    </dgm:pt>
    <dgm:pt modelId="{31B40B1B-A05E-4831-86CA-C318C04EF4EA}">
      <dgm:prSet/>
      <dgm:spPr>
        <a:solidFill>
          <a:schemeClr val="accent6"/>
        </a:solidFill>
      </dgm:spPr>
      <dgm:t>
        <a:bodyPr/>
        <a:lstStyle/>
        <a:p>
          <a:r>
            <a:rPr lang="en-US" dirty="0"/>
            <a:t>Use mixed-method decisions (data + human insights)</a:t>
          </a:r>
          <a:endParaRPr lang="en-PK" dirty="0"/>
        </a:p>
      </dgm:t>
    </dgm:pt>
    <dgm:pt modelId="{6626CF4B-F066-4EED-8A57-DA82A5EC1168}" type="parTrans" cxnId="{2314B1DB-616C-4BD8-B8BD-7793F808044C}">
      <dgm:prSet/>
      <dgm:spPr/>
      <dgm:t>
        <a:bodyPr/>
        <a:lstStyle/>
        <a:p>
          <a:endParaRPr lang="en-PK"/>
        </a:p>
      </dgm:t>
    </dgm:pt>
    <dgm:pt modelId="{183920D2-D212-4317-8094-BC4BF86016D5}" type="sibTrans" cxnId="{2314B1DB-616C-4BD8-B8BD-7793F808044C}">
      <dgm:prSet/>
      <dgm:spPr/>
      <dgm:t>
        <a:bodyPr/>
        <a:lstStyle/>
        <a:p>
          <a:endParaRPr lang="en-PK"/>
        </a:p>
      </dgm:t>
    </dgm:pt>
    <dgm:pt modelId="{71D6FF19-872F-442F-81C9-47D8293C0FFE}" type="pres">
      <dgm:prSet presAssocID="{C7C3A050-0066-4DFA-A509-A766DAD5D433}" presName="outerComposite" presStyleCnt="0">
        <dgm:presLayoutVars>
          <dgm:chMax val="5"/>
          <dgm:dir/>
          <dgm:resizeHandles val="exact"/>
        </dgm:presLayoutVars>
      </dgm:prSet>
      <dgm:spPr/>
    </dgm:pt>
    <dgm:pt modelId="{C7B770EC-5205-4B12-B540-E148CA480847}" type="pres">
      <dgm:prSet presAssocID="{C7C3A050-0066-4DFA-A509-A766DAD5D433}" presName="dummyMaxCanvas" presStyleCnt="0">
        <dgm:presLayoutVars/>
      </dgm:prSet>
      <dgm:spPr/>
    </dgm:pt>
    <dgm:pt modelId="{3011A2DF-0F57-48A8-B5CD-F2FA5266C45C}" type="pres">
      <dgm:prSet presAssocID="{C7C3A050-0066-4DFA-A509-A766DAD5D433}" presName="FiveNodes_1" presStyleLbl="node1" presStyleIdx="0" presStyleCnt="5">
        <dgm:presLayoutVars>
          <dgm:bulletEnabled val="1"/>
        </dgm:presLayoutVars>
      </dgm:prSet>
      <dgm:spPr/>
    </dgm:pt>
    <dgm:pt modelId="{5EC894F2-CF4A-4EA5-8507-78A1F7EAA786}" type="pres">
      <dgm:prSet presAssocID="{C7C3A050-0066-4DFA-A509-A766DAD5D433}" presName="FiveNodes_2" presStyleLbl="node1" presStyleIdx="1" presStyleCnt="5">
        <dgm:presLayoutVars>
          <dgm:bulletEnabled val="1"/>
        </dgm:presLayoutVars>
      </dgm:prSet>
      <dgm:spPr/>
    </dgm:pt>
    <dgm:pt modelId="{5390A921-E155-42DD-9F99-75AE323F9698}" type="pres">
      <dgm:prSet presAssocID="{C7C3A050-0066-4DFA-A509-A766DAD5D433}" presName="FiveNodes_3" presStyleLbl="node1" presStyleIdx="2" presStyleCnt="5">
        <dgm:presLayoutVars>
          <dgm:bulletEnabled val="1"/>
        </dgm:presLayoutVars>
      </dgm:prSet>
      <dgm:spPr/>
    </dgm:pt>
    <dgm:pt modelId="{E5EFA813-41D9-4954-A504-0A7AF3A70A13}" type="pres">
      <dgm:prSet presAssocID="{C7C3A050-0066-4DFA-A509-A766DAD5D433}" presName="FiveNodes_4" presStyleLbl="node1" presStyleIdx="3" presStyleCnt="5">
        <dgm:presLayoutVars>
          <dgm:bulletEnabled val="1"/>
        </dgm:presLayoutVars>
      </dgm:prSet>
      <dgm:spPr/>
    </dgm:pt>
    <dgm:pt modelId="{9E25BD9E-C1AF-4016-849F-63A5CB32CDCA}" type="pres">
      <dgm:prSet presAssocID="{C7C3A050-0066-4DFA-A509-A766DAD5D433}" presName="FiveNodes_5" presStyleLbl="node1" presStyleIdx="4" presStyleCnt="5">
        <dgm:presLayoutVars>
          <dgm:bulletEnabled val="1"/>
        </dgm:presLayoutVars>
      </dgm:prSet>
      <dgm:spPr/>
    </dgm:pt>
    <dgm:pt modelId="{A5EF5A26-503D-4DF0-9375-BB10827B7D41}" type="pres">
      <dgm:prSet presAssocID="{C7C3A050-0066-4DFA-A509-A766DAD5D433}" presName="FiveConn_1-2" presStyleLbl="fgAccFollowNode1" presStyleIdx="0" presStyleCnt="4">
        <dgm:presLayoutVars>
          <dgm:bulletEnabled val="1"/>
        </dgm:presLayoutVars>
      </dgm:prSet>
      <dgm:spPr/>
    </dgm:pt>
    <dgm:pt modelId="{FD0AA626-AD83-4421-B2CB-D2EEA8DC8E84}" type="pres">
      <dgm:prSet presAssocID="{C7C3A050-0066-4DFA-A509-A766DAD5D433}" presName="FiveConn_2-3" presStyleLbl="fgAccFollowNode1" presStyleIdx="1" presStyleCnt="4">
        <dgm:presLayoutVars>
          <dgm:bulletEnabled val="1"/>
        </dgm:presLayoutVars>
      </dgm:prSet>
      <dgm:spPr/>
    </dgm:pt>
    <dgm:pt modelId="{9BD03F8C-DC8C-4216-87AA-6695B8E6E76C}" type="pres">
      <dgm:prSet presAssocID="{C7C3A050-0066-4DFA-A509-A766DAD5D433}" presName="FiveConn_3-4" presStyleLbl="fgAccFollowNode1" presStyleIdx="2" presStyleCnt="4">
        <dgm:presLayoutVars>
          <dgm:bulletEnabled val="1"/>
        </dgm:presLayoutVars>
      </dgm:prSet>
      <dgm:spPr/>
    </dgm:pt>
    <dgm:pt modelId="{5E8CBF8C-BE85-4264-9BAC-4C7CB2DA7FEE}" type="pres">
      <dgm:prSet presAssocID="{C7C3A050-0066-4DFA-A509-A766DAD5D433}" presName="FiveConn_4-5" presStyleLbl="fgAccFollowNode1" presStyleIdx="3" presStyleCnt="4">
        <dgm:presLayoutVars>
          <dgm:bulletEnabled val="1"/>
        </dgm:presLayoutVars>
      </dgm:prSet>
      <dgm:spPr/>
    </dgm:pt>
    <dgm:pt modelId="{B69CDC8C-87B3-4360-8139-E3CFF20B50CD}" type="pres">
      <dgm:prSet presAssocID="{C7C3A050-0066-4DFA-A509-A766DAD5D433}" presName="FiveNodes_1_text" presStyleLbl="node1" presStyleIdx="4" presStyleCnt="5">
        <dgm:presLayoutVars>
          <dgm:bulletEnabled val="1"/>
        </dgm:presLayoutVars>
      </dgm:prSet>
      <dgm:spPr/>
    </dgm:pt>
    <dgm:pt modelId="{D845FE95-39B9-413D-B223-E71BEC2A0039}" type="pres">
      <dgm:prSet presAssocID="{C7C3A050-0066-4DFA-A509-A766DAD5D433}" presName="FiveNodes_2_text" presStyleLbl="node1" presStyleIdx="4" presStyleCnt="5">
        <dgm:presLayoutVars>
          <dgm:bulletEnabled val="1"/>
        </dgm:presLayoutVars>
      </dgm:prSet>
      <dgm:spPr/>
    </dgm:pt>
    <dgm:pt modelId="{D316BC56-12A7-4D36-A444-22F655431F10}" type="pres">
      <dgm:prSet presAssocID="{C7C3A050-0066-4DFA-A509-A766DAD5D433}" presName="FiveNodes_3_text" presStyleLbl="node1" presStyleIdx="4" presStyleCnt="5">
        <dgm:presLayoutVars>
          <dgm:bulletEnabled val="1"/>
        </dgm:presLayoutVars>
      </dgm:prSet>
      <dgm:spPr/>
    </dgm:pt>
    <dgm:pt modelId="{35C51F01-555F-418C-A181-EE7B5AB59E6A}" type="pres">
      <dgm:prSet presAssocID="{C7C3A050-0066-4DFA-A509-A766DAD5D433}" presName="FiveNodes_4_text" presStyleLbl="node1" presStyleIdx="4" presStyleCnt="5">
        <dgm:presLayoutVars>
          <dgm:bulletEnabled val="1"/>
        </dgm:presLayoutVars>
      </dgm:prSet>
      <dgm:spPr/>
    </dgm:pt>
    <dgm:pt modelId="{491500DC-62DB-43D4-8B04-5DF20ABB89B4}" type="pres">
      <dgm:prSet presAssocID="{C7C3A050-0066-4DFA-A509-A766DAD5D433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13855405-E3C7-4E27-A2B7-42DE16C6674C}" type="presOf" srcId="{67409B37-9EAF-4A46-AAD1-01EA14EECE19}" destId="{E5EFA813-41D9-4954-A504-0A7AF3A70A13}" srcOrd="0" destOrd="0" presId="urn:microsoft.com/office/officeart/2005/8/layout/vProcess5"/>
    <dgm:cxn modelId="{161B210A-163C-40E5-AE85-098B0B70CCAB}" type="presOf" srcId="{5831DBBB-6127-4B95-B32B-1855FB088217}" destId="{D316BC56-12A7-4D36-A444-22F655431F10}" srcOrd="1" destOrd="0" presId="urn:microsoft.com/office/officeart/2005/8/layout/vProcess5"/>
    <dgm:cxn modelId="{15C67527-363F-46A4-A7F5-6DAACDC82C0B}" srcId="{C7C3A050-0066-4DFA-A509-A766DAD5D433}" destId="{DC234DDE-16A1-4403-8F47-F839A081D0A1}" srcOrd="5" destOrd="0" parTransId="{9BB9E275-8A63-40B1-A100-A42AA6177FD0}" sibTransId="{FB35EABF-A74E-4651-B5DE-A79989B2CEBE}"/>
    <dgm:cxn modelId="{80ABC035-DA3B-4C46-92CA-36C3EF354909}" srcId="{C7C3A050-0066-4DFA-A509-A766DAD5D433}" destId="{4FC45322-8C92-4899-9565-D37CC9183417}" srcOrd="8" destOrd="0" parTransId="{11496ECC-8A7C-48CC-954A-C136FDE272D3}" sibTransId="{5CA6D2EF-CDB2-412B-A02A-223E08B3886A}"/>
    <dgm:cxn modelId="{FAB75D3B-1630-4208-8C02-E40DB2722585}" type="presOf" srcId="{E40DD59D-DFF1-478C-8520-02061EA10E14}" destId="{A5EF5A26-503D-4DF0-9375-BB10827B7D41}" srcOrd="0" destOrd="0" presId="urn:microsoft.com/office/officeart/2005/8/layout/vProcess5"/>
    <dgm:cxn modelId="{0432D55B-66AC-4B40-A4EB-2EACEE7BB850}" type="presOf" srcId="{B7BC3926-182E-4D24-9E6A-F45B99ABEBCC}" destId="{5E8CBF8C-BE85-4264-9BAC-4C7CB2DA7FEE}" srcOrd="0" destOrd="0" presId="urn:microsoft.com/office/officeart/2005/8/layout/vProcess5"/>
    <dgm:cxn modelId="{81FE4765-4080-4139-AC93-FBBEFC9CEBAB}" type="presOf" srcId="{E2548B27-CEE1-4D49-8014-B4CD6F60DF06}" destId="{B69CDC8C-87B3-4360-8139-E3CFF20B50CD}" srcOrd="1" destOrd="0" presId="urn:microsoft.com/office/officeart/2005/8/layout/vProcess5"/>
    <dgm:cxn modelId="{672A0854-4421-4ED6-A2A6-7D54690D2D17}" type="presOf" srcId="{5740E2FD-B55C-418B-98CD-90A6D2A5772D}" destId="{D845FE95-39B9-413D-B223-E71BEC2A0039}" srcOrd="1" destOrd="0" presId="urn:microsoft.com/office/officeart/2005/8/layout/vProcess5"/>
    <dgm:cxn modelId="{F376C27E-8987-4C7C-BE7B-F458F9B2DB8F}" type="presOf" srcId="{31B40B1B-A05E-4831-86CA-C318C04EF4EA}" destId="{491500DC-62DB-43D4-8B04-5DF20ABB89B4}" srcOrd="1" destOrd="0" presId="urn:microsoft.com/office/officeart/2005/8/layout/vProcess5"/>
    <dgm:cxn modelId="{F3DD5884-F585-4280-B270-E6484150C7D0}" type="presOf" srcId="{AFD615E7-F5AB-4BD9-886F-3411CFBAB9EB}" destId="{FD0AA626-AD83-4421-B2CB-D2EEA8DC8E84}" srcOrd="0" destOrd="0" presId="urn:microsoft.com/office/officeart/2005/8/layout/vProcess5"/>
    <dgm:cxn modelId="{1B7BD497-5FE9-4271-AFD8-9C9E2D5627CA}" srcId="{C7C3A050-0066-4DFA-A509-A766DAD5D433}" destId="{E2548B27-CEE1-4D49-8014-B4CD6F60DF06}" srcOrd="0" destOrd="0" parTransId="{643050B6-AE0A-4A93-85A1-21FA54DA35A8}" sibTransId="{E40DD59D-DFF1-478C-8520-02061EA10E14}"/>
    <dgm:cxn modelId="{8F2F0099-3740-41E4-9D74-44E93D3B12EE}" type="presOf" srcId="{5831DBBB-6127-4B95-B32B-1855FB088217}" destId="{5390A921-E155-42DD-9F99-75AE323F9698}" srcOrd="0" destOrd="0" presId="urn:microsoft.com/office/officeart/2005/8/layout/vProcess5"/>
    <dgm:cxn modelId="{1B88D1A0-A806-401D-AE3A-9B5DD9A92DB8}" srcId="{C7C3A050-0066-4DFA-A509-A766DAD5D433}" destId="{67409B37-9EAF-4A46-AAD1-01EA14EECE19}" srcOrd="3" destOrd="0" parTransId="{76708D45-4364-48E3-8B29-F79C6D4C458D}" sibTransId="{B7BC3926-182E-4D24-9E6A-F45B99ABEBCC}"/>
    <dgm:cxn modelId="{4AE606A5-C6C3-469A-8420-2CB22908952B}" srcId="{C7C3A050-0066-4DFA-A509-A766DAD5D433}" destId="{FDDAC606-F436-44F2-871E-DCECF71A55D7}" srcOrd="7" destOrd="0" parTransId="{D49FCB4E-3720-42B3-9C57-A9E18A26469B}" sibTransId="{66939B40-4CBC-49D8-9860-985A33186E19}"/>
    <dgm:cxn modelId="{9D1C91AC-E916-4FE7-B271-5463DB01BDE4}" type="presOf" srcId="{67409B37-9EAF-4A46-AAD1-01EA14EECE19}" destId="{35C51F01-555F-418C-A181-EE7B5AB59E6A}" srcOrd="1" destOrd="0" presId="urn:microsoft.com/office/officeart/2005/8/layout/vProcess5"/>
    <dgm:cxn modelId="{D7090DC4-E5F6-4518-A487-77F12BD3447F}" srcId="{C7C3A050-0066-4DFA-A509-A766DAD5D433}" destId="{6EC17D46-F88D-46D6-9A9C-FE345B1515E3}" srcOrd="6" destOrd="0" parTransId="{0280EB73-DA61-4437-8A53-61F74359FA7D}" sibTransId="{4F5A1872-BEFC-4CDA-94BA-C4B1429D0D48}"/>
    <dgm:cxn modelId="{8A147CCD-E992-4F21-BD0E-3284CDDACE47}" type="presOf" srcId="{C7C3A050-0066-4DFA-A509-A766DAD5D433}" destId="{71D6FF19-872F-442F-81C9-47D8293C0FFE}" srcOrd="0" destOrd="0" presId="urn:microsoft.com/office/officeart/2005/8/layout/vProcess5"/>
    <dgm:cxn modelId="{A56DCBCD-3118-45DD-9C8E-B997E480E645}" srcId="{C7C3A050-0066-4DFA-A509-A766DAD5D433}" destId="{5831DBBB-6127-4B95-B32B-1855FB088217}" srcOrd="2" destOrd="0" parTransId="{4376B581-A17A-4D35-917B-1CE863FD6552}" sibTransId="{19BDA330-768E-422B-B935-2A094862C954}"/>
    <dgm:cxn modelId="{88E12CD2-255C-4419-B8E2-25CED94F379B}" type="presOf" srcId="{5740E2FD-B55C-418B-98CD-90A6D2A5772D}" destId="{5EC894F2-CF4A-4EA5-8507-78A1F7EAA786}" srcOrd="0" destOrd="0" presId="urn:microsoft.com/office/officeart/2005/8/layout/vProcess5"/>
    <dgm:cxn modelId="{E8C1FCD2-3D1D-46AA-83FA-81335F1FF6D0}" type="presOf" srcId="{19BDA330-768E-422B-B935-2A094862C954}" destId="{9BD03F8C-DC8C-4216-87AA-6695B8E6E76C}" srcOrd="0" destOrd="0" presId="urn:microsoft.com/office/officeart/2005/8/layout/vProcess5"/>
    <dgm:cxn modelId="{8999DAD7-8758-4992-AEA5-1EAE9A487E05}" type="presOf" srcId="{31B40B1B-A05E-4831-86CA-C318C04EF4EA}" destId="{9E25BD9E-C1AF-4016-849F-63A5CB32CDCA}" srcOrd="0" destOrd="0" presId="urn:microsoft.com/office/officeart/2005/8/layout/vProcess5"/>
    <dgm:cxn modelId="{2314B1DB-616C-4BD8-B8BD-7793F808044C}" srcId="{C7C3A050-0066-4DFA-A509-A766DAD5D433}" destId="{31B40B1B-A05E-4831-86CA-C318C04EF4EA}" srcOrd="4" destOrd="0" parTransId="{6626CF4B-F066-4EED-8A57-DA82A5EC1168}" sibTransId="{183920D2-D212-4317-8094-BC4BF86016D5}"/>
    <dgm:cxn modelId="{DB694DEB-C074-49D1-BDA7-6BBE36EADAB2}" srcId="{C7C3A050-0066-4DFA-A509-A766DAD5D433}" destId="{5740E2FD-B55C-418B-98CD-90A6D2A5772D}" srcOrd="1" destOrd="0" parTransId="{163C28A8-04BD-40D3-AFAF-71A779A54708}" sibTransId="{AFD615E7-F5AB-4BD9-886F-3411CFBAB9EB}"/>
    <dgm:cxn modelId="{153AC9FF-5240-48A0-99B4-11490F05884F}" type="presOf" srcId="{E2548B27-CEE1-4D49-8014-B4CD6F60DF06}" destId="{3011A2DF-0F57-48A8-B5CD-F2FA5266C45C}" srcOrd="0" destOrd="0" presId="urn:microsoft.com/office/officeart/2005/8/layout/vProcess5"/>
    <dgm:cxn modelId="{F53DB452-6DBA-4C83-86C6-E317D2399B3F}" type="presParOf" srcId="{71D6FF19-872F-442F-81C9-47D8293C0FFE}" destId="{C7B770EC-5205-4B12-B540-E148CA480847}" srcOrd="0" destOrd="0" presId="urn:microsoft.com/office/officeart/2005/8/layout/vProcess5"/>
    <dgm:cxn modelId="{6BB12DBB-FE4F-43DF-B2EF-D255496A442C}" type="presParOf" srcId="{71D6FF19-872F-442F-81C9-47D8293C0FFE}" destId="{3011A2DF-0F57-48A8-B5CD-F2FA5266C45C}" srcOrd="1" destOrd="0" presId="urn:microsoft.com/office/officeart/2005/8/layout/vProcess5"/>
    <dgm:cxn modelId="{DB36DFAA-875E-4BD0-A030-A2C7228B69BB}" type="presParOf" srcId="{71D6FF19-872F-442F-81C9-47D8293C0FFE}" destId="{5EC894F2-CF4A-4EA5-8507-78A1F7EAA786}" srcOrd="2" destOrd="0" presId="urn:microsoft.com/office/officeart/2005/8/layout/vProcess5"/>
    <dgm:cxn modelId="{6FC32370-E0C4-4BE0-AD87-1025275F0755}" type="presParOf" srcId="{71D6FF19-872F-442F-81C9-47D8293C0FFE}" destId="{5390A921-E155-42DD-9F99-75AE323F9698}" srcOrd="3" destOrd="0" presId="urn:microsoft.com/office/officeart/2005/8/layout/vProcess5"/>
    <dgm:cxn modelId="{911B7149-CD6C-4E32-8FCE-EAA99BDC240F}" type="presParOf" srcId="{71D6FF19-872F-442F-81C9-47D8293C0FFE}" destId="{E5EFA813-41D9-4954-A504-0A7AF3A70A13}" srcOrd="4" destOrd="0" presId="urn:microsoft.com/office/officeart/2005/8/layout/vProcess5"/>
    <dgm:cxn modelId="{6C08A05B-99DF-49DC-AB66-988D56EF1331}" type="presParOf" srcId="{71D6FF19-872F-442F-81C9-47D8293C0FFE}" destId="{9E25BD9E-C1AF-4016-849F-63A5CB32CDCA}" srcOrd="5" destOrd="0" presId="urn:microsoft.com/office/officeart/2005/8/layout/vProcess5"/>
    <dgm:cxn modelId="{E71BC9A8-9F01-41A9-9059-2EA862BCDA2F}" type="presParOf" srcId="{71D6FF19-872F-442F-81C9-47D8293C0FFE}" destId="{A5EF5A26-503D-4DF0-9375-BB10827B7D41}" srcOrd="6" destOrd="0" presId="urn:microsoft.com/office/officeart/2005/8/layout/vProcess5"/>
    <dgm:cxn modelId="{9E88EB57-085C-4B3D-9B0A-A9963384EEB8}" type="presParOf" srcId="{71D6FF19-872F-442F-81C9-47D8293C0FFE}" destId="{FD0AA626-AD83-4421-B2CB-D2EEA8DC8E84}" srcOrd="7" destOrd="0" presId="urn:microsoft.com/office/officeart/2005/8/layout/vProcess5"/>
    <dgm:cxn modelId="{BE1CB6F0-3E4F-4A0E-89CB-4BA02CD29345}" type="presParOf" srcId="{71D6FF19-872F-442F-81C9-47D8293C0FFE}" destId="{9BD03F8C-DC8C-4216-87AA-6695B8E6E76C}" srcOrd="8" destOrd="0" presId="urn:microsoft.com/office/officeart/2005/8/layout/vProcess5"/>
    <dgm:cxn modelId="{8FC51A33-9AAB-4EEF-A047-60B4BF20CEA7}" type="presParOf" srcId="{71D6FF19-872F-442F-81C9-47D8293C0FFE}" destId="{5E8CBF8C-BE85-4264-9BAC-4C7CB2DA7FEE}" srcOrd="9" destOrd="0" presId="urn:microsoft.com/office/officeart/2005/8/layout/vProcess5"/>
    <dgm:cxn modelId="{0791BAEE-EED8-4EE1-B64D-1BCB0D9D8D88}" type="presParOf" srcId="{71D6FF19-872F-442F-81C9-47D8293C0FFE}" destId="{B69CDC8C-87B3-4360-8139-E3CFF20B50CD}" srcOrd="10" destOrd="0" presId="urn:microsoft.com/office/officeart/2005/8/layout/vProcess5"/>
    <dgm:cxn modelId="{BA9C5908-2C1C-41EA-A804-54A5BC9F6974}" type="presParOf" srcId="{71D6FF19-872F-442F-81C9-47D8293C0FFE}" destId="{D845FE95-39B9-413D-B223-E71BEC2A0039}" srcOrd="11" destOrd="0" presId="urn:microsoft.com/office/officeart/2005/8/layout/vProcess5"/>
    <dgm:cxn modelId="{B85DAEBD-D359-459B-9F40-DFCA95050C48}" type="presParOf" srcId="{71D6FF19-872F-442F-81C9-47D8293C0FFE}" destId="{D316BC56-12A7-4D36-A444-22F655431F10}" srcOrd="12" destOrd="0" presId="urn:microsoft.com/office/officeart/2005/8/layout/vProcess5"/>
    <dgm:cxn modelId="{D50C7F6B-DAE2-49E4-9B99-1DB375FE144A}" type="presParOf" srcId="{71D6FF19-872F-442F-81C9-47D8293C0FFE}" destId="{35C51F01-555F-418C-A181-EE7B5AB59E6A}" srcOrd="13" destOrd="0" presId="urn:microsoft.com/office/officeart/2005/8/layout/vProcess5"/>
    <dgm:cxn modelId="{1FD2C52D-68A8-46C3-83A3-A2747D530581}" type="presParOf" srcId="{71D6FF19-872F-442F-81C9-47D8293C0FFE}" destId="{491500DC-62DB-43D4-8B04-5DF20ABB89B4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23DADC-424F-4BD0-9FD5-BCD44FA18132}">
      <dsp:nvSpPr>
        <dsp:cNvPr id="0" name=""/>
        <dsp:cNvSpPr/>
      </dsp:nvSpPr>
      <dsp:spPr>
        <a:xfrm>
          <a:off x="934294" y="-23141"/>
          <a:ext cx="4227505" cy="4227505"/>
        </a:xfrm>
        <a:prstGeom prst="circularArrow">
          <a:avLst>
            <a:gd name="adj1" fmla="val 5544"/>
            <a:gd name="adj2" fmla="val 330680"/>
            <a:gd name="adj3" fmla="val 13814324"/>
            <a:gd name="adj4" fmla="val 17362639"/>
            <a:gd name="adj5" fmla="val 5757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128738-6BFE-404E-B625-E6D0FBCC6B96}">
      <dsp:nvSpPr>
        <dsp:cNvPr id="0" name=""/>
        <dsp:cNvSpPr/>
      </dsp:nvSpPr>
      <dsp:spPr>
        <a:xfrm>
          <a:off x="2074696" y="1505"/>
          <a:ext cx="1946702" cy="97335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Better project alignment with business goals</a:t>
          </a:r>
          <a:endParaRPr lang="en-PK" sz="1800" kern="1200" dirty="0"/>
        </a:p>
      </dsp:txBody>
      <dsp:txXfrm>
        <a:off x="2122211" y="49020"/>
        <a:ext cx="1851672" cy="878321"/>
      </dsp:txXfrm>
    </dsp:sp>
    <dsp:sp modelId="{93F0E4D5-E503-41FD-958A-C135E7804862}">
      <dsp:nvSpPr>
        <dsp:cNvPr id="0" name=""/>
        <dsp:cNvSpPr/>
      </dsp:nvSpPr>
      <dsp:spPr>
        <a:xfrm>
          <a:off x="3789236" y="1247191"/>
          <a:ext cx="1946702" cy="97335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Higher accuracy in forecasting</a:t>
          </a:r>
          <a:endParaRPr lang="en-PK" sz="1800" kern="1200" dirty="0"/>
        </a:p>
      </dsp:txBody>
      <dsp:txXfrm>
        <a:off x="3836751" y="1294706"/>
        <a:ext cx="1851672" cy="878321"/>
      </dsp:txXfrm>
    </dsp:sp>
    <dsp:sp modelId="{149B43B8-D262-4F1C-A6CD-CD63913EBEAE}">
      <dsp:nvSpPr>
        <dsp:cNvPr id="0" name=""/>
        <dsp:cNvSpPr/>
      </dsp:nvSpPr>
      <dsp:spPr>
        <a:xfrm>
          <a:off x="3134340" y="3262754"/>
          <a:ext cx="1946702" cy="97335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Transparency &amp; accountability</a:t>
          </a:r>
          <a:endParaRPr lang="en-PK" sz="1800" kern="1200"/>
        </a:p>
      </dsp:txBody>
      <dsp:txXfrm>
        <a:off x="3181855" y="3310269"/>
        <a:ext cx="1851672" cy="878321"/>
      </dsp:txXfrm>
    </dsp:sp>
    <dsp:sp modelId="{ABF1F6B6-49D4-4BCE-9509-CD8F69F99E71}">
      <dsp:nvSpPr>
        <dsp:cNvPr id="0" name=""/>
        <dsp:cNvSpPr/>
      </dsp:nvSpPr>
      <dsp:spPr>
        <a:xfrm>
          <a:off x="1015052" y="3262754"/>
          <a:ext cx="1946702" cy="97335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Improved HR ROI</a:t>
          </a:r>
          <a:endParaRPr lang="en-PK" sz="1800" kern="1200"/>
        </a:p>
      </dsp:txBody>
      <dsp:txXfrm>
        <a:off x="1062567" y="3310269"/>
        <a:ext cx="1851672" cy="878321"/>
      </dsp:txXfrm>
    </dsp:sp>
    <dsp:sp modelId="{1F66D414-00A3-432E-9AD1-DD8CD25E0F18}">
      <dsp:nvSpPr>
        <dsp:cNvPr id="0" name=""/>
        <dsp:cNvSpPr/>
      </dsp:nvSpPr>
      <dsp:spPr>
        <a:xfrm>
          <a:off x="360156" y="1247191"/>
          <a:ext cx="1946702" cy="97335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Better stakeholder confidence</a:t>
          </a:r>
          <a:endParaRPr lang="en-PK" sz="1800" kern="1200" dirty="0"/>
        </a:p>
      </dsp:txBody>
      <dsp:txXfrm>
        <a:off x="407671" y="1294706"/>
        <a:ext cx="1851672" cy="87832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11A2DF-0F57-48A8-B5CD-F2FA5266C45C}">
      <dsp:nvSpPr>
        <dsp:cNvPr id="0" name=""/>
        <dsp:cNvSpPr/>
      </dsp:nvSpPr>
      <dsp:spPr>
        <a:xfrm>
          <a:off x="0" y="0"/>
          <a:ext cx="6109207" cy="921155"/>
        </a:xfrm>
        <a:prstGeom prst="roundRect">
          <a:avLst>
            <a:gd name="adj" fmla="val 10000"/>
          </a:avLst>
        </a:prstGeom>
        <a:solidFill>
          <a:schemeClr val="accent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2500" kern="1200" dirty="0"/>
            <a:t>Improve data quality &amp; governance</a:t>
          </a:r>
        </a:p>
      </dsp:txBody>
      <dsp:txXfrm>
        <a:off x="26980" y="26980"/>
        <a:ext cx="5007433" cy="867195"/>
      </dsp:txXfrm>
    </dsp:sp>
    <dsp:sp modelId="{5EC894F2-CF4A-4EA5-8507-78A1F7EAA786}">
      <dsp:nvSpPr>
        <dsp:cNvPr id="0" name=""/>
        <dsp:cNvSpPr/>
      </dsp:nvSpPr>
      <dsp:spPr>
        <a:xfrm>
          <a:off x="456207" y="1049093"/>
          <a:ext cx="6109207" cy="921155"/>
        </a:xfrm>
        <a:prstGeom prst="roundRect">
          <a:avLst>
            <a:gd name="adj" fmla="val 10000"/>
          </a:avLst>
        </a:prstGeom>
        <a:solidFill>
          <a:schemeClr val="accent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2500" kern="1200" dirty="0"/>
            <a:t>Train HR teams on analytics</a:t>
          </a:r>
        </a:p>
      </dsp:txBody>
      <dsp:txXfrm>
        <a:off x="483187" y="1076073"/>
        <a:ext cx="5000289" cy="867195"/>
      </dsp:txXfrm>
    </dsp:sp>
    <dsp:sp modelId="{5390A921-E155-42DD-9F99-75AE323F9698}">
      <dsp:nvSpPr>
        <dsp:cNvPr id="0" name=""/>
        <dsp:cNvSpPr/>
      </dsp:nvSpPr>
      <dsp:spPr>
        <a:xfrm>
          <a:off x="912414" y="2098186"/>
          <a:ext cx="6109207" cy="921155"/>
        </a:xfrm>
        <a:prstGeom prst="roundRect">
          <a:avLst>
            <a:gd name="adj" fmla="val 10000"/>
          </a:avLst>
        </a:prstGeom>
        <a:solidFill>
          <a:schemeClr val="accent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2500" kern="1200" dirty="0"/>
            <a:t>Use dashboards for clarity</a:t>
          </a:r>
          <a:endParaRPr lang="en-PK" sz="2500" kern="1200" dirty="0">
            <a:latin typeface="+mj-lt"/>
          </a:endParaRPr>
        </a:p>
      </dsp:txBody>
      <dsp:txXfrm>
        <a:off x="939394" y="2125166"/>
        <a:ext cx="5000289" cy="867195"/>
      </dsp:txXfrm>
    </dsp:sp>
    <dsp:sp modelId="{E5EFA813-41D9-4954-A504-0A7AF3A70A13}">
      <dsp:nvSpPr>
        <dsp:cNvPr id="0" name=""/>
        <dsp:cNvSpPr/>
      </dsp:nvSpPr>
      <dsp:spPr>
        <a:xfrm>
          <a:off x="1368621" y="3147280"/>
          <a:ext cx="6109207" cy="921155"/>
        </a:xfrm>
        <a:prstGeom prst="roundRect">
          <a:avLst>
            <a:gd name="adj" fmla="val 10000"/>
          </a:avLst>
        </a:prstGeom>
        <a:solidFill>
          <a:schemeClr val="accent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2500" kern="1200" dirty="0"/>
            <a:t>Maintain ethical data practices</a:t>
          </a:r>
          <a:endParaRPr lang="en-PK" sz="2500" kern="1200" dirty="0">
            <a:latin typeface="+mj-lt"/>
          </a:endParaRPr>
        </a:p>
      </dsp:txBody>
      <dsp:txXfrm>
        <a:off x="1395601" y="3174260"/>
        <a:ext cx="5000289" cy="867195"/>
      </dsp:txXfrm>
    </dsp:sp>
    <dsp:sp modelId="{9E25BD9E-C1AF-4016-849F-63A5CB32CDCA}">
      <dsp:nvSpPr>
        <dsp:cNvPr id="0" name=""/>
        <dsp:cNvSpPr/>
      </dsp:nvSpPr>
      <dsp:spPr>
        <a:xfrm>
          <a:off x="1824828" y="4196373"/>
          <a:ext cx="6109207" cy="921155"/>
        </a:xfrm>
        <a:prstGeom prst="roundRect">
          <a:avLst>
            <a:gd name="adj" fmla="val 10000"/>
          </a:avLst>
        </a:prstGeom>
        <a:solidFill>
          <a:schemeClr val="accent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Use mixed-method decisions (data + human insights)</a:t>
          </a:r>
          <a:endParaRPr lang="en-PK" sz="2500" kern="1200" dirty="0"/>
        </a:p>
      </dsp:txBody>
      <dsp:txXfrm>
        <a:off x="1851808" y="4223353"/>
        <a:ext cx="5000289" cy="867195"/>
      </dsp:txXfrm>
    </dsp:sp>
    <dsp:sp modelId="{A5EF5A26-503D-4DF0-9375-BB10827B7D41}">
      <dsp:nvSpPr>
        <dsp:cNvPr id="0" name=""/>
        <dsp:cNvSpPr/>
      </dsp:nvSpPr>
      <dsp:spPr>
        <a:xfrm>
          <a:off x="5510456" y="672955"/>
          <a:ext cx="598750" cy="598750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PK" sz="2800" kern="1200"/>
        </a:p>
      </dsp:txBody>
      <dsp:txXfrm>
        <a:off x="5645175" y="672955"/>
        <a:ext cx="329312" cy="450559"/>
      </dsp:txXfrm>
    </dsp:sp>
    <dsp:sp modelId="{FD0AA626-AD83-4421-B2CB-D2EEA8DC8E84}">
      <dsp:nvSpPr>
        <dsp:cNvPr id="0" name=""/>
        <dsp:cNvSpPr/>
      </dsp:nvSpPr>
      <dsp:spPr>
        <a:xfrm>
          <a:off x="5966663" y="1722048"/>
          <a:ext cx="598750" cy="598750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PK" sz="2800" kern="1200"/>
        </a:p>
      </dsp:txBody>
      <dsp:txXfrm>
        <a:off x="6101382" y="1722048"/>
        <a:ext cx="329312" cy="450559"/>
      </dsp:txXfrm>
    </dsp:sp>
    <dsp:sp modelId="{9BD03F8C-DC8C-4216-87AA-6695B8E6E76C}">
      <dsp:nvSpPr>
        <dsp:cNvPr id="0" name=""/>
        <dsp:cNvSpPr/>
      </dsp:nvSpPr>
      <dsp:spPr>
        <a:xfrm>
          <a:off x="6422870" y="2755789"/>
          <a:ext cx="598750" cy="598750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PK" sz="2800" kern="1200"/>
        </a:p>
      </dsp:txBody>
      <dsp:txXfrm>
        <a:off x="6557589" y="2755789"/>
        <a:ext cx="329312" cy="450559"/>
      </dsp:txXfrm>
    </dsp:sp>
    <dsp:sp modelId="{5E8CBF8C-BE85-4264-9BAC-4C7CB2DA7FEE}">
      <dsp:nvSpPr>
        <dsp:cNvPr id="0" name=""/>
        <dsp:cNvSpPr/>
      </dsp:nvSpPr>
      <dsp:spPr>
        <a:xfrm>
          <a:off x="6879078" y="3815117"/>
          <a:ext cx="598750" cy="598750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PK" sz="2800" kern="1200"/>
        </a:p>
      </dsp:txBody>
      <dsp:txXfrm>
        <a:off x="7013797" y="3815117"/>
        <a:ext cx="329312" cy="45055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AAF045-FEF6-43EA-9CDC-C84FC3F85E9C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2F1279-6CE4-4169-83D3-4483097B69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5899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76917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0667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18993242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8394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23200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am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412611C-8F42-4A88-BF2C-3F14A15A3A2D}"/>
              </a:ext>
            </a:extLst>
          </p:cNvPr>
          <p:cNvSpPr/>
          <p:nvPr userDrawn="1"/>
        </p:nvSpPr>
        <p:spPr>
          <a:xfrm>
            <a:off x="4200072" y="1086699"/>
            <a:ext cx="3290634" cy="2160240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96E1EE68-F749-4414-A326-ABFB18D5E9AF}"/>
              </a:ext>
            </a:extLst>
          </p:cNvPr>
          <p:cNvSpPr>
            <a:spLocks noGrp="1"/>
          </p:cNvSpPr>
          <p:nvPr>
            <p:ph type="pic" idx="23" hasCustomPrompt="1"/>
          </p:nvPr>
        </p:nvSpPr>
        <p:spPr>
          <a:xfrm>
            <a:off x="5002832" y="352527"/>
            <a:ext cx="1685114" cy="17550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3346C86-7BD4-4931-8982-4954A955A0D2}"/>
              </a:ext>
            </a:extLst>
          </p:cNvPr>
          <p:cNvSpPr/>
          <p:nvPr userDrawn="1"/>
        </p:nvSpPr>
        <p:spPr>
          <a:xfrm>
            <a:off x="7997604" y="1086699"/>
            <a:ext cx="3290634" cy="2160240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4938B100-7DB2-4283-A72B-BFBB92152E89}"/>
              </a:ext>
            </a:extLst>
          </p:cNvPr>
          <p:cNvSpPr>
            <a:spLocks noGrp="1"/>
          </p:cNvSpPr>
          <p:nvPr>
            <p:ph type="pic" idx="24" hasCustomPrompt="1"/>
          </p:nvPr>
        </p:nvSpPr>
        <p:spPr>
          <a:xfrm>
            <a:off x="8800364" y="352527"/>
            <a:ext cx="1685114" cy="17550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2A0F9E1-604E-4D14-8F49-BC5799DEC58C}"/>
              </a:ext>
            </a:extLst>
          </p:cNvPr>
          <p:cNvSpPr/>
          <p:nvPr userDrawn="1"/>
        </p:nvSpPr>
        <p:spPr>
          <a:xfrm>
            <a:off x="4200072" y="4248150"/>
            <a:ext cx="3290634" cy="2160240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F14D57A3-AC8C-481C-AFAC-A9FCFB199B2D}"/>
              </a:ext>
            </a:extLst>
          </p:cNvPr>
          <p:cNvSpPr>
            <a:spLocks noGrp="1"/>
          </p:cNvSpPr>
          <p:nvPr>
            <p:ph type="pic" idx="25" hasCustomPrompt="1"/>
          </p:nvPr>
        </p:nvSpPr>
        <p:spPr>
          <a:xfrm>
            <a:off x="5002832" y="3513978"/>
            <a:ext cx="1685114" cy="17550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ECC6AC5-F655-4421-A219-B2F76C6CA2FD}"/>
              </a:ext>
            </a:extLst>
          </p:cNvPr>
          <p:cNvSpPr/>
          <p:nvPr userDrawn="1"/>
        </p:nvSpPr>
        <p:spPr>
          <a:xfrm>
            <a:off x="7997604" y="4248150"/>
            <a:ext cx="3290634" cy="2160240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BA2332AA-B2D0-4A28-A218-73EE3FE44954}"/>
              </a:ext>
            </a:extLst>
          </p:cNvPr>
          <p:cNvSpPr>
            <a:spLocks noGrp="1"/>
          </p:cNvSpPr>
          <p:nvPr>
            <p:ph type="pic" idx="26" hasCustomPrompt="1"/>
          </p:nvPr>
        </p:nvSpPr>
        <p:spPr>
          <a:xfrm>
            <a:off x="8800364" y="3513978"/>
            <a:ext cx="1685114" cy="17550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68664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icture Placeholder 162">
            <a:extLst>
              <a:ext uri="{FF2B5EF4-FFF2-40B4-BE49-F238E27FC236}">
                <a16:creationId xmlns:a16="http://schemas.microsoft.com/office/drawing/2014/main" id="{8824B83C-4516-440E-B27E-09F0426F6C97}"/>
              </a:ext>
            </a:extLst>
          </p:cNvPr>
          <p:cNvSpPr>
            <a:spLocks noGrp="1"/>
          </p:cNvSpPr>
          <p:nvPr>
            <p:ph type="pic" idx="23" hasCustomPrompt="1"/>
          </p:nvPr>
        </p:nvSpPr>
        <p:spPr>
          <a:xfrm>
            <a:off x="1" y="2"/>
            <a:ext cx="12191999" cy="6877477"/>
          </a:xfrm>
          <a:custGeom>
            <a:avLst/>
            <a:gdLst>
              <a:gd name="connsiteX0" fmla="*/ 11053396 w 12191999"/>
              <a:gd name="connsiteY0" fmla="*/ 5847975 h 6877477"/>
              <a:gd name="connsiteX1" fmla="*/ 12034143 w 12191999"/>
              <a:gd name="connsiteY1" fmla="*/ 6828722 h 6877477"/>
              <a:gd name="connsiteX2" fmla="*/ 11985388 w 12191999"/>
              <a:gd name="connsiteY2" fmla="*/ 6877477 h 6877477"/>
              <a:gd name="connsiteX3" fmla="*/ 10121403 w 12191999"/>
              <a:gd name="connsiteY3" fmla="*/ 6877477 h 6877477"/>
              <a:gd name="connsiteX4" fmla="*/ 10072648 w 12191999"/>
              <a:gd name="connsiteY4" fmla="*/ 6828722 h 6877477"/>
              <a:gd name="connsiteX5" fmla="*/ 12182376 w 12191999"/>
              <a:gd name="connsiteY5" fmla="*/ 4716808 h 6877477"/>
              <a:gd name="connsiteX6" fmla="*/ 12191999 w 12191999"/>
              <a:gd name="connsiteY6" fmla="*/ 4726431 h 6877477"/>
              <a:gd name="connsiteX7" fmla="*/ 12191999 w 12191999"/>
              <a:gd name="connsiteY7" fmla="*/ 6668679 h 6877477"/>
              <a:gd name="connsiteX8" fmla="*/ 12182376 w 12191999"/>
              <a:gd name="connsiteY8" fmla="*/ 6678302 h 6877477"/>
              <a:gd name="connsiteX9" fmla="*/ 11201628 w 12191999"/>
              <a:gd name="connsiteY9" fmla="*/ 5697555 h 6877477"/>
              <a:gd name="connsiteX10" fmla="*/ 9949130 w 12191999"/>
              <a:gd name="connsiteY10" fmla="*/ 4716808 h 6877477"/>
              <a:gd name="connsiteX11" fmla="*/ 10929877 w 12191999"/>
              <a:gd name="connsiteY11" fmla="*/ 5697555 h 6877477"/>
              <a:gd name="connsiteX12" fmla="*/ 9949130 w 12191999"/>
              <a:gd name="connsiteY12" fmla="*/ 6678302 h 6877477"/>
              <a:gd name="connsiteX13" fmla="*/ 8968382 w 12191999"/>
              <a:gd name="connsiteY13" fmla="*/ 5697555 h 6877477"/>
              <a:gd name="connsiteX14" fmla="*/ 11053396 w 12191999"/>
              <a:gd name="connsiteY14" fmla="*/ 3580491 h 6877477"/>
              <a:gd name="connsiteX15" fmla="*/ 12034143 w 12191999"/>
              <a:gd name="connsiteY15" fmla="*/ 4561237 h 6877477"/>
              <a:gd name="connsiteX16" fmla="*/ 11053396 w 12191999"/>
              <a:gd name="connsiteY16" fmla="*/ 5541984 h 6877477"/>
              <a:gd name="connsiteX17" fmla="*/ 10072648 w 12191999"/>
              <a:gd name="connsiteY17" fmla="*/ 4561237 h 6877477"/>
              <a:gd name="connsiteX18" fmla="*/ 8844864 w 12191999"/>
              <a:gd name="connsiteY18" fmla="*/ 3580491 h 6877477"/>
              <a:gd name="connsiteX19" fmla="*/ 9825611 w 12191999"/>
              <a:gd name="connsiteY19" fmla="*/ 4561237 h 6877477"/>
              <a:gd name="connsiteX20" fmla="*/ 8844864 w 12191999"/>
              <a:gd name="connsiteY20" fmla="*/ 5541984 h 6877477"/>
              <a:gd name="connsiteX21" fmla="*/ 7864116 w 12191999"/>
              <a:gd name="connsiteY21" fmla="*/ 4561237 h 6877477"/>
              <a:gd name="connsiteX22" fmla="*/ 10739 w 12191999"/>
              <a:gd name="connsiteY22" fmla="*/ 3580491 h 6877477"/>
              <a:gd name="connsiteX23" fmla="*/ 991485 w 12191999"/>
              <a:gd name="connsiteY23" fmla="*/ 4561237 h 6877477"/>
              <a:gd name="connsiteX24" fmla="*/ 10739 w 12191999"/>
              <a:gd name="connsiteY24" fmla="*/ 5541984 h 6877477"/>
              <a:gd name="connsiteX25" fmla="*/ 0 w 12191999"/>
              <a:gd name="connsiteY25" fmla="*/ 5531245 h 6877477"/>
              <a:gd name="connsiteX26" fmla="*/ 0 w 12191999"/>
              <a:gd name="connsiteY26" fmla="*/ 3591230 h 6877477"/>
              <a:gd name="connsiteX27" fmla="*/ 1115005 w 12191999"/>
              <a:gd name="connsiteY27" fmla="*/ 2448297 h 6877477"/>
              <a:gd name="connsiteX28" fmla="*/ 2095752 w 12191999"/>
              <a:gd name="connsiteY28" fmla="*/ 3429042 h 6877477"/>
              <a:gd name="connsiteX29" fmla="*/ 1115005 w 12191999"/>
              <a:gd name="connsiteY29" fmla="*/ 4409788 h 6877477"/>
              <a:gd name="connsiteX30" fmla="*/ 134258 w 12191999"/>
              <a:gd name="connsiteY30" fmla="*/ 3429042 h 6877477"/>
              <a:gd name="connsiteX31" fmla="*/ 12182376 w 12191999"/>
              <a:gd name="connsiteY31" fmla="*/ 2448295 h 6877477"/>
              <a:gd name="connsiteX32" fmla="*/ 12191999 w 12191999"/>
              <a:gd name="connsiteY32" fmla="*/ 2457918 h 6877477"/>
              <a:gd name="connsiteX33" fmla="*/ 12191999 w 12191999"/>
              <a:gd name="connsiteY33" fmla="*/ 4400165 h 6877477"/>
              <a:gd name="connsiteX34" fmla="*/ 12182376 w 12191999"/>
              <a:gd name="connsiteY34" fmla="*/ 4409788 h 6877477"/>
              <a:gd name="connsiteX35" fmla="*/ 11201628 w 12191999"/>
              <a:gd name="connsiteY35" fmla="*/ 3429042 h 6877477"/>
              <a:gd name="connsiteX36" fmla="*/ 9949130 w 12191999"/>
              <a:gd name="connsiteY36" fmla="*/ 2448295 h 6877477"/>
              <a:gd name="connsiteX37" fmla="*/ 10929877 w 12191999"/>
              <a:gd name="connsiteY37" fmla="*/ 3429042 h 6877477"/>
              <a:gd name="connsiteX38" fmla="*/ 9949130 w 12191999"/>
              <a:gd name="connsiteY38" fmla="*/ 4409788 h 6877477"/>
              <a:gd name="connsiteX39" fmla="*/ 8968382 w 12191999"/>
              <a:gd name="connsiteY39" fmla="*/ 3429042 h 6877477"/>
              <a:gd name="connsiteX40" fmla="*/ 7740598 w 12191999"/>
              <a:gd name="connsiteY40" fmla="*/ 2448295 h 6877477"/>
              <a:gd name="connsiteX41" fmla="*/ 8721345 w 12191999"/>
              <a:gd name="connsiteY41" fmla="*/ 3429042 h 6877477"/>
              <a:gd name="connsiteX42" fmla="*/ 7740598 w 12191999"/>
              <a:gd name="connsiteY42" fmla="*/ 4409788 h 6877477"/>
              <a:gd name="connsiteX43" fmla="*/ 6759852 w 12191999"/>
              <a:gd name="connsiteY43" fmla="*/ 3429042 h 6877477"/>
              <a:gd name="connsiteX44" fmla="*/ 11053396 w 12191999"/>
              <a:gd name="connsiteY44" fmla="*/ 1313009 h 6877477"/>
              <a:gd name="connsiteX45" fmla="*/ 12034143 w 12191999"/>
              <a:gd name="connsiteY45" fmla="*/ 2293756 h 6877477"/>
              <a:gd name="connsiteX46" fmla="*/ 11053396 w 12191999"/>
              <a:gd name="connsiteY46" fmla="*/ 3274502 h 6877477"/>
              <a:gd name="connsiteX47" fmla="*/ 10072648 w 12191999"/>
              <a:gd name="connsiteY47" fmla="*/ 2293756 h 6877477"/>
              <a:gd name="connsiteX48" fmla="*/ 8844864 w 12191999"/>
              <a:gd name="connsiteY48" fmla="*/ 1313009 h 6877477"/>
              <a:gd name="connsiteX49" fmla="*/ 9825611 w 12191999"/>
              <a:gd name="connsiteY49" fmla="*/ 2293756 h 6877477"/>
              <a:gd name="connsiteX50" fmla="*/ 8844864 w 12191999"/>
              <a:gd name="connsiteY50" fmla="*/ 3274503 h 6877477"/>
              <a:gd name="connsiteX51" fmla="*/ 7864116 w 12191999"/>
              <a:gd name="connsiteY51" fmla="*/ 2293756 h 6877477"/>
              <a:gd name="connsiteX52" fmla="*/ 6636337 w 12191999"/>
              <a:gd name="connsiteY52" fmla="*/ 1313009 h 6877477"/>
              <a:gd name="connsiteX53" fmla="*/ 7617079 w 12191999"/>
              <a:gd name="connsiteY53" fmla="*/ 2293756 h 6877477"/>
              <a:gd name="connsiteX54" fmla="*/ 6636337 w 12191999"/>
              <a:gd name="connsiteY54" fmla="*/ 3274503 h 6877477"/>
              <a:gd name="connsiteX55" fmla="*/ 5655588 w 12191999"/>
              <a:gd name="connsiteY55" fmla="*/ 2293756 h 6877477"/>
              <a:gd name="connsiteX56" fmla="*/ 2219273 w 12191999"/>
              <a:gd name="connsiteY56" fmla="*/ 1313009 h 6877477"/>
              <a:gd name="connsiteX57" fmla="*/ 3200020 w 12191999"/>
              <a:gd name="connsiteY57" fmla="*/ 2293756 h 6877477"/>
              <a:gd name="connsiteX58" fmla="*/ 2219273 w 12191999"/>
              <a:gd name="connsiteY58" fmla="*/ 3274503 h 6877477"/>
              <a:gd name="connsiteX59" fmla="*/ 1238524 w 12191999"/>
              <a:gd name="connsiteY59" fmla="*/ 2293756 h 6877477"/>
              <a:gd name="connsiteX60" fmla="*/ 10741 w 12191999"/>
              <a:gd name="connsiteY60" fmla="*/ 1313009 h 6877477"/>
              <a:gd name="connsiteX61" fmla="*/ 991488 w 12191999"/>
              <a:gd name="connsiteY61" fmla="*/ 2293756 h 6877477"/>
              <a:gd name="connsiteX62" fmla="*/ 10741 w 12191999"/>
              <a:gd name="connsiteY62" fmla="*/ 3274503 h 6877477"/>
              <a:gd name="connsiteX63" fmla="*/ 0 w 12191999"/>
              <a:gd name="connsiteY63" fmla="*/ 3263761 h 6877477"/>
              <a:gd name="connsiteX64" fmla="*/ 0 w 12191999"/>
              <a:gd name="connsiteY64" fmla="*/ 1323750 h 6877477"/>
              <a:gd name="connsiteX65" fmla="*/ 7740598 w 12191999"/>
              <a:gd name="connsiteY65" fmla="*/ 179783 h 6877477"/>
              <a:gd name="connsiteX66" fmla="*/ 8721345 w 12191999"/>
              <a:gd name="connsiteY66" fmla="*/ 1160530 h 6877477"/>
              <a:gd name="connsiteX67" fmla="*/ 7740598 w 12191999"/>
              <a:gd name="connsiteY67" fmla="*/ 2141277 h 6877477"/>
              <a:gd name="connsiteX68" fmla="*/ 6759852 w 12191999"/>
              <a:gd name="connsiteY68" fmla="*/ 1160530 h 6877477"/>
              <a:gd name="connsiteX69" fmla="*/ 5532073 w 12191999"/>
              <a:gd name="connsiteY69" fmla="*/ 179783 h 6877477"/>
              <a:gd name="connsiteX70" fmla="*/ 6512819 w 12191999"/>
              <a:gd name="connsiteY70" fmla="*/ 1160530 h 6877477"/>
              <a:gd name="connsiteX71" fmla="*/ 5532073 w 12191999"/>
              <a:gd name="connsiteY71" fmla="*/ 2141277 h 6877477"/>
              <a:gd name="connsiteX72" fmla="*/ 4551324 w 12191999"/>
              <a:gd name="connsiteY72" fmla="*/ 1160530 h 6877477"/>
              <a:gd name="connsiteX73" fmla="*/ 3323540 w 12191999"/>
              <a:gd name="connsiteY73" fmla="*/ 179783 h 6877477"/>
              <a:gd name="connsiteX74" fmla="*/ 4304287 w 12191999"/>
              <a:gd name="connsiteY74" fmla="*/ 1160530 h 6877477"/>
              <a:gd name="connsiteX75" fmla="*/ 3323540 w 12191999"/>
              <a:gd name="connsiteY75" fmla="*/ 2141277 h 6877477"/>
              <a:gd name="connsiteX76" fmla="*/ 2342792 w 12191999"/>
              <a:gd name="connsiteY76" fmla="*/ 1160530 h 6877477"/>
              <a:gd name="connsiteX77" fmla="*/ 1115008 w 12191999"/>
              <a:gd name="connsiteY77" fmla="*/ 179783 h 6877477"/>
              <a:gd name="connsiteX78" fmla="*/ 2095755 w 12191999"/>
              <a:gd name="connsiteY78" fmla="*/ 1160530 h 6877477"/>
              <a:gd name="connsiteX79" fmla="*/ 1115008 w 12191999"/>
              <a:gd name="connsiteY79" fmla="*/ 2141277 h 6877477"/>
              <a:gd name="connsiteX80" fmla="*/ 134260 w 12191999"/>
              <a:gd name="connsiteY80" fmla="*/ 1160530 h 6877477"/>
              <a:gd name="connsiteX81" fmla="*/ 12182376 w 12191999"/>
              <a:gd name="connsiteY81" fmla="*/ 179782 h 6877477"/>
              <a:gd name="connsiteX82" fmla="*/ 12191999 w 12191999"/>
              <a:gd name="connsiteY82" fmla="*/ 189405 h 6877477"/>
              <a:gd name="connsiteX83" fmla="*/ 12191999 w 12191999"/>
              <a:gd name="connsiteY83" fmla="*/ 2131652 h 6877477"/>
              <a:gd name="connsiteX84" fmla="*/ 12182376 w 12191999"/>
              <a:gd name="connsiteY84" fmla="*/ 2141275 h 6877477"/>
              <a:gd name="connsiteX85" fmla="*/ 11201628 w 12191999"/>
              <a:gd name="connsiteY85" fmla="*/ 1160529 h 6877477"/>
              <a:gd name="connsiteX86" fmla="*/ 9949130 w 12191999"/>
              <a:gd name="connsiteY86" fmla="*/ 179782 h 6877477"/>
              <a:gd name="connsiteX87" fmla="*/ 10929877 w 12191999"/>
              <a:gd name="connsiteY87" fmla="*/ 1160530 h 6877477"/>
              <a:gd name="connsiteX88" fmla="*/ 9949130 w 12191999"/>
              <a:gd name="connsiteY88" fmla="*/ 2141275 h 6877477"/>
              <a:gd name="connsiteX89" fmla="*/ 8968382 w 12191999"/>
              <a:gd name="connsiteY89" fmla="*/ 1160530 h 6877477"/>
              <a:gd name="connsiteX90" fmla="*/ 10098921 w 12191999"/>
              <a:gd name="connsiteY90" fmla="*/ 0 h 6877477"/>
              <a:gd name="connsiteX91" fmla="*/ 12007870 w 12191999"/>
              <a:gd name="connsiteY91" fmla="*/ 0 h 6877477"/>
              <a:gd name="connsiteX92" fmla="*/ 12034143 w 12191999"/>
              <a:gd name="connsiteY92" fmla="*/ 26273 h 6877477"/>
              <a:gd name="connsiteX93" fmla="*/ 11053396 w 12191999"/>
              <a:gd name="connsiteY93" fmla="*/ 1007020 h 6877477"/>
              <a:gd name="connsiteX94" fmla="*/ 10072648 w 12191999"/>
              <a:gd name="connsiteY94" fmla="*/ 26273 h 6877477"/>
              <a:gd name="connsiteX95" fmla="*/ 7890389 w 12191999"/>
              <a:gd name="connsiteY95" fmla="*/ 0 h 6877477"/>
              <a:gd name="connsiteX96" fmla="*/ 9799338 w 12191999"/>
              <a:gd name="connsiteY96" fmla="*/ 0 h 6877477"/>
              <a:gd name="connsiteX97" fmla="*/ 9825611 w 12191999"/>
              <a:gd name="connsiteY97" fmla="*/ 26273 h 6877477"/>
              <a:gd name="connsiteX98" fmla="*/ 8844864 w 12191999"/>
              <a:gd name="connsiteY98" fmla="*/ 1007020 h 6877477"/>
              <a:gd name="connsiteX99" fmla="*/ 7864116 w 12191999"/>
              <a:gd name="connsiteY99" fmla="*/ 26273 h 6877477"/>
              <a:gd name="connsiteX100" fmla="*/ 5681864 w 12191999"/>
              <a:gd name="connsiteY100" fmla="*/ 0 h 6877477"/>
              <a:gd name="connsiteX101" fmla="*/ 7590806 w 12191999"/>
              <a:gd name="connsiteY101" fmla="*/ 0 h 6877477"/>
              <a:gd name="connsiteX102" fmla="*/ 7617079 w 12191999"/>
              <a:gd name="connsiteY102" fmla="*/ 26273 h 6877477"/>
              <a:gd name="connsiteX103" fmla="*/ 6636339 w 12191999"/>
              <a:gd name="connsiteY103" fmla="*/ 1007020 h 6877477"/>
              <a:gd name="connsiteX104" fmla="*/ 5655591 w 12191999"/>
              <a:gd name="connsiteY104" fmla="*/ 26273 h 6877477"/>
              <a:gd name="connsiteX105" fmla="*/ 3473334 w 12191999"/>
              <a:gd name="connsiteY105" fmla="*/ 0 h 6877477"/>
              <a:gd name="connsiteX106" fmla="*/ 5382281 w 12191999"/>
              <a:gd name="connsiteY106" fmla="*/ 0 h 6877477"/>
              <a:gd name="connsiteX107" fmla="*/ 5408554 w 12191999"/>
              <a:gd name="connsiteY107" fmla="*/ 26274 h 6877477"/>
              <a:gd name="connsiteX108" fmla="*/ 4427806 w 12191999"/>
              <a:gd name="connsiteY108" fmla="*/ 1007020 h 6877477"/>
              <a:gd name="connsiteX109" fmla="*/ 3447060 w 12191999"/>
              <a:gd name="connsiteY109" fmla="*/ 26274 h 6877477"/>
              <a:gd name="connsiteX110" fmla="*/ 1264801 w 12191999"/>
              <a:gd name="connsiteY110" fmla="*/ 0 h 6877477"/>
              <a:gd name="connsiteX111" fmla="*/ 3173749 w 12191999"/>
              <a:gd name="connsiteY111" fmla="*/ 0 h 6877477"/>
              <a:gd name="connsiteX112" fmla="*/ 3200023 w 12191999"/>
              <a:gd name="connsiteY112" fmla="*/ 26274 h 6877477"/>
              <a:gd name="connsiteX113" fmla="*/ 2219276 w 12191999"/>
              <a:gd name="connsiteY113" fmla="*/ 1007020 h 6877477"/>
              <a:gd name="connsiteX114" fmla="*/ 1238527 w 12191999"/>
              <a:gd name="connsiteY114" fmla="*/ 26274 h 6877477"/>
              <a:gd name="connsiteX115" fmla="*/ 0 w 12191999"/>
              <a:gd name="connsiteY115" fmla="*/ 0 h 6877477"/>
              <a:gd name="connsiteX116" fmla="*/ 965216 w 12191999"/>
              <a:gd name="connsiteY116" fmla="*/ 0 h 6877477"/>
              <a:gd name="connsiteX117" fmla="*/ 991490 w 12191999"/>
              <a:gd name="connsiteY117" fmla="*/ 26274 h 6877477"/>
              <a:gd name="connsiteX118" fmla="*/ 10744 w 12191999"/>
              <a:gd name="connsiteY118" fmla="*/ 1007021 h 6877477"/>
              <a:gd name="connsiteX119" fmla="*/ 0 w 12191999"/>
              <a:gd name="connsiteY119" fmla="*/ 996277 h 6877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12191999" h="6877477">
                <a:moveTo>
                  <a:pt x="11053396" y="5847975"/>
                </a:moveTo>
                <a:lnTo>
                  <a:pt x="12034143" y="6828722"/>
                </a:lnTo>
                <a:lnTo>
                  <a:pt x="11985388" y="6877477"/>
                </a:lnTo>
                <a:lnTo>
                  <a:pt x="10121403" y="6877477"/>
                </a:lnTo>
                <a:lnTo>
                  <a:pt x="10072648" y="6828722"/>
                </a:lnTo>
                <a:close/>
                <a:moveTo>
                  <a:pt x="12182376" y="4716808"/>
                </a:moveTo>
                <a:lnTo>
                  <a:pt x="12191999" y="4726431"/>
                </a:lnTo>
                <a:lnTo>
                  <a:pt x="12191999" y="6668679"/>
                </a:lnTo>
                <a:lnTo>
                  <a:pt x="12182376" y="6678302"/>
                </a:lnTo>
                <a:lnTo>
                  <a:pt x="11201628" y="5697555"/>
                </a:lnTo>
                <a:close/>
                <a:moveTo>
                  <a:pt x="9949130" y="4716808"/>
                </a:moveTo>
                <a:lnTo>
                  <a:pt x="10929877" y="5697555"/>
                </a:lnTo>
                <a:lnTo>
                  <a:pt x="9949130" y="6678302"/>
                </a:lnTo>
                <a:lnTo>
                  <a:pt x="8968382" y="5697555"/>
                </a:lnTo>
                <a:close/>
                <a:moveTo>
                  <a:pt x="11053396" y="3580491"/>
                </a:moveTo>
                <a:lnTo>
                  <a:pt x="12034143" y="4561237"/>
                </a:lnTo>
                <a:lnTo>
                  <a:pt x="11053396" y="5541984"/>
                </a:lnTo>
                <a:lnTo>
                  <a:pt x="10072648" y="4561237"/>
                </a:lnTo>
                <a:close/>
                <a:moveTo>
                  <a:pt x="8844864" y="3580491"/>
                </a:moveTo>
                <a:lnTo>
                  <a:pt x="9825611" y="4561237"/>
                </a:lnTo>
                <a:lnTo>
                  <a:pt x="8844864" y="5541984"/>
                </a:lnTo>
                <a:lnTo>
                  <a:pt x="7864116" y="4561237"/>
                </a:lnTo>
                <a:close/>
                <a:moveTo>
                  <a:pt x="10739" y="3580491"/>
                </a:moveTo>
                <a:lnTo>
                  <a:pt x="991485" y="4561237"/>
                </a:lnTo>
                <a:lnTo>
                  <a:pt x="10739" y="5541984"/>
                </a:lnTo>
                <a:lnTo>
                  <a:pt x="0" y="5531245"/>
                </a:lnTo>
                <a:lnTo>
                  <a:pt x="0" y="3591230"/>
                </a:lnTo>
                <a:close/>
                <a:moveTo>
                  <a:pt x="1115005" y="2448297"/>
                </a:moveTo>
                <a:lnTo>
                  <a:pt x="2095752" y="3429042"/>
                </a:lnTo>
                <a:lnTo>
                  <a:pt x="1115005" y="4409788"/>
                </a:lnTo>
                <a:lnTo>
                  <a:pt x="134258" y="3429042"/>
                </a:lnTo>
                <a:close/>
                <a:moveTo>
                  <a:pt x="12182376" y="2448295"/>
                </a:moveTo>
                <a:lnTo>
                  <a:pt x="12191999" y="2457918"/>
                </a:lnTo>
                <a:lnTo>
                  <a:pt x="12191999" y="4400165"/>
                </a:lnTo>
                <a:lnTo>
                  <a:pt x="12182376" y="4409788"/>
                </a:lnTo>
                <a:lnTo>
                  <a:pt x="11201628" y="3429042"/>
                </a:lnTo>
                <a:close/>
                <a:moveTo>
                  <a:pt x="9949130" y="2448295"/>
                </a:moveTo>
                <a:lnTo>
                  <a:pt x="10929877" y="3429042"/>
                </a:lnTo>
                <a:lnTo>
                  <a:pt x="9949130" y="4409788"/>
                </a:lnTo>
                <a:lnTo>
                  <a:pt x="8968382" y="3429042"/>
                </a:lnTo>
                <a:close/>
                <a:moveTo>
                  <a:pt x="7740598" y="2448295"/>
                </a:moveTo>
                <a:lnTo>
                  <a:pt x="8721345" y="3429042"/>
                </a:lnTo>
                <a:lnTo>
                  <a:pt x="7740598" y="4409788"/>
                </a:lnTo>
                <a:lnTo>
                  <a:pt x="6759852" y="3429042"/>
                </a:lnTo>
                <a:close/>
                <a:moveTo>
                  <a:pt x="11053396" y="1313009"/>
                </a:moveTo>
                <a:lnTo>
                  <a:pt x="12034143" y="2293756"/>
                </a:lnTo>
                <a:lnTo>
                  <a:pt x="11053396" y="3274502"/>
                </a:lnTo>
                <a:lnTo>
                  <a:pt x="10072648" y="2293756"/>
                </a:lnTo>
                <a:close/>
                <a:moveTo>
                  <a:pt x="8844864" y="1313009"/>
                </a:moveTo>
                <a:lnTo>
                  <a:pt x="9825611" y="2293756"/>
                </a:lnTo>
                <a:lnTo>
                  <a:pt x="8844864" y="3274503"/>
                </a:lnTo>
                <a:lnTo>
                  <a:pt x="7864116" y="2293756"/>
                </a:lnTo>
                <a:close/>
                <a:moveTo>
                  <a:pt x="6636337" y="1313009"/>
                </a:moveTo>
                <a:lnTo>
                  <a:pt x="7617079" y="2293756"/>
                </a:lnTo>
                <a:lnTo>
                  <a:pt x="6636337" y="3274503"/>
                </a:lnTo>
                <a:lnTo>
                  <a:pt x="5655588" y="2293756"/>
                </a:lnTo>
                <a:close/>
                <a:moveTo>
                  <a:pt x="2219273" y="1313009"/>
                </a:moveTo>
                <a:lnTo>
                  <a:pt x="3200020" y="2293756"/>
                </a:lnTo>
                <a:lnTo>
                  <a:pt x="2219273" y="3274503"/>
                </a:lnTo>
                <a:lnTo>
                  <a:pt x="1238524" y="2293756"/>
                </a:lnTo>
                <a:close/>
                <a:moveTo>
                  <a:pt x="10741" y="1313009"/>
                </a:moveTo>
                <a:lnTo>
                  <a:pt x="991488" y="2293756"/>
                </a:lnTo>
                <a:lnTo>
                  <a:pt x="10741" y="3274503"/>
                </a:lnTo>
                <a:lnTo>
                  <a:pt x="0" y="3263761"/>
                </a:lnTo>
                <a:lnTo>
                  <a:pt x="0" y="1323750"/>
                </a:lnTo>
                <a:close/>
                <a:moveTo>
                  <a:pt x="7740598" y="179783"/>
                </a:moveTo>
                <a:lnTo>
                  <a:pt x="8721345" y="1160530"/>
                </a:lnTo>
                <a:lnTo>
                  <a:pt x="7740598" y="2141277"/>
                </a:lnTo>
                <a:lnTo>
                  <a:pt x="6759852" y="1160530"/>
                </a:lnTo>
                <a:close/>
                <a:moveTo>
                  <a:pt x="5532073" y="179783"/>
                </a:moveTo>
                <a:lnTo>
                  <a:pt x="6512819" y="1160530"/>
                </a:lnTo>
                <a:lnTo>
                  <a:pt x="5532073" y="2141277"/>
                </a:lnTo>
                <a:lnTo>
                  <a:pt x="4551324" y="1160530"/>
                </a:lnTo>
                <a:close/>
                <a:moveTo>
                  <a:pt x="3323540" y="179783"/>
                </a:moveTo>
                <a:lnTo>
                  <a:pt x="4304287" y="1160530"/>
                </a:lnTo>
                <a:lnTo>
                  <a:pt x="3323540" y="2141277"/>
                </a:lnTo>
                <a:lnTo>
                  <a:pt x="2342792" y="1160530"/>
                </a:lnTo>
                <a:close/>
                <a:moveTo>
                  <a:pt x="1115008" y="179783"/>
                </a:moveTo>
                <a:lnTo>
                  <a:pt x="2095755" y="1160530"/>
                </a:lnTo>
                <a:lnTo>
                  <a:pt x="1115008" y="2141277"/>
                </a:lnTo>
                <a:lnTo>
                  <a:pt x="134260" y="1160530"/>
                </a:lnTo>
                <a:close/>
                <a:moveTo>
                  <a:pt x="12182376" y="179782"/>
                </a:moveTo>
                <a:lnTo>
                  <a:pt x="12191999" y="189405"/>
                </a:lnTo>
                <a:lnTo>
                  <a:pt x="12191999" y="2131652"/>
                </a:lnTo>
                <a:lnTo>
                  <a:pt x="12182376" y="2141275"/>
                </a:lnTo>
                <a:lnTo>
                  <a:pt x="11201628" y="1160529"/>
                </a:lnTo>
                <a:close/>
                <a:moveTo>
                  <a:pt x="9949130" y="179782"/>
                </a:moveTo>
                <a:lnTo>
                  <a:pt x="10929877" y="1160530"/>
                </a:lnTo>
                <a:lnTo>
                  <a:pt x="9949130" y="2141275"/>
                </a:lnTo>
                <a:lnTo>
                  <a:pt x="8968382" y="1160530"/>
                </a:lnTo>
                <a:close/>
                <a:moveTo>
                  <a:pt x="10098921" y="0"/>
                </a:moveTo>
                <a:lnTo>
                  <a:pt x="12007870" y="0"/>
                </a:lnTo>
                <a:lnTo>
                  <a:pt x="12034143" y="26273"/>
                </a:lnTo>
                <a:lnTo>
                  <a:pt x="11053396" y="1007020"/>
                </a:lnTo>
                <a:lnTo>
                  <a:pt x="10072648" y="26273"/>
                </a:lnTo>
                <a:close/>
                <a:moveTo>
                  <a:pt x="7890389" y="0"/>
                </a:moveTo>
                <a:lnTo>
                  <a:pt x="9799338" y="0"/>
                </a:lnTo>
                <a:lnTo>
                  <a:pt x="9825611" y="26273"/>
                </a:lnTo>
                <a:lnTo>
                  <a:pt x="8844864" y="1007020"/>
                </a:lnTo>
                <a:lnTo>
                  <a:pt x="7864116" y="26273"/>
                </a:lnTo>
                <a:close/>
                <a:moveTo>
                  <a:pt x="5681864" y="0"/>
                </a:moveTo>
                <a:lnTo>
                  <a:pt x="7590806" y="0"/>
                </a:lnTo>
                <a:lnTo>
                  <a:pt x="7617079" y="26273"/>
                </a:lnTo>
                <a:lnTo>
                  <a:pt x="6636339" y="1007020"/>
                </a:lnTo>
                <a:lnTo>
                  <a:pt x="5655591" y="26273"/>
                </a:lnTo>
                <a:close/>
                <a:moveTo>
                  <a:pt x="3473334" y="0"/>
                </a:moveTo>
                <a:lnTo>
                  <a:pt x="5382281" y="0"/>
                </a:lnTo>
                <a:lnTo>
                  <a:pt x="5408554" y="26274"/>
                </a:lnTo>
                <a:lnTo>
                  <a:pt x="4427806" y="1007020"/>
                </a:lnTo>
                <a:lnTo>
                  <a:pt x="3447060" y="26274"/>
                </a:lnTo>
                <a:close/>
                <a:moveTo>
                  <a:pt x="1264801" y="0"/>
                </a:moveTo>
                <a:lnTo>
                  <a:pt x="3173749" y="0"/>
                </a:lnTo>
                <a:lnTo>
                  <a:pt x="3200023" y="26274"/>
                </a:lnTo>
                <a:lnTo>
                  <a:pt x="2219276" y="1007020"/>
                </a:lnTo>
                <a:lnTo>
                  <a:pt x="1238527" y="26274"/>
                </a:lnTo>
                <a:close/>
                <a:moveTo>
                  <a:pt x="0" y="0"/>
                </a:moveTo>
                <a:lnTo>
                  <a:pt x="965216" y="0"/>
                </a:lnTo>
                <a:lnTo>
                  <a:pt x="991490" y="26274"/>
                </a:lnTo>
                <a:lnTo>
                  <a:pt x="10744" y="1007021"/>
                </a:lnTo>
                <a:lnTo>
                  <a:pt x="0" y="99627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332950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04451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2634E82-9DE3-4223-A15F-5A164AD987FB}"/>
              </a:ext>
            </a:extLst>
          </p:cNvPr>
          <p:cNvSpPr/>
          <p:nvPr userDrawn="1"/>
        </p:nvSpPr>
        <p:spPr>
          <a:xfrm>
            <a:off x="502468" y="884977"/>
            <a:ext cx="11187065" cy="508804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latin typeface="+mn-lt"/>
            </a:endParaRP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FAEA46E-E59A-4542-8B95-8481B55D1786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791108" y="1155269"/>
            <a:ext cx="3188298" cy="45474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99585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26674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E7E1C366-622C-4258-9753-26AABF54CF12}"/>
              </a:ext>
            </a:extLst>
          </p:cNvPr>
          <p:cNvSpPr/>
          <p:nvPr userDrawn="1"/>
        </p:nvSpPr>
        <p:spPr>
          <a:xfrm>
            <a:off x="6842775" y="1777038"/>
            <a:ext cx="4572000" cy="3200400"/>
          </a:xfrm>
          <a:prstGeom prst="frame">
            <a:avLst>
              <a:gd name="adj1" fmla="val 216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Frame 2">
            <a:extLst>
              <a:ext uri="{FF2B5EF4-FFF2-40B4-BE49-F238E27FC236}">
                <a16:creationId xmlns:a16="http://schemas.microsoft.com/office/drawing/2014/main" id="{E37D4E8D-7F93-45C0-8383-A68159D02D5D}"/>
              </a:ext>
            </a:extLst>
          </p:cNvPr>
          <p:cNvSpPr/>
          <p:nvPr userDrawn="1"/>
        </p:nvSpPr>
        <p:spPr>
          <a:xfrm>
            <a:off x="777225" y="1757238"/>
            <a:ext cx="4572000" cy="3200400"/>
          </a:xfrm>
          <a:prstGeom prst="frame">
            <a:avLst>
              <a:gd name="adj1" fmla="val 216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그림 개체 틀 6">
            <a:extLst>
              <a:ext uri="{FF2B5EF4-FFF2-40B4-BE49-F238E27FC236}">
                <a16:creationId xmlns:a16="http://schemas.microsoft.com/office/drawing/2014/main" id="{07AAD900-5C8A-46EE-8F3F-276E7A823B5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995958" y="1585866"/>
            <a:ext cx="4572000" cy="3200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tIns="576000">
            <a:noAutofit/>
          </a:bodyPr>
          <a:lstStyle>
            <a:lvl1pPr marL="0" marR="0" indent="0" algn="ctr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ko-KR" altLang="en-US" sz="1200" baseline="0">
                <a:latin typeface="+mn-lt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altLang="ko-KR" dirty="0"/>
              <a:t>Insert Your Image</a:t>
            </a:r>
            <a:endParaRPr lang="ko-KR" altLang="en-US" dirty="0"/>
          </a:p>
          <a:p>
            <a:pPr marL="0" lvl="0" indent="0" algn="ctr">
              <a:buNone/>
            </a:pPr>
            <a:endParaRPr lang="ko-KR" altLang="en-US" dirty="0"/>
          </a:p>
        </p:txBody>
      </p:sp>
      <p:sp>
        <p:nvSpPr>
          <p:cNvPr id="5" name="그림 개체 틀 6">
            <a:extLst>
              <a:ext uri="{FF2B5EF4-FFF2-40B4-BE49-F238E27FC236}">
                <a16:creationId xmlns:a16="http://schemas.microsoft.com/office/drawing/2014/main" id="{3D697A47-3CD1-4E96-9516-FDE670F5631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624043" y="1585866"/>
            <a:ext cx="4572000" cy="3200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tIns="576000">
            <a:noAutofit/>
          </a:bodyPr>
          <a:lstStyle>
            <a:lvl1pPr marL="0" marR="0" indent="0" algn="ctr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ko-KR" altLang="en-US" sz="1200" baseline="0">
                <a:latin typeface="+mn-lt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altLang="ko-KR" dirty="0"/>
              <a:t>Insert Your Image</a:t>
            </a:r>
            <a:endParaRPr lang="ko-KR" altLang="en-US" dirty="0"/>
          </a:p>
          <a:p>
            <a:pPr marL="0" lvl="0" indent="0" algn="ctr">
              <a:buNone/>
            </a:pPr>
            <a:endParaRPr lang="ko-KR" altLang="en-US" dirty="0"/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0E0CAB57-9982-4553-B1D9-4D6CC85D7EE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24452834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86846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436E6B0-0030-4C24-AF1C-09B7BB3C4770}"/>
              </a:ext>
            </a:extLst>
          </p:cNvPr>
          <p:cNvSpPr/>
          <p:nvPr userDrawn="1"/>
        </p:nvSpPr>
        <p:spPr>
          <a:xfrm>
            <a:off x="0" y="474066"/>
            <a:ext cx="11704301" cy="590986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9">
            <a:extLst>
              <a:ext uri="{FF2B5EF4-FFF2-40B4-BE49-F238E27FC236}">
                <a16:creationId xmlns:a16="http://schemas.microsoft.com/office/drawing/2014/main" id="{418006F3-E488-44A0-A59A-E1D3B860060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6923314" cy="6858000"/>
          </a:xfrm>
          <a:custGeom>
            <a:avLst/>
            <a:gdLst>
              <a:gd name="connsiteX0" fmla="*/ 0 w 6923314"/>
              <a:gd name="connsiteY0" fmla="*/ 0 h 6858000"/>
              <a:gd name="connsiteX1" fmla="*/ 5208814 w 6923314"/>
              <a:gd name="connsiteY1" fmla="*/ 0 h 6858000"/>
              <a:gd name="connsiteX2" fmla="*/ 6923314 w 6923314"/>
              <a:gd name="connsiteY2" fmla="*/ 6858000 h 6858000"/>
              <a:gd name="connsiteX3" fmla="*/ 1305197 w 6923314"/>
              <a:gd name="connsiteY3" fmla="*/ 6858000 h 6858000"/>
              <a:gd name="connsiteX4" fmla="*/ 0 w 6923314"/>
              <a:gd name="connsiteY4" fmla="*/ 163721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3314" h="6858000">
                <a:moveTo>
                  <a:pt x="0" y="0"/>
                </a:moveTo>
                <a:lnTo>
                  <a:pt x="5208814" y="0"/>
                </a:lnTo>
                <a:lnTo>
                  <a:pt x="6923314" y="6858000"/>
                </a:lnTo>
                <a:lnTo>
                  <a:pt x="1305197" y="6858000"/>
                </a:lnTo>
                <a:lnTo>
                  <a:pt x="0" y="163721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25400">
            <a:noFill/>
          </a:ln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188379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55743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Rectangle 68">
            <a:extLst>
              <a:ext uri="{FF2B5EF4-FFF2-40B4-BE49-F238E27FC236}">
                <a16:creationId xmlns:a16="http://schemas.microsoft.com/office/drawing/2014/main" id="{4388469D-CBAC-4278-96C5-9EBCCAF5DD50}"/>
              </a:ext>
            </a:extLst>
          </p:cNvPr>
          <p:cNvSpPr/>
          <p:nvPr userDrawn="1"/>
        </p:nvSpPr>
        <p:spPr>
          <a:xfrm>
            <a:off x="6096000" y="837246"/>
            <a:ext cx="6096000" cy="259175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4DE17AA3-92FD-4003-9A41-EC77EF819880}"/>
              </a:ext>
            </a:extLst>
          </p:cNvPr>
          <p:cNvGrpSpPr/>
          <p:nvPr userDrawn="1"/>
        </p:nvGrpSpPr>
        <p:grpSpPr>
          <a:xfrm>
            <a:off x="1058291" y="3689597"/>
            <a:ext cx="2892793" cy="3168403"/>
            <a:chOff x="1058291" y="3689597"/>
            <a:chExt cx="2892793" cy="3168403"/>
          </a:xfrm>
        </p:grpSpPr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5AC033FD-1852-40D6-99E3-EAE0920A5C2F}"/>
                </a:ext>
              </a:extLst>
            </p:cNvPr>
            <p:cNvSpPr/>
            <p:nvPr userDrawn="1"/>
          </p:nvSpPr>
          <p:spPr>
            <a:xfrm>
              <a:off x="1062769" y="3689597"/>
              <a:ext cx="2885112" cy="3168403"/>
            </a:xfrm>
            <a:custGeom>
              <a:avLst/>
              <a:gdLst>
                <a:gd name="connsiteX0" fmla="*/ 380827 w 2885112"/>
                <a:gd name="connsiteY0" fmla="*/ 0 h 3168403"/>
                <a:gd name="connsiteX1" fmla="*/ 2504286 w 2885112"/>
                <a:gd name="connsiteY1" fmla="*/ 0 h 3168403"/>
                <a:gd name="connsiteX2" fmla="*/ 2885112 w 2885112"/>
                <a:gd name="connsiteY2" fmla="*/ 376422 h 3168403"/>
                <a:gd name="connsiteX3" fmla="*/ 2885112 w 2885112"/>
                <a:gd name="connsiteY3" fmla="*/ 3168403 h 3168403"/>
                <a:gd name="connsiteX4" fmla="*/ 0 w 2885112"/>
                <a:gd name="connsiteY4" fmla="*/ 3168403 h 3168403"/>
                <a:gd name="connsiteX5" fmla="*/ 0 w 2885112"/>
                <a:gd name="connsiteY5" fmla="*/ 376422 h 3168403"/>
                <a:gd name="connsiteX6" fmla="*/ 380827 w 2885112"/>
                <a:gd name="connsiteY6" fmla="*/ 0 h 3168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885112" h="3168403">
                  <a:moveTo>
                    <a:pt x="380827" y="0"/>
                  </a:moveTo>
                  <a:lnTo>
                    <a:pt x="2504286" y="0"/>
                  </a:lnTo>
                  <a:cubicBezTo>
                    <a:pt x="2714606" y="0"/>
                    <a:pt x="2885112" y="168534"/>
                    <a:pt x="2885112" y="376422"/>
                  </a:cubicBezTo>
                  <a:lnTo>
                    <a:pt x="2885112" y="3168403"/>
                  </a:lnTo>
                  <a:lnTo>
                    <a:pt x="0" y="3168403"/>
                  </a:lnTo>
                  <a:lnTo>
                    <a:pt x="0" y="376422"/>
                  </a:lnTo>
                  <a:cubicBezTo>
                    <a:pt x="57" y="168534"/>
                    <a:pt x="170506" y="0"/>
                    <a:pt x="380827" y="0"/>
                  </a:cubicBezTo>
                  <a:close/>
                </a:path>
              </a:pathLst>
            </a:custGeom>
            <a:solidFill>
              <a:srgbClr val="D0D4D8"/>
            </a:solidFill>
            <a:ln w="6728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60E7AE36-51DF-4A4D-95F3-D16AA8913353}"/>
                </a:ext>
              </a:extLst>
            </p:cNvPr>
            <p:cNvSpPr/>
            <p:nvPr userDrawn="1"/>
          </p:nvSpPr>
          <p:spPr>
            <a:xfrm>
              <a:off x="1101424" y="3719878"/>
              <a:ext cx="2807801" cy="3138121"/>
            </a:xfrm>
            <a:custGeom>
              <a:avLst/>
              <a:gdLst>
                <a:gd name="connsiteX0" fmla="*/ 379798 w 2807801"/>
                <a:gd name="connsiteY0" fmla="*/ 0 h 3138121"/>
                <a:gd name="connsiteX1" fmla="*/ 2428003 w 2807801"/>
                <a:gd name="connsiteY1" fmla="*/ 0 h 3138121"/>
                <a:gd name="connsiteX2" fmla="*/ 2807801 w 2807801"/>
                <a:gd name="connsiteY2" fmla="*/ 376422 h 3138121"/>
                <a:gd name="connsiteX3" fmla="*/ 2807801 w 2807801"/>
                <a:gd name="connsiteY3" fmla="*/ 3138121 h 3138121"/>
                <a:gd name="connsiteX4" fmla="*/ 0 w 2807801"/>
                <a:gd name="connsiteY4" fmla="*/ 3138121 h 3138121"/>
                <a:gd name="connsiteX5" fmla="*/ 0 w 2807801"/>
                <a:gd name="connsiteY5" fmla="*/ 376422 h 3138121"/>
                <a:gd name="connsiteX6" fmla="*/ 379798 w 2807801"/>
                <a:gd name="connsiteY6" fmla="*/ 0 h 3138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807801" h="3138121">
                  <a:moveTo>
                    <a:pt x="379798" y="0"/>
                  </a:moveTo>
                  <a:lnTo>
                    <a:pt x="2428003" y="0"/>
                  </a:lnTo>
                  <a:cubicBezTo>
                    <a:pt x="2637756" y="0"/>
                    <a:pt x="2807801" y="168533"/>
                    <a:pt x="2807801" y="376422"/>
                  </a:cubicBezTo>
                  <a:lnTo>
                    <a:pt x="2807801" y="3138121"/>
                  </a:lnTo>
                  <a:lnTo>
                    <a:pt x="0" y="3138121"/>
                  </a:lnTo>
                  <a:lnTo>
                    <a:pt x="0" y="376422"/>
                  </a:lnTo>
                  <a:cubicBezTo>
                    <a:pt x="0" y="168533"/>
                    <a:pt x="170045" y="0"/>
                    <a:pt x="379798" y="0"/>
                  </a:cubicBezTo>
                  <a:close/>
                </a:path>
              </a:pathLst>
            </a:custGeom>
            <a:solidFill>
              <a:srgbClr val="070808"/>
            </a:solidFill>
            <a:ln w="6728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24" name="Graphic 2">
              <a:extLst>
                <a:ext uri="{FF2B5EF4-FFF2-40B4-BE49-F238E27FC236}">
                  <a16:creationId xmlns:a16="http://schemas.microsoft.com/office/drawing/2014/main" id="{063AE936-DFE4-4DD0-A62C-1EAE232B97BD}"/>
                </a:ext>
              </a:extLst>
            </p:cNvPr>
            <p:cNvSpPr/>
            <p:nvPr/>
          </p:nvSpPr>
          <p:spPr>
            <a:xfrm>
              <a:off x="1058801" y="4510882"/>
              <a:ext cx="20187" cy="196716"/>
            </a:xfrm>
            <a:custGeom>
              <a:avLst/>
              <a:gdLst>
                <a:gd name="connsiteX0" fmla="*/ 15158 w 23982"/>
                <a:gd name="connsiteY0" fmla="*/ 233697 h 233697"/>
                <a:gd name="connsiteX1" fmla="*/ 0 w 23982"/>
                <a:gd name="connsiteY1" fmla="*/ 233697 h 233697"/>
                <a:gd name="connsiteX2" fmla="*/ 0 w 23982"/>
                <a:gd name="connsiteY2" fmla="*/ 0 h 233697"/>
                <a:gd name="connsiteX3" fmla="*/ 15158 w 23982"/>
                <a:gd name="connsiteY3" fmla="*/ 0 h 233697"/>
                <a:gd name="connsiteX4" fmla="*/ 23983 w 23982"/>
                <a:gd name="connsiteY4" fmla="*/ 8825 h 233697"/>
                <a:gd name="connsiteX5" fmla="*/ 23983 w 23982"/>
                <a:gd name="connsiteY5" fmla="*/ 224805 h 233697"/>
                <a:gd name="connsiteX6" fmla="*/ 15158 w 23982"/>
                <a:gd name="connsiteY6" fmla="*/ 233697 h 23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982" h="233697">
                  <a:moveTo>
                    <a:pt x="15158" y="233697"/>
                  </a:moveTo>
                  <a:lnTo>
                    <a:pt x="0" y="233697"/>
                  </a:lnTo>
                  <a:lnTo>
                    <a:pt x="0" y="0"/>
                  </a:lnTo>
                  <a:lnTo>
                    <a:pt x="15158" y="0"/>
                  </a:lnTo>
                  <a:cubicBezTo>
                    <a:pt x="20008" y="0"/>
                    <a:pt x="23983" y="3975"/>
                    <a:pt x="23983" y="8825"/>
                  </a:cubicBezTo>
                  <a:lnTo>
                    <a:pt x="23983" y="224805"/>
                  </a:lnTo>
                  <a:cubicBezTo>
                    <a:pt x="23983" y="229723"/>
                    <a:pt x="20008" y="233697"/>
                    <a:pt x="15158" y="233697"/>
                  </a:cubicBezTo>
                  <a:close/>
                </a:path>
              </a:pathLst>
            </a:custGeom>
            <a:solidFill>
              <a:srgbClr val="364551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Graphic 2">
              <a:extLst>
                <a:ext uri="{FF2B5EF4-FFF2-40B4-BE49-F238E27FC236}">
                  <a16:creationId xmlns:a16="http://schemas.microsoft.com/office/drawing/2014/main" id="{88C0DAA8-A60D-4797-A50D-3B59489A8922}"/>
                </a:ext>
              </a:extLst>
            </p:cNvPr>
            <p:cNvSpPr/>
            <p:nvPr/>
          </p:nvSpPr>
          <p:spPr>
            <a:xfrm>
              <a:off x="1058801" y="4932953"/>
              <a:ext cx="28182" cy="392355"/>
            </a:xfrm>
            <a:custGeom>
              <a:avLst/>
              <a:gdLst>
                <a:gd name="connsiteX0" fmla="*/ 24656 w 33481"/>
                <a:gd name="connsiteY0" fmla="*/ 466115 h 466115"/>
                <a:gd name="connsiteX1" fmla="*/ 10105 w 33481"/>
                <a:gd name="connsiteY1" fmla="*/ 466115 h 466115"/>
                <a:gd name="connsiteX2" fmla="*/ 0 w 33481"/>
                <a:gd name="connsiteY2" fmla="*/ 456010 h 466115"/>
                <a:gd name="connsiteX3" fmla="*/ 0 w 33481"/>
                <a:gd name="connsiteY3" fmla="*/ 10105 h 466115"/>
                <a:gd name="connsiteX4" fmla="*/ 10105 w 33481"/>
                <a:gd name="connsiteY4" fmla="*/ 0 h 466115"/>
                <a:gd name="connsiteX5" fmla="*/ 24656 w 33481"/>
                <a:gd name="connsiteY5" fmla="*/ 0 h 466115"/>
                <a:gd name="connsiteX6" fmla="*/ 33482 w 33481"/>
                <a:gd name="connsiteY6" fmla="*/ 8825 h 466115"/>
                <a:gd name="connsiteX7" fmla="*/ 33482 w 33481"/>
                <a:gd name="connsiteY7" fmla="*/ 457223 h 466115"/>
                <a:gd name="connsiteX8" fmla="*/ 24656 w 33481"/>
                <a:gd name="connsiteY8" fmla="*/ 466115 h 4661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481" h="466115">
                  <a:moveTo>
                    <a:pt x="24656" y="466115"/>
                  </a:moveTo>
                  <a:lnTo>
                    <a:pt x="10105" y="466115"/>
                  </a:lnTo>
                  <a:cubicBezTo>
                    <a:pt x="4514" y="466115"/>
                    <a:pt x="0" y="461601"/>
                    <a:pt x="0" y="456010"/>
                  </a:cubicBezTo>
                  <a:lnTo>
                    <a:pt x="0" y="10105"/>
                  </a:lnTo>
                  <a:cubicBezTo>
                    <a:pt x="0" y="4514"/>
                    <a:pt x="4514" y="0"/>
                    <a:pt x="10105" y="0"/>
                  </a:cubicBezTo>
                  <a:lnTo>
                    <a:pt x="24656" y="0"/>
                  </a:lnTo>
                  <a:cubicBezTo>
                    <a:pt x="29507" y="0"/>
                    <a:pt x="33482" y="3975"/>
                    <a:pt x="33482" y="8825"/>
                  </a:cubicBezTo>
                  <a:lnTo>
                    <a:pt x="33482" y="457223"/>
                  </a:lnTo>
                  <a:cubicBezTo>
                    <a:pt x="33482" y="462140"/>
                    <a:pt x="29507" y="466115"/>
                    <a:pt x="24656" y="466115"/>
                  </a:cubicBezTo>
                  <a:close/>
                </a:path>
              </a:pathLst>
            </a:custGeom>
            <a:solidFill>
              <a:srgbClr val="364551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Graphic 2">
              <a:extLst>
                <a:ext uri="{FF2B5EF4-FFF2-40B4-BE49-F238E27FC236}">
                  <a16:creationId xmlns:a16="http://schemas.microsoft.com/office/drawing/2014/main" id="{9E936F18-65C6-44D9-8BE4-E13C62005A59}"/>
                </a:ext>
              </a:extLst>
            </p:cNvPr>
            <p:cNvSpPr/>
            <p:nvPr/>
          </p:nvSpPr>
          <p:spPr>
            <a:xfrm>
              <a:off x="1058858" y="4961137"/>
              <a:ext cx="15935" cy="328560"/>
            </a:xfrm>
            <a:custGeom>
              <a:avLst/>
              <a:gdLst>
                <a:gd name="connsiteX0" fmla="*/ 17650 w 18930"/>
                <a:gd name="connsiteY0" fmla="*/ 390327 h 390326"/>
                <a:gd name="connsiteX1" fmla="*/ 1886 w 18930"/>
                <a:gd name="connsiteY1" fmla="*/ 390327 h 390326"/>
                <a:gd name="connsiteX2" fmla="*/ 0 w 18930"/>
                <a:gd name="connsiteY2" fmla="*/ 388440 h 390326"/>
                <a:gd name="connsiteX3" fmla="*/ 0 w 18930"/>
                <a:gd name="connsiteY3" fmla="*/ 1886 h 390326"/>
                <a:gd name="connsiteX4" fmla="*/ 1886 w 18930"/>
                <a:gd name="connsiteY4" fmla="*/ 0 h 390326"/>
                <a:gd name="connsiteX5" fmla="*/ 17650 w 18930"/>
                <a:gd name="connsiteY5" fmla="*/ 0 h 390326"/>
                <a:gd name="connsiteX6" fmla="*/ 18930 w 18930"/>
                <a:gd name="connsiteY6" fmla="*/ 1280 h 390326"/>
                <a:gd name="connsiteX7" fmla="*/ 18930 w 18930"/>
                <a:gd name="connsiteY7" fmla="*/ 389047 h 390326"/>
                <a:gd name="connsiteX8" fmla="*/ 17650 w 18930"/>
                <a:gd name="connsiteY8" fmla="*/ 390327 h 390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930" h="390326">
                  <a:moveTo>
                    <a:pt x="17650" y="390327"/>
                  </a:moveTo>
                  <a:lnTo>
                    <a:pt x="1886" y="390327"/>
                  </a:lnTo>
                  <a:cubicBezTo>
                    <a:pt x="808" y="390327"/>
                    <a:pt x="0" y="389451"/>
                    <a:pt x="0" y="388440"/>
                  </a:cubicBezTo>
                  <a:lnTo>
                    <a:pt x="0" y="1886"/>
                  </a:lnTo>
                  <a:cubicBezTo>
                    <a:pt x="0" y="808"/>
                    <a:pt x="876" y="0"/>
                    <a:pt x="1886" y="0"/>
                  </a:cubicBezTo>
                  <a:lnTo>
                    <a:pt x="17650" y="0"/>
                  </a:lnTo>
                  <a:cubicBezTo>
                    <a:pt x="18324" y="0"/>
                    <a:pt x="18930" y="539"/>
                    <a:pt x="18930" y="1280"/>
                  </a:cubicBezTo>
                  <a:lnTo>
                    <a:pt x="18930" y="389047"/>
                  </a:lnTo>
                  <a:cubicBezTo>
                    <a:pt x="18930" y="389788"/>
                    <a:pt x="18324" y="390327"/>
                    <a:pt x="17650" y="390327"/>
                  </a:cubicBezTo>
                  <a:close/>
                </a:path>
              </a:pathLst>
            </a:custGeom>
            <a:solidFill>
              <a:srgbClr val="FAFDFF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Graphic 2">
              <a:extLst>
                <a:ext uri="{FF2B5EF4-FFF2-40B4-BE49-F238E27FC236}">
                  <a16:creationId xmlns:a16="http://schemas.microsoft.com/office/drawing/2014/main" id="{CDE1CBFD-B36F-4476-AD66-FE5689C99FEA}"/>
                </a:ext>
              </a:extLst>
            </p:cNvPr>
            <p:cNvSpPr/>
            <p:nvPr/>
          </p:nvSpPr>
          <p:spPr>
            <a:xfrm>
              <a:off x="1058291" y="5456869"/>
              <a:ext cx="28182" cy="392355"/>
            </a:xfrm>
            <a:custGeom>
              <a:avLst/>
              <a:gdLst>
                <a:gd name="connsiteX0" fmla="*/ 24656 w 33481"/>
                <a:gd name="connsiteY0" fmla="*/ 466115 h 466114"/>
                <a:gd name="connsiteX1" fmla="*/ 10105 w 33481"/>
                <a:gd name="connsiteY1" fmla="*/ 466115 h 466114"/>
                <a:gd name="connsiteX2" fmla="*/ 0 w 33481"/>
                <a:gd name="connsiteY2" fmla="*/ 456010 h 466114"/>
                <a:gd name="connsiteX3" fmla="*/ 0 w 33481"/>
                <a:gd name="connsiteY3" fmla="*/ 10105 h 466114"/>
                <a:gd name="connsiteX4" fmla="*/ 10105 w 33481"/>
                <a:gd name="connsiteY4" fmla="*/ 0 h 466114"/>
                <a:gd name="connsiteX5" fmla="*/ 24656 w 33481"/>
                <a:gd name="connsiteY5" fmla="*/ 0 h 466114"/>
                <a:gd name="connsiteX6" fmla="*/ 33482 w 33481"/>
                <a:gd name="connsiteY6" fmla="*/ 8825 h 466114"/>
                <a:gd name="connsiteX7" fmla="*/ 33482 w 33481"/>
                <a:gd name="connsiteY7" fmla="*/ 457222 h 466114"/>
                <a:gd name="connsiteX8" fmla="*/ 24656 w 33481"/>
                <a:gd name="connsiteY8" fmla="*/ 466115 h 466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481" h="466114">
                  <a:moveTo>
                    <a:pt x="24656" y="466115"/>
                  </a:moveTo>
                  <a:lnTo>
                    <a:pt x="10105" y="466115"/>
                  </a:lnTo>
                  <a:cubicBezTo>
                    <a:pt x="4514" y="466115"/>
                    <a:pt x="0" y="461601"/>
                    <a:pt x="0" y="456010"/>
                  </a:cubicBezTo>
                  <a:lnTo>
                    <a:pt x="0" y="10105"/>
                  </a:lnTo>
                  <a:cubicBezTo>
                    <a:pt x="0" y="4514"/>
                    <a:pt x="4514" y="0"/>
                    <a:pt x="10105" y="0"/>
                  </a:cubicBezTo>
                  <a:lnTo>
                    <a:pt x="24656" y="0"/>
                  </a:lnTo>
                  <a:cubicBezTo>
                    <a:pt x="29507" y="0"/>
                    <a:pt x="33482" y="3975"/>
                    <a:pt x="33482" y="8825"/>
                  </a:cubicBezTo>
                  <a:lnTo>
                    <a:pt x="33482" y="457222"/>
                  </a:lnTo>
                  <a:cubicBezTo>
                    <a:pt x="33482" y="462208"/>
                    <a:pt x="29507" y="466115"/>
                    <a:pt x="24656" y="466115"/>
                  </a:cubicBezTo>
                  <a:close/>
                </a:path>
              </a:pathLst>
            </a:custGeom>
            <a:solidFill>
              <a:srgbClr val="364551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Graphic 2">
              <a:extLst>
                <a:ext uri="{FF2B5EF4-FFF2-40B4-BE49-F238E27FC236}">
                  <a16:creationId xmlns:a16="http://schemas.microsoft.com/office/drawing/2014/main" id="{54A97323-642E-4873-8ECB-8C82C47BBCE7}"/>
                </a:ext>
              </a:extLst>
            </p:cNvPr>
            <p:cNvSpPr/>
            <p:nvPr/>
          </p:nvSpPr>
          <p:spPr>
            <a:xfrm>
              <a:off x="1058291" y="5485053"/>
              <a:ext cx="15935" cy="328560"/>
            </a:xfrm>
            <a:custGeom>
              <a:avLst/>
              <a:gdLst>
                <a:gd name="connsiteX0" fmla="*/ 17718 w 18930"/>
                <a:gd name="connsiteY0" fmla="*/ 390327 h 390326"/>
                <a:gd name="connsiteX1" fmla="*/ 1886 w 18930"/>
                <a:gd name="connsiteY1" fmla="*/ 390327 h 390326"/>
                <a:gd name="connsiteX2" fmla="*/ 0 w 18930"/>
                <a:gd name="connsiteY2" fmla="*/ 388440 h 390326"/>
                <a:gd name="connsiteX3" fmla="*/ 0 w 18930"/>
                <a:gd name="connsiteY3" fmla="*/ 1886 h 390326"/>
                <a:gd name="connsiteX4" fmla="*/ 1886 w 18930"/>
                <a:gd name="connsiteY4" fmla="*/ 0 h 390326"/>
                <a:gd name="connsiteX5" fmla="*/ 17650 w 18930"/>
                <a:gd name="connsiteY5" fmla="*/ 0 h 390326"/>
                <a:gd name="connsiteX6" fmla="*/ 18930 w 18930"/>
                <a:gd name="connsiteY6" fmla="*/ 1280 h 390326"/>
                <a:gd name="connsiteX7" fmla="*/ 18930 w 18930"/>
                <a:gd name="connsiteY7" fmla="*/ 389047 h 390326"/>
                <a:gd name="connsiteX8" fmla="*/ 17718 w 18930"/>
                <a:gd name="connsiteY8" fmla="*/ 390327 h 390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930" h="390326">
                  <a:moveTo>
                    <a:pt x="17718" y="390327"/>
                  </a:moveTo>
                  <a:lnTo>
                    <a:pt x="1886" y="390327"/>
                  </a:lnTo>
                  <a:cubicBezTo>
                    <a:pt x="808" y="390327"/>
                    <a:pt x="0" y="389451"/>
                    <a:pt x="0" y="388440"/>
                  </a:cubicBezTo>
                  <a:lnTo>
                    <a:pt x="0" y="1886"/>
                  </a:lnTo>
                  <a:cubicBezTo>
                    <a:pt x="0" y="808"/>
                    <a:pt x="876" y="0"/>
                    <a:pt x="1886" y="0"/>
                  </a:cubicBezTo>
                  <a:lnTo>
                    <a:pt x="17650" y="0"/>
                  </a:lnTo>
                  <a:cubicBezTo>
                    <a:pt x="18324" y="0"/>
                    <a:pt x="18930" y="539"/>
                    <a:pt x="18930" y="1280"/>
                  </a:cubicBezTo>
                  <a:lnTo>
                    <a:pt x="18930" y="389047"/>
                  </a:lnTo>
                  <a:cubicBezTo>
                    <a:pt x="18930" y="389788"/>
                    <a:pt x="18391" y="390327"/>
                    <a:pt x="17718" y="390327"/>
                  </a:cubicBezTo>
                  <a:close/>
                </a:path>
              </a:pathLst>
            </a:custGeom>
            <a:solidFill>
              <a:srgbClr val="FAFDFF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Graphic 2">
              <a:extLst>
                <a:ext uri="{FF2B5EF4-FFF2-40B4-BE49-F238E27FC236}">
                  <a16:creationId xmlns:a16="http://schemas.microsoft.com/office/drawing/2014/main" id="{E6FC4392-B579-420D-977D-05F6BAF6A444}"/>
                </a:ext>
              </a:extLst>
            </p:cNvPr>
            <p:cNvSpPr/>
            <p:nvPr/>
          </p:nvSpPr>
          <p:spPr>
            <a:xfrm>
              <a:off x="3922902" y="5064570"/>
              <a:ext cx="28182" cy="635005"/>
            </a:xfrm>
            <a:custGeom>
              <a:avLst/>
              <a:gdLst>
                <a:gd name="connsiteX0" fmla="*/ 24656 w 33481"/>
                <a:gd name="connsiteY0" fmla="*/ 754380 h 754380"/>
                <a:gd name="connsiteX1" fmla="*/ 10105 w 33481"/>
                <a:gd name="connsiteY1" fmla="*/ 754380 h 754380"/>
                <a:gd name="connsiteX2" fmla="*/ 0 w 33481"/>
                <a:gd name="connsiteY2" fmla="*/ 744275 h 754380"/>
                <a:gd name="connsiteX3" fmla="*/ 0 w 33481"/>
                <a:gd name="connsiteY3" fmla="*/ 10105 h 754380"/>
                <a:gd name="connsiteX4" fmla="*/ 10105 w 33481"/>
                <a:gd name="connsiteY4" fmla="*/ 0 h 754380"/>
                <a:gd name="connsiteX5" fmla="*/ 24656 w 33481"/>
                <a:gd name="connsiteY5" fmla="*/ 0 h 754380"/>
                <a:gd name="connsiteX6" fmla="*/ 33482 w 33481"/>
                <a:gd name="connsiteY6" fmla="*/ 8825 h 754380"/>
                <a:gd name="connsiteX7" fmla="*/ 33482 w 33481"/>
                <a:gd name="connsiteY7" fmla="*/ 745555 h 754380"/>
                <a:gd name="connsiteX8" fmla="*/ 24656 w 33481"/>
                <a:gd name="connsiteY8" fmla="*/ 754380 h 754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481" h="754380">
                  <a:moveTo>
                    <a:pt x="24656" y="754380"/>
                  </a:moveTo>
                  <a:lnTo>
                    <a:pt x="10105" y="754380"/>
                  </a:lnTo>
                  <a:cubicBezTo>
                    <a:pt x="4514" y="754380"/>
                    <a:pt x="0" y="749866"/>
                    <a:pt x="0" y="744275"/>
                  </a:cubicBezTo>
                  <a:lnTo>
                    <a:pt x="0" y="10105"/>
                  </a:lnTo>
                  <a:cubicBezTo>
                    <a:pt x="0" y="4514"/>
                    <a:pt x="4514" y="0"/>
                    <a:pt x="10105" y="0"/>
                  </a:cubicBezTo>
                  <a:lnTo>
                    <a:pt x="24656" y="0"/>
                  </a:lnTo>
                  <a:cubicBezTo>
                    <a:pt x="29507" y="0"/>
                    <a:pt x="33482" y="3975"/>
                    <a:pt x="33482" y="8825"/>
                  </a:cubicBezTo>
                  <a:lnTo>
                    <a:pt x="33482" y="745555"/>
                  </a:lnTo>
                  <a:cubicBezTo>
                    <a:pt x="33482" y="750405"/>
                    <a:pt x="29507" y="754380"/>
                    <a:pt x="24656" y="754380"/>
                  </a:cubicBezTo>
                  <a:close/>
                </a:path>
              </a:pathLst>
            </a:custGeom>
            <a:solidFill>
              <a:srgbClr val="8A9096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30" name="Graphic 2">
              <a:extLst>
                <a:ext uri="{FF2B5EF4-FFF2-40B4-BE49-F238E27FC236}">
                  <a16:creationId xmlns:a16="http://schemas.microsoft.com/office/drawing/2014/main" id="{213C0B4A-1837-4C1B-8D1B-BC1615210485}"/>
                </a:ext>
              </a:extLst>
            </p:cNvPr>
            <p:cNvSpPr/>
            <p:nvPr/>
          </p:nvSpPr>
          <p:spPr>
            <a:xfrm>
              <a:off x="3935149" y="5110218"/>
              <a:ext cx="15935" cy="531742"/>
            </a:xfrm>
            <a:custGeom>
              <a:avLst/>
              <a:gdLst>
                <a:gd name="connsiteX0" fmla="*/ 17650 w 18930"/>
                <a:gd name="connsiteY0" fmla="*/ 631704 h 631704"/>
                <a:gd name="connsiteX1" fmla="*/ 1886 w 18930"/>
                <a:gd name="connsiteY1" fmla="*/ 631704 h 631704"/>
                <a:gd name="connsiteX2" fmla="*/ 0 w 18930"/>
                <a:gd name="connsiteY2" fmla="*/ 629818 h 631704"/>
                <a:gd name="connsiteX3" fmla="*/ 0 w 18930"/>
                <a:gd name="connsiteY3" fmla="*/ 1886 h 631704"/>
                <a:gd name="connsiteX4" fmla="*/ 1886 w 18930"/>
                <a:gd name="connsiteY4" fmla="*/ 0 h 631704"/>
                <a:gd name="connsiteX5" fmla="*/ 17650 w 18930"/>
                <a:gd name="connsiteY5" fmla="*/ 0 h 631704"/>
                <a:gd name="connsiteX6" fmla="*/ 18930 w 18930"/>
                <a:gd name="connsiteY6" fmla="*/ 1280 h 631704"/>
                <a:gd name="connsiteX7" fmla="*/ 18930 w 18930"/>
                <a:gd name="connsiteY7" fmla="*/ 630491 h 631704"/>
                <a:gd name="connsiteX8" fmla="*/ 17650 w 18930"/>
                <a:gd name="connsiteY8" fmla="*/ 631704 h 631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930" h="631704">
                  <a:moveTo>
                    <a:pt x="17650" y="631704"/>
                  </a:moveTo>
                  <a:lnTo>
                    <a:pt x="1886" y="631704"/>
                  </a:lnTo>
                  <a:cubicBezTo>
                    <a:pt x="808" y="631704"/>
                    <a:pt x="0" y="630828"/>
                    <a:pt x="0" y="629818"/>
                  </a:cubicBezTo>
                  <a:lnTo>
                    <a:pt x="0" y="1886"/>
                  </a:lnTo>
                  <a:cubicBezTo>
                    <a:pt x="0" y="808"/>
                    <a:pt x="876" y="0"/>
                    <a:pt x="1886" y="0"/>
                  </a:cubicBezTo>
                  <a:lnTo>
                    <a:pt x="17650" y="0"/>
                  </a:lnTo>
                  <a:cubicBezTo>
                    <a:pt x="18324" y="0"/>
                    <a:pt x="18930" y="539"/>
                    <a:pt x="18930" y="1280"/>
                  </a:cubicBezTo>
                  <a:lnTo>
                    <a:pt x="18930" y="630491"/>
                  </a:lnTo>
                  <a:cubicBezTo>
                    <a:pt x="18863" y="631098"/>
                    <a:pt x="18324" y="631704"/>
                    <a:pt x="17650" y="631704"/>
                  </a:cubicBezTo>
                  <a:close/>
                </a:path>
              </a:pathLst>
            </a:custGeom>
            <a:solidFill>
              <a:srgbClr val="4A4C4D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31" name="Graphic 2">
              <a:extLst>
                <a:ext uri="{FF2B5EF4-FFF2-40B4-BE49-F238E27FC236}">
                  <a16:creationId xmlns:a16="http://schemas.microsoft.com/office/drawing/2014/main" id="{DFD69AD1-88C6-4D8A-BB4E-CE2C94AF1EBC}"/>
                </a:ext>
              </a:extLst>
            </p:cNvPr>
            <p:cNvSpPr/>
            <p:nvPr/>
          </p:nvSpPr>
          <p:spPr>
            <a:xfrm>
              <a:off x="3928288" y="6392988"/>
              <a:ext cx="22796" cy="435170"/>
            </a:xfrm>
            <a:custGeom>
              <a:avLst/>
              <a:gdLst>
                <a:gd name="connsiteX0" fmla="*/ 18257 w 27081"/>
                <a:gd name="connsiteY0" fmla="*/ 516977 h 516977"/>
                <a:gd name="connsiteX1" fmla="*/ 10105 w 27081"/>
                <a:gd name="connsiteY1" fmla="*/ 516977 h 516977"/>
                <a:gd name="connsiteX2" fmla="*/ 0 w 27081"/>
                <a:gd name="connsiteY2" fmla="*/ 506872 h 516977"/>
                <a:gd name="connsiteX3" fmla="*/ 0 w 27081"/>
                <a:gd name="connsiteY3" fmla="*/ 10105 h 516977"/>
                <a:gd name="connsiteX4" fmla="*/ 10105 w 27081"/>
                <a:gd name="connsiteY4" fmla="*/ 0 h 516977"/>
                <a:gd name="connsiteX5" fmla="*/ 18257 w 27081"/>
                <a:gd name="connsiteY5" fmla="*/ 0 h 516977"/>
                <a:gd name="connsiteX6" fmla="*/ 27082 w 27081"/>
                <a:gd name="connsiteY6" fmla="*/ 8825 h 516977"/>
                <a:gd name="connsiteX7" fmla="*/ 27082 w 27081"/>
                <a:gd name="connsiteY7" fmla="*/ 508152 h 516977"/>
                <a:gd name="connsiteX8" fmla="*/ 18257 w 27081"/>
                <a:gd name="connsiteY8" fmla="*/ 516977 h 516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081" h="516977">
                  <a:moveTo>
                    <a:pt x="18257" y="516977"/>
                  </a:moveTo>
                  <a:lnTo>
                    <a:pt x="10105" y="516977"/>
                  </a:lnTo>
                  <a:cubicBezTo>
                    <a:pt x="4514" y="516977"/>
                    <a:pt x="0" y="512464"/>
                    <a:pt x="0" y="506872"/>
                  </a:cubicBezTo>
                  <a:lnTo>
                    <a:pt x="0" y="10105"/>
                  </a:lnTo>
                  <a:cubicBezTo>
                    <a:pt x="0" y="4514"/>
                    <a:pt x="4514" y="0"/>
                    <a:pt x="10105" y="0"/>
                  </a:cubicBezTo>
                  <a:lnTo>
                    <a:pt x="18257" y="0"/>
                  </a:lnTo>
                  <a:cubicBezTo>
                    <a:pt x="23107" y="0"/>
                    <a:pt x="27082" y="3975"/>
                    <a:pt x="27082" y="8825"/>
                  </a:cubicBezTo>
                  <a:lnTo>
                    <a:pt x="27082" y="508152"/>
                  </a:lnTo>
                  <a:cubicBezTo>
                    <a:pt x="27082" y="513003"/>
                    <a:pt x="23107" y="516977"/>
                    <a:pt x="18257" y="516977"/>
                  </a:cubicBezTo>
                  <a:close/>
                </a:path>
              </a:pathLst>
            </a:custGeom>
            <a:solidFill>
              <a:srgbClr val="8A9096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Graphic 2">
              <a:extLst>
                <a:ext uri="{FF2B5EF4-FFF2-40B4-BE49-F238E27FC236}">
                  <a16:creationId xmlns:a16="http://schemas.microsoft.com/office/drawing/2014/main" id="{4747B958-0380-4C5F-8DEC-8D7F6B25907D}"/>
                </a:ext>
              </a:extLst>
            </p:cNvPr>
            <p:cNvSpPr/>
            <p:nvPr/>
          </p:nvSpPr>
          <p:spPr>
            <a:xfrm>
              <a:off x="3938156" y="6424233"/>
              <a:ext cx="12928" cy="364399"/>
            </a:xfrm>
            <a:custGeom>
              <a:avLst/>
              <a:gdLst>
                <a:gd name="connsiteX0" fmla="*/ 14080 w 15359"/>
                <a:gd name="connsiteY0" fmla="*/ 432903 h 432902"/>
                <a:gd name="connsiteX1" fmla="*/ 1886 w 15359"/>
                <a:gd name="connsiteY1" fmla="*/ 432903 h 432902"/>
                <a:gd name="connsiteX2" fmla="*/ 0 w 15359"/>
                <a:gd name="connsiteY2" fmla="*/ 431016 h 432902"/>
                <a:gd name="connsiteX3" fmla="*/ 0 w 15359"/>
                <a:gd name="connsiteY3" fmla="*/ 1886 h 432902"/>
                <a:gd name="connsiteX4" fmla="*/ 1886 w 15359"/>
                <a:gd name="connsiteY4" fmla="*/ 0 h 432902"/>
                <a:gd name="connsiteX5" fmla="*/ 14080 w 15359"/>
                <a:gd name="connsiteY5" fmla="*/ 0 h 432902"/>
                <a:gd name="connsiteX6" fmla="*/ 15360 w 15359"/>
                <a:gd name="connsiteY6" fmla="*/ 1280 h 432902"/>
                <a:gd name="connsiteX7" fmla="*/ 15360 w 15359"/>
                <a:gd name="connsiteY7" fmla="*/ 431690 h 432902"/>
                <a:gd name="connsiteX8" fmla="*/ 14080 w 15359"/>
                <a:gd name="connsiteY8" fmla="*/ 432903 h 4329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359" h="432902">
                  <a:moveTo>
                    <a:pt x="14080" y="432903"/>
                  </a:moveTo>
                  <a:lnTo>
                    <a:pt x="1886" y="432903"/>
                  </a:lnTo>
                  <a:cubicBezTo>
                    <a:pt x="808" y="432903"/>
                    <a:pt x="0" y="432027"/>
                    <a:pt x="0" y="431016"/>
                  </a:cubicBezTo>
                  <a:lnTo>
                    <a:pt x="0" y="1886"/>
                  </a:lnTo>
                  <a:cubicBezTo>
                    <a:pt x="0" y="808"/>
                    <a:pt x="876" y="0"/>
                    <a:pt x="1886" y="0"/>
                  </a:cubicBezTo>
                  <a:lnTo>
                    <a:pt x="14080" y="0"/>
                  </a:lnTo>
                  <a:cubicBezTo>
                    <a:pt x="14753" y="0"/>
                    <a:pt x="15360" y="539"/>
                    <a:pt x="15360" y="1280"/>
                  </a:cubicBezTo>
                  <a:lnTo>
                    <a:pt x="15360" y="431690"/>
                  </a:lnTo>
                  <a:cubicBezTo>
                    <a:pt x="15360" y="432364"/>
                    <a:pt x="14821" y="432903"/>
                    <a:pt x="14080" y="432903"/>
                  </a:cubicBezTo>
                  <a:close/>
                </a:path>
              </a:pathLst>
            </a:custGeom>
            <a:solidFill>
              <a:srgbClr val="4A4C4D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69006DBA-4DAA-453A-A2AC-FF4A9322F5B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978879" y="3808481"/>
              <a:ext cx="134198" cy="134198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23506713-2F55-452F-ABB6-47225E2D89E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987267" y="3816868"/>
              <a:ext cx="117423" cy="117423"/>
            </a:xfrm>
            <a:prstGeom prst="ellipse">
              <a:avLst/>
            </a:prstGeom>
            <a:solidFill>
              <a:srgbClr val="070808"/>
            </a:solidFill>
            <a:ln w="672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5175F06E-27A9-46A4-B02C-A49E59D17DC3}"/>
                </a:ext>
              </a:extLst>
            </p:cNvPr>
            <p:cNvSpPr/>
            <p:nvPr/>
          </p:nvSpPr>
          <p:spPr>
            <a:xfrm>
              <a:off x="3016958" y="3846560"/>
              <a:ext cx="58040" cy="58040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 w="672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E28FA69B-57D7-4705-A140-F90E5220C72E}"/>
                </a:ext>
              </a:extLst>
            </p:cNvPr>
            <p:cNvSpPr/>
            <p:nvPr/>
          </p:nvSpPr>
          <p:spPr>
            <a:xfrm>
              <a:off x="3030585" y="3860187"/>
              <a:ext cx="30788" cy="30788"/>
            </a:xfrm>
            <a:prstGeom prst="ellipse">
              <a:avLst/>
            </a:prstGeom>
            <a:solidFill>
              <a:srgbClr val="081422"/>
            </a:solidFill>
            <a:ln w="672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7" name="Graphic 2">
              <a:extLst>
                <a:ext uri="{FF2B5EF4-FFF2-40B4-BE49-F238E27FC236}">
                  <a16:creationId xmlns:a16="http://schemas.microsoft.com/office/drawing/2014/main" id="{80E59088-2E8C-41FA-BAB8-F9EEF100122A}"/>
                </a:ext>
              </a:extLst>
            </p:cNvPr>
            <p:cNvSpPr/>
            <p:nvPr userDrawn="1"/>
          </p:nvSpPr>
          <p:spPr>
            <a:xfrm flipH="1">
              <a:off x="1060804" y="4534334"/>
              <a:ext cx="10717" cy="149811"/>
            </a:xfrm>
            <a:custGeom>
              <a:avLst/>
              <a:gdLst>
                <a:gd name="connsiteX0" fmla="*/ 17650 w 18930"/>
                <a:gd name="connsiteY0" fmla="*/ 390327 h 390326"/>
                <a:gd name="connsiteX1" fmla="*/ 1886 w 18930"/>
                <a:gd name="connsiteY1" fmla="*/ 390327 h 390326"/>
                <a:gd name="connsiteX2" fmla="*/ 0 w 18930"/>
                <a:gd name="connsiteY2" fmla="*/ 388440 h 390326"/>
                <a:gd name="connsiteX3" fmla="*/ 0 w 18930"/>
                <a:gd name="connsiteY3" fmla="*/ 1886 h 390326"/>
                <a:gd name="connsiteX4" fmla="*/ 1886 w 18930"/>
                <a:gd name="connsiteY4" fmla="*/ 0 h 390326"/>
                <a:gd name="connsiteX5" fmla="*/ 17650 w 18930"/>
                <a:gd name="connsiteY5" fmla="*/ 0 h 390326"/>
                <a:gd name="connsiteX6" fmla="*/ 18930 w 18930"/>
                <a:gd name="connsiteY6" fmla="*/ 1280 h 390326"/>
                <a:gd name="connsiteX7" fmla="*/ 18930 w 18930"/>
                <a:gd name="connsiteY7" fmla="*/ 389047 h 390326"/>
                <a:gd name="connsiteX8" fmla="*/ 17650 w 18930"/>
                <a:gd name="connsiteY8" fmla="*/ 390327 h 390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930" h="390326">
                  <a:moveTo>
                    <a:pt x="17650" y="390327"/>
                  </a:moveTo>
                  <a:lnTo>
                    <a:pt x="1886" y="390327"/>
                  </a:lnTo>
                  <a:cubicBezTo>
                    <a:pt x="808" y="390327"/>
                    <a:pt x="0" y="389451"/>
                    <a:pt x="0" y="388440"/>
                  </a:cubicBezTo>
                  <a:lnTo>
                    <a:pt x="0" y="1886"/>
                  </a:lnTo>
                  <a:cubicBezTo>
                    <a:pt x="0" y="808"/>
                    <a:pt x="876" y="0"/>
                    <a:pt x="1886" y="0"/>
                  </a:cubicBezTo>
                  <a:lnTo>
                    <a:pt x="17650" y="0"/>
                  </a:lnTo>
                  <a:cubicBezTo>
                    <a:pt x="18324" y="0"/>
                    <a:pt x="18930" y="539"/>
                    <a:pt x="18930" y="1280"/>
                  </a:cubicBezTo>
                  <a:lnTo>
                    <a:pt x="18930" y="389047"/>
                  </a:lnTo>
                  <a:cubicBezTo>
                    <a:pt x="18930" y="389788"/>
                    <a:pt x="18324" y="390327"/>
                    <a:pt x="17650" y="390327"/>
                  </a:cubicBezTo>
                  <a:close/>
                </a:path>
              </a:pathLst>
            </a:custGeom>
            <a:solidFill>
              <a:srgbClr val="FAFDFF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5066A938-5524-4BC2-9E71-604DA7247A54}"/>
              </a:ext>
            </a:extLst>
          </p:cNvPr>
          <p:cNvGrpSpPr/>
          <p:nvPr userDrawn="1"/>
        </p:nvGrpSpPr>
        <p:grpSpPr>
          <a:xfrm>
            <a:off x="8332411" y="0"/>
            <a:ext cx="2885112" cy="2622090"/>
            <a:chOff x="833153" y="6858000"/>
            <a:chExt cx="2885112" cy="2622090"/>
          </a:xfrm>
        </p:grpSpPr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5974D21A-C01F-4B09-AA57-1A00734860AA}"/>
                </a:ext>
              </a:extLst>
            </p:cNvPr>
            <p:cNvSpPr/>
            <p:nvPr/>
          </p:nvSpPr>
          <p:spPr>
            <a:xfrm>
              <a:off x="833153" y="6858000"/>
              <a:ext cx="2885112" cy="2622090"/>
            </a:xfrm>
            <a:custGeom>
              <a:avLst/>
              <a:gdLst>
                <a:gd name="connsiteX0" fmla="*/ 0 w 2885112"/>
                <a:gd name="connsiteY0" fmla="*/ 0 h 2622090"/>
                <a:gd name="connsiteX1" fmla="*/ 2885112 w 2885112"/>
                <a:gd name="connsiteY1" fmla="*/ 0 h 2622090"/>
                <a:gd name="connsiteX2" fmla="*/ 2885112 w 2885112"/>
                <a:gd name="connsiteY2" fmla="*/ 2245726 h 2622090"/>
                <a:gd name="connsiteX3" fmla="*/ 2504286 w 2885112"/>
                <a:gd name="connsiteY3" fmla="*/ 2622090 h 2622090"/>
                <a:gd name="connsiteX4" fmla="*/ 380827 w 2885112"/>
                <a:gd name="connsiteY4" fmla="*/ 2622090 h 2622090"/>
                <a:gd name="connsiteX5" fmla="*/ 0 w 2885112"/>
                <a:gd name="connsiteY5" fmla="*/ 2245668 h 26220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85112" h="2622090">
                  <a:moveTo>
                    <a:pt x="0" y="0"/>
                  </a:moveTo>
                  <a:lnTo>
                    <a:pt x="2885112" y="0"/>
                  </a:lnTo>
                  <a:lnTo>
                    <a:pt x="2885112" y="2245726"/>
                  </a:lnTo>
                  <a:cubicBezTo>
                    <a:pt x="2885055" y="2453556"/>
                    <a:pt x="2714549" y="2622090"/>
                    <a:pt x="2504286" y="2622090"/>
                  </a:cubicBezTo>
                  <a:lnTo>
                    <a:pt x="380827" y="2622090"/>
                  </a:lnTo>
                  <a:cubicBezTo>
                    <a:pt x="170506" y="2622090"/>
                    <a:pt x="0" y="2453556"/>
                    <a:pt x="0" y="2245668"/>
                  </a:cubicBezTo>
                  <a:close/>
                </a:path>
              </a:pathLst>
            </a:custGeom>
            <a:solidFill>
              <a:srgbClr val="D0D4D8"/>
            </a:solidFill>
            <a:ln w="6728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1E48AAE3-B835-49A5-9A47-DE6EBCD7733E}"/>
                </a:ext>
              </a:extLst>
            </p:cNvPr>
            <p:cNvSpPr/>
            <p:nvPr/>
          </p:nvSpPr>
          <p:spPr>
            <a:xfrm>
              <a:off x="871808" y="6858000"/>
              <a:ext cx="2807801" cy="2591752"/>
            </a:xfrm>
            <a:custGeom>
              <a:avLst/>
              <a:gdLst>
                <a:gd name="connsiteX0" fmla="*/ 0 w 2807801"/>
                <a:gd name="connsiteY0" fmla="*/ 0 h 2591752"/>
                <a:gd name="connsiteX1" fmla="*/ 2807801 w 2807801"/>
                <a:gd name="connsiteY1" fmla="*/ 0 h 2591752"/>
                <a:gd name="connsiteX2" fmla="*/ 2807801 w 2807801"/>
                <a:gd name="connsiteY2" fmla="*/ 2215388 h 2591752"/>
                <a:gd name="connsiteX3" fmla="*/ 2428061 w 2807801"/>
                <a:gd name="connsiteY3" fmla="*/ 2591752 h 2591752"/>
                <a:gd name="connsiteX4" fmla="*/ 379798 w 2807801"/>
                <a:gd name="connsiteY4" fmla="*/ 2591752 h 2591752"/>
                <a:gd name="connsiteX5" fmla="*/ 0 w 2807801"/>
                <a:gd name="connsiteY5" fmla="*/ 2215332 h 259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07801" h="2591752">
                  <a:moveTo>
                    <a:pt x="0" y="0"/>
                  </a:moveTo>
                  <a:lnTo>
                    <a:pt x="2807801" y="0"/>
                  </a:lnTo>
                  <a:lnTo>
                    <a:pt x="2807801" y="2215388"/>
                  </a:lnTo>
                  <a:cubicBezTo>
                    <a:pt x="2807801" y="2423218"/>
                    <a:pt x="2637756" y="2591752"/>
                    <a:pt x="2428061" y="2591752"/>
                  </a:cubicBezTo>
                  <a:lnTo>
                    <a:pt x="379798" y="2591752"/>
                  </a:lnTo>
                  <a:cubicBezTo>
                    <a:pt x="170045" y="2591752"/>
                    <a:pt x="0" y="2423218"/>
                    <a:pt x="0" y="2215332"/>
                  </a:cubicBezTo>
                  <a:close/>
                </a:path>
              </a:pathLst>
            </a:custGeom>
            <a:solidFill>
              <a:srgbClr val="070808"/>
            </a:solidFill>
            <a:ln w="6728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</p:grpSp>
      <p:sp>
        <p:nvSpPr>
          <p:cNvPr id="67" name="Picture Placeholder 66">
            <a:extLst>
              <a:ext uri="{FF2B5EF4-FFF2-40B4-BE49-F238E27FC236}">
                <a16:creationId xmlns:a16="http://schemas.microsoft.com/office/drawing/2014/main" id="{28246CD8-4F7B-49F9-A0E7-A3D2C7826A5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438563" y="1"/>
            <a:ext cx="2672808" cy="2493421"/>
          </a:xfrm>
          <a:custGeom>
            <a:avLst/>
            <a:gdLst>
              <a:gd name="connsiteX0" fmla="*/ 0 w 2672808"/>
              <a:gd name="connsiteY0" fmla="*/ 0 h 2493421"/>
              <a:gd name="connsiteX1" fmla="*/ 2672808 w 2672808"/>
              <a:gd name="connsiteY1" fmla="*/ 0 h 2493421"/>
              <a:gd name="connsiteX2" fmla="*/ 2672808 w 2672808"/>
              <a:gd name="connsiteY2" fmla="*/ 2221227 h 2493421"/>
              <a:gd name="connsiteX3" fmla="*/ 2385313 w 2672808"/>
              <a:gd name="connsiteY3" fmla="*/ 2493421 h 2493421"/>
              <a:gd name="connsiteX4" fmla="*/ 287495 w 2672808"/>
              <a:gd name="connsiteY4" fmla="*/ 2493421 h 2493421"/>
              <a:gd name="connsiteX5" fmla="*/ 0 w 2672808"/>
              <a:gd name="connsiteY5" fmla="*/ 2221227 h 24934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72808" h="2493421">
                <a:moveTo>
                  <a:pt x="0" y="0"/>
                </a:moveTo>
                <a:lnTo>
                  <a:pt x="2672808" y="0"/>
                </a:lnTo>
                <a:lnTo>
                  <a:pt x="2672808" y="2221227"/>
                </a:lnTo>
                <a:cubicBezTo>
                  <a:pt x="2672808" y="2371557"/>
                  <a:pt x="2544095" y="2493421"/>
                  <a:pt x="2385313" y="2493421"/>
                </a:cubicBezTo>
                <a:lnTo>
                  <a:pt x="287495" y="2493421"/>
                </a:lnTo>
                <a:cubicBezTo>
                  <a:pt x="128714" y="2493421"/>
                  <a:pt x="0" y="2371557"/>
                  <a:pt x="0" y="2221227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25400">
            <a:noFill/>
          </a:ln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68" name="Picture Placeholder 67">
            <a:extLst>
              <a:ext uri="{FF2B5EF4-FFF2-40B4-BE49-F238E27FC236}">
                <a16:creationId xmlns:a16="http://schemas.microsoft.com/office/drawing/2014/main" id="{A2ECC6F6-A4A0-4672-8659-27C1C164083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168921" y="3818265"/>
            <a:ext cx="2672808" cy="3039735"/>
          </a:xfrm>
          <a:custGeom>
            <a:avLst/>
            <a:gdLst>
              <a:gd name="connsiteX0" fmla="*/ 287495 w 2672808"/>
              <a:gd name="connsiteY0" fmla="*/ 0 h 3039735"/>
              <a:gd name="connsiteX1" fmla="*/ 542049 w 2672808"/>
              <a:gd name="connsiteY1" fmla="*/ 0 h 3039735"/>
              <a:gd name="connsiteX2" fmla="*/ 566725 w 2672808"/>
              <a:gd name="connsiteY2" fmla="*/ 23363 h 3039735"/>
              <a:gd name="connsiteX3" fmla="*/ 757670 w 2672808"/>
              <a:gd name="connsiteY3" fmla="*/ 204146 h 3039735"/>
              <a:gd name="connsiteX4" fmla="*/ 1903160 w 2672808"/>
              <a:gd name="connsiteY4" fmla="*/ 204146 h 3039735"/>
              <a:gd name="connsiteX5" fmla="*/ 2094105 w 2672808"/>
              <a:gd name="connsiteY5" fmla="*/ 23363 h 3039735"/>
              <a:gd name="connsiteX6" fmla="*/ 2118781 w 2672808"/>
              <a:gd name="connsiteY6" fmla="*/ 0 h 3039735"/>
              <a:gd name="connsiteX7" fmla="*/ 2385313 w 2672808"/>
              <a:gd name="connsiteY7" fmla="*/ 0 h 3039735"/>
              <a:gd name="connsiteX8" fmla="*/ 2672808 w 2672808"/>
              <a:gd name="connsiteY8" fmla="*/ 272193 h 3039735"/>
              <a:gd name="connsiteX9" fmla="*/ 2672808 w 2672808"/>
              <a:gd name="connsiteY9" fmla="*/ 3039735 h 3039735"/>
              <a:gd name="connsiteX10" fmla="*/ 0 w 2672808"/>
              <a:gd name="connsiteY10" fmla="*/ 3039735 h 3039735"/>
              <a:gd name="connsiteX11" fmla="*/ 0 w 2672808"/>
              <a:gd name="connsiteY11" fmla="*/ 272193 h 3039735"/>
              <a:gd name="connsiteX12" fmla="*/ 287495 w 2672808"/>
              <a:gd name="connsiteY12" fmla="*/ 0 h 30397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672808" h="3039735">
                <a:moveTo>
                  <a:pt x="287495" y="0"/>
                </a:moveTo>
                <a:lnTo>
                  <a:pt x="542049" y="0"/>
                </a:lnTo>
                <a:cubicBezTo>
                  <a:pt x="555645" y="0"/>
                  <a:pt x="566725" y="10435"/>
                  <a:pt x="566725" y="23363"/>
                </a:cubicBezTo>
                <a:cubicBezTo>
                  <a:pt x="566725" y="123224"/>
                  <a:pt x="652255" y="204146"/>
                  <a:pt x="757670" y="204146"/>
                </a:cubicBezTo>
                <a:lnTo>
                  <a:pt x="1903160" y="204146"/>
                </a:lnTo>
                <a:cubicBezTo>
                  <a:pt x="2008635" y="204146"/>
                  <a:pt x="2094105" y="123168"/>
                  <a:pt x="2094105" y="23363"/>
                </a:cubicBezTo>
                <a:cubicBezTo>
                  <a:pt x="2094105" y="10491"/>
                  <a:pt x="2105125" y="0"/>
                  <a:pt x="2118781" y="0"/>
                </a:cubicBezTo>
                <a:lnTo>
                  <a:pt x="2385313" y="0"/>
                </a:lnTo>
                <a:cubicBezTo>
                  <a:pt x="2544095" y="0"/>
                  <a:pt x="2672808" y="121864"/>
                  <a:pt x="2672808" y="272193"/>
                </a:cubicBezTo>
                <a:lnTo>
                  <a:pt x="2672808" y="3039735"/>
                </a:lnTo>
                <a:lnTo>
                  <a:pt x="0" y="3039735"/>
                </a:lnTo>
                <a:lnTo>
                  <a:pt x="0" y="272193"/>
                </a:lnTo>
                <a:cubicBezTo>
                  <a:pt x="0" y="121864"/>
                  <a:pt x="128714" y="0"/>
                  <a:pt x="287495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25400">
            <a:noFill/>
          </a:ln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509740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63662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DAE6C28-A080-4420-92C4-3AC673E4DAE1}"/>
              </a:ext>
            </a:extLst>
          </p:cNvPr>
          <p:cNvSpPr/>
          <p:nvPr userDrawn="1"/>
        </p:nvSpPr>
        <p:spPr>
          <a:xfrm>
            <a:off x="0" y="2253343"/>
            <a:ext cx="12192000" cy="23513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DA6378AF-10CF-415A-9A2B-A4DF0CDD2A85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088571" y="1580606"/>
            <a:ext cx="9945150" cy="3696788"/>
          </a:xfrm>
          <a:custGeom>
            <a:avLst/>
            <a:gdLst>
              <a:gd name="connsiteX0" fmla="*/ 8797786 w 9945150"/>
              <a:gd name="connsiteY0" fmla="*/ 343988 h 3696788"/>
              <a:gd name="connsiteX1" fmla="*/ 9945150 w 9945150"/>
              <a:gd name="connsiteY1" fmla="*/ 343988 h 3696788"/>
              <a:gd name="connsiteX2" fmla="*/ 8854411 w 9945150"/>
              <a:gd name="connsiteY2" fmla="*/ 3696788 h 3696788"/>
              <a:gd name="connsiteX3" fmla="*/ 7707047 w 9945150"/>
              <a:gd name="connsiteY3" fmla="*/ 3696788 h 3696788"/>
              <a:gd name="connsiteX4" fmla="*/ 6228770 w 9945150"/>
              <a:gd name="connsiteY4" fmla="*/ 343988 h 3696788"/>
              <a:gd name="connsiteX5" fmla="*/ 7376134 w 9945150"/>
              <a:gd name="connsiteY5" fmla="*/ 343988 h 3696788"/>
              <a:gd name="connsiteX6" fmla="*/ 6285395 w 9945150"/>
              <a:gd name="connsiteY6" fmla="*/ 3696788 h 3696788"/>
              <a:gd name="connsiteX7" fmla="*/ 5138031 w 9945150"/>
              <a:gd name="connsiteY7" fmla="*/ 3696788 h 3696788"/>
              <a:gd name="connsiteX8" fmla="*/ 3659754 w 9945150"/>
              <a:gd name="connsiteY8" fmla="*/ 343988 h 3696788"/>
              <a:gd name="connsiteX9" fmla="*/ 4807118 w 9945150"/>
              <a:gd name="connsiteY9" fmla="*/ 343988 h 3696788"/>
              <a:gd name="connsiteX10" fmla="*/ 3716379 w 9945150"/>
              <a:gd name="connsiteY10" fmla="*/ 3696788 h 3696788"/>
              <a:gd name="connsiteX11" fmla="*/ 2569016 w 9945150"/>
              <a:gd name="connsiteY11" fmla="*/ 3696788 h 3696788"/>
              <a:gd name="connsiteX12" fmla="*/ 1090739 w 9945150"/>
              <a:gd name="connsiteY12" fmla="*/ 343988 h 3696788"/>
              <a:gd name="connsiteX13" fmla="*/ 2238103 w 9945150"/>
              <a:gd name="connsiteY13" fmla="*/ 343988 h 3696788"/>
              <a:gd name="connsiteX14" fmla="*/ 1147364 w 9945150"/>
              <a:gd name="connsiteY14" fmla="*/ 3696788 h 3696788"/>
              <a:gd name="connsiteX15" fmla="*/ 0 w 9945150"/>
              <a:gd name="connsiteY15" fmla="*/ 3696788 h 3696788"/>
              <a:gd name="connsiteX16" fmla="*/ 7635204 w 9945150"/>
              <a:gd name="connsiteY16" fmla="*/ 0 h 3696788"/>
              <a:gd name="connsiteX17" fmla="*/ 8782568 w 9945150"/>
              <a:gd name="connsiteY17" fmla="*/ 0 h 3696788"/>
              <a:gd name="connsiteX18" fmla="*/ 7691829 w 9945150"/>
              <a:gd name="connsiteY18" fmla="*/ 3352800 h 3696788"/>
              <a:gd name="connsiteX19" fmla="*/ 6544465 w 9945150"/>
              <a:gd name="connsiteY19" fmla="*/ 3352800 h 3696788"/>
              <a:gd name="connsiteX20" fmla="*/ 5066188 w 9945150"/>
              <a:gd name="connsiteY20" fmla="*/ 0 h 3696788"/>
              <a:gd name="connsiteX21" fmla="*/ 6213552 w 9945150"/>
              <a:gd name="connsiteY21" fmla="*/ 0 h 3696788"/>
              <a:gd name="connsiteX22" fmla="*/ 5122813 w 9945150"/>
              <a:gd name="connsiteY22" fmla="*/ 3352800 h 3696788"/>
              <a:gd name="connsiteX23" fmla="*/ 3975449 w 9945150"/>
              <a:gd name="connsiteY23" fmla="*/ 3352800 h 3696788"/>
              <a:gd name="connsiteX24" fmla="*/ 2497173 w 9945150"/>
              <a:gd name="connsiteY24" fmla="*/ 0 h 3696788"/>
              <a:gd name="connsiteX25" fmla="*/ 3644536 w 9945150"/>
              <a:gd name="connsiteY25" fmla="*/ 0 h 3696788"/>
              <a:gd name="connsiteX26" fmla="*/ 2553798 w 9945150"/>
              <a:gd name="connsiteY26" fmla="*/ 3352800 h 3696788"/>
              <a:gd name="connsiteX27" fmla="*/ 1406434 w 9945150"/>
              <a:gd name="connsiteY27" fmla="*/ 3352800 h 3696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9945150" h="3696788">
                <a:moveTo>
                  <a:pt x="8797786" y="343988"/>
                </a:moveTo>
                <a:lnTo>
                  <a:pt x="9945150" y="343988"/>
                </a:lnTo>
                <a:lnTo>
                  <a:pt x="8854411" y="3696788"/>
                </a:lnTo>
                <a:lnTo>
                  <a:pt x="7707047" y="3696788"/>
                </a:lnTo>
                <a:close/>
                <a:moveTo>
                  <a:pt x="6228770" y="343988"/>
                </a:moveTo>
                <a:lnTo>
                  <a:pt x="7376134" y="343988"/>
                </a:lnTo>
                <a:lnTo>
                  <a:pt x="6285395" y="3696788"/>
                </a:lnTo>
                <a:lnTo>
                  <a:pt x="5138031" y="3696788"/>
                </a:lnTo>
                <a:close/>
                <a:moveTo>
                  <a:pt x="3659754" y="343988"/>
                </a:moveTo>
                <a:lnTo>
                  <a:pt x="4807118" y="343988"/>
                </a:lnTo>
                <a:lnTo>
                  <a:pt x="3716379" y="3696788"/>
                </a:lnTo>
                <a:lnTo>
                  <a:pt x="2569016" y="3696788"/>
                </a:lnTo>
                <a:close/>
                <a:moveTo>
                  <a:pt x="1090739" y="343988"/>
                </a:moveTo>
                <a:lnTo>
                  <a:pt x="2238103" y="343988"/>
                </a:lnTo>
                <a:lnTo>
                  <a:pt x="1147364" y="3696788"/>
                </a:lnTo>
                <a:lnTo>
                  <a:pt x="0" y="3696788"/>
                </a:lnTo>
                <a:close/>
                <a:moveTo>
                  <a:pt x="7635204" y="0"/>
                </a:moveTo>
                <a:lnTo>
                  <a:pt x="8782568" y="0"/>
                </a:lnTo>
                <a:lnTo>
                  <a:pt x="7691829" y="3352800"/>
                </a:lnTo>
                <a:lnTo>
                  <a:pt x="6544465" y="3352800"/>
                </a:lnTo>
                <a:close/>
                <a:moveTo>
                  <a:pt x="5066188" y="0"/>
                </a:moveTo>
                <a:lnTo>
                  <a:pt x="6213552" y="0"/>
                </a:lnTo>
                <a:lnTo>
                  <a:pt x="5122813" y="3352800"/>
                </a:lnTo>
                <a:lnTo>
                  <a:pt x="3975449" y="3352800"/>
                </a:lnTo>
                <a:close/>
                <a:moveTo>
                  <a:pt x="2497173" y="0"/>
                </a:moveTo>
                <a:lnTo>
                  <a:pt x="3644536" y="0"/>
                </a:lnTo>
                <a:lnTo>
                  <a:pt x="2553798" y="3352800"/>
                </a:lnTo>
                <a:lnTo>
                  <a:pt x="1406434" y="33528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9050">
            <a:noFill/>
          </a:ln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6492805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960406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483091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NG sets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2482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PNG &amp; Shapes Layout</a:t>
            </a:r>
          </a:p>
        </p:txBody>
      </p:sp>
    </p:spTree>
    <p:extLst>
      <p:ext uri="{BB962C8B-B14F-4D97-AF65-F5344CB8AC3E}">
        <p14:creationId xmlns:p14="http://schemas.microsoft.com/office/powerpoint/2010/main" val="244639275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123478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sp>
        <p:nvSpPr>
          <p:cNvPr id="3" name="Rounded Rectangle 2"/>
          <p:cNvSpPr/>
          <p:nvPr userDrawn="1"/>
        </p:nvSpPr>
        <p:spPr>
          <a:xfrm>
            <a:off x="354010" y="1131591"/>
            <a:ext cx="3560767" cy="5402561"/>
          </a:xfrm>
          <a:prstGeom prst="roundRect">
            <a:avLst>
              <a:gd name="adj" fmla="val 396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/>
          </a:p>
        </p:txBody>
      </p:sp>
      <p:sp>
        <p:nvSpPr>
          <p:cNvPr id="4" name="Rounded Rectangle 3"/>
          <p:cNvSpPr/>
          <p:nvPr userDrawn="1"/>
        </p:nvSpPr>
        <p:spPr>
          <a:xfrm>
            <a:off x="531933" y="1347500"/>
            <a:ext cx="153868" cy="5015200"/>
          </a:xfrm>
          <a:prstGeom prst="roundRect">
            <a:avLst>
              <a:gd name="adj" fmla="val 50000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bg1"/>
              </a:solidFill>
            </a:endParaRPr>
          </a:p>
        </p:txBody>
      </p:sp>
      <p:sp>
        <p:nvSpPr>
          <p:cNvPr id="5" name="Half Frame 4"/>
          <p:cNvSpPr/>
          <p:nvPr userDrawn="1"/>
        </p:nvSpPr>
        <p:spPr>
          <a:xfrm rot="5400000">
            <a:off x="3057177" y="1276653"/>
            <a:ext cx="685849" cy="685148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644E8BB-F13A-4AE0-889E-633DE4143787}"/>
              </a:ext>
            </a:extLst>
          </p:cNvPr>
          <p:cNvSpPr txBox="1"/>
          <p:nvPr userDrawn="1"/>
        </p:nvSpPr>
        <p:spPr>
          <a:xfrm>
            <a:off x="711704" y="1637214"/>
            <a:ext cx="223224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Resize without losing quality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2CE2B8B-ED32-491A-95B2-D28904BC432C}"/>
              </a:ext>
            </a:extLst>
          </p:cNvPr>
          <p:cNvSpPr txBox="1"/>
          <p:nvPr userDrawn="1"/>
        </p:nvSpPr>
        <p:spPr>
          <a:xfrm>
            <a:off x="711704" y="2127463"/>
            <a:ext cx="2232248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Change Fill Color &amp;</a:t>
            </a:r>
          </a:p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Line Color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62A52DF-2523-4479-BFA3-B5ACE9887E1C}"/>
              </a:ext>
            </a:extLst>
          </p:cNvPr>
          <p:cNvSpPr txBox="1"/>
          <p:nvPr userDrawn="1"/>
        </p:nvSpPr>
        <p:spPr>
          <a:xfrm>
            <a:off x="721229" y="5808438"/>
            <a:ext cx="223200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www.allppt.com</a:t>
            </a:r>
            <a:endParaRPr lang="ko-KR" altLang="en-US" sz="1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AAC314F-E96A-4408-95DE-A70E9ED054AF}"/>
              </a:ext>
            </a:extLst>
          </p:cNvPr>
          <p:cNvSpPr txBox="1"/>
          <p:nvPr userDrawn="1"/>
        </p:nvSpPr>
        <p:spPr>
          <a:xfrm>
            <a:off x="721229" y="4450324"/>
            <a:ext cx="2717296" cy="13849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FREE </a:t>
            </a:r>
          </a:p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PPT TEMPLATES</a:t>
            </a:r>
          </a:p>
        </p:txBody>
      </p:sp>
    </p:spTree>
    <p:extLst>
      <p:ext uri="{BB962C8B-B14F-4D97-AF65-F5344CB8AC3E}">
        <p14:creationId xmlns:p14="http://schemas.microsoft.com/office/powerpoint/2010/main" val="31367658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4720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1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4.xml"/><Relationship Id="rId16" Type="http://schemas.openxmlformats.org/officeDocument/2006/relationships/slideLayout" Target="../slideLayouts/slideLayout18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12.xml"/><Relationship Id="rId19" Type="http://schemas.openxmlformats.org/officeDocument/2006/relationships/slideLayout" Target="../slideLayouts/slideLayout21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6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5990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5311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9" r:id="rId15"/>
    <p:sldLayoutId id="2147483688" r:id="rId16"/>
    <p:sldLayoutId id="2147483687" r:id="rId17"/>
    <p:sldLayoutId id="2147483671" r:id="rId18"/>
    <p:sldLayoutId id="2147483672" r:id="rId1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8408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02894AB-D42D-4C72-AF38-625276C2FFA8}"/>
              </a:ext>
            </a:extLst>
          </p:cNvPr>
          <p:cNvSpPr/>
          <p:nvPr/>
        </p:nvSpPr>
        <p:spPr>
          <a:xfrm>
            <a:off x="-1" y="4525818"/>
            <a:ext cx="12192001" cy="2332182"/>
          </a:xfrm>
          <a:prstGeom prst="rect">
            <a:avLst/>
          </a:prstGeom>
          <a:solidFill>
            <a:schemeClr val="accent2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3694D8-8CF5-4FE1-B692-77DAC5112306}"/>
              </a:ext>
            </a:extLst>
          </p:cNvPr>
          <p:cNvSpPr txBox="1"/>
          <p:nvPr/>
        </p:nvSpPr>
        <p:spPr>
          <a:xfrm>
            <a:off x="-1" y="5072371"/>
            <a:ext cx="12262585" cy="190821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endParaRPr lang="en-US" sz="3200" kern="100" dirty="0">
              <a:solidFill>
                <a:schemeClr val="bg1"/>
              </a:solidFill>
              <a:effectLst/>
              <a:latin typeface="+mj-lt"/>
              <a:ea typeface="Aptos"/>
              <a:cs typeface="Arial" panose="020B0604020202020204" pitchFamily="34" charset="0"/>
            </a:endParaRPr>
          </a:p>
          <a:p>
            <a:pPr algn="ctr"/>
            <a:r>
              <a:rPr lang="en-PK" sz="3200" kern="100" dirty="0">
                <a:solidFill>
                  <a:schemeClr val="bg1"/>
                </a:solidFill>
                <a:effectLst/>
                <a:latin typeface="+mj-lt"/>
                <a:ea typeface="Aptos"/>
                <a:cs typeface="Arial" panose="020B0604020202020204" pitchFamily="34" charset="0"/>
              </a:rPr>
              <a:t>Data-Informed Decisions</a:t>
            </a:r>
          </a:p>
          <a:p>
            <a:pPr algn="ctr"/>
            <a:endParaRPr lang="ko-KR" altLang="en-US" sz="5400" dirty="0">
              <a:solidFill>
                <a:schemeClr val="bg1"/>
              </a:solidFill>
              <a:latin typeface="+mj-lt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10545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2DC460A-1302-48A5-8229-DBB2E1EBFCDC}"/>
              </a:ext>
            </a:extLst>
          </p:cNvPr>
          <p:cNvSpPr/>
          <p:nvPr/>
        </p:nvSpPr>
        <p:spPr>
          <a:xfrm>
            <a:off x="3574473" y="0"/>
            <a:ext cx="8617527" cy="6856661"/>
          </a:xfrm>
          <a:custGeom>
            <a:avLst/>
            <a:gdLst>
              <a:gd name="connsiteX0" fmla="*/ 0 w 7259782"/>
              <a:gd name="connsiteY0" fmla="*/ 0 h 6856661"/>
              <a:gd name="connsiteX1" fmla="*/ 7259782 w 7259782"/>
              <a:gd name="connsiteY1" fmla="*/ 0 h 6856661"/>
              <a:gd name="connsiteX2" fmla="*/ 7259782 w 7259782"/>
              <a:gd name="connsiteY2" fmla="*/ 6856661 h 6856661"/>
              <a:gd name="connsiteX3" fmla="*/ 0 w 7259782"/>
              <a:gd name="connsiteY3" fmla="*/ 6856661 h 6856661"/>
              <a:gd name="connsiteX4" fmla="*/ 0 w 7259782"/>
              <a:gd name="connsiteY4" fmla="*/ 0 h 6856661"/>
              <a:gd name="connsiteX0" fmla="*/ 0 w 7259782"/>
              <a:gd name="connsiteY0" fmla="*/ 0 h 6856661"/>
              <a:gd name="connsiteX1" fmla="*/ 7259782 w 7259782"/>
              <a:gd name="connsiteY1" fmla="*/ 0 h 6856661"/>
              <a:gd name="connsiteX2" fmla="*/ 7259782 w 7259782"/>
              <a:gd name="connsiteY2" fmla="*/ 6856661 h 6856661"/>
              <a:gd name="connsiteX3" fmla="*/ 2309091 w 7259782"/>
              <a:gd name="connsiteY3" fmla="*/ 6838188 h 6856661"/>
              <a:gd name="connsiteX4" fmla="*/ 0 w 7259782"/>
              <a:gd name="connsiteY4" fmla="*/ 0 h 6856661"/>
              <a:gd name="connsiteX0" fmla="*/ 0 w 7259782"/>
              <a:gd name="connsiteY0" fmla="*/ 0 h 6856661"/>
              <a:gd name="connsiteX1" fmla="*/ 7259782 w 7259782"/>
              <a:gd name="connsiteY1" fmla="*/ 0 h 6856661"/>
              <a:gd name="connsiteX2" fmla="*/ 7259782 w 7259782"/>
              <a:gd name="connsiteY2" fmla="*/ 6856661 h 6856661"/>
              <a:gd name="connsiteX3" fmla="*/ 2318327 w 7259782"/>
              <a:gd name="connsiteY3" fmla="*/ 6856661 h 6856661"/>
              <a:gd name="connsiteX4" fmla="*/ 0 w 7259782"/>
              <a:gd name="connsiteY4" fmla="*/ 0 h 6856661"/>
              <a:gd name="connsiteX0" fmla="*/ 0 w 7259782"/>
              <a:gd name="connsiteY0" fmla="*/ 0 h 6856661"/>
              <a:gd name="connsiteX1" fmla="*/ 7259782 w 7259782"/>
              <a:gd name="connsiteY1" fmla="*/ 0 h 6856661"/>
              <a:gd name="connsiteX2" fmla="*/ 7259782 w 7259782"/>
              <a:gd name="connsiteY2" fmla="*/ 6856661 h 6856661"/>
              <a:gd name="connsiteX3" fmla="*/ 2586182 w 7259782"/>
              <a:gd name="connsiteY3" fmla="*/ 6828951 h 6856661"/>
              <a:gd name="connsiteX4" fmla="*/ 0 w 7259782"/>
              <a:gd name="connsiteY4" fmla="*/ 0 h 6856661"/>
              <a:gd name="connsiteX0" fmla="*/ 0 w 7259782"/>
              <a:gd name="connsiteY0" fmla="*/ 0 h 6856661"/>
              <a:gd name="connsiteX1" fmla="*/ 7259782 w 7259782"/>
              <a:gd name="connsiteY1" fmla="*/ 0 h 6856661"/>
              <a:gd name="connsiteX2" fmla="*/ 7259782 w 7259782"/>
              <a:gd name="connsiteY2" fmla="*/ 6856661 h 6856661"/>
              <a:gd name="connsiteX3" fmla="*/ 2807854 w 7259782"/>
              <a:gd name="connsiteY3" fmla="*/ 6819715 h 6856661"/>
              <a:gd name="connsiteX4" fmla="*/ 0 w 7259782"/>
              <a:gd name="connsiteY4" fmla="*/ 0 h 6856661"/>
              <a:gd name="connsiteX0" fmla="*/ 0 w 7259782"/>
              <a:gd name="connsiteY0" fmla="*/ 0 h 6856661"/>
              <a:gd name="connsiteX1" fmla="*/ 7259782 w 7259782"/>
              <a:gd name="connsiteY1" fmla="*/ 0 h 6856661"/>
              <a:gd name="connsiteX2" fmla="*/ 7259782 w 7259782"/>
              <a:gd name="connsiteY2" fmla="*/ 6856661 h 6856661"/>
              <a:gd name="connsiteX3" fmla="*/ 2807854 w 7259782"/>
              <a:gd name="connsiteY3" fmla="*/ 6847425 h 6856661"/>
              <a:gd name="connsiteX4" fmla="*/ 0 w 7259782"/>
              <a:gd name="connsiteY4" fmla="*/ 0 h 6856661"/>
              <a:gd name="connsiteX0" fmla="*/ 0 w 7259782"/>
              <a:gd name="connsiteY0" fmla="*/ 0 h 6856661"/>
              <a:gd name="connsiteX1" fmla="*/ 7259782 w 7259782"/>
              <a:gd name="connsiteY1" fmla="*/ 0 h 6856661"/>
              <a:gd name="connsiteX2" fmla="*/ 7259782 w 7259782"/>
              <a:gd name="connsiteY2" fmla="*/ 6856661 h 6856661"/>
              <a:gd name="connsiteX3" fmla="*/ 2798618 w 7259782"/>
              <a:gd name="connsiteY3" fmla="*/ 6856661 h 6856661"/>
              <a:gd name="connsiteX4" fmla="*/ 0 w 7259782"/>
              <a:gd name="connsiteY4" fmla="*/ 0 h 6856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59782" h="6856661">
                <a:moveTo>
                  <a:pt x="0" y="0"/>
                </a:moveTo>
                <a:lnTo>
                  <a:pt x="7259782" y="0"/>
                </a:lnTo>
                <a:lnTo>
                  <a:pt x="7259782" y="6856661"/>
                </a:lnTo>
                <a:lnTo>
                  <a:pt x="2798618" y="685666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A4BDA0-C270-4764-9C18-A593BCE2C965}"/>
              </a:ext>
            </a:extLst>
          </p:cNvPr>
          <p:cNvSpPr txBox="1"/>
          <p:nvPr/>
        </p:nvSpPr>
        <p:spPr>
          <a:xfrm>
            <a:off x="4608945" y="9039"/>
            <a:ext cx="7583055" cy="144655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altLang="ko-KR" sz="4400" dirty="0">
                <a:solidFill>
                  <a:schemeClr val="bg1"/>
                </a:solidFill>
                <a:cs typeface="Arial" pitchFamily="34" charset="0"/>
              </a:rPr>
              <a:t>7 Core principle of Project Management in HR</a:t>
            </a:r>
            <a:endParaRPr lang="ko-KR" altLang="en-US" sz="4400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49B8D0E-F4DB-407F-93E8-B01A240069D5}"/>
              </a:ext>
            </a:extLst>
          </p:cNvPr>
          <p:cNvSpPr txBox="1"/>
          <p:nvPr/>
        </p:nvSpPr>
        <p:spPr>
          <a:xfrm>
            <a:off x="5775158" y="874377"/>
            <a:ext cx="6037721" cy="6001643"/>
          </a:xfrm>
          <a:prstGeom prst="rect">
            <a:avLst/>
          </a:prstGeom>
          <a:noFill/>
        </p:spPr>
        <p:txBody>
          <a:bodyPr wrap="square" lIns="108000" rIns="108000" rtlCol="0" anchor="ctr">
            <a:spAutoFit/>
          </a:bodyPr>
          <a:lstStyle/>
          <a:p>
            <a:endParaRPr lang="en-US" altLang="ko-KR" sz="2400" b="1" dirty="0">
              <a:solidFill>
                <a:schemeClr val="bg1"/>
              </a:solidFill>
              <a:cs typeface="Arial" pitchFamily="34" charset="0"/>
            </a:endParaRPr>
          </a:p>
          <a:p>
            <a:endParaRPr lang="en-US" altLang="ko-KR" sz="2400" b="1" dirty="0">
              <a:solidFill>
                <a:schemeClr val="bg1"/>
              </a:solidFill>
              <a:cs typeface="Arial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ko-KR" sz="2400" b="1" dirty="0">
                <a:solidFill>
                  <a:schemeClr val="bg1"/>
                </a:solidFill>
                <a:cs typeface="Arial" pitchFamily="34" charset="0"/>
              </a:rPr>
              <a:t>Strategic Alignment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sz="2400" b="1" dirty="0">
                <a:solidFill>
                  <a:schemeClr val="bg1"/>
                </a:solidFill>
                <a:cs typeface="Arial" pitchFamily="34" charset="0"/>
              </a:rPr>
              <a:t>Stakeholder Engagement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sz="2400" b="1" dirty="0">
                <a:solidFill>
                  <a:schemeClr val="bg1"/>
                </a:solidFill>
                <a:cs typeface="Arial" pitchFamily="34" charset="0"/>
              </a:rPr>
              <a:t>Agile Adaptation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sz="2400" b="1" dirty="0">
                <a:solidFill>
                  <a:schemeClr val="bg1"/>
                </a:solidFill>
                <a:cs typeface="Arial" pitchFamily="34" charset="0"/>
              </a:rPr>
              <a:t>Data-Informed Decisions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sz="2400" b="1" dirty="0">
                <a:solidFill>
                  <a:schemeClr val="bg1"/>
                </a:solidFill>
                <a:cs typeface="Arial" pitchFamily="34" charset="0"/>
              </a:rPr>
              <a:t>Ethical Consideration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sz="2400" b="1" dirty="0">
                <a:solidFill>
                  <a:schemeClr val="bg1"/>
                </a:solidFill>
                <a:cs typeface="Arial" pitchFamily="34" charset="0"/>
              </a:rPr>
              <a:t>Change Management 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sz="2400" b="1" dirty="0">
                <a:solidFill>
                  <a:schemeClr val="bg1"/>
                </a:solidFill>
                <a:cs typeface="Arial" pitchFamily="34" charset="0"/>
              </a:rPr>
              <a:t>Business-</a:t>
            </a:r>
            <a:r>
              <a:rPr lang="en-US" altLang="ko-KR" sz="2400" b="1" dirty="0" err="1">
                <a:solidFill>
                  <a:schemeClr val="bg1"/>
                </a:solidFill>
                <a:cs typeface="Arial" pitchFamily="34" charset="0"/>
              </a:rPr>
              <a:t>Oriented,People</a:t>
            </a:r>
            <a:r>
              <a:rPr lang="en-US" altLang="ko-KR" sz="2400" b="1" dirty="0">
                <a:solidFill>
                  <a:schemeClr val="bg1"/>
                </a:solidFill>
                <a:cs typeface="Arial" pitchFamily="34" charset="0"/>
              </a:rPr>
              <a:t>-Center</a:t>
            </a:r>
          </a:p>
          <a:p>
            <a:pPr marL="457200" indent="-457200">
              <a:buFont typeface="+mj-lt"/>
              <a:buAutoNum type="arabicPeriod"/>
            </a:pPr>
            <a:endParaRPr lang="en-US" altLang="ko-KR" sz="2400" b="1" dirty="0">
              <a:solidFill>
                <a:schemeClr val="bg1"/>
              </a:solidFill>
              <a:cs typeface="Arial" pitchFamily="34" charset="0"/>
            </a:endParaRPr>
          </a:p>
          <a:p>
            <a:endParaRPr lang="en-US" altLang="ko-KR" sz="2400" b="1" dirty="0">
              <a:solidFill>
                <a:schemeClr val="bg1"/>
              </a:solidFill>
              <a:cs typeface="Arial" pitchFamily="34" charset="0"/>
            </a:endParaRPr>
          </a:p>
          <a:p>
            <a:endParaRPr lang="en-US" altLang="ko-KR" sz="2400" b="1" dirty="0">
              <a:solidFill>
                <a:schemeClr val="bg1"/>
              </a:solidFill>
              <a:cs typeface="Arial" pitchFamily="34" charset="0"/>
            </a:endParaRPr>
          </a:p>
          <a:p>
            <a:endParaRPr lang="en-US" altLang="ko-KR" sz="2400" b="1" dirty="0">
              <a:solidFill>
                <a:schemeClr val="bg1"/>
              </a:solidFill>
              <a:cs typeface="Arial" pitchFamily="34" charset="0"/>
            </a:endParaRPr>
          </a:p>
          <a:p>
            <a:endParaRPr lang="en-US" altLang="ko-KR" sz="2400" b="1" dirty="0">
              <a:solidFill>
                <a:schemeClr val="bg1"/>
              </a:solidFill>
              <a:cs typeface="Arial" pitchFamily="34" charset="0"/>
            </a:endParaRPr>
          </a:p>
          <a:p>
            <a:endParaRPr lang="en-US" altLang="ko-KR" sz="2400" b="1" dirty="0">
              <a:solidFill>
                <a:schemeClr val="bg1"/>
              </a:solidFill>
              <a:cs typeface="Arial" pitchFamily="34" charset="0"/>
            </a:endParaRPr>
          </a:p>
          <a:p>
            <a:endParaRPr lang="ko-KR" altLang="en-US" sz="2400" b="1" dirty="0">
              <a:solidFill>
                <a:schemeClr val="bg1"/>
              </a:solidFill>
              <a:cs typeface="Arial" pitchFamily="34" charset="0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912A19E-5D85-47EF-949E-7F8792FA3EB5}"/>
              </a:ext>
            </a:extLst>
          </p:cNvPr>
          <p:cNvGrpSpPr/>
          <p:nvPr/>
        </p:nvGrpSpPr>
        <p:grpSpPr>
          <a:xfrm>
            <a:off x="6881091" y="5213768"/>
            <a:ext cx="4931788" cy="553998"/>
            <a:chOff x="5680459" y="1490186"/>
            <a:chExt cx="4931788" cy="553998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C0554F8-07F9-4245-9EC5-807A5DBF9900}"/>
                </a:ext>
              </a:extLst>
            </p:cNvPr>
            <p:cNvSpPr txBox="1"/>
            <p:nvPr/>
          </p:nvSpPr>
          <p:spPr>
            <a:xfrm>
              <a:off x="5680459" y="1490186"/>
              <a:ext cx="763624" cy="55399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endParaRPr lang="ko-KR" altLang="en-US" sz="36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B9B7F10F-1188-4C94-9236-30A83820C779}"/>
                </a:ext>
              </a:extLst>
            </p:cNvPr>
            <p:cNvSpPr txBox="1"/>
            <p:nvPr/>
          </p:nvSpPr>
          <p:spPr>
            <a:xfrm>
              <a:off x="6444083" y="1536352"/>
              <a:ext cx="4168164" cy="461665"/>
            </a:xfrm>
            <a:prstGeom prst="rect">
              <a:avLst/>
            </a:prstGeom>
            <a:noFill/>
          </p:spPr>
          <p:txBody>
            <a:bodyPr wrap="square" lIns="108000" rIns="108000" rtlCol="0" anchor="ctr">
              <a:spAutoFit/>
            </a:bodyPr>
            <a:lstStyle/>
            <a:p>
              <a:endParaRPr lang="ko-KR" altLang="en-US" sz="2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488225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9B85F3A-0D98-4AE5-8CED-AA4A4CF8218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0F7E229-3A94-40A3-9B88-271E7B48261E}"/>
              </a:ext>
            </a:extLst>
          </p:cNvPr>
          <p:cNvGrpSpPr/>
          <p:nvPr/>
        </p:nvGrpSpPr>
        <p:grpSpPr>
          <a:xfrm>
            <a:off x="2565101" y="3176299"/>
            <a:ext cx="2292043" cy="1713018"/>
            <a:chOff x="1344125" y="1848265"/>
            <a:chExt cx="2210987" cy="1889986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B46CB43D-F799-4CA2-9D6B-A6596883C01C}"/>
                </a:ext>
              </a:extLst>
            </p:cNvPr>
            <p:cNvSpPr/>
            <p:nvPr/>
          </p:nvSpPr>
          <p:spPr>
            <a:xfrm>
              <a:off x="1344125" y="1969798"/>
              <a:ext cx="2210987" cy="1608820"/>
            </a:xfrm>
            <a:custGeom>
              <a:avLst/>
              <a:gdLst>
                <a:gd name="connsiteX0" fmla="*/ 1636300 w 2210987"/>
                <a:gd name="connsiteY0" fmla="*/ 0 h 1608820"/>
                <a:gd name="connsiteX1" fmla="*/ 2210987 w 2210987"/>
                <a:gd name="connsiteY1" fmla="*/ 804410 h 1608820"/>
                <a:gd name="connsiteX2" fmla="*/ 1636300 w 2210987"/>
                <a:gd name="connsiteY2" fmla="*/ 1608820 h 1608820"/>
                <a:gd name="connsiteX3" fmla="*/ 1636300 w 2210987"/>
                <a:gd name="connsiteY3" fmla="*/ 1241341 h 1608820"/>
                <a:gd name="connsiteX4" fmla="*/ 0 w 2210987"/>
                <a:gd name="connsiteY4" fmla="*/ 1241341 h 1608820"/>
                <a:gd name="connsiteX5" fmla="*/ 501792 w 2210987"/>
                <a:gd name="connsiteY5" fmla="*/ 367479 h 1608820"/>
                <a:gd name="connsiteX6" fmla="*/ 1636300 w 2210987"/>
                <a:gd name="connsiteY6" fmla="*/ 367479 h 1608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10987" h="1608820">
                  <a:moveTo>
                    <a:pt x="1636300" y="0"/>
                  </a:moveTo>
                  <a:lnTo>
                    <a:pt x="2210987" y="804410"/>
                  </a:lnTo>
                  <a:lnTo>
                    <a:pt x="1636300" y="1608820"/>
                  </a:lnTo>
                  <a:lnTo>
                    <a:pt x="1636300" y="1241341"/>
                  </a:lnTo>
                  <a:lnTo>
                    <a:pt x="0" y="1241341"/>
                  </a:lnTo>
                  <a:lnTo>
                    <a:pt x="501792" y="367479"/>
                  </a:lnTo>
                  <a:lnTo>
                    <a:pt x="1636300" y="367479"/>
                  </a:lnTo>
                  <a:close/>
                </a:path>
              </a:pathLst>
            </a:custGeom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Training</a:t>
              </a:r>
            </a:p>
          </p:txBody>
        </p:sp>
        <p:pic>
          <p:nvPicPr>
            <p:cNvPr id="5" name="Picture 4" descr="E:\002-KIMS BUSINESS\007-04-1-FIVERR\01-PPT-TEMPLATE\COVER-PSD\05-cut-01.png">
              <a:extLst>
                <a:ext uri="{FF2B5EF4-FFF2-40B4-BE49-F238E27FC236}">
                  <a16:creationId xmlns:a16="http://schemas.microsoft.com/office/drawing/2014/main" id="{7565D78A-7E71-4E27-8C6E-198B7FD5F3E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7933736">
              <a:off x="683877" y="2626552"/>
              <a:ext cx="1889986" cy="33341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79D50B96-4543-4832-828F-60FD75459B22}"/>
              </a:ext>
            </a:extLst>
          </p:cNvPr>
          <p:cNvGrpSpPr/>
          <p:nvPr/>
        </p:nvGrpSpPr>
        <p:grpSpPr>
          <a:xfrm>
            <a:off x="6513019" y="3049609"/>
            <a:ext cx="2473633" cy="1713018"/>
            <a:chOff x="1344124" y="1848265"/>
            <a:chExt cx="2210987" cy="1889986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546EC94B-F4E6-4B7E-A03A-54EDE1E586EA}"/>
                </a:ext>
              </a:extLst>
            </p:cNvPr>
            <p:cNvSpPr/>
            <p:nvPr/>
          </p:nvSpPr>
          <p:spPr>
            <a:xfrm>
              <a:off x="1344124" y="2092335"/>
              <a:ext cx="2210987" cy="1608820"/>
            </a:xfrm>
            <a:custGeom>
              <a:avLst/>
              <a:gdLst>
                <a:gd name="connsiteX0" fmla="*/ 1636300 w 2210987"/>
                <a:gd name="connsiteY0" fmla="*/ 0 h 1608820"/>
                <a:gd name="connsiteX1" fmla="*/ 2210987 w 2210987"/>
                <a:gd name="connsiteY1" fmla="*/ 804410 h 1608820"/>
                <a:gd name="connsiteX2" fmla="*/ 1636300 w 2210987"/>
                <a:gd name="connsiteY2" fmla="*/ 1608820 h 1608820"/>
                <a:gd name="connsiteX3" fmla="*/ 1636300 w 2210987"/>
                <a:gd name="connsiteY3" fmla="*/ 1241341 h 1608820"/>
                <a:gd name="connsiteX4" fmla="*/ 0 w 2210987"/>
                <a:gd name="connsiteY4" fmla="*/ 1241341 h 1608820"/>
                <a:gd name="connsiteX5" fmla="*/ 501792 w 2210987"/>
                <a:gd name="connsiteY5" fmla="*/ 367479 h 1608820"/>
                <a:gd name="connsiteX6" fmla="*/ 1636300 w 2210987"/>
                <a:gd name="connsiteY6" fmla="*/ 367479 h 1608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10987" h="1608820">
                  <a:moveTo>
                    <a:pt x="1636300" y="0"/>
                  </a:moveTo>
                  <a:lnTo>
                    <a:pt x="2210987" y="804410"/>
                  </a:lnTo>
                  <a:lnTo>
                    <a:pt x="1636300" y="1608820"/>
                  </a:lnTo>
                  <a:lnTo>
                    <a:pt x="1636300" y="1241341"/>
                  </a:lnTo>
                  <a:lnTo>
                    <a:pt x="0" y="1241341"/>
                  </a:lnTo>
                  <a:lnTo>
                    <a:pt x="501792" y="367479"/>
                  </a:lnTo>
                  <a:lnTo>
                    <a:pt x="1636300" y="36747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8" name="Picture 7" descr="E:\002-KIMS BUSINESS\007-04-1-FIVERR\01-PPT-TEMPLATE\COVER-PSD\05-cut-01.png">
              <a:extLst>
                <a:ext uri="{FF2B5EF4-FFF2-40B4-BE49-F238E27FC236}">
                  <a16:creationId xmlns:a16="http://schemas.microsoft.com/office/drawing/2014/main" id="{3A12684A-BF7E-4004-9C6C-04CE016F565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7933736">
              <a:off x="683877" y="2626552"/>
              <a:ext cx="1889986" cy="33341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4E706B37-4402-4B9B-988C-CECD18758421}"/>
              </a:ext>
            </a:extLst>
          </p:cNvPr>
          <p:cNvGrpSpPr/>
          <p:nvPr/>
        </p:nvGrpSpPr>
        <p:grpSpPr>
          <a:xfrm>
            <a:off x="8750898" y="3230788"/>
            <a:ext cx="2419956" cy="1674603"/>
            <a:chOff x="1344125" y="1848265"/>
            <a:chExt cx="2210987" cy="1889986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817B0E5-F76F-40D6-9B00-35EBC833F0BB}"/>
                </a:ext>
              </a:extLst>
            </p:cNvPr>
            <p:cNvSpPr/>
            <p:nvPr/>
          </p:nvSpPr>
          <p:spPr>
            <a:xfrm>
              <a:off x="1344125" y="1969798"/>
              <a:ext cx="2210987" cy="1608820"/>
            </a:xfrm>
            <a:custGeom>
              <a:avLst/>
              <a:gdLst>
                <a:gd name="connsiteX0" fmla="*/ 1636300 w 2210987"/>
                <a:gd name="connsiteY0" fmla="*/ 0 h 1608820"/>
                <a:gd name="connsiteX1" fmla="*/ 2210987 w 2210987"/>
                <a:gd name="connsiteY1" fmla="*/ 804410 h 1608820"/>
                <a:gd name="connsiteX2" fmla="*/ 1636300 w 2210987"/>
                <a:gd name="connsiteY2" fmla="*/ 1608820 h 1608820"/>
                <a:gd name="connsiteX3" fmla="*/ 1636300 w 2210987"/>
                <a:gd name="connsiteY3" fmla="*/ 1241341 h 1608820"/>
                <a:gd name="connsiteX4" fmla="*/ 0 w 2210987"/>
                <a:gd name="connsiteY4" fmla="*/ 1241341 h 1608820"/>
                <a:gd name="connsiteX5" fmla="*/ 501792 w 2210987"/>
                <a:gd name="connsiteY5" fmla="*/ 367479 h 1608820"/>
                <a:gd name="connsiteX6" fmla="*/ 1636300 w 2210987"/>
                <a:gd name="connsiteY6" fmla="*/ 367479 h 1608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10987" h="1608820">
                  <a:moveTo>
                    <a:pt x="1636300" y="0"/>
                  </a:moveTo>
                  <a:lnTo>
                    <a:pt x="2210987" y="804410"/>
                  </a:lnTo>
                  <a:lnTo>
                    <a:pt x="1636300" y="1608820"/>
                  </a:lnTo>
                  <a:lnTo>
                    <a:pt x="1636300" y="1241341"/>
                  </a:lnTo>
                  <a:lnTo>
                    <a:pt x="0" y="1241341"/>
                  </a:lnTo>
                  <a:lnTo>
                    <a:pt x="501792" y="367479"/>
                  </a:lnTo>
                  <a:lnTo>
                    <a:pt x="1636300" y="367479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1" name="Picture 10" descr="E:\002-KIMS BUSINESS\007-04-1-FIVERR\01-PPT-TEMPLATE\COVER-PSD\05-cut-01.png">
              <a:extLst>
                <a:ext uri="{FF2B5EF4-FFF2-40B4-BE49-F238E27FC236}">
                  <a16:creationId xmlns:a16="http://schemas.microsoft.com/office/drawing/2014/main" id="{D01E2E6C-1D0B-41EF-B795-8B6DB675201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7933736">
              <a:off x="683877" y="2626552"/>
              <a:ext cx="1889986" cy="33341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7800B45-3BFD-479B-94FB-8230D4C9A91D}"/>
              </a:ext>
            </a:extLst>
          </p:cNvPr>
          <p:cNvGrpSpPr/>
          <p:nvPr/>
        </p:nvGrpSpPr>
        <p:grpSpPr>
          <a:xfrm>
            <a:off x="731134" y="3120635"/>
            <a:ext cx="2003963" cy="1713018"/>
            <a:chOff x="1344125" y="1848265"/>
            <a:chExt cx="2210987" cy="1889986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094A25C-EA1C-4344-B31D-0AC84EC502FE}"/>
                </a:ext>
              </a:extLst>
            </p:cNvPr>
            <p:cNvSpPr/>
            <p:nvPr/>
          </p:nvSpPr>
          <p:spPr>
            <a:xfrm>
              <a:off x="1344125" y="1969798"/>
              <a:ext cx="2210987" cy="1608820"/>
            </a:xfrm>
            <a:custGeom>
              <a:avLst/>
              <a:gdLst>
                <a:gd name="connsiteX0" fmla="*/ 1636300 w 2210987"/>
                <a:gd name="connsiteY0" fmla="*/ 0 h 1608820"/>
                <a:gd name="connsiteX1" fmla="*/ 2210987 w 2210987"/>
                <a:gd name="connsiteY1" fmla="*/ 804410 h 1608820"/>
                <a:gd name="connsiteX2" fmla="*/ 1636300 w 2210987"/>
                <a:gd name="connsiteY2" fmla="*/ 1608820 h 1608820"/>
                <a:gd name="connsiteX3" fmla="*/ 1636300 w 2210987"/>
                <a:gd name="connsiteY3" fmla="*/ 1241341 h 1608820"/>
                <a:gd name="connsiteX4" fmla="*/ 0 w 2210987"/>
                <a:gd name="connsiteY4" fmla="*/ 1241341 h 1608820"/>
                <a:gd name="connsiteX5" fmla="*/ 501792 w 2210987"/>
                <a:gd name="connsiteY5" fmla="*/ 367479 h 1608820"/>
                <a:gd name="connsiteX6" fmla="*/ 1636300 w 2210987"/>
                <a:gd name="connsiteY6" fmla="*/ 367479 h 1608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10987" h="1608820">
                  <a:moveTo>
                    <a:pt x="1636300" y="0"/>
                  </a:moveTo>
                  <a:lnTo>
                    <a:pt x="2210987" y="804410"/>
                  </a:lnTo>
                  <a:lnTo>
                    <a:pt x="1636300" y="1608820"/>
                  </a:lnTo>
                  <a:lnTo>
                    <a:pt x="1636300" y="1241341"/>
                  </a:lnTo>
                  <a:lnTo>
                    <a:pt x="0" y="1241341"/>
                  </a:lnTo>
                  <a:lnTo>
                    <a:pt x="501792" y="367479"/>
                  </a:lnTo>
                  <a:lnTo>
                    <a:pt x="1636300" y="367479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Recruitment</a:t>
              </a:r>
            </a:p>
          </p:txBody>
        </p:sp>
        <p:pic>
          <p:nvPicPr>
            <p:cNvPr id="17" name="Picture 16" descr="E:\002-KIMS BUSINESS\007-04-1-FIVERR\01-PPT-TEMPLATE\COVER-PSD\05-cut-01.png">
              <a:extLst>
                <a:ext uri="{FF2B5EF4-FFF2-40B4-BE49-F238E27FC236}">
                  <a16:creationId xmlns:a16="http://schemas.microsoft.com/office/drawing/2014/main" id="{88A017E6-09B9-45DE-B5F7-19A9B263E5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7933736">
              <a:off x="683877" y="2626552"/>
              <a:ext cx="1889986" cy="33341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9" name="직사각형 113">
            <a:extLst>
              <a:ext uri="{FF2B5EF4-FFF2-40B4-BE49-F238E27FC236}">
                <a16:creationId xmlns:a16="http://schemas.microsoft.com/office/drawing/2014/main" id="{B6B58760-DB17-40CB-8510-D51D2AFBA4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9095" y="3728044"/>
            <a:ext cx="1904697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dirty="0">
                <a:solidFill>
                  <a:schemeClr val="bg1"/>
                </a:solidFill>
              </a:rPr>
              <a:t>Performance</a:t>
            </a:r>
          </a:p>
          <a:p>
            <a:pPr algn="ctr"/>
            <a:r>
              <a:rPr lang="en-US" altLang="ko-KR" dirty="0">
                <a:solidFill>
                  <a:schemeClr val="bg1"/>
                </a:solidFill>
              </a:rPr>
              <a:t>management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20" name="직사각형 113">
            <a:extLst>
              <a:ext uri="{FF2B5EF4-FFF2-40B4-BE49-F238E27FC236}">
                <a16:creationId xmlns:a16="http://schemas.microsoft.com/office/drawing/2014/main" id="{0C6DD0F2-5595-4E5E-8EF2-2C7126C881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18274" y="3623200"/>
            <a:ext cx="2285204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2000" dirty="0">
                <a:solidFill>
                  <a:schemeClr val="bg1"/>
                </a:solidFill>
                <a:cs typeface="Arial" charset="0"/>
              </a:rPr>
              <a:t>Man-power planning </a:t>
            </a:r>
            <a:endParaRPr lang="ko-KR" altLang="en-US" sz="2000" dirty="0">
              <a:solidFill>
                <a:schemeClr val="bg1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2DA01A7-7A0E-406C-B53E-064D2AF3773C}"/>
              </a:ext>
            </a:extLst>
          </p:cNvPr>
          <p:cNvSpPr txBox="1"/>
          <p:nvPr/>
        </p:nvSpPr>
        <p:spPr>
          <a:xfrm>
            <a:off x="7601493" y="5177153"/>
            <a:ext cx="14198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45464937-4651-4CEE-AC97-44B3CD381313}"/>
              </a:ext>
            </a:extLst>
          </p:cNvPr>
          <p:cNvSpPr/>
          <p:nvPr/>
        </p:nvSpPr>
        <p:spPr>
          <a:xfrm>
            <a:off x="3976891" y="1520974"/>
            <a:ext cx="3772944" cy="145817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What are HR Projects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9796494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058">
            <a:extLst>
              <a:ext uri="{FF2B5EF4-FFF2-40B4-BE49-F238E27FC236}">
                <a16:creationId xmlns:a16="http://schemas.microsoft.com/office/drawing/2014/main" id="{376B3904-7DE8-410B-B0BC-3D0F6F51B1CC}"/>
              </a:ext>
            </a:extLst>
          </p:cNvPr>
          <p:cNvSpPr txBox="1">
            <a:spLocks/>
          </p:cNvSpPr>
          <p:nvPr/>
        </p:nvSpPr>
        <p:spPr>
          <a:xfrm>
            <a:off x="121683" y="1033028"/>
            <a:ext cx="3320716" cy="222777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US" altLang="ko-KR" sz="3200" dirty="0">
                <a:solidFill>
                  <a:schemeClr val="tx2"/>
                </a:solidFill>
              </a:rPr>
              <a:t>Why Decision-making matters?</a:t>
            </a:r>
            <a:endParaRPr lang="ko-KR" altLang="en-US" sz="3200" dirty="0">
              <a:solidFill>
                <a:schemeClr val="tx2"/>
              </a:solidFill>
            </a:endParaRP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7930EFA-1792-4339-96F5-9BDA78111246}"/>
              </a:ext>
            </a:extLst>
          </p:cNvPr>
          <p:cNvSpPr txBox="1">
            <a:spLocks/>
          </p:cNvSpPr>
          <p:nvPr/>
        </p:nvSpPr>
        <p:spPr>
          <a:xfrm>
            <a:off x="5002832" y="2501730"/>
            <a:ext cx="1692000" cy="468000"/>
          </a:xfrm>
          <a:prstGeom prst="rect">
            <a:avLst/>
          </a:prstGeom>
        </p:spPr>
        <p:txBody>
          <a:bodyPr anchor="t"/>
          <a:lstStyle>
            <a:lvl1pPr marL="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1200" b="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>
              <a:cs typeface="Arial" pitchFamily="34" charset="0"/>
            </a:endParaRPr>
          </a:p>
        </p:txBody>
      </p:sp>
      <p:sp>
        <p:nvSpPr>
          <p:cNvPr id="12" name="Text Placeholder 2048">
            <a:extLst>
              <a:ext uri="{FF2B5EF4-FFF2-40B4-BE49-F238E27FC236}">
                <a16:creationId xmlns:a16="http://schemas.microsoft.com/office/drawing/2014/main" id="{E9645C85-54F7-4CE0-8F92-45D3A4CF50A1}"/>
              </a:ext>
            </a:extLst>
          </p:cNvPr>
          <p:cNvSpPr txBox="1">
            <a:spLocks/>
          </p:cNvSpPr>
          <p:nvPr/>
        </p:nvSpPr>
        <p:spPr>
          <a:xfrm>
            <a:off x="4656322" y="4720831"/>
            <a:ext cx="1692000" cy="813696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1400" b="1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ko-KR" dirty="0">
              <a:cs typeface="Arial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4BBA13-6D97-4832-8787-EE888FBCA6B9}"/>
              </a:ext>
            </a:extLst>
          </p:cNvPr>
          <p:cNvSpPr txBox="1"/>
          <p:nvPr/>
        </p:nvSpPr>
        <p:spPr>
          <a:xfrm>
            <a:off x="4369869" y="1408254"/>
            <a:ext cx="273090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Hiring the Right People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Builds a Strong Workforce</a:t>
            </a:r>
          </a:p>
          <a:p>
            <a:pPr marL="342900" indent="-342900">
              <a:buAutoNum type="arabicPeriod"/>
            </a:pPr>
            <a:endParaRPr lang="en-PK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91A28A8-1244-4FE7-ABDC-CDD37D7B72D5}"/>
              </a:ext>
            </a:extLst>
          </p:cNvPr>
          <p:cNvSpPr txBox="1"/>
          <p:nvPr/>
        </p:nvSpPr>
        <p:spPr>
          <a:xfrm>
            <a:off x="8255265" y="1408254"/>
            <a:ext cx="273090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Ensures Fairness and Compliance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Improves Employee Relations</a:t>
            </a:r>
          </a:p>
          <a:p>
            <a:endParaRPr lang="en-PK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74E3653-D4CD-483B-9606-9A95A038B7FB}"/>
              </a:ext>
            </a:extLst>
          </p:cNvPr>
          <p:cNvSpPr txBox="1"/>
          <p:nvPr/>
        </p:nvSpPr>
        <p:spPr>
          <a:xfrm>
            <a:off x="4379494" y="4466122"/>
            <a:ext cx="289720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Enhances Retention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Ensures Timely Progress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3EE20A4-9AFA-4C7B-8A92-35CD74DFF0A9}"/>
              </a:ext>
            </a:extLst>
          </p:cNvPr>
          <p:cNvSpPr txBox="1"/>
          <p:nvPr/>
        </p:nvSpPr>
        <p:spPr>
          <a:xfrm>
            <a:off x="8162223" y="4466123"/>
            <a:ext cx="299024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Supports Organizational Strategy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Minimizes Risks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Supports Problem-Solving</a:t>
            </a:r>
            <a:endParaRPr lang="en-PK" dirty="0"/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410785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23529" y="339509"/>
            <a:ext cx="11573197" cy="1186523"/>
          </a:xfrm>
        </p:spPr>
        <p:txBody>
          <a:bodyPr/>
          <a:lstStyle/>
          <a:p>
            <a:r>
              <a:rPr lang="en-US" dirty="0"/>
              <a:t>What is Data-informed Decision Making?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F3FF302-89D8-41D2-9E5F-C2B546485789}"/>
              </a:ext>
            </a:extLst>
          </p:cNvPr>
          <p:cNvGrpSpPr/>
          <p:nvPr/>
        </p:nvGrpSpPr>
        <p:grpSpPr>
          <a:xfrm>
            <a:off x="4356674" y="1754526"/>
            <a:ext cx="3486149" cy="2833560"/>
            <a:chOff x="2676526" y="2041913"/>
            <a:chExt cx="3486148" cy="2833560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4F72ECBA-4BCD-4D2F-ACEC-AA624F54B3EC}"/>
                </a:ext>
              </a:extLst>
            </p:cNvPr>
            <p:cNvGrpSpPr/>
            <p:nvPr/>
          </p:nvGrpSpPr>
          <p:grpSpPr>
            <a:xfrm>
              <a:off x="2745022" y="2041913"/>
              <a:ext cx="3417652" cy="2755290"/>
              <a:chOff x="2745022" y="2041913"/>
              <a:chExt cx="3417652" cy="2755290"/>
            </a:xfrm>
            <a:solidFill>
              <a:srgbClr val="FAB117"/>
            </a:solidFill>
          </p:grpSpPr>
          <p:sp>
            <p:nvSpPr>
              <p:cNvPr id="6" name="Freeform 3">
                <a:extLst>
                  <a:ext uri="{FF2B5EF4-FFF2-40B4-BE49-F238E27FC236}">
                    <a16:creationId xmlns:a16="http://schemas.microsoft.com/office/drawing/2014/main" id="{8FEC67EF-D015-4232-980E-54E1C2B8567A}"/>
                  </a:ext>
                </a:extLst>
              </p:cNvPr>
              <p:cNvSpPr/>
              <p:nvPr/>
            </p:nvSpPr>
            <p:spPr>
              <a:xfrm>
                <a:off x="2901403" y="2041913"/>
                <a:ext cx="3261271" cy="1993269"/>
              </a:xfrm>
              <a:custGeom>
                <a:avLst/>
                <a:gdLst>
                  <a:gd name="connsiteX0" fmla="*/ 0 w 3228975"/>
                  <a:gd name="connsiteY0" fmla="*/ 790575 h 1866900"/>
                  <a:gd name="connsiteX1" fmla="*/ 0 w 3228975"/>
                  <a:gd name="connsiteY1" fmla="*/ 790575 h 1866900"/>
                  <a:gd name="connsiteX2" fmla="*/ 85725 w 3228975"/>
                  <a:gd name="connsiteY2" fmla="*/ 742950 h 1866900"/>
                  <a:gd name="connsiteX3" fmla="*/ 866775 w 3228975"/>
                  <a:gd name="connsiteY3" fmla="*/ 0 h 1866900"/>
                  <a:gd name="connsiteX4" fmla="*/ 962025 w 3228975"/>
                  <a:gd name="connsiteY4" fmla="*/ 19050 h 1866900"/>
                  <a:gd name="connsiteX5" fmla="*/ 2105025 w 3228975"/>
                  <a:gd name="connsiteY5" fmla="*/ 9525 h 1866900"/>
                  <a:gd name="connsiteX6" fmla="*/ 3228975 w 3228975"/>
                  <a:gd name="connsiteY6" fmla="*/ 476250 h 1866900"/>
                  <a:gd name="connsiteX7" fmla="*/ 3219450 w 3228975"/>
                  <a:gd name="connsiteY7" fmla="*/ 1866900 h 1866900"/>
                  <a:gd name="connsiteX8" fmla="*/ 3086100 w 3228975"/>
                  <a:gd name="connsiteY8" fmla="*/ 1847850 h 1866900"/>
                  <a:gd name="connsiteX9" fmla="*/ 2095500 w 3228975"/>
                  <a:gd name="connsiteY9" fmla="*/ 771525 h 1866900"/>
                  <a:gd name="connsiteX10" fmla="*/ 1095375 w 3228975"/>
                  <a:gd name="connsiteY10" fmla="*/ 571500 h 1866900"/>
                  <a:gd name="connsiteX11" fmla="*/ 0 w 3228975"/>
                  <a:gd name="connsiteY11" fmla="*/ 790575 h 1866900"/>
                  <a:gd name="connsiteX0" fmla="*/ 0 w 3228975"/>
                  <a:gd name="connsiteY0" fmla="*/ 790575 h 1866900"/>
                  <a:gd name="connsiteX1" fmla="*/ 0 w 3228975"/>
                  <a:gd name="connsiteY1" fmla="*/ 790575 h 1866900"/>
                  <a:gd name="connsiteX2" fmla="*/ 85725 w 3228975"/>
                  <a:gd name="connsiteY2" fmla="*/ 742950 h 1866900"/>
                  <a:gd name="connsiteX3" fmla="*/ 866775 w 3228975"/>
                  <a:gd name="connsiteY3" fmla="*/ 0 h 1866900"/>
                  <a:gd name="connsiteX4" fmla="*/ 2105025 w 3228975"/>
                  <a:gd name="connsiteY4" fmla="*/ 9525 h 1866900"/>
                  <a:gd name="connsiteX5" fmla="*/ 3228975 w 3228975"/>
                  <a:gd name="connsiteY5" fmla="*/ 476250 h 1866900"/>
                  <a:gd name="connsiteX6" fmla="*/ 3219450 w 3228975"/>
                  <a:gd name="connsiteY6" fmla="*/ 1866900 h 1866900"/>
                  <a:gd name="connsiteX7" fmla="*/ 3086100 w 3228975"/>
                  <a:gd name="connsiteY7" fmla="*/ 1847850 h 1866900"/>
                  <a:gd name="connsiteX8" fmla="*/ 2095500 w 3228975"/>
                  <a:gd name="connsiteY8" fmla="*/ 771525 h 1866900"/>
                  <a:gd name="connsiteX9" fmla="*/ 1095375 w 3228975"/>
                  <a:gd name="connsiteY9" fmla="*/ 571500 h 1866900"/>
                  <a:gd name="connsiteX10" fmla="*/ 0 w 3228975"/>
                  <a:gd name="connsiteY10" fmla="*/ 790575 h 1866900"/>
                  <a:gd name="connsiteX0" fmla="*/ 0 w 3228975"/>
                  <a:gd name="connsiteY0" fmla="*/ 790575 h 1866900"/>
                  <a:gd name="connsiteX1" fmla="*/ 0 w 3228975"/>
                  <a:gd name="connsiteY1" fmla="*/ 790575 h 1866900"/>
                  <a:gd name="connsiteX2" fmla="*/ 85725 w 3228975"/>
                  <a:gd name="connsiteY2" fmla="*/ 742950 h 1866900"/>
                  <a:gd name="connsiteX3" fmla="*/ 866775 w 3228975"/>
                  <a:gd name="connsiteY3" fmla="*/ 0 h 1866900"/>
                  <a:gd name="connsiteX4" fmla="*/ 2105025 w 3228975"/>
                  <a:gd name="connsiteY4" fmla="*/ 9525 h 1866900"/>
                  <a:gd name="connsiteX5" fmla="*/ 3228975 w 3228975"/>
                  <a:gd name="connsiteY5" fmla="*/ 476250 h 1866900"/>
                  <a:gd name="connsiteX6" fmla="*/ 3219450 w 3228975"/>
                  <a:gd name="connsiteY6" fmla="*/ 1866900 h 1866900"/>
                  <a:gd name="connsiteX7" fmla="*/ 3086100 w 3228975"/>
                  <a:gd name="connsiteY7" fmla="*/ 1847850 h 1866900"/>
                  <a:gd name="connsiteX8" fmla="*/ 2095500 w 3228975"/>
                  <a:gd name="connsiteY8" fmla="*/ 771525 h 1866900"/>
                  <a:gd name="connsiteX9" fmla="*/ 1095375 w 3228975"/>
                  <a:gd name="connsiteY9" fmla="*/ 571500 h 1866900"/>
                  <a:gd name="connsiteX10" fmla="*/ 0 w 3228975"/>
                  <a:gd name="connsiteY10" fmla="*/ 790575 h 1866900"/>
                  <a:gd name="connsiteX0" fmla="*/ 0 w 3228975"/>
                  <a:gd name="connsiteY0" fmla="*/ 790575 h 1866900"/>
                  <a:gd name="connsiteX1" fmla="*/ 0 w 3228975"/>
                  <a:gd name="connsiteY1" fmla="*/ 790575 h 1866900"/>
                  <a:gd name="connsiteX2" fmla="*/ 85725 w 3228975"/>
                  <a:gd name="connsiteY2" fmla="*/ 742950 h 1866900"/>
                  <a:gd name="connsiteX3" fmla="*/ 866775 w 3228975"/>
                  <a:gd name="connsiteY3" fmla="*/ 0 h 1866900"/>
                  <a:gd name="connsiteX4" fmla="*/ 2105025 w 3228975"/>
                  <a:gd name="connsiteY4" fmla="*/ 9525 h 1866900"/>
                  <a:gd name="connsiteX5" fmla="*/ 3228975 w 3228975"/>
                  <a:gd name="connsiteY5" fmla="*/ 476250 h 1866900"/>
                  <a:gd name="connsiteX6" fmla="*/ 3219450 w 3228975"/>
                  <a:gd name="connsiteY6" fmla="*/ 1866900 h 1866900"/>
                  <a:gd name="connsiteX7" fmla="*/ 3086100 w 3228975"/>
                  <a:gd name="connsiteY7" fmla="*/ 1847850 h 1866900"/>
                  <a:gd name="connsiteX8" fmla="*/ 2095500 w 3228975"/>
                  <a:gd name="connsiteY8" fmla="*/ 771525 h 1866900"/>
                  <a:gd name="connsiteX9" fmla="*/ 1095375 w 3228975"/>
                  <a:gd name="connsiteY9" fmla="*/ 571500 h 1866900"/>
                  <a:gd name="connsiteX10" fmla="*/ 0 w 3228975"/>
                  <a:gd name="connsiteY10" fmla="*/ 790575 h 1866900"/>
                  <a:gd name="connsiteX0" fmla="*/ 0 w 3228975"/>
                  <a:gd name="connsiteY0" fmla="*/ 790575 h 1866900"/>
                  <a:gd name="connsiteX1" fmla="*/ 0 w 3228975"/>
                  <a:gd name="connsiteY1" fmla="*/ 790575 h 1866900"/>
                  <a:gd name="connsiteX2" fmla="*/ 866775 w 3228975"/>
                  <a:gd name="connsiteY2" fmla="*/ 0 h 1866900"/>
                  <a:gd name="connsiteX3" fmla="*/ 2105025 w 3228975"/>
                  <a:gd name="connsiteY3" fmla="*/ 9525 h 1866900"/>
                  <a:gd name="connsiteX4" fmla="*/ 3228975 w 3228975"/>
                  <a:gd name="connsiteY4" fmla="*/ 476250 h 1866900"/>
                  <a:gd name="connsiteX5" fmla="*/ 3219450 w 3228975"/>
                  <a:gd name="connsiteY5" fmla="*/ 1866900 h 1866900"/>
                  <a:gd name="connsiteX6" fmla="*/ 3086100 w 3228975"/>
                  <a:gd name="connsiteY6" fmla="*/ 1847850 h 1866900"/>
                  <a:gd name="connsiteX7" fmla="*/ 2095500 w 3228975"/>
                  <a:gd name="connsiteY7" fmla="*/ 771525 h 1866900"/>
                  <a:gd name="connsiteX8" fmla="*/ 1095375 w 3228975"/>
                  <a:gd name="connsiteY8" fmla="*/ 571500 h 1866900"/>
                  <a:gd name="connsiteX9" fmla="*/ 0 w 3228975"/>
                  <a:gd name="connsiteY9" fmla="*/ 790575 h 1866900"/>
                  <a:gd name="connsiteX0" fmla="*/ 0 w 3228975"/>
                  <a:gd name="connsiteY0" fmla="*/ 790575 h 1866900"/>
                  <a:gd name="connsiteX1" fmla="*/ 0 w 3228975"/>
                  <a:gd name="connsiteY1" fmla="*/ 790575 h 1866900"/>
                  <a:gd name="connsiteX2" fmla="*/ 866775 w 3228975"/>
                  <a:gd name="connsiteY2" fmla="*/ 0 h 1866900"/>
                  <a:gd name="connsiteX3" fmla="*/ 2105025 w 3228975"/>
                  <a:gd name="connsiteY3" fmla="*/ 9525 h 1866900"/>
                  <a:gd name="connsiteX4" fmla="*/ 3228975 w 3228975"/>
                  <a:gd name="connsiteY4" fmla="*/ 476250 h 1866900"/>
                  <a:gd name="connsiteX5" fmla="*/ 3219450 w 3228975"/>
                  <a:gd name="connsiteY5" fmla="*/ 1866900 h 1866900"/>
                  <a:gd name="connsiteX6" fmla="*/ 3086100 w 3228975"/>
                  <a:gd name="connsiteY6" fmla="*/ 1847850 h 1866900"/>
                  <a:gd name="connsiteX7" fmla="*/ 2095500 w 3228975"/>
                  <a:gd name="connsiteY7" fmla="*/ 771525 h 1866900"/>
                  <a:gd name="connsiteX8" fmla="*/ 1095375 w 3228975"/>
                  <a:gd name="connsiteY8" fmla="*/ 571500 h 1866900"/>
                  <a:gd name="connsiteX9" fmla="*/ 0 w 3228975"/>
                  <a:gd name="connsiteY9" fmla="*/ 790575 h 1866900"/>
                  <a:gd name="connsiteX0" fmla="*/ 253889 w 3254264"/>
                  <a:gd name="connsiteY0" fmla="*/ 1143000 h 1866900"/>
                  <a:gd name="connsiteX1" fmla="*/ 25289 w 3254264"/>
                  <a:gd name="connsiteY1" fmla="*/ 790575 h 1866900"/>
                  <a:gd name="connsiteX2" fmla="*/ 892064 w 3254264"/>
                  <a:gd name="connsiteY2" fmla="*/ 0 h 1866900"/>
                  <a:gd name="connsiteX3" fmla="*/ 2130314 w 3254264"/>
                  <a:gd name="connsiteY3" fmla="*/ 9525 h 1866900"/>
                  <a:gd name="connsiteX4" fmla="*/ 3254264 w 3254264"/>
                  <a:gd name="connsiteY4" fmla="*/ 476250 h 1866900"/>
                  <a:gd name="connsiteX5" fmla="*/ 3244739 w 3254264"/>
                  <a:gd name="connsiteY5" fmla="*/ 1866900 h 1866900"/>
                  <a:gd name="connsiteX6" fmla="*/ 3111389 w 3254264"/>
                  <a:gd name="connsiteY6" fmla="*/ 1847850 h 1866900"/>
                  <a:gd name="connsiteX7" fmla="*/ 2120789 w 3254264"/>
                  <a:gd name="connsiteY7" fmla="*/ 771525 h 1866900"/>
                  <a:gd name="connsiteX8" fmla="*/ 1120664 w 3254264"/>
                  <a:gd name="connsiteY8" fmla="*/ 571500 h 1866900"/>
                  <a:gd name="connsiteX9" fmla="*/ 253889 w 3254264"/>
                  <a:gd name="connsiteY9" fmla="*/ 1143000 h 1866900"/>
                  <a:gd name="connsiteX0" fmla="*/ 1097065 w 3230665"/>
                  <a:gd name="connsiteY0" fmla="*/ 571500 h 1866900"/>
                  <a:gd name="connsiteX1" fmla="*/ 1690 w 3230665"/>
                  <a:gd name="connsiteY1" fmla="*/ 790575 h 1866900"/>
                  <a:gd name="connsiteX2" fmla="*/ 868465 w 3230665"/>
                  <a:gd name="connsiteY2" fmla="*/ 0 h 1866900"/>
                  <a:gd name="connsiteX3" fmla="*/ 2106715 w 3230665"/>
                  <a:gd name="connsiteY3" fmla="*/ 9525 h 1866900"/>
                  <a:gd name="connsiteX4" fmla="*/ 3230665 w 3230665"/>
                  <a:gd name="connsiteY4" fmla="*/ 476250 h 1866900"/>
                  <a:gd name="connsiteX5" fmla="*/ 3221140 w 3230665"/>
                  <a:gd name="connsiteY5" fmla="*/ 1866900 h 1866900"/>
                  <a:gd name="connsiteX6" fmla="*/ 3087790 w 3230665"/>
                  <a:gd name="connsiteY6" fmla="*/ 1847850 h 1866900"/>
                  <a:gd name="connsiteX7" fmla="*/ 2097190 w 3230665"/>
                  <a:gd name="connsiteY7" fmla="*/ 771525 h 1866900"/>
                  <a:gd name="connsiteX8" fmla="*/ 1097065 w 3230665"/>
                  <a:gd name="connsiteY8" fmla="*/ 571500 h 1866900"/>
                  <a:gd name="connsiteX0" fmla="*/ 1099783 w 3233383"/>
                  <a:gd name="connsiteY0" fmla="*/ 571500 h 1866900"/>
                  <a:gd name="connsiteX1" fmla="*/ 4408 w 3233383"/>
                  <a:gd name="connsiteY1" fmla="*/ 790575 h 1866900"/>
                  <a:gd name="connsiteX2" fmla="*/ 871183 w 3233383"/>
                  <a:gd name="connsiteY2" fmla="*/ 0 h 1866900"/>
                  <a:gd name="connsiteX3" fmla="*/ 2109433 w 3233383"/>
                  <a:gd name="connsiteY3" fmla="*/ 9525 h 1866900"/>
                  <a:gd name="connsiteX4" fmla="*/ 3233383 w 3233383"/>
                  <a:gd name="connsiteY4" fmla="*/ 476250 h 1866900"/>
                  <a:gd name="connsiteX5" fmla="*/ 3223858 w 3233383"/>
                  <a:gd name="connsiteY5" fmla="*/ 1866900 h 1866900"/>
                  <a:gd name="connsiteX6" fmla="*/ 3090508 w 3233383"/>
                  <a:gd name="connsiteY6" fmla="*/ 1847850 h 1866900"/>
                  <a:gd name="connsiteX7" fmla="*/ 2099908 w 3233383"/>
                  <a:gd name="connsiteY7" fmla="*/ 771525 h 1866900"/>
                  <a:gd name="connsiteX8" fmla="*/ 1099783 w 3233383"/>
                  <a:gd name="connsiteY8" fmla="*/ 571500 h 1866900"/>
                  <a:gd name="connsiteX0" fmla="*/ 1099783 w 3233383"/>
                  <a:gd name="connsiteY0" fmla="*/ 571500 h 1866900"/>
                  <a:gd name="connsiteX1" fmla="*/ 4408 w 3233383"/>
                  <a:gd name="connsiteY1" fmla="*/ 790575 h 1866900"/>
                  <a:gd name="connsiteX2" fmla="*/ 871183 w 3233383"/>
                  <a:gd name="connsiteY2" fmla="*/ 0 h 1866900"/>
                  <a:gd name="connsiteX3" fmla="*/ 2109433 w 3233383"/>
                  <a:gd name="connsiteY3" fmla="*/ 9525 h 1866900"/>
                  <a:gd name="connsiteX4" fmla="*/ 3233383 w 3233383"/>
                  <a:gd name="connsiteY4" fmla="*/ 476250 h 1866900"/>
                  <a:gd name="connsiteX5" fmla="*/ 3223858 w 3233383"/>
                  <a:gd name="connsiteY5" fmla="*/ 1866900 h 1866900"/>
                  <a:gd name="connsiteX6" fmla="*/ 3090508 w 3233383"/>
                  <a:gd name="connsiteY6" fmla="*/ 1847850 h 1866900"/>
                  <a:gd name="connsiteX7" fmla="*/ 2099908 w 3233383"/>
                  <a:gd name="connsiteY7" fmla="*/ 771525 h 1866900"/>
                  <a:gd name="connsiteX8" fmla="*/ 1099783 w 3233383"/>
                  <a:gd name="connsiteY8" fmla="*/ 571500 h 1866900"/>
                  <a:gd name="connsiteX0" fmla="*/ 1099427 w 3233027"/>
                  <a:gd name="connsiteY0" fmla="*/ 571500 h 1866900"/>
                  <a:gd name="connsiteX1" fmla="*/ 4052 w 3233027"/>
                  <a:gd name="connsiteY1" fmla="*/ 790575 h 1866900"/>
                  <a:gd name="connsiteX2" fmla="*/ 870827 w 3233027"/>
                  <a:gd name="connsiteY2" fmla="*/ 0 h 1866900"/>
                  <a:gd name="connsiteX3" fmla="*/ 2109077 w 3233027"/>
                  <a:gd name="connsiteY3" fmla="*/ 9525 h 1866900"/>
                  <a:gd name="connsiteX4" fmla="*/ 3233027 w 3233027"/>
                  <a:gd name="connsiteY4" fmla="*/ 476250 h 1866900"/>
                  <a:gd name="connsiteX5" fmla="*/ 3223502 w 3233027"/>
                  <a:gd name="connsiteY5" fmla="*/ 1866900 h 1866900"/>
                  <a:gd name="connsiteX6" fmla="*/ 3090152 w 3233027"/>
                  <a:gd name="connsiteY6" fmla="*/ 1847850 h 1866900"/>
                  <a:gd name="connsiteX7" fmla="*/ 2099552 w 3233027"/>
                  <a:gd name="connsiteY7" fmla="*/ 771525 h 1866900"/>
                  <a:gd name="connsiteX8" fmla="*/ 1099427 w 3233027"/>
                  <a:gd name="connsiteY8" fmla="*/ 571500 h 1866900"/>
                  <a:gd name="connsiteX0" fmla="*/ 1118366 w 3251966"/>
                  <a:gd name="connsiteY0" fmla="*/ 571500 h 1866900"/>
                  <a:gd name="connsiteX1" fmla="*/ 3941 w 3251966"/>
                  <a:gd name="connsiteY1" fmla="*/ 809625 h 1866900"/>
                  <a:gd name="connsiteX2" fmla="*/ 889766 w 3251966"/>
                  <a:gd name="connsiteY2" fmla="*/ 0 h 1866900"/>
                  <a:gd name="connsiteX3" fmla="*/ 2128016 w 3251966"/>
                  <a:gd name="connsiteY3" fmla="*/ 9525 h 1866900"/>
                  <a:gd name="connsiteX4" fmla="*/ 3251966 w 3251966"/>
                  <a:gd name="connsiteY4" fmla="*/ 476250 h 1866900"/>
                  <a:gd name="connsiteX5" fmla="*/ 3242441 w 3251966"/>
                  <a:gd name="connsiteY5" fmla="*/ 1866900 h 1866900"/>
                  <a:gd name="connsiteX6" fmla="*/ 3109091 w 3251966"/>
                  <a:gd name="connsiteY6" fmla="*/ 1847850 h 1866900"/>
                  <a:gd name="connsiteX7" fmla="*/ 2118491 w 3251966"/>
                  <a:gd name="connsiteY7" fmla="*/ 771525 h 1866900"/>
                  <a:gd name="connsiteX8" fmla="*/ 1118366 w 3251966"/>
                  <a:gd name="connsiteY8" fmla="*/ 571500 h 1866900"/>
                  <a:gd name="connsiteX0" fmla="*/ 1119025 w 3252625"/>
                  <a:gd name="connsiteY0" fmla="*/ 571500 h 1866900"/>
                  <a:gd name="connsiteX1" fmla="*/ 4600 w 3252625"/>
                  <a:gd name="connsiteY1" fmla="*/ 809625 h 1866900"/>
                  <a:gd name="connsiteX2" fmla="*/ 890425 w 3252625"/>
                  <a:gd name="connsiteY2" fmla="*/ 0 h 1866900"/>
                  <a:gd name="connsiteX3" fmla="*/ 2128675 w 3252625"/>
                  <a:gd name="connsiteY3" fmla="*/ 9525 h 1866900"/>
                  <a:gd name="connsiteX4" fmla="*/ 3252625 w 3252625"/>
                  <a:gd name="connsiteY4" fmla="*/ 476250 h 1866900"/>
                  <a:gd name="connsiteX5" fmla="*/ 3243100 w 3252625"/>
                  <a:gd name="connsiteY5" fmla="*/ 1866900 h 1866900"/>
                  <a:gd name="connsiteX6" fmla="*/ 3109750 w 3252625"/>
                  <a:gd name="connsiteY6" fmla="*/ 1847850 h 1866900"/>
                  <a:gd name="connsiteX7" fmla="*/ 2119150 w 3252625"/>
                  <a:gd name="connsiteY7" fmla="*/ 771525 h 1866900"/>
                  <a:gd name="connsiteX8" fmla="*/ 1119025 w 3252625"/>
                  <a:gd name="connsiteY8" fmla="*/ 571500 h 1866900"/>
                  <a:gd name="connsiteX0" fmla="*/ 1118146 w 3251746"/>
                  <a:gd name="connsiteY0" fmla="*/ 571500 h 1866900"/>
                  <a:gd name="connsiteX1" fmla="*/ 3721 w 3251746"/>
                  <a:gd name="connsiteY1" fmla="*/ 809625 h 1866900"/>
                  <a:gd name="connsiteX2" fmla="*/ 889546 w 3251746"/>
                  <a:gd name="connsiteY2" fmla="*/ 0 h 1866900"/>
                  <a:gd name="connsiteX3" fmla="*/ 2127796 w 3251746"/>
                  <a:gd name="connsiteY3" fmla="*/ 9525 h 1866900"/>
                  <a:gd name="connsiteX4" fmla="*/ 3251746 w 3251746"/>
                  <a:gd name="connsiteY4" fmla="*/ 476250 h 1866900"/>
                  <a:gd name="connsiteX5" fmla="*/ 3242221 w 3251746"/>
                  <a:gd name="connsiteY5" fmla="*/ 1866900 h 1866900"/>
                  <a:gd name="connsiteX6" fmla="*/ 3108871 w 3251746"/>
                  <a:gd name="connsiteY6" fmla="*/ 1847850 h 1866900"/>
                  <a:gd name="connsiteX7" fmla="*/ 2118271 w 3251746"/>
                  <a:gd name="connsiteY7" fmla="*/ 771525 h 1866900"/>
                  <a:gd name="connsiteX8" fmla="*/ 1118146 w 3251746"/>
                  <a:gd name="connsiteY8" fmla="*/ 571500 h 1866900"/>
                  <a:gd name="connsiteX0" fmla="*/ 1118146 w 3251746"/>
                  <a:gd name="connsiteY0" fmla="*/ 589645 h 1885045"/>
                  <a:gd name="connsiteX1" fmla="*/ 3721 w 3251746"/>
                  <a:gd name="connsiteY1" fmla="*/ 827770 h 1885045"/>
                  <a:gd name="connsiteX2" fmla="*/ 889546 w 3251746"/>
                  <a:gd name="connsiteY2" fmla="*/ 18145 h 1885045"/>
                  <a:gd name="connsiteX3" fmla="*/ 2127796 w 3251746"/>
                  <a:gd name="connsiteY3" fmla="*/ 27670 h 1885045"/>
                  <a:gd name="connsiteX4" fmla="*/ 3251746 w 3251746"/>
                  <a:gd name="connsiteY4" fmla="*/ 494395 h 1885045"/>
                  <a:gd name="connsiteX5" fmla="*/ 3242221 w 3251746"/>
                  <a:gd name="connsiteY5" fmla="*/ 1885045 h 1885045"/>
                  <a:gd name="connsiteX6" fmla="*/ 3108871 w 3251746"/>
                  <a:gd name="connsiteY6" fmla="*/ 1865995 h 1885045"/>
                  <a:gd name="connsiteX7" fmla="*/ 2118271 w 3251746"/>
                  <a:gd name="connsiteY7" fmla="*/ 789670 h 1885045"/>
                  <a:gd name="connsiteX8" fmla="*/ 1118146 w 3251746"/>
                  <a:gd name="connsiteY8" fmla="*/ 589645 h 1885045"/>
                  <a:gd name="connsiteX0" fmla="*/ 1118146 w 3251746"/>
                  <a:gd name="connsiteY0" fmla="*/ 606037 h 1901437"/>
                  <a:gd name="connsiteX1" fmla="*/ 3721 w 3251746"/>
                  <a:gd name="connsiteY1" fmla="*/ 844162 h 1901437"/>
                  <a:gd name="connsiteX2" fmla="*/ 889546 w 3251746"/>
                  <a:gd name="connsiteY2" fmla="*/ 34537 h 1901437"/>
                  <a:gd name="connsiteX3" fmla="*/ 2127796 w 3251746"/>
                  <a:gd name="connsiteY3" fmla="*/ 44062 h 1901437"/>
                  <a:gd name="connsiteX4" fmla="*/ 3251746 w 3251746"/>
                  <a:gd name="connsiteY4" fmla="*/ 510787 h 1901437"/>
                  <a:gd name="connsiteX5" fmla="*/ 3242221 w 3251746"/>
                  <a:gd name="connsiteY5" fmla="*/ 1901437 h 1901437"/>
                  <a:gd name="connsiteX6" fmla="*/ 3108871 w 3251746"/>
                  <a:gd name="connsiteY6" fmla="*/ 1882387 h 1901437"/>
                  <a:gd name="connsiteX7" fmla="*/ 2118271 w 3251746"/>
                  <a:gd name="connsiteY7" fmla="*/ 806062 h 1901437"/>
                  <a:gd name="connsiteX8" fmla="*/ 1118146 w 3251746"/>
                  <a:gd name="connsiteY8" fmla="*/ 606037 h 1901437"/>
                  <a:gd name="connsiteX0" fmla="*/ 1118146 w 3251746"/>
                  <a:gd name="connsiteY0" fmla="*/ 606037 h 1901437"/>
                  <a:gd name="connsiteX1" fmla="*/ 3721 w 3251746"/>
                  <a:gd name="connsiteY1" fmla="*/ 844162 h 1901437"/>
                  <a:gd name="connsiteX2" fmla="*/ 889546 w 3251746"/>
                  <a:gd name="connsiteY2" fmla="*/ 34537 h 1901437"/>
                  <a:gd name="connsiteX3" fmla="*/ 2127796 w 3251746"/>
                  <a:gd name="connsiteY3" fmla="*/ 44062 h 1901437"/>
                  <a:gd name="connsiteX4" fmla="*/ 3251746 w 3251746"/>
                  <a:gd name="connsiteY4" fmla="*/ 510787 h 1901437"/>
                  <a:gd name="connsiteX5" fmla="*/ 3242221 w 3251746"/>
                  <a:gd name="connsiteY5" fmla="*/ 1901437 h 1901437"/>
                  <a:gd name="connsiteX6" fmla="*/ 3108871 w 3251746"/>
                  <a:gd name="connsiteY6" fmla="*/ 1882387 h 1901437"/>
                  <a:gd name="connsiteX7" fmla="*/ 2118271 w 3251746"/>
                  <a:gd name="connsiteY7" fmla="*/ 806062 h 1901437"/>
                  <a:gd name="connsiteX8" fmla="*/ 1118146 w 3251746"/>
                  <a:gd name="connsiteY8" fmla="*/ 606037 h 1901437"/>
                  <a:gd name="connsiteX0" fmla="*/ 1118146 w 3251746"/>
                  <a:gd name="connsiteY0" fmla="*/ 606037 h 1901437"/>
                  <a:gd name="connsiteX1" fmla="*/ 3721 w 3251746"/>
                  <a:gd name="connsiteY1" fmla="*/ 844162 h 1901437"/>
                  <a:gd name="connsiteX2" fmla="*/ 889546 w 3251746"/>
                  <a:gd name="connsiteY2" fmla="*/ 34537 h 1901437"/>
                  <a:gd name="connsiteX3" fmla="*/ 2127796 w 3251746"/>
                  <a:gd name="connsiteY3" fmla="*/ 44062 h 1901437"/>
                  <a:gd name="connsiteX4" fmla="*/ 3251746 w 3251746"/>
                  <a:gd name="connsiteY4" fmla="*/ 510787 h 1901437"/>
                  <a:gd name="connsiteX5" fmla="*/ 3242221 w 3251746"/>
                  <a:gd name="connsiteY5" fmla="*/ 1901437 h 1901437"/>
                  <a:gd name="connsiteX6" fmla="*/ 3108871 w 3251746"/>
                  <a:gd name="connsiteY6" fmla="*/ 1882387 h 1901437"/>
                  <a:gd name="connsiteX7" fmla="*/ 2118271 w 3251746"/>
                  <a:gd name="connsiteY7" fmla="*/ 806062 h 1901437"/>
                  <a:gd name="connsiteX8" fmla="*/ 1118146 w 3251746"/>
                  <a:gd name="connsiteY8" fmla="*/ 606037 h 1901437"/>
                  <a:gd name="connsiteX0" fmla="*/ 1118146 w 3251746"/>
                  <a:gd name="connsiteY0" fmla="*/ 606037 h 1901437"/>
                  <a:gd name="connsiteX1" fmla="*/ 3721 w 3251746"/>
                  <a:gd name="connsiteY1" fmla="*/ 844162 h 1901437"/>
                  <a:gd name="connsiteX2" fmla="*/ 889546 w 3251746"/>
                  <a:gd name="connsiteY2" fmla="*/ 34537 h 1901437"/>
                  <a:gd name="connsiteX3" fmla="*/ 2127796 w 3251746"/>
                  <a:gd name="connsiteY3" fmla="*/ 44062 h 1901437"/>
                  <a:gd name="connsiteX4" fmla="*/ 3251746 w 3251746"/>
                  <a:gd name="connsiteY4" fmla="*/ 510787 h 1901437"/>
                  <a:gd name="connsiteX5" fmla="*/ 3242221 w 3251746"/>
                  <a:gd name="connsiteY5" fmla="*/ 1901437 h 1901437"/>
                  <a:gd name="connsiteX6" fmla="*/ 3080296 w 3251746"/>
                  <a:gd name="connsiteY6" fmla="*/ 1863337 h 1901437"/>
                  <a:gd name="connsiteX7" fmla="*/ 2118271 w 3251746"/>
                  <a:gd name="connsiteY7" fmla="*/ 806062 h 1901437"/>
                  <a:gd name="connsiteX8" fmla="*/ 1118146 w 3251746"/>
                  <a:gd name="connsiteY8" fmla="*/ 606037 h 1901437"/>
                  <a:gd name="connsiteX0" fmla="*/ 1118146 w 3251746"/>
                  <a:gd name="connsiteY0" fmla="*/ 606037 h 1901437"/>
                  <a:gd name="connsiteX1" fmla="*/ 3721 w 3251746"/>
                  <a:gd name="connsiteY1" fmla="*/ 844162 h 1901437"/>
                  <a:gd name="connsiteX2" fmla="*/ 889546 w 3251746"/>
                  <a:gd name="connsiteY2" fmla="*/ 34537 h 1901437"/>
                  <a:gd name="connsiteX3" fmla="*/ 2127796 w 3251746"/>
                  <a:gd name="connsiteY3" fmla="*/ 44062 h 1901437"/>
                  <a:gd name="connsiteX4" fmla="*/ 3251746 w 3251746"/>
                  <a:gd name="connsiteY4" fmla="*/ 510787 h 1901437"/>
                  <a:gd name="connsiteX5" fmla="*/ 3242221 w 3251746"/>
                  <a:gd name="connsiteY5" fmla="*/ 1901437 h 1901437"/>
                  <a:gd name="connsiteX6" fmla="*/ 3080296 w 3251746"/>
                  <a:gd name="connsiteY6" fmla="*/ 1863337 h 1901437"/>
                  <a:gd name="connsiteX7" fmla="*/ 2118271 w 3251746"/>
                  <a:gd name="connsiteY7" fmla="*/ 806062 h 1901437"/>
                  <a:gd name="connsiteX8" fmla="*/ 1118146 w 3251746"/>
                  <a:gd name="connsiteY8" fmla="*/ 606037 h 1901437"/>
                  <a:gd name="connsiteX0" fmla="*/ 1118146 w 3251746"/>
                  <a:gd name="connsiteY0" fmla="*/ 606037 h 1901437"/>
                  <a:gd name="connsiteX1" fmla="*/ 3721 w 3251746"/>
                  <a:gd name="connsiteY1" fmla="*/ 844162 h 1901437"/>
                  <a:gd name="connsiteX2" fmla="*/ 889546 w 3251746"/>
                  <a:gd name="connsiteY2" fmla="*/ 34537 h 1901437"/>
                  <a:gd name="connsiteX3" fmla="*/ 2127796 w 3251746"/>
                  <a:gd name="connsiteY3" fmla="*/ 44062 h 1901437"/>
                  <a:gd name="connsiteX4" fmla="*/ 3251746 w 3251746"/>
                  <a:gd name="connsiteY4" fmla="*/ 510787 h 1901437"/>
                  <a:gd name="connsiteX5" fmla="*/ 3242221 w 3251746"/>
                  <a:gd name="connsiteY5" fmla="*/ 1901437 h 1901437"/>
                  <a:gd name="connsiteX6" fmla="*/ 3080296 w 3251746"/>
                  <a:gd name="connsiteY6" fmla="*/ 1863337 h 1901437"/>
                  <a:gd name="connsiteX7" fmla="*/ 2118271 w 3251746"/>
                  <a:gd name="connsiteY7" fmla="*/ 806062 h 1901437"/>
                  <a:gd name="connsiteX8" fmla="*/ 1118146 w 3251746"/>
                  <a:gd name="connsiteY8" fmla="*/ 606037 h 1901437"/>
                  <a:gd name="connsiteX0" fmla="*/ 1118146 w 3251746"/>
                  <a:gd name="connsiteY0" fmla="*/ 606037 h 1901437"/>
                  <a:gd name="connsiteX1" fmla="*/ 3721 w 3251746"/>
                  <a:gd name="connsiteY1" fmla="*/ 844162 h 1901437"/>
                  <a:gd name="connsiteX2" fmla="*/ 889546 w 3251746"/>
                  <a:gd name="connsiteY2" fmla="*/ 34537 h 1901437"/>
                  <a:gd name="connsiteX3" fmla="*/ 2127796 w 3251746"/>
                  <a:gd name="connsiteY3" fmla="*/ 44062 h 1901437"/>
                  <a:gd name="connsiteX4" fmla="*/ 3251746 w 3251746"/>
                  <a:gd name="connsiteY4" fmla="*/ 510787 h 1901437"/>
                  <a:gd name="connsiteX5" fmla="*/ 3242221 w 3251746"/>
                  <a:gd name="connsiteY5" fmla="*/ 1901437 h 1901437"/>
                  <a:gd name="connsiteX6" fmla="*/ 3080296 w 3251746"/>
                  <a:gd name="connsiteY6" fmla="*/ 1863337 h 1901437"/>
                  <a:gd name="connsiteX7" fmla="*/ 2118271 w 3251746"/>
                  <a:gd name="connsiteY7" fmla="*/ 806062 h 1901437"/>
                  <a:gd name="connsiteX8" fmla="*/ 1118146 w 3251746"/>
                  <a:gd name="connsiteY8" fmla="*/ 606037 h 1901437"/>
                  <a:gd name="connsiteX0" fmla="*/ 1118146 w 3251746"/>
                  <a:gd name="connsiteY0" fmla="*/ 606037 h 1901437"/>
                  <a:gd name="connsiteX1" fmla="*/ 3721 w 3251746"/>
                  <a:gd name="connsiteY1" fmla="*/ 844162 h 1901437"/>
                  <a:gd name="connsiteX2" fmla="*/ 889546 w 3251746"/>
                  <a:gd name="connsiteY2" fmla="*/ 34537 h 1901437"/>
                  <a:gd name="connsiteX3" fmla="*/ 2127796 w 3251746"/>
                  <a:gd name="connsiteY3" fmla="*/ 44062 h 1901437"/>
                  <a:gd name="connsiteX4" fmla="*/ 3251746 w 3251746"/>
                  <a:gd name="connsiteY4" fmla="*/ 510787 h 1901437"/>
                  <a:gd name="connsiteX5" fmla="*/ 3242221 w 3251746"/>
                  <a:gd name="connsiteY5" fmla="*/ 1901437 h 1901437"/>
                  <a:gd name="connsiteX6" fmla="*/ 3080296 w 3251746"/>
                  <a:gd name="connsiteY6" fmla="*/ 1863337 h 1901437"/>
                  <a:gd name="connsiteX7" fmla="*/ 2118271 w 3251746"/>
                  <a:gd name="connsiteY7" fmla="*/ 806062 h 1901437"/>
                  <a:gd name="connsiteX8" fmla="*/ 1118146 w 3251746"/>
                  <a:gd name="connsiteY8" fmla="*/ 606037 h 1901437"/>
                  <a:gd name="connsiteX0" fmla="*/ 1118146 w 3251746"/>
                  <a:gd name="connsiteY0" fmla="*/ 606037 h 1901437"/>
                  <a:gd name="connsiteX1" fmla="*/ 3721 w 3251746"/>
                  <a:gd name="connsiteY1" fmla="*/ 844162 h 1901437"/>
                  <a:gd name="connsiteX2" fmla="*/ 889546 w 3251746"/>
                  <a:gd name="connsiteY2" fmla="*/ 34537 h 1901437"/>
                  <a:gd name="connsiteX3" fmla="*/ 2127796 w 3251746"/>
                  <a:gd name="connsiteY3" fmla="*/ 44062 h 1901437"/>
                  <a:gd name="connsiteX4" fmla="*/ 3251746 w 3251746"/>
                  <a:gd name="connsiteY4" fmla="*/ 510787 h 1901437"/>
                  <a:gd name="connsiteX5" fmla="*/ 3242221 w 3251746"/>
                  <a:gd name="connsiteY5" fmla="*/ 1901437 h 1901437"/>
                  <a:gd name="connsiteX6" fmla="*/ 2994571 w 3251746"/>
                  <a:gd name="connsiteY6" fmla="*/ 1777612 h 1901437"/>
                  <a:gd name="connsiteX7" fmla="*/ 2118271 w 3251746"/>
                  <a:gd name="connsiteY7" fmla="*/ 806062 h 1901437"/>
                  <a:gd name="connsiteX8" fmla="*/ 1118146 w 3251746"/>
                  <a:gd name="connsiteY8" fmla="*/ 606037 h 1901437"/>
                  <a:gd name="connsiteX0" fmla="*/ 1118146 w 3251746"/>
                  <a:gd name="connsiteY0" fmla="*/ 606037 h 1901437"/>
                  <a:gd name="connsiteX1" fmla="*/ 3721 w 3251746"/>
                  <a:gd name="connsiteY1" fmla="*/ 844162 h 1901437"/>
                  <a:gd name="connsiteX2" fmla="*/ 889546 w 3251746"/>
                  <a:gd name="connsiteY2" fmla="*/ 34537 h 1901437"/>
                  <a:gd name="connsiteX3" fmla="*/ 2127796 w 3251746"/>
                  <a:gd name="connsiteY3" fmla="*/ 44062 h 1901437"/>
                  <a:gd name="connsiteX4" fmla="*/ 3251746 w 3251746"/>
                  <a:gd name="connsiteY4" fmla="*/ 510787 h 1901437"/>
                  <a:gd name="connsiteX5" fmla="*/ 3242221 w 3251746"/>
                  <a:gd name="connsiteY5" fmla="*/ 1901437 h 1901437"/>
                  <a:gd name="connsiteX6" fmla="*/ 2994571 w 3251746"/>
                  <a:gd name="connsiteY6" fmla="*/ 1777612 h 1901437"/>
                  <a:gd name="connsiteX7" fmla="*/ 2118271 w 3251746"/>
                  <a:gd name="connsiteY7" fmla="*/ 806062 h 1901437"/>
                  <a:gd name="connsiteX8" fmla="*/ 1118146 w 3251746"/>
                  <a:gd name="connsiteY8" fmla="*/ 606037 h 1901437"/>
                  <a:gd name="connsiteX0" fmla="*/ 1118146 w 3251746"/>
                  <a:gd name="connsiteY0" fmla="*/ 606037 h 1921976"/>
                  <a:gd name="connsiteX1" fmla="*/ 3721 w 3251746"/>
                  <a:gd name="connsiteY1" fmla="*/ 844162 h 1921976"/>
                  <a:gd name="connsiteX2" fmla="*/ 889546 w 3251746"/>
                  <a:gd name="connsiteY2" fmla="*/ 34537 h 1921976"/>
                  <a:gd name="connsiteX3" fmla="*/ 2127796 w 3251746"/>
                  <a:gd name="connsiteY3" fmla="*/ 44062 h 1921976"/>
                  <a:gd name="connsiteX4" fmla="*/ 3251746 w 3251746"/>
                  <a:gd name="connsiteY4" fmla="*/ 510787 h 1921976"/>
                  <a:gd name="connsiteX5" fmla="*/ 3242221 w 3251746"/>
                  <a:gd name="connsiteY5" fmla="*/ 1901437 h 1921976"/>
                  <a:gd name="connsiteX6" fmla="*/ 2994571 w 3251746"/>
                  <a:gd name="connsiteY6" fmla="*/ 1777612 h 1921976"/>
                  <a:gd name="connsiteX7" fmla="*/ 2118271 w 3251746"/>
                  <a:gd name="connsiteY7" fmla="*/ 806062 h 1921976"/>
                  <a:gd name="connsiteX8" fmla="*/ 1118146 w 3251746"/>
                  <a:gd name="connsiteY8" fmla="*/ 606037 h 1921976"/>
                  <a:gd name="connsiteX0" fmla="*/ 1118146 w 3242221"/>
                  <a:gd name="connsiteY0" fmla="*/ 606037 h 1921976"/>
                  <a:gd name="connsiteX1" fmla="*/ 3721 w 3242221"/>
                  <a:gd name="connsiteY1" fmla="*/ 844162 h 1921976"/>
                  <a:gd name="connsiteX2" fmla="*/ 889546 w 3242221"/>
                  <a:gd name="connsiteY2" fmla="*/ 34537 h 1921976"/>
                  <a:gd name="connsiteX3" fmla="*/ 2127796 w 3242221"/>
                  <a:gd name="connsiteY3" fmla="*/ 44062 h 1921976"/>
                  <a:gd name="connsiteX4" fmla="*/ 3242221 w 3242221"/>
                  <a:gd name="connsiteY4" fmla="*/ 615562 h 1921976"/>
                  <a:gd name="connsiteX5" fmla="*/ 3242221 w 3242221"/>
                  <a:gd name="connsiteY5" fmla="*/ 1901437 h 1921976"/>
                  <a:gd name="connsiteX6" fmla="*/ 2994571 w 3242221"/>
                  <a:gd name="connsiteY6" fmla="*/ 1777612 h 1921976"/>
                  <a:gd name="connsiteX7" fmla="*/ 2118271 w 3242221"/>
                  <a:gd name="connsiteY7" fmla="*/ 806062 h 1921976"/>
                  <a:gd name="connsiteX8" fmla="*/ 1118146 w 3242221"/>
                  <a:gd name="connsiteY8" fmla="*/ 606037 h 1921976"/>
                  <a:gd name="connsiteX0" fmla="*/ 1118146 w 3242221"/>
                  <a:gd name="connsiteY0" fmla="*/ 606037 h 1921976"/>
                  <a:gd name="connsiteX1" fmla="*/ 3721 w 3242221"/>
                  <a:gd name="connsiteY1" fmla="*/ 844162 h 1921976"/>
                  <a:gd name="connsiteX2" fmla="*/ 889546 w 3242221"/>
                  <a:gd name="connsiteY2" fmla="*/ 34537 h 1921976"/>
                  <a:gd name="connsiteX3" fmla="*/ 2127796 w 3242221"/>
                  <a:gd name="connsiteY3" fmla="*/ 44062 h 1921976"/>
                  <a:gd name="connsiteX4" fmla="*/ 3242221 w 3242221"/>
                  <a:gd name="connsiteY4" fmla="*/ 615562 h 1921976"/>
                  <a:gd name="connsiteX5" fmla="*/ 3242221 w 3242221"/>
                  <a:gd name="connsiteY5" fmla="*/ 1901437 h 1921976"/>
                  <a:gd name="connsiteX6" fmla="*/ 2994571 w 3242221"/>
                  <a:gd name="connsiteY6" fmla="*/ 1777612 h 1921976"/>
                  <a:gd name="connsiteX7" fmla="*/ 2118271 w 3242221"/>
                  <a:gd name="connsiteY7" fmla="*/ 806062 h 1921976"/>
                  <a:gd name="connsiteX8" fmla="*/ 1118146 w 3242221"/>
                  <a:gd name="connsiteY8" fmla="*/ 606037 h 1921976"/>
                  <a:gd name="connsiteX0" fmla="*/ 1118146 w 3261271"/>
                  <a:gd name="connsiteY0" fmla="*/ 606037 h 1993269"/>
                  <a:gd name="connsiteX1" fmla="*/ 3721 w 3261271"/>
                  <a:gd name="connsiteY1" fmla="*/ 844162 h 1993269"/>
                  <a:gd name="connsiteX2" fmla="*/ 889546 w 3261271"/>
                  <a:gd name="connsiteY2" fmla="*/ 34537 h 1993269"/>
                  <a:gd name="connsiteX3" fmla="*/ 2127796 w 3261271"/>
                  <a:gd name="connsiteY3" fmla="*/ 44062 h 1993269"/>
                  <a:gd name="connsiteX4" fmla="*/ 3242221 w 3261271"/>
                  <a:gd name="connsiteY4" fmla="*/ 615562 h 1993269"/>
                  <a:gd name="connsiteX5" fmla="*/ 3261271 w 3261271"/>
                  <a:gd name="connsiteY5" fmla="*/ 1987162 h 1993269"/>
                  <a:gd name="connsiteX6" fmla="*/ 2994571 w 3261271"/>
                  <a:gd name="connsiteY6" fmla="*/ 1777612 h 1993269"/>
                  <a:gd name="connsiteX7" fmla="*/ 2118271 w 3261271"/>
                  <a:gd name="connsiteY7" fmla="*/ 806062 h 1993269"/>
                  <a:gd name="connsiteX8" fmla="*/ 1118146 w 3261271"/>
                  <a:gd name="connsiteY8" fmla="*/ 606037 h 19932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61271" h="1993269">
                    <a:moveTo>
                      <a:pt x="1118146" y="606037"/>
                    </a:moveTo>
                    <a:cubicBezTo>
                      <a:pt x="816521" y="761612"/>
                      <a:pt x="308521" y="1206112"/>
                      <a:pt x="3721" y="844162"/>
                    </a:cubicBezTo>
                    <a:cubicBezTo>
                      <a:pt x="-62359" y="765692"/>
                      <a:pt x="772071" y="98037"/>
                      <a:pt x="889546" y="34537"/>
                    </a:cubicBezTo>
                    <a:cubicBezTo>
                      <a:pt x="1007021" y="-9913"/>
                      <a:pt x="2000796" y="-16263"/>
                      <a:pt x="2127796" y="44062"/>
                    </a:cubicBezTo>
                    <a:cubicBezTo>
                      <a:pt x="2616746" y="180587"/>
                      <a:pt x="2915196" y="345687"/>
                      <a:pt x="3242221" y="615562"/>
                    </a:cubicBezTo>
                    <a:lnTo>
                      <a:pt x="3261271" y="1987162"/>
                    </a:lnTo>
                    <a:cubicBezTo>
                      <a:pt x="3159671" y="2012562"/>
                      <a:pt x="3134271" y="1961762"/>
                      <a:pt x="2994571" y="1777612"/>
                    </a:cubicBezTo>
                    <a:cubicBezTo>
                      <a:pt x="2616746" y="1444237"/>
                      <a:pt x="2343696" y="1148962"/>
                      <a:pt x="2118271" y="806062"/>
                    </a:cubicBezTo>
                    <a:cubicBezTo>
                      <a:pt x="1756321" y="777487"/>
                      <a:pt x="1432471" y="720337"/>
                      <a:pt x="1118146" y="60603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 dirty="0"/>
              </a:p>
            </p:txBody>
          </p:sp>
          <p:sp>
            <p:nvSpPr>
              <p:cNvPr id="7" name="Rounded Rectangle 4">
                <a:extLst>
                  <a:ext uri="{FF2B5EF4-FFF2-40B4-BE49-F238E27FC236}">
                    <a16:creationId xmlns:a16="http://schemas.microsoft.com/office/drawing/2014/main" id="{EDA3C4BB-B683-413D-9323-9DF4F98B3510}"/>
                  </a:ext>
                </a:extLst>
              </p:cNvPr>
              <p:cNvSpPr/>
              <p:nvPr/>
            </p:nvSpPr>
            <p:spPr>
              <a:xfrm rot="2002203">
                <a:off x="2745022" y="3807001"/>
                <a:ext cx="339508" cy="612148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8" name="Rounded Rectangle 11">
                <a:extLst>
                  <a:ext uri="{FF2B5EF4-FFF2-40B4-BE49-F238E27FC236}">
                    <a16:creationId xmlns:a16="http://schemas.microsoft.com/office/drawing/2014/main" id="{2E77B9DC-491C-44D2-9ED8-82344ADF457A}"/>
                  </a:ext>
                </a:extLst>
              </p:cNvPr>
              <p:cNvSpPr/>
              <p:nvPr/>
            </p:nvSpPr>
            <p:spPr>
              <a:xfrm rot="2002203">
                <a:off x="3276558" y="3627997"/>
                <a:ext cx="339508" cy="934693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9" name="Rounded Rectangle 12">
                <a:extLst>
                  <a:ext uri="{FF2B5EF4-FFF2-40B4-BE49-F238E27FC236}">
                    <a16:creationId xmlns:a16="http://schemas.microsoft.com/office/drawing/2014/main" id="{5ABF13FF-1CF7-4947-A9D2-5729DE5DFACA}"/>
                  </a:ext>
                </a:extLst>
              </p:cNvPr>
              <p:cNvSpPr/>
              <p:nvPr/>
            </p:nvSpPr>
            <p:spPr>
              <a:xfrm rot="2002203">
                <a:off x="3656813" y="3935485"/>
                <a:ext cx="339508" cy="724313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10" name="Rounded Rectangle 13">
                <a:extLst>
                  <a:ext uri="{FF2B5EF4-FFF2-40B4-BE49-F238E27FC236}">
                    <a16:creationId xmlns:a16="http://schemas.microsoft.com/office/drawing/2014/main" id="{9FBA9DC7-4DAC-4D74-8A55-D60B7CAD20CB}"/>
                  </a:ext>
                </a:extLst>
              </p:cNvPr>
              <p:cNvSpPr/>
              <p:nvPr/>
            </p:nvSpPr>
            <p:spPr>
              <a:xfrm rot="2002203">
                <a:off x="4082895" y="4229792"/>
                <a:ext cx="339508" cy="567411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</p:grpSp>
        <p:sp>
          <p:nvSpPr>
            <p:cNvPr id="5" name="Freeform 14">
              <a:extLst>
                <a:ext uri="{FF2B5EF4-FFF2-40B4-BE49-F238E27FC236}">
                  <a16:creationId xmlns:a16="http://schemas.microsoft.com/office/drawing/2014/main" id="{9FBDBD02-BC5C-4B69-846D-EFD2D7C50125}"/>
                </a:ext>
              </a:extLst>
            </p:cNvPr>
            <p:cNvSpPr/>
            <p:nvPr/>
          </p:nvSpPr>
          <p:spPr>
            <a:xfrm>
              <a:off x="2676526" y="2590800"/>
              <a:ext cx="3152217" cy="2284673"/>
            </a:xfrm>
            <a:custGeom>
              <a:avLst/>
              <a:gdLst>
                <a:gd name="connsiteX0" fmla="*/ 323850 w 3152217"/>
                <a:gd name="connsiteY0" fmla="*/ 0 h 2217998"/>
                <a:gd name="connsiteX1" fmla="*/ 95250 w 3152217"/>
                <a:gd name="connsiteY1" fmla="*/ 209550 h 2217998"/>
                <a:gd name="connsiteX2" fmla="*/ 1352550 w 3152217"/>
                <a:gd name="connsiteY2" fmla="*/ 85725 h 2217998"/>
                <a:gd name="connsiteX3" fmla="*/ 2219325 w 3152217"/>
                <a:gd name="connsiteY3" fmla="*/ 295275 h 2217998"/>
                <a:gd name="connsiteX4" fmla="*/ 2724150 w 3152217"/>
                <a:gd name="connsiteY4" fmla="*/ 781050 h 2217998"/>
                <a:gd name="connsiteX5" fmla="*/ 2720489 w 3152217"/>
                <a:gd name="connsiteY5" fmla="*/ 785957 h 2217998"/>
                <a:gd name="connsiteX6" fmla="*/ 3152217 w 3152217"/>
                <a:gd name="connsiteY6" fmla="*/ 1217685 h 2217998"/>
                <a:gd name="connsiteX7" fmla="*/ 3152217 w 3152217"/>
                <a:gd name="connsiteY7" fmla="*/ 1429902 h 2217998"/>
                <a:gd name="connsiteX8" fmla="*/ 2940000 w 3152217"/>
                <a:gd name="connsiteY8" fmla="*/ 1429902 h 2217998"/>
                <a:gd name="connsiteX9" fmla="*/ 2539107 w 3152217"/>
                <a:gd name="connsiteY9" fmla="*/ 1029008 h 2217998"/>
                <a:gd name="connsiteX10" fmla="*/ 2474399 w 3152217"/>
                <a:gd name="connsiteY10" fmla="*/ 1115717 h 2217998"/>
                <a:gd name="connsiteX11" fmla="*/ 2907621 w 3152217"/>
                <a:gd name="connsiteY11" fmla="*/ 1548940 h 2217998"/>
                <a:gd name="connsiteX12" fmla="*/ 2907621 w 3152217"/>
                <a:gd name="connsiteY12" fmla="*/ 1761157 h 2217998"/>
                <a:gd name="connsiteX13" fmla="*/ 2695404 w 3152217"/>
                <a:gd name="connsiteY13" fmla="*/ 1761157 h 2217998"/>
                <a:gd name="connsiteX14" fmla="*/ 2293017 w 3152217"/>
                <a:gd name="connsiteY14" fmla="*/ 1358769 h 2217998"/>
                <a:gd name="connsiteX15" fmla="*/ 2228234 w 3152217"/>
                <a:gd name="connsiteY15" fmla="*/ 1445578 h 2217998"/>
                <a:gd name="connsiteX16" fmla="*/ 2648161 w 3152217"/>
                <a:gd name="connsiteY16" fmla="*/ 1865505 h 2217998"/>
                <a:gd name="connsiteX17" fmla="*/ 2648161 w 3152217"/>
                <a:gd name="connsiteY17" fmla="*/ 2077722 h 2217998"/>
                <a:gd name="connsiteX18" fmla="*/ 2435944 w 3152217"/>
                <a:gd name="connsiteY18" fmla="*/ 2077722 h 2217998"/>
                <a:gd name="connsiteX19" fmla="*/ 2046853 w 3152217"/>
                <a:gd name="connsiteY19" fmla="*/ 1688629 h 2217998"/>
                <a:gd name="connsiteX20" fmla="*/ 1966688 w 3152217"/>
                <a:gd name="connsiteY20" fmla="*/ 1796050 h 2217998"/>
                <a:gd name="connsiteX21" fmla="*/ 1987859 w 3152217"/>
                <a:gd name="connsiteY21" fmla="*/ 1774879 h 2217998"/>
                <a:gd name="connsiteX22" fmla="*/ 2218760 w 3152217"/>
                <a:gd name="connsiteY22" fmla="*/ 2005781 h 2217998"/>
                <a:gd name="connsiteX23" fmla="*/ 2218760 w 3152217"/>
                <a:gd name="connsiteY23" fmla="*/ 2217998 h 2217998"/>
                <a:gd name="connsiteX24" fmla="*/ 2006543 w 3152217"/>
                <a:gd name="connsiteY24" fmla="*/ 2217998 h 2217998"/>
                <a:gd name="connsiteX25" fmla="*/ 1803401 w 3152217"/>
                <a:gd name="connsiteY25" fmla="*/ 2014854 h 2217998"/>
                <a:gd name="connsiteX26" fmla="*/ 1771650 w 3152217"/>
                <a:gd name="connsiteY26" fmla="*/ 2057400 h 2217998"/>
                <a:gd name="connsiteX27" fmla="*/ 1798691 w 3152217"/>
                <a:gd name="connsiteY27" fmla="*/ 2010144 h 2217998"/>
                <a:gd name="connsiteX28" fmla="*/ 1775643 w 3152217"/>
                <a:gd name="connsiteY28" fmla="*/ 1987096 h 2217998"/>
                <a:gd name="connsiteX29" fmla="*/ 1848068 w 3152217"/>
                <a:gd name="connsiteY29" fmla="*/ 1914670 h 2217998"/>
                <a:gd name="connsiteX30" fmla="*/ 1533525 w 3152217"/>
                <a:gd name="connsiteY30" fmla="*/ 1485900 h 2217998"/>
                <a:gd name="connsiteX31" fmla="*/ 1219200 w 3152217"/>
                <a:gd name="connsiteY31" fmla="*/ 1181100 h 2217998"/>
                <a:gd name="connsiteX32" fmla="*/ 571500 w 3152217"/>
                <a:gd name="connsiteY32" fmla="*/ 1295400 h 2217998"/>
                <a:gd name="connsiteX33" fmla="*/ 0 w 3152217"/>
                <a:gd name="connsiteY33" fmla="*/ 1266825 h 2217998"/>
                <a:gd name="connsiteX34" fmla="*/ 9525 w 3152217"/>
                <a:gd name="connsiteY34" fmla="*/ 28575 h 2217998"/>
                <a:gd name="connsiteX35" fmla="*/ 323850 w 3152217"/>
                <a:gd name="connsiteY35" fmla="*/ 0 h 2217998"/>
                <a:gd name="connsiteX0" fmla="*/ 323850 w 3152217"/>
                <a:gd name="connsiteY0" fmla="*/ 0 h 2217998"/>
                <a:gd name="connsiteX1" fmla="*/ 95250 w 3152217"/>
                <a:gd name="connsiteY1" fmla="*/ 209550 h 2217998"/>
                <a:gd name="connsiteX2" fmla="*/ 1352550 w 3152217"/>
                <a:gd name="connsiteY2" fmla="*/ 85725 h 2217998"/>
                <a:gd name="connsiteX3" fmla="*/ 2219325 w 3152217"/>
                <a:gd name="connsiteY3" fmla="*/ 295275 h 2217998"/>
                <a:gd name="connsiteX4" fmla="*/ 2724150 w 3152217"/>
                <a:gd name="connsiteY4" fmla="*/ 781050 h 2217998"/>
                <a:gd name="connsiteX5" fmla="*/ 2720489 w 3152217"/>
                <a:gd name="connsiteY5" fmla="*/ 785957 h 2217998"/>
                <a:gd name="connsiteX6" fmla="*/ 3152217 w 3152217"/>
                <a:gd name="connsiteY6" fmla="*/ 1217685 h 2217998"/>
                <a:gd name="connsiteX7" fmla="*/ 3152217 w 3152217"/>
                <a:gd name="connsiteY7" fmla="*/ 1429902 h 2217998"/>
                <a:gd name="connsiteX8" fmla="*/ 2940000 w 3152217"/>
                <a:gd name="connsiteY8" fmla="*/ 1429902 h 2217998"/>
                <a:gd name="connsiteX9" fmla="*/ 2539107 w 3152217"/>
                <a:gd name="connsiteY9" fmla="*/ 1029008 h 2217998"/>
                <a:gd name="connsiteX10" fmla="*/ 2474399 w 3152217"/>
                <a:gd name="connsiteY10" fmla="*/ 1115717 h 2217998"/>
                <a:gd name="connsiteX11" fmla="*/ 2907621 w 3152217"/>
                <a:gd name="connsiteY11" fmla="*/ 1548940 h 2217998"/>
                <a:gd name="connsiteX12" fmla="*/ 2907621 w 3152217"/>
                <a:gd name="connsiteY12" fmla="*/ 1761157 h 2217998"/>
                <a:gd name="connsiteX13" fmla="*/ 2695404 w 3152217"/>
                <a:gd name="connsiteY13" fmla="*/ 1761157 h 2217998"/>
                <a:gd name="connsiteX14" fmla="*/ 2293017 w 3152217"/>
                <a:gd name="connsiteY14" fmla="*/ 1358769 h 2217998"/>
                <a:gd name="connsiteX15" fmla="*/ 2228234 w 3152217"/>
                <a:gd name="connsiteY15" fmla="*/ 1445578 h 2217998"/>
                <a:gd name="connsiteX16" fmla="*/ 2648161 w 3152217"/>
                <a:gd name="connsiteY16" fmla="*/ 1865505 h 2217998"/>
                <a:gd name="connsiteX17" fmla="*/ 2648161 w 3152217"/>
                <a:gd name="connsiteY17" fmla="*/ 2077722 h 2217998"/>
                <a:gd name="connsiteX18" fmla="*/ 2435944 w 3152217"/>
                <a:gd name="connsiteY18" fmla="*/ 2077722 h 2217998"/>
                <a:gd name="connsiteX19" fmla="*/ 2046853 w 3152217"/>
                <a:gd name="connsiteY19" fmla="*/ 1688629 h 2217998"/>
                <a:gd name="connsiteX20" fmla="*/ 1966688 w 3152217"/>
                <a:gd name="connsiteY20" fmla="*/ 1796050 h 2217998"/>
                <a:gd name="connsiteX21" fmla="*/ 1987859 w 3152217"/>
                <a:gd name="connsiteY21" fmla="*/ 1774879 h 2217998"/>
                <a:gd name="connsiteX22" fmla="*/ 2218760 w 3152217"/>
                <a:gd name="connsiteY22" fmla="*/ 2005781 h 2217998"/>
                <a:gd name="connsiteX23" fmla="*/ 2218760 w 3152217"/>
                <a:gd name="connsiteY23" fmla="*/ 2217998 h 2217998"/>
                <a:gd name="connsiteX24" fmla="*/ 2006543 w 3152217"/>
                <a:gd name="connsiteY24" fmla="*/ 2217998 h 2217998"/>
                <a:gd name="connsiteX25" fmla="*/ 1803401 w 3152217"/>
                <a:gd name="connsiteY25" fmla="*/ 2014854 h 2217998"/>
                <a:gd name="connsiteX26" fmla="*/ 1771650 w 3152217"/>
                <a:gd name="connsiteY26" fmla="*/ 2057400 h 2217998"/>
                <a:gd name="connsiteX27" fmla="*/ 1798691 w 3152217"/>
                <a:gd name="connsiteY27" fmla="*/ 2010144 h 2217998"/>
                <a:gd name="connsiteX28" fmla="*/ 1775643 w 3152217"/>
                <a:gd name="connsiteY28" fmla="*/ 1987096 h 2217998"/>
                <a:gd name="connsiteX29" fmla="*/ 1848068 w 3152217"/>
                <a:gd name="connsiteY29" fmla="*/ 1914670 h 2217998"/>
                <a:gd name="connsiteX30" fmla="*/ 1533525 w 3152217"/>
                <a:gd name="connsiteY30" fmla="*/ 1485900 h 2217998"/>
                <a:gd name="connsiteX31" fmla="*/ 1219200 w 3152217"/>
                <a:gd name="connsiteY31" fmla="*/ 1181100 h 2217998"/>
                <a:gd name="connsiteX32" fmla="*/ 571500 w 3152217"/>
                <a:gd name="connsiteY32" fmla="*/ 1295400 h 2217998"/>
                <a:gd name="connsiteX33" fmla="*/ 0 w 3152217"/>
                <a:gd name="connsiteY33" fmla="*/ 1266825 h 2217998"/>
                <a:gd name="connsiteX34" fmla="*/ 9525 w 3152217"/>
                <a:gd name="connsiteY34" fmla="*/ 28575 h 2217998"/>
                <a:gd name="connsiteX35" fmla="*/ 323850 w 3152217"/>
                <a:gd name="connsiteY35" fmla="*/ 0 h 2217998"/>
                <a:gd name="connsiteX0" fmla="*/ 323850 w 3152217"/>
                <a:gd name="connsiteY0" fmla="*/ 0 h 2217998"/>
                <a:gd name="connsiteX1" fmla="*/ 95250 w 3152217"/>
                <a:gd name="connsiteY1" fmla="*/ 209550 h 2217998"/>
                <a:gd name="connsiteX2" fmla="*/ 1352550 w 3152217"/>
                <a:gd name="connsiteY2" fmla="*/ 85725 h 2217998"/>
                <a:gd name="connsiteX3" fmla="*/ 2219325 w 3152217"/>
                <a:gd name="connsiteY3" fmla="*/ 295275 h 2217998"/>
                <a:gd name="connsiteX4" fmla="*/ 2724150 w 3152217"/>
                <a:gd name="connsiteY4" fmla="*/ 781050 h 2217998"/>
                <a:gd name="connsiteX5" fmla="*/ 2720489 w 3152217"/>
                <a:gd name="connsiteY5" fmla="*/ 785957 h 2217998"/>
                <a:gd name="connsiteX6" fmla="*/ 3152217 w 3152217"/>
                <a:gd name="connsiteY6" fmla="*/ 1217685 h 2217998"/>
                <a:gd name="connsiteX7" fmla="*/ 3152217 w 3152217"/>
                <a:gd name="connsiteY7" fmla="*/ 1429902 h 2217998"/>
                <a:gd name="connsiteX8" fmla="*/ 2940000 w 3152217"/>
                <a:gd name="connsiteY8" fmla="*/ 1429902 h 2217998"/>
                <a:gd name="connsiteX9" fmla="*/ 2539107 w 3152217"/>
                <a:gd name="connsiteY9" fmla="*/ 1029008 h 2217998"/>
                <a:gd name="connsiteX10" fmla="*/ 2474399 w 3152217"/>
                <a:gd name="connsiteY10" fmla="*/ 1115717 h 2217998"/>
                <a:gd name="connsiteX11" fmla="*/ 2907621 w 3152217"/>
                <a:gd name="connsiteY11" fmla="*/ 1548940 h 2217998"/>
                <a:gd name="connsiteX12" fmla="*/ 2907621 w 3152217"/>
                <a:gd name="connsiteY12" fmla="*/ 1761157 h 2217998"/>
                <a:gd name="connsiteX13" fmla="*/ 2695404 w 3152217"/>
                <a:gd name="connsiteY13" fmla="*/ 1761157 h 2217998"/>
                <a:gd name="connsiteX14" fmla="*/ 2293017 w 3152217"/>
                <a:gd name="connsiteY14" fmla="*/ 1358769 h 2217998"/>
                <a:gd name="connsiteX15" fmla="*/ 2228234 w 3152217"/>
                <a:gd name="connsiteY15" fmla="*/ 1445578 h 2217998"/>
                <a:gd name="connsiteX16" fmla="*/ 2648161 w 3152217"/>
                <a:gd name="connsiteY16" fmla="*/ 1865505 h 2217998"/>
                <a:gd name="connsiteX17" fmla="*/ 2648161 w 3152217"/>
                <a:gd name="connsiteY17" fmla="*/ 2077722 h 2217998"/>
                <a:gd name="connsiteX18" fmla="*/ 2435944 w 3152217"/>
                <a:gd name="connsiteY18" fmla="*/ 2077722 h 2217998"/>
                <a:gd name="connsiteX19" fmla="*/ 2046853 w 3152217"/>
                <a:gd name="connsiteY19" fmla="*/ 1688629 h 2217998"/>
                <a:gd name="connsiteX20" fmla="*/ 1966688 w 3152217"/>
                <a:gd name="connsiteY20" fmla="*/ 1796050 h 2217998"/>
                <a:gd name="connsiteX21" fmla="*/ 1987859 w 3152217"/>
                <a:gd name="connsiteY21" fmla="*/ 1774879 h 2217998"/>
                <a:gd name="connsiteX22" fmla="*/ 2218760 w 3152217"/>
                <a:gd name="connsiteY22" fmla="*/ 2005781 h 2217998"/>
                <a:gd name="connsiteX23" fmla="*/ 2218760 w 3152217"/>
                <a:gd name="connsiteY23" fmla="*/ 2217998 h 2217998"/>
                <a:gd name="connsiteX24" fmla="*/ 2006543 w 3152217"/>
                <a:gd name="connsiteY24" fmla="*/ 2217998 h 2217998"/>
                <a:gd name="connsiteX25" fmla="*/ 1803401 w 3152217"/>
                <a:gd name="connsiteY25" fmla="*/ 2014854 h 2217998"/>
                <a:gd name="connsiteX26" fmla="*/ 1798691 w 3152217"/>
                <a:gd name="connsiteY26" fmla="*/ 2010144 h 2217998"/>
                <a:gd name="connsiteX27" fmla="*/ 1775643 w 3152217"/>
                <a:gd name="connsiteY27" fmla="*/ 1987096 h 2217998"/>
                <a:gd name="connsiteX28" fmla="*/ 1848068 w 3152217"/>
                <a:gd name="connsiteY28" fmla="*/ 1914670 h 2217998"/>
                <a:gd name="connsiteX29" fmla="*/ 1533525 w 3152217"/>
                <a:gd name="connsiteY29" fmla="*/ 1485900 h 2217998"/>
                <a:gd name="connsiteX30" fmla="*/ 1219200 w 3152217"/>
                <a:gd name="connsiteY30" fmla="*/ 1181100 h 2217998"/>
                <a:gd name="connsiteX31" fmla="*/ 571500 w 3152217"/>
                <a:gd name="connsiteY31" fmla="*/ 1295400 h 2217998"/>
                <a:gd name="connsiteX32" fmla="*/ 0 w 3152217"/>
                <a:gd name="connsiteY32" fmla="*/ 1266825 h 2217998"/>
                <a:gd name="connsiteX33" fmla="*/ 9525 w 3152217"/>
                <a:gd name="connsiteY33" fmla="*/ 28575 h 2217998"/>
                <a:gd name="connsiteX34" fmla="*/ 323850 w 3152217"/>
                <a:gd name="connsiteY34" fmla="*/ 0 h 2217998"/>
                <a:gd name="connsiteX0" fmla="*/ 323850 w 3152217"/>
                <a:gd name="connsiteY0" fmla="*/ 0 h 2217998"/>
                <a:gd name="connsiteX1" fmla="*/ 95250 w 3152217"/>
                <a:gd name="connsiteY1" fmla="*/ 209550 h 2217998"/>
                <a:gd name="connsiteX2" fmla="*/ 1352550 w 3152217"/>
                <a:gd name="connsiteY2" fmla="*/ 85725 h 2217998"/>
                <a:gd name="connsiteX3" fmla="*/ 2219325 w 3152217"/>
                <a:gd name="connsiteY3" fmla="*/ 295275 h 2217998"/>
                <a:gd name="connsiteX4" fmla="*/ 2724150 w 3152217"/>
                <a:gd name="connsiteY4" fmla="*/ 781050 h 2217998"/>
                <a:gd name="connsiteX5" fmla="*/ 2720489 w 3152217"/>
                <a:gd name="connsiteY5" fmla="*/ 785957 h 2217998"/>
                <a:gd name="connsiteX6" fmla="*/ 3152217 w 3152217"/>
                <a:gd name="connsiteY6" fmla="*/ 1217685 h 2217998"/>
                <a:gd name="connsiteX7" fmla="*/ 3152217 w 3152217"/>
                <a:gd name="connsiteY7" fmla="*/ 1429902 h 2217998"/>
                <a:gd name="connsiteX8" fmla="*/ 2940000 w 3152217"/>
                <a:gd name="connsiteY8" fmla="*/ 1429902 h 2217998"/>
                <a:gd name="connsiteX9" fmla="*/ 2539107 w 3152217"/>
                <a:gd name="connsiteY9" fmla="*/ 1029008 h 2217998"/>
                <a:gd name="connsiteX10" fmla="*/ 2474399 w 3152217"/>
                <a:gd name="connsiteY10" fmla="*/ 1115717 h 2217998"/>
                <a:gd name="connsiteX11" fmla="*/ 2907621 w 3152217"/>
                <a:gd name="connsiteY11" fmla="*/ 1548940 h 2217998"/>
                <a:gd name="connsiteX12" fmla="*/ 2907621 w 3152217"/>
                <a:gd name="connsiteY12" fmla="*/ 1761157 h 2217998"/>
                <a:gd name="connsiteX13" fmla="*/ 2695404 w 3152217"/>
                <a:gd name="connsiteY13" fmla="*/ 1761157 h 2217998"/>
                <a:gd name="connsiteX14" fmla="*/ 2293017 w 3152217"/>
                <a:gd name="connsiteY14" fmla="*/ 1358769 h 2217998"/>
                <a:gd name="connsiteX15" fmla="*/ 2228234 w 3152217"/>
                <a:gd name="connsiteY15" fmla="*/ 1445578 h 2217998"/>
                <a:gd name="connsiteX16" fmla="*/ 2648161 w 3152217"/>
                <a:gd name="connsiteY16" fmla="*/ 1865505 h 2217998"/>
                <a:gd name="connsiteX17" fmla="*/ 2648161 w 3152217"/>
                <a:gd name="connsiteY17" fmla="*/ 2077722 h 2217998"/>
                <a:gd name="connsiteX18" fmla="*/ 2435944 w 3152217"/>
                <a:gd name="connsiteY18" fmla="*/ 2077722 h 2217998"/>
                <a:gd name="connsiteX19" fmla="*/ 2046853 w 3152217"/>
                <a:gd name="connsiteY19" fmla="*/ 1688629 h 2217998"/>
                <a:gd name="connsiteX20" fmla="*/ 1966688 w 3152217"/>
                <a:gd name="connsiteY20" fmla="*/ 1796050 h 2217998"/>
                <a:gd name="connsiteX21" fmla="*/ 1987859 w 3152217"/>
                <a:gd name="connsiteY21" fmla="*/ 1774879 h 2217998"/>
                <a:gd name="connsiteX22" fmla="*/ 2218760 w 3152217"/>
                <a:gd name="connsiteY22" fmla="*/ 2005781 h 2217998"/>
                <a:gd name="connsiteX23" fmla="*/ 2218760 w 3152217"/>
                <a:gd name="connsiteY23" fmla="*/ 2217998 h 2217998"/>
                <a:gd name="connsiteX24" fmla="*/ 2006543 w 3152217"/>
                <a:gd name="connsiteY24" fmla="*/ 2217998 h 2217998"/>
                <a:gd name="connsiteX25" fmla="*/ 1798691 w 3152217"/>
                <a:gd name="connsiteY25" fmla="*/ 2010144 h 2217998"/>
                <a:gd name="connsiteX26" fmla="*/ 1775643 w 3152217"/>
                <a:gd name="connsiteY26" fmla="*/ 1987096 h 2217998"/>
                <a:gd name="connsiteX27" fmla="*/ 1848068 w 3152217"/>
                <a:gd name="connsiteY27" fmla="*/ 1914670 h 2217998"/>
                <a:gd name="connsiteX28" fmla="*/ 1533525 w 3152217"/>
                <a:gd name="connsiteY28" fmla="*/ 1485900 h 2217998"/>
                <a:gd name="connsiteX29" fmla="*/ 1219200 w 3152217"/>
                <a:gd name="connsiteY29" fmla="*/ 1181100 h 2217998"/>
                <a:gd name="connsiteX30" fmla="*/ 571500 w 3152217"/>
                <a:gd name="connsiteY30" fmla="*/ 1295400 h 2217998"/>
                <a:gd name="connsiteX31" fmla="*/ 0 w 3152217"/>
                <a:gd name="connsiteY31" fmla="*/ 1266825 h 2217998"/>
                <a:gd name="connsiteX32" fmla="*/ 9525 w 3152217"/>
                <a:gd name="connsiteY32" fmla="*/ 28575 h 2217998"/>
                <a:gd name="connsiteX33" fmla="*/ 323850 w 3152217"/>
                <a:gd name="connsiteY33" fmla="*/ 0 h 2217998"/>
                <a:gd name="connsiteX0" fmla="*/ 323850 w 3152217"/>
                <a:gd name="connsiteY0" fmla="*/ 0 h 2217998"/>
                <a:gd name="connsiteX1" fmla="*/ 95250 w 3152217"/>
                <a:gd name="connsiteY1" fmla="*/ 209550 h 2217998"/>
                <a:gd name="connsiteX2" fmla="*/ 1352550 w 3152217"/>
                <a:gd name="connsiteY2" fmla="*/ 85725 h 2217998"/>
                <a:gd name="connsiteX3" fmla="*/ 2219325 w 3152217"/>
                <a:gd name="connsiteY3" fmla="*/ 295275 h 2217998"/>
                <a:gd name="connsiteX4" fmla="*/ 2724150 w 3152217"/>
                <a:gd name="connsiteY4" fmla="*/ 781050 h 2217998"/>
                <a:gd name="connsiteX5" fmla="*/ 2720489 w 3152217"/>
                <a:gd name="connsiteY5" fmla="*/ 785957 h 2217998"/>
                <a:gd name="connsiteX6" fmla="*/ 3152217 w 3152217"/>
                <a:gd name="connsiteY6" fmla="*/ 1217685 h 2217998"/>
                <a:gd name="connsiteX7" fmla="*/ 3152217 w 3152217"/>
                <a:gd name="connsiteY7" fmla="*/ 1429902 h 2217998"/>
                <a:gd name="connsiteX8" fmla="*/ 2940000 w 3152217"/>
                <a:gd name="connsiteY8" fmla="*/ 1429902 h 2217998"/>
                <a:gd name="connsiteX9" fmla="*/ 2539107 w 3152217"/>
                <a:gd name="connsiteY9" fmla="*/ 1029008 h 2217998"/>
                <a:gd name="connsiteX10" fmla="*/ 2474399 w 3152217"/>
                <a:gd name="connsiteY10" fmla="*/ 1115717 h 2217998"/>
                <a:gd name="connsiteX11" fmla="*/ 2907621 w 3152217"/>
                <a:gd name="connsiteY11" fmla="*/ 1548940 h 2217998"/>
                <a:gd name="connsiteX12" fmla="*/ 2907621 w 3152217"/>
                <a:gd name="connsiteY12" fmla="*/ 1761157 h 2217998"/>
                <a:gd name="connsiteX13" fmla="*/ 2695404 w 3152217"/>
                <a:gd name="connsiteY13" fmla="*/ 1761157 h 2217998"/>
                <a:gd name="connsiteX14" fmla="*/ 2293017 w 3152217"/>
                <a:gd name="connsiteY14" fmla="*/ 1358769 h 2217998"/>
                <a:gd name="connsiteX15" fmla="*/ 2228234 w 3152217"/>
                <a:gd name="connsiteY15" fmla="*/ 1445578 h 2217998"/>
                <a:gd name="connsiteX16" fmla="*/ 2648161 w 3152217"/>
                <a:gd name="connsiteY16" fmla="*/ 1865505 h 2217998"/>
                <a:gd name="connsiteX17" fmla="*/ 2648161 w 3152217"/>
                <a:gd name="connsiteY17" fmla="*/ 2077722 h 2217998"/>
                <a:gd name="connsiteX18" fmla="*/ 2435944 w 3152217"/>
                <a:gd name="connsiteY18" fmla="*/ 2077722 h 2217998"/>
                <a:gd name="connsiteX19" fmla="*/ 2046853 w 3152217"/>
                <a:gd name="connsiteY19" fmla="*/ 1688629 h 2217998"/>
                <a:gd name="connsiteX20" fmla="*/ 1966688 w 3152217"/>
                <a:gd name="connsiteY20" fmla="*/ 1796050 h 2217998"/>
                <a:gd name="connsiteX21" fmla="*/ 1987859 w 3152217"/>
                <a:gd name="connsiteY21" fmla="*/ 1774879 h 2217998"/>
                <a:gd name="connsiteX22" fmla="*/ 2218760 w 3152217"/>
                <a:gd name="connsiteY22" fmla="*/ 2005781 h 2217998"/>
                <a:gd name="connsiteX23" fmla="*/ 2218760 w 3152217"/>
                <a:gd name="connsiteY23" fmla="*/ 2217998 h 2217998"/>
                <a:gd name="connsiteX24" fmla="*/ 2006543 w 3152217"/>
                <a:gd name="connsiteY24" fmla="*/ 2217998 h 2217998"/>
                <a:gd name="connsiteX25" fmla="*/ 1798691 w 3152217"/>
                <a:gd name="connsiteY25" fmla="*/ 2010144 h 2217998"/>
                <a:gd name="connsiteX26" fmla="*/ 1775643 w 3152217"/>
                <a:gd name="connsiteY26" fmla="*/ 1987096 h 2217998"/>
                <a:gd name="connsiteX27" fmla="*/ 1848068 w 3152217"/>
                <a:gd name="connsiteY27" fmla="*/ 1914670 h 2217998"/>
                <a:gd name="connsiteX28" fmla="*/ 1533525 w 3152217"/>
                <a:gd name="connsiteY28" fmla="*/ 1485900 h 2217998"/>
                <a:gd name="connsiteX29" fmla="*/ 1219200 w 3152217"/>
                <a:gd name="connsiteY29" fmla="*/ 1181100 h 2217998"/>
                <a:gd name="connsiteX30" fmla="*/ 571500 w 3152217"/>
                <a:gd name="connsiteY30" fmla="*/ 1295400 h 2217998"/>
                <a:gd name="connsiteX31" fmla="*/ 0 w 3152217"/>
                <a:gd name="connsiteY31" fmla="*/ 1266825 h 2217998"/>
                <a:gd name="connsiteX32" fmla="*/ 9525 w 3152217"/>
                <a:gd name="connsiteY32" fmla="*/ 28575 h 2217998"/>
                <a:gd name="connsiteX33" fmla="*/ 323850 w 3152217"/>
                <a:gd name="connsiteY33" fmla="*/ 0 h 2217998"/>
                <a:gd name="connsiteX0" fmla="*/ 323850 w 3152217"/>
                <a:gd name="connsiteY0" fmla="*/ 0 h 2217998"/>
                <a:gd name="connsiteX1" fmla="*/ 95250 w 3152217"/>
                <a:gd name="connsiteY1" fmla="*/ 209550 h 2217998"/>
                <a:gd name="connsiteX2" fmla="*/ 1352550 w 3152217"/>
                <a:gd name="connsiteY2" fmla="*/ 85725 h 2217998"/>
                <a:gd name="connsiteX3" fmla="*/ 2219325 w 3152217"/>
                <a:gd name="connsiteY3" fmla="*/ 295275 h 2217998"/>
                <a:gd name="connsiteX4" fmla="*/ 2724150 w 3152217"/>
                <a:gd name="connsiteY4" fmla="*/ 781050 h 2217998"/>
                <a:gd name="connsiteX5" fmla="*/ 2720489 w 3152217"/>
                <a:gd name="connsiteY5" fmla="*/ 785957 h 2217998"/>
                <a:gd name="connsiteX6" fmla="*/ 3152217 w 3152217"/>
                <a:gd name="connsiteY6" fmla="*/ 1217685 h 2217998"/>
                <a:gd name="connsiteX7" fmla="*/ 3152217 w 3152217"/>
                <a:gd name="connsiteY7" fmla="*/ 1429902 h 2217998"/>
                <a:gd name="connsiteX8" fmla="*/ 2940000 w 3152217"/>
                <a:gd name="connsiteY8" fmla="*/ 1429902 h 2217998"/>
                <a:gd name="connsiteX9" fmla="*/ 2539107 w 3152217"/>
                <a:gd name="connsiteY9" fmla="*/ 1029008 h 2217998"/>
                <a:gd name="connsiteX10" fmla="*/ 2474399 w 3152217"/>
                <a:gd name="connsiteY10" fmla="*/ 1115717 h 2217998"/>
                <a:gd name="connsiteX11" fmla="*/ 2907621 w 3152217"/>
                <a:gd name="connsiteY11" fmla="*/ 1548940 h 2217998"/>
                <a:gd name="connsiteX12" fmla="*/ 2907621 w 3152217"/>
                <a:gd name="connsiteY12" fmla="*/ 1761157 h 2217998"/>
                <a:gd name="connsiteX13" fmla="*/ 2695404 w 3152217"/>
                <a:gd name="connsiteY13" fmla="*/ 1761157 h 2217998"/>
                <a:gd name="connsiteX14" fmla="*/ 2293017 w 3152217"/>
                <a:gd name="connsiteY14" fmla="*/ 1358769 h 2217998"/>
                <a:gd name="connsiteX15" fmla="*/ 2228234 w 3152217"/>
                <a:gd name="connsiteY15" fmla="*/ 1445578 h 2217998"/>
                <a:gd name="connsiteX16" fmla="*/ 2648161 w 3152217"/>
                <a:gd name="connsiteY16" fmla="*/ 1865505 h 2217998"/>
                <a:gd name="connsiteX17" fmla="*/ 2648161 w 3152217"/>
                <a:gd name="connsiteY17" fmla="*/ 2077722 h 2217998"/>
                <a:gd name="connsiteX18" fmla="*/ 2435944 w 3152217"/>
                <a:gd name="connsiteY18" fmla="*/ 2077722 h 2217998"/>
                <a:gd name="connsiteX19" fmla="*/ 2046853 w 3152217"/>
                <a:gd name="connsiteY19" fmla="*/ 1688629 h 2217998"/>
                <a:gd name="connsiteX20" fmla="*/ 1987859 w 3152217"/>
                <a:gd name="connsiteY20" fmla="*/ 1774879 h 2217998"/>
                <a:gd name="connsiteX21" fmla="*/ 2218760 w 3152217"/>
                <a:gd name="connsiteY21" fmla="*/ 2005781 h 2217998"/>
                <a:gd name="connsiteX22" fmla="*/ 2218760 w 3152217"/>
                <a:gd name="connsiteY22" fmla="*/ 2217998 h 2217998"/>
                <a:gd name="connsiteX23" fmla="*/ 2006543 w 3152217"/>
                <a:gd name="connsiteY23" fmla="*/ 2217998 h 2217998"/>
                <a:gd name="connsiteX24" fmla="*/ 1798691 w 3152217"/>
                <a:gd name="connsiteY24" fmla="*/ 2010144 h 2217998"/>
                <a:gd name="connsiteX25" fmla="*/ 1775643 w 3152217"/>
                <a:gd name="connsiteY25" fmla="*/ 1987096 h 2217998"/>
                <a:gd name="connsiteX26" fmla="*/ 1848068 w 3152217"/>
                <a:gd name="connsiteY26" fmla="*/ 1914670 h 2217998"/>
                <a:gd name="connsiteX27" fmla="*/ 1533525 w 3152217"/>
                <a:gd name="connsiteY27" fmla="*/ 1485900 h 2217998"/>
                <a:gd name="connsiteX28" fmla="*/ 1219200 w 3152217"/>
                <a:gd name="connsiteY28" fmla="*/ 1181100 h 2217998"/>
                <a:gd name="connsiteX29" fmla="*/ 571500 w 3152217"/>
                <a:gd name="connsiteY29" fmla="*/ 1295400 h 2217998"/>
                <a:gd name="connsiteX30" fmla="*/ 0 w 3152217"/>
                <a:gd name="connsiteY30" fmla="*/ 1266825 h 2217998"/>
                <a:gd name="connsiteX31" fmla="*/ 9525 w 3152217"/>
                <a:gd name="connsiteY31" fmla="*/ 28575 h 2217998"/>
                <a:gd name="connsiteX32" fmla="*/ 323850 w 3152217"/>
                <a:gd name="connsiteY32" fmla="*/ 0 h 2217998"/>
                <a:gd name="connsiteX0" fmla="*/ 323850 w 3152217"/>
                <a:gd name="connsiteY0" fmla="*/ 0 h 2217998"/>
                <a:gd name="connsiteX1" fmla="*/ 95250 w 3152217"/>
                <a:gd name="connsiteY1" fmla="*/ 209550 h 2217998"/>
                <a:gd name="connsiteX2" fmla="*/ 1352550 w 3152217"/>
                <a:gd name="connsiteY2" fmla="*/ 85725 h 2217998"/>
                <a:gd name="connsiteX3" fmla="*/ 2219325 w 3152217"/>
                <a:gd name="connsiteY3" fmla="*/ 295275 h 2217998"/>
                <a:gd name="connsiteX4" fmla="*/ 2724150 w 3152217"/>
                <a:gd name="connsiteY4" fmla="*/ 781050 h 2217998"/>
                <a:gd name="connsiteX5" fmla="*/ 2720489 w 3152217"/>
                <a:gd name="connsiteY5" fmla="*/ 785957 h 2217998"/>
                <a:gd name="connsiteX6" fmla="*/ 3152217 w 3152217"/>
                <a:gd name="connsiteY6" fmla="*/ 1217685 h 2217998"/>
                <a:gd name="connsiteX7" fmla="*/ 3152217 w 3152217"/>
                <a:gd name="connsiteY7" fmla="*/ 1429902 h 2217998"/>
                <a:gd name="connsiteX8" fmla="*/ 2940000 w 3152217"/>
                <a:gd name="connsiteY8" fmla="*/ 1429902 h 2217998"/>
                <a:gd name="connsiteX9" fmla="*/ 2539107 w 3152217"/>
                <a:gd name="connsiteY9" fmla="*/ 1029008 h 2217998"/>
                <a:gd name="connsiteX10" fmla="*/ 2474399 w 3152217"/>
                <a:gd name="connsiteY10" fmla="*/ 1115717 h 2217998"/>
                <a:gd name="connsiteX11" fmla="*/ 2907621 w 3152217"/>
                <a:gd name="connsiteY11" fmla="*/ 1548940 h 2217998"/>
                <a:gd name="connsiteX12" fmla="*/ 2907621 w 3152217"/>
                <a:gd name="connsiteY12" fmla="*/ 1761157 h 2217998"/>
                <a:gd name="connsiteX13" fmla="*/ 2695404 w 3152217"/>
                <a:gd name="connsiteY13" fmla="*/ 1761157 h 2217998"/>
                <a:gd name="connsiteX14" fmla="*/ 2293017 w 3152217"/>
                <a:gd name="connsiteY14" fmla="*/ 1358769 h 2217998"/>
                <a:gd name="connsiteX15" fmla="*/ 2228234 w 3152217"/>
                <a:gd name="connsiteY15" fmla="*/ 1445578 h 2217998"/>
                <a:gd name="connsiteX16" fmla="*/ 2648161 w 3152217"/>
                <a:gd name="connsiteY16" fmla="*/ 1865505 h 2217998"/>
                <a:gd name="connsiteX17" fmla="*/ 2648161 w 3152217"/>
                <a:gd name="connsiteY17" fmla="*/ 2077722 h 2217998"/>
                <a:gd name="connsiteX18" fmla="*/ 2435944 w 3152217"/>
                <a:gd name="connsiteY18" fmla="*/ 2077722 h 2217998"/>
                <a:gd name="connsiteX19" fmla="*/ 2046853 w 3152217"/>
                <a:gd name="connsiteY19" fmla="*/ 1688629 h 2217998"/>
                <a:gd name="connsiteX20" fmla="*/ 1987859 w 3152217"/>
                <a:gd name="connsiteY20" fmla="*/ 1774879 h 2217998"/>
                <a:gd name="connsiteX21" fmla="*/ 2218760 w 3152217"/>
                <a:gd name="connsiteY21" fmla="*/ 2005781 h 2217998"/>
                <a:gd name="connsiteX22" fmla="*/ 2218760 w 3152217"/>
                <a:gd name="connsiteY22" fmla="*/ 2217998 h 2217998"/>
                <a:gd name="connsiteX23" fmla="*/ 2006543 w 3152217"/>
                <a:gd name="connsiteY23" fmla="*/ 2217998 h 2217998"/>
                <a:gd name="connsiteX24" fmla="*/ 1798691 w 3152217"/>
                <a:gd name="connsiteY24" fmla="*/ 2010144 h 2217998"/>
                <a:gd name="connsiteX25" fmla="*/ 1775643 w 3152217"/>
                <a:gd name="connsiteY25" fmla="*/ 1987096 h 2217998"/>
                <a:gd name="connsiteX26" fmla="*/ 1848068 w 3152217"/>
                <a:gd name="connsiteY26" fmla="*/ 1911865 h 2217998"/>
                <a:gd name="connsiteX27" fmla="*/ 1533525 w 3152217"/>
                <a:gd name="connsiteY27" fmla="*/ 1485900 h 2217998"/>
                <a:gd name="connsiteX28" fmla="*/ 1219200 w 3152217"/>
                <a:gd name="connsiteY28" fmla="*/ 1181100 h 2217998"/>
                <a:gd name="connsiteX29" fmla="*/ 571500 w 3152217"/>
                <a:gd name="connsiteY29" fmla="*/ 1295400 h 2217998"/>
                <a:gd name="connsiteX30" fmla="*/ 0 w 3152217"/>
                <a:gd name="connsiteY30" fmla="*/ 1266825 h 2217998"/>
                <a:gd name="connsiteX31" fmla="*/ 9525 w 3152217"/>
                <a:gd name="connsiteY31" fmla="*/ 28575 h 2217998"/>
                <a:gd name="connsiteX32" fmla="*/ 323850 w 3152217"/>
                <a:gd name="connsiteY32" fmla="*/ 0 h 2217998"/>
                <a:gd name="connsiteX0" fmla="*/ 323850 w 3152217"/>
                <a:gd name="connsiteY0" fmla="*/ 0 h 2217998"/>
                <a:gd name="connsiteX1" fmla="*/ 95250 w 3152217"/>
                <a:gd name="connsiteY1" fmla="*/ 209550 h 2217998"/>
                <a:gd name="connsiteX2" fmla="*/ 1352550 w 3152217"/>
                <a:gd name="connsiteY2" fmla="*/ 85725 h 2217998"/>
                <a:gd name="connsiteX3" fmla="*/ 2219325 w 3152217"/>
                <a:gd name="connsiteY3" fmla="*/ 295275 h 2217998"/>
                <a:gd name="connsiteX4" fmla="*/ 2724150 w 3152217"/>
                <a:gd name="connsiteY4" fmla="*/ 781050 h 2217998"/>
                <a:gd name="connsiteX5" fmla="*/ 2720489 w 3152217"/>
                <a:gd name="connsiteY5" fmla="*/ 785957 h 2217998"/>
                <a:gd name="connsiteX6" fmla="*/ 3152217 w 3152217"/>
                <a:gd name="connsiteY6" fmla="*/ 1217685 h 2217998"/>
                <a:gd name="connsiteX7" fmla="*/ 3152217 w 3152217"/>
                <a:gd name="connsiteY7" fmla="*/ 1429902 h 2217998"/>
                <a:gd name="connsiteX8" fmla="*/ 2940000 w 3152217"/>
                <a:gd name="connsiteY8" fmla="*/ 1429902 h 2217998"/>
                <a:gd name="connsiteX9" fmla="*/ 2539107 w 3152217"/>
                <a:gd name="connsiteY9" fmla="*/ 1029008 h 2217998"/>
                <a:gd name="connsiteX10" fmla="*/ 2474399 w 3152217"/>
                <a:gd name="connsiteY10" fmla="*/ 1115717 h 2217998"/>
                <a:gd name="connsiteX11" fmla="*/ 2907621 w 3152217"/>
                <a:gd name="connsiteY11" fmla="*/ 1548940 h 2217998"/>
                <a:gd name="connsiteX12" fmla="*/ 2907621 w 3152217"/>
                <a:gd name="connsiteY12" fmla="*/ 1761157 h 2217998"/>
                <a:gd name="connsiteX13" fmla="*/ 2695404 w 3152217"/>
                <a:gd name="connsiteY13" fmla="*/ 1761157 h 2217998"/>
                <a:gd name="connsiteX14" fmla="*/ 2293017 w 3152217"/>
                <a:gd name="connsiteY14" fmla="*/ 1358769 h 2217998"/>
                <a:gd name="connsiteX15" fmla="*/ 2228234 w 3152217"/>
                <a:gd name="connsiteY15" fmla="*/ 1445578 h 2217998"/>
                <a:gd name="connsiteX16" fmla="*/ 2648161 w 3152217"/>
                <a:gd name="connsiteY16" fmla="*/ 1865505 h 2217998"/>
                <a:gd name="connsiteX17" fmla="*/ 2648161 w 3152217"/>
                <a:gd name="connsiteY17" fmla="*/ 2077722 h 2217998"/>
                <a:gd name="connsiteX18" fmla="*/ 2435944 w 3152217"/>
                <a:gd name="connsiteY18" fmla="*/ 2077722 h 2217998"/>
                <a:gd name="connsiteX19" fmla="*/ 2046853 w 3152217"/>
                <a:gd name="connsiteY19" fmla="*/ 1688629 h 2217998"/>
                <a:gd name="connsiteX20" fmla="*/ 1987859 w 3152217"/>
                <a:gd name="connsiteY20" fmla="*/ 1774879 h 2217998"/>
                <a:gd name="connsiteX21" fmla="*/ 2218760 w 3152217"/>
                <a:gd name="connsiteY21" fmla="*/ 2005781 h 2217998"/>
                <a:gd name="connsiteX22" fmla="*/ 2218760 w 3152217"/>
                <a:gd name="connsiteY22" fmla="*/ 2217998 h 2217998"/>
                <a:gd name="connsiteX23" fmla="*/ 2006543 w 3152217"/>
                <a:gd name="connsiteY23" fmla="*/ 2217998 h 2217998"/>
                <a:gd name="connsiteX24" fmla="*/ 1798691 w 3152217"/>
                <a:gd name="connsiteY24" fmla="*/ 2010144 h 2217998"/>
                <a:gd name="connsiteX25" fmla="*/ 1775643 w 3152217"/>
                <a:gd name="connsiteY25" fmla="*/ 1987096 h 2217998"/>
                <a:gd name="connsiteX26" fmla="*/ 1848068 w 3152217"/>
                <a:gd name="connsiteY26" fmla="*/ 1911865 h 2217998"/>
                <a:gd name="connsiteX27" fmla="*/ 1533525 w 3152217"/>
                <a:gd name="connsiteY27" fmla="*/ 1485900 h 2217998"/>
                <a:gd name="connsiteX28" fmla="*/ 1219200 w 3152217"/>
                <a:gd name="connsiteY28" fmla="*/ 1181100 h 2217998"/>
                <a:gd name="connsiteX29" fmla="*/ 571500 w 3152217"/>
                <a:gd name="connsiteY29" fmla="*/ 1295400 h 2217998"/>
                <a:gd name="connsiteX30" fmla="*/ 0 w 3152217"/>
                <a:gd name="connsiteY30" fmla="*/ 1266825 h 2217998"/>
                <a:gd name="connsiteX31" fmla="*/ 9525 w 3152217"/>
                <a:gd name="connsiteY31" fmla="*/ 28575 h 2217998"/>
                <a:gd name="connsiteX32" fmla="*/ 323850 w 3152217"/>
                <a:gd name="connsiteY32" fmla="*/ 0 h 2217998"/>
                <a:gd name="connsiteX0" fmla="*/ 323850 w 3152217"/>
                <a:gd name="connsiteY0" fmla="*/ 0 h 2217998"/>
                <a:gd name="connsiteX1" fmla="*/ 95250 w 3152217"/>
                <a:gd name="connsiteY1" fmla="*/ 209550 h 2217998"/>
                <a:gd name="connsiteX2" fmla="*/ 1352550 w 3152217"/>
                <a:gd name="connsiteY2" fmla="*/ 85725 h 2217998"/>
                <a:gd name="connsiteX3" fmla="*/ 2219325 w 3152217"/>
                <a:gd name="connsiteY3" fmla="*/ 295275 h 2217998"/>
                <a:gd name="connsiteX4" fmla="*/ 2724150 w 3152217"/>
                <a:gd name="connsiteY4" fmla="*/ 781050 h 2217998"/>
                <a:gd name="connsiteX5" fmla="*/ 2720489 w 3152217"/>
                <a:gd name="connsiteY5" fmla="*/ 785957 h 2217998"/>
                <a:gd name="connsiteX6" fmla="*/ 3152217 w 3152217"/>
                <a:gd name="connsiteY6" fmla="*/ 1217685 h 2217998"/>
                <a:gd name="connsiteX7" fmla="*/ 3152217 w 3152217"/>
                <a:gd name="connsiteY7" fmla="*/ 1429902 h 2217998"/>
                <a:gd name="connsiteX8" fmla="*/ 2940000 w 3152217"/>
                <a:gd name="connsiteY8" fmla="*/ 1429902 h 2217998"/>
                <a:gd name="connsiteX9" fmla="*/ 2539107 w 3152217"/>
                <a:gd name="connsiteY9" fmla="*/ 1029008 h 2217998"/>
                <a:gd name="connsiteX10" fmla="*/ 2474399 w 3152217"/>
                <a:gd name="connsiteY10" fmla="*/ 1115717 h 2217998"/>
                <a:gd name="connsiteX11" fmla="*/ 2907621 w 3152217"/>
                <a:gd name="connsiteY11" fmla="*/ 1548940 h 2217998"/>
                <a:gd name="connsiteX12" fmla="*/ 2907621 w 3152217"/>
                <a:gd name="connsiteY12" fmla="*/ 1761157 h 2217998"/>
                <a:gd name="connsiteX13" fmla="*/ 2695404 w 3152217"/>
                <a:gd name="connsiteY13" fmla="*/ 1761157 h 2217998"/>
                <a:gd name="connsiteX14" fmla="*/ 2293017 w 3152217"/>
                <a:gd name="connsiteY14" fmla="*/ 1358769 h 2217998"/>
                <a:gd name="connsiteX15" fmla="*/ 2228234 w 3152217"/>
                <a:gd name="connsiteY15" fmla="*/ 1445578 h 2217998"/>
                <a:gd name="connsiteX16" fmla="*/ 2648161 w 3152217"/>
                <a:gd name="connsiteY16" fmla="*/ 1865505 h 2217998"/>
                <a:gd name="connsiteX17" fmla="*/ 2648161 w 3152217"/>
                <a:gd name="connsiteY17" fmla="*/ 2077722 h 2217998"/>
                <a:gd name="connsiteX18" fmla="*/ 2435944 w 3152217"/>
                <a:gd name="connsiteY18" fmla="*/ 2077722 h 2217998"/>
                <a:gd name="connsiteX19" fmla="*/ 2046853 w 3152217"/>
                <a:gd name="connsiteY19" fmla="*/ 1688629 h 2217998"/>
                <a:gd name="connsiteX20" fmla="*/ 1987859 w 3152217"/>
                <a:gd name="connsiteY20" fmla="*/ 1774879 h 2217998"/>
                <a:gd name="connsiteX21" fmla="*/ 2218760 w 3152217"/>
                <a:gd name="connsiteY21" fmla="*/ 2005781 h 2217998"/>
                <a:gd name="connsiteX22" fmla="*/ 2218760 w 3152217"/>
                <a:gd name="connsiteY22" fmla="*/ 2217998 h 2217998"/>
                <a:gd name="connsiteX23" fmla="*/ 2006543 w 3152217"/>
                <a:gd name="connsiteY23" fmla="*/ 2217998 h 2217998"/>
                <a:gd name="connsiteX24" fmla="*/ 1798691 w 3152217"/>
                <a:gd name="connsiteY24" fmla="*/ 2010144 h 2217998"/>
                <a:gd name="connsiteX25" fmla="*/ 1775643 w 3152217"/>
                <a:gd name="connsiteY25" fmla="*/ 1987096 h 2217998"/>
                <a:gd name="connsiteX26" fmla="*/ 1842458 w 3152217"/>
                <a:gd name="connsiteY26" fmla="*/ 1897840 h 2217998"/>
                <a:gd name="connsiteX27" fmla="*/ 1533525 w 3152217"/>
                <a:gd name="connsiteY27" fmla="*/ 1485900 h 2217998"/>
                <a:gd name="connsiteX28" fmla="*/ 1219200 w 3152217"/>
                <a:gd name="connsiteY28" fmla="*/ 1181100 h 2217998"/>
                <a:gd name="connsiteX29" fmla="*/ 571500 w 3152217"/>
                <a:gd name="connsiteY29" fmla="*/ 1295400 h 2217998"/>
                <a:gd name="connsiteX30" fmla="*/ 0 w 3152217"/>
                <a:gd name="connsiteY30" fmla="*/ 1266825 h 2217998"/>
                <a:gd name="connsiteX31" fmla="*/ 9525 w 3152217"/>
                <a:gd name="connsiteY31" fmla="*/ 28575 h 2217998"/>
                <a:gd name="connsiteX32" fmla="*/ 323850 w 3152217"/>
                <a:gd name="connsiteY32" fmla="*/ 0 h 2217998"/>
                <a:gd name="connsiteX0" fmla="*/ 323850 w 3152217"/>
                <a:gd name="connsiteY0" fmla="*/ 0 h 2217998"/>
                <a:gd name="connsiteX1" fmla="*/ 95250 w 3152217"/>
                <a:gd name="connsiteY1" fmla="*/ 209550 h 2217998"/>
                <a:gd name="connsiteX2" fmla="*/ 1352550 w 3152217"/>
                <a:gd name="connsiteY2" fmla="*/ 85725 h 2217998"/>
                <a:gd name="connsiteX3" fmla="*/ 2219325 w 3152217"/>
                <a:gd name="connsiteY3" fmla="*/ 295275 h 2217998"/>
                <a:gd name="connsiteX4" fmla="*/ 2724150 w 3152217"/>
                <a:gd name="connsiteY4" fmla="*/ 781050 h 2217998"/>
                <a:gd name="connsiteX5" fmla="*/ 2720489 w 3152217"/>
                <a:gd name="connsiteY5" fmla="*/ 785957 h 2217998"/>
                <a:gd name="connsiteX6" fmla="*/ 3152217 w 3152217"/>
                <a:gd name="connsiteY6" fmla="*/ 1217685 h 2217998"/>
                <a:gd name="connsiteX7" fmla="*/ 3152217 w 3152217"/>
                <a:gd name="connsiteY7" fmla="*/ 1429902 h 2217998"/>
                <a:gd name="connsiteX8" fmla="*/ 2940000 w 3152217"/>
                <a:gd name="connsiteY8" fmla="*/ 1429902 h 2217998"/>
                <a:gd name="connsiteX9" fmla="*/ 2539107 w 3152217"/>
                <a:gd name="connsiteY9" fmla="*/ 1029008 h 2217998"/>
                <a:gd name="connsiteX10" fmla="*/ 2474399 w 3152217"/>
                <a:gd name="connsiteY10" fmla="*/ 1115717 h 2217998"/>
                <a:gd name="connsiteX11" fmla="*/ 2907621 w 3152217"/>
                <a:gd name="connsiteY11" fmla="*/ 1548940 h 2217998"/>
                <a:gd name="connsiteX12" fmla="*/ 2907621 w 3152217"/>
                <a:gd name="connsiteY12" fmla="*/ 1761157 h 2217998"/>
                <a:gd name="connsiteX13" fmla="*/ 2695404 w 3152217"/>
                <a:gd name="connsiteY13" fmla="*/ 1761157 h 2217998"/>
                <a:gd name="connsiteX14" fmla="*/ 2293017 w 3152217"/>
                <a:gd name="connsiteY14" fmla="*/ 1358769 h 2217998"/>
                <a:gd name="connsiteX15" fmla="*/ 2228234 w 3152217"/>
                <a:gd name="connsiteY15" fmla="*/ 1445578 h 2217998"/>
                <a:gd name="connsiteX16" fmla="*/ 2648161 w 3152217"/>
                <a:gd name="connsiteY16" fmla="*/ 1865505 h 2217998"/>
                <a:gd name="connsiteX17" fmla="*/ 2648161 w 3152217"/>
                <a:gd name="connsiteY17" fmla="*/ 2077722 h 2217998"/>
                <a:gd name="connsiteX18" fmla="*/ 2435944 w 3152217"/>
                <a:gd name="connsiteY18" fmla="*/ 2077722 h 2217998"/>
                <a:gd name="connsiteX19" fmla="*/ 2046853 w 3152217"/>
                <a:gd name="connsiteY19" fmla="*/ 1688629 h 2217998"/>
                <a:gd name="connsiteX20" fmla="*/ 1987859 w 3152217"/>
                <a:gd name="connsiteY20" fmla="*/ 1774879 h 2217998"/>
                <a:gd name="connsiteX21" fmla="*/ 2218760 w 3152217"/>
                <a:gd name="connsiteY21" fmla="*/ 2005781 h 2217998"/>
                <a:gd name="connsiteX22" fmla="*/ 2218760 w 3152217"/>
                <a:gd name="connsiteY22" fmla="*/ 2217998 h 2217998"/>
                <a:gd name="connsiteX23" fmla="*/ 2006543 w 3152217"/>
                <a:gd name="connsiteY23" fmla="*/ 2217998 h 2217998"/>
                <a:gd name="connsiteX24" fmla="*/ 1798691 w 3152217"/>
                <a:gd name="connsiteY24" fmla="*/ 2010144 h 2217998"/>
                <a:gd name="connsiteX25" fmla="*/ 1775643 w 3152217"/>
                <a:gd name="connsiteY25" fmla="*/ 1987096 h 2217998"/>
                <a:gd name="connsiteX26" fmla="*/ 1842458 w 3152217"/>
                <a:gd name="connsiteY26" fmla="*/ 1897840 h 2217998"/>
                <a:gd name="connsiteX27" fmla="*/ 1533525 w 3152217"/>
                <a:gd name="connsiteY27" fmla="*/ 1485900 h 2217998"/>
                <a:gd name="connsiteX28" fmla="*/ 1219200 w 3152217"/>
                <a:gd name="connsiteY28" fmla="*/ 1181100 h 2217998"/>
                <a:gd name="connsiteX29" fmla="*/ 571500 w 3152217"/>
                <a:gd name="connsiteY29" fmla="*/ 1295400 h 2217998"/>
                <a:gd name="connsiteX30" fmla="*/ 0 w 3152217"/>
                <a:gd name="connsiteY30" fmla="*/ 1266825 h 2217998"/>
                <a:gd name="connsiteX31" fmla="*/ 9525 w 3152217"/>
                <a:gd name="connsiteY31" fmla="*/ 28575 h 2217998"/>
                <a:gd name="connsiteX32" fmla="*/ 323850 w 3152217"/>
                <a:gd name="connsiteY32" fmla="*/ 0 h 2217998"/>
                <a:gd name="connsiteX0" fmla="*/ 323850 w 3152217"/>
                <a:gd name="connsiteY0" fmla="*/ 0 h 2217998"/>
                <a:gd name="connsiteX1" fmla="*/ 95250 w 3152217"/>
                <a:gd name="connsiteY1" fmla="*/ 209550 h 2217998"/>
                <a:gd name="connsiteX2" fmla="*/ 1352550 w 3152217"/>
                <a:gd name="connsiteY2" fmla="*/ 85725 h 2217998"/>
                <a:gd name="connsiteX3" fmla="*/ 2219325 w 3152217"/>
                <a:gd name="connsiteY3" fmla="*/ 295275 h 2217998"/>
                <a:gd name="connsiteX4" fmla="*/ 2724150 w 3152217"/>
                <a:gd name="connsiteY4" fmla="*/ 781050 h 2217998"/>
                <a:gd name="connsiteX5" fmla="*/ 2720489 w 3152217"/>
                <a:gd name="connsiteY5" fmla="*/ 785957 h 2217998"/>
                <a:gd name="connsiteX6" fmla="*/ 3152217 w 3152217"/>
                <a:gd name="connsiteY6" fmla="*/ 1217685 h 2217998"/>
                <a:gd name="connsiteX7" fmla="*/ 3152217 w 3152217"/>
                <a:gd name="connsiteY7" fmla="*/ 1429902 h 2217998"/>
                <a:gd name="connsiteX8" fmla="*/ 2940000 w 3152217"/>
                <a:gd name="connsiteY8" fmla="*/ 1429902 h 2217998"/>
                <a:gd name="connsiteX9" fmla="*/ 2539107 w 3152217"/>
                <a:gd name="connsiteY9" fmla="*/ 1029008 h 2217998"/>
                <a:gd name="connsiteX10" fmla="*/ 2474399 w 3152217"/>
                <a:gd name="connsiteY10" fmla="*/ 1115717 h 2217998"/>
                <a:gd name="connsiteX11" fmla="*/ 2907621 w 3152217"/>
                <a:gd name="connsiteY11" fmla="*/ 1548940 h 2217998"/>
                <a:gd name="connsiteX12" fmla="*/ 2907621 w 3152217"/>
                <a:gd name="connsiteY12" fmla="*/ 1761157 h 2217998"/>
                <a:gd name="connsiteX13" fmla="*/ 2695404 w 3152217"/>
                <a:gd name="connsiteY13" fmla="*/ 1761157 h 2217998"/>
                <a:gd name="connsiteX14" fmla="*/ 2293017 w 3152217"/>
                <a:gd name="connsiteY14" fmla="*/ 1358769 h 2217998"/>
                <a:gd name="connsiteX15" fmla="*/ 2228234 w 3152217"/>
                <a:gd name="connsiteY15" fmla="*/ 1445578 h 2217998"/>
                <a:gd name="connsiteX16" fmla="*/ 2648161 w 3152217"/>
                <a:gd name="connsiteY16" fmla="*/ 1865505 h 2217998"/>
                <a:gd name="connsiteX17" fmla="*/ 2648161 w 3152217"/>
                <a:gd name="connsiteY17" fmla="*/ 2077722 h 2217998"/>
                <a:gd name="connsiteX18" fmla="*/ 2435944 w 3152217"/>
                <a:gd name="connsiteY18" fmla="*/ 2077722 h 2217998"/>
                <a:gd name="connsiteX19" fmla="*/ 2046853 w 3152217"/>
                <a:gd name="connsiteY19" fmla="*/ 1688629 h 2217998"/>
                <a:gd name="connsiteX20" fmla="*/ 1987859 w 3152217"/>
                <a:gd name="connsiteY20" fmla="*/ 1774879 h 2217998"/>
                <a:gd name="connsiteX21" fmla="*/ 2218760 w 3152217"/>
                <a:gd name="connsiteY21" fmla="*/ 2005781 h 2217998"/>
                <a:gd name="connsiteX22" fmla="*/ 2218760 w 3152217"/>
                <a:gd name="connsiteY22" fmla="*/ 2217998 h 2217998"/>
                <a:gd name="connsiteX23" fmla="*/ 2006543 w 3152217"/>
                <a:gd name="connsiteY23" fmla="*/ 2217998 h 2217998"/>
                <a:gd name="connsiteX24" fmla="*/ 1798691 w 3152217"/>
                <a:gd name="connsiteY24" fmla="*/ 2010144 h 2217998"/>
                <a:gd name="connsiteX25" fmla="*/ 1775643 w 3152217"/>
                <a:gd name="connsiteY25" fmla="*/ 1987096 h 2217998"/>
                <a:gd name="connsiteX26" fmla="*/ 1842458 w 3152217"/>
                <a:gd name="connsiteY26" fmla="*/ 1897840 h 2217998"/>
                <a:gd name="connsiteX27" fmla="*/ 1533525 w 3152217"/>
                <a:gd name="connsiteY27" fmla="*/ 1485900 h 2217998"/>
                <a:gd name="connsiteX28" fmla="*/ 1219200 w 3152217"/>
                <a:gd name="connsiteY28" fmla="*/ 1181100 h 2217998"/>
                <a:gd name="connsiteX29" fmla="*/ 571500 w 3152217"/>
                <a:gd name="connsiteY29" fmla="*/ 1295400 h 2217998"/>
                <a:gd name="connsiteX30" fmla="*/ 0 w 3152217"/>
                <a:gd name="connsiteY30" fmla="*/ 1266825 h 2217998"/>
                <a:gd name="connsiteX31" fmla="*/ 9525 w 3152217"/>
                <a:gd name="connsiteY31" fmla="*/ 28575 h 2217998"/>
                <a:gd name="connsiteX32" fmla="*/ 323850 w 3152217"/>
                <a:gd name="connsiteY32" fmla="*/ 0 h 2217998"/>
                <a:gd name="connsiteX0" fmla="*/ 323850 w 3152217"/>
                <a:gd name="connsiteY0" fmla="*/ 0 h 2217998"/>
                <a:gd name="connsiteX1" fmla="*/ 95250 w 3152217"/>
                <a:gd name="connsiteY1" fmla="*/ 209550 h 2217998"/>
                <a:gd name="connsiteX2" fmla="*/ 1352550 w 3152217"/>
                <a:gd name="connsiteY2" fmla="*/ 85725 h 2217998"/>
                <a:gd name="connsiteX3" fmla="*/ 2219325 w 3152217"/>
                <a:gd name="connsiteY3" fmla="*/ 295275 h 2217998"/>
                <a:gd name="connsiteX4" fmla="*/ 2724150 w 3152217"/>
                <a:gd name="connsiteY4" fmla="*/ 781050 h 2217998"/>
                <a:gd name="connsiteX5" fmla="*/ 2720489 w 3152217"/>
                <a:gd name="connsiteY5" fmla="*/ 785957 h 2217998"/>
                <a:gd name="connsiteX6" fmla="*/ 3152217 w 3152217"/>
                <a:gd name="connsiteY6" fmla="*/ 1217685 h 2217998"/>
                <a:gd name="connsiteX7" fmla="*/ 3152217 w 3152217"/>
                <a:gd name="connsiteY7" fmla="*/ 1429902 h 2217998"/>
                <a:gd name="connsiteX8" fmla="*/ 2940000 w 3152217"/>
                <a:gd name="connsiteY8" fmla="*/ 1429902 h 2217998"/>
                <a:gd name="connsiteX9" fmla="*/ 2539107 w 3152217"/>
                <a:gd name="connsiteY9" fmla="*/ 1029008 h 2217998"/>
                <a:gd name="connsiteX10" fmla="*/ 2474399 w 3152217"/>
                <a:gd name="connsiteY10" fmla="*/ 1115717 h 2217998"/>
                <a:gd name="connsiteX11" fmla="*/ 2907621 w 3152217"/>
                <a:gd name="connsiteY11" fmla="*/ 1548940 h 2217998"/>
                <a:gd name="connsiteX12" fmla="*/ 2907621 w 3152217"/>
                <a:gd name="connsiteY12" fmla="*/ 1761157 h 2217998"/>
                <a:gd name="connsiteX13" fmla="*/ 2695404 w 3152217"/>
                <a:gd name="connsiteY13" fmla="*/ 1761157 h 2217998"/>
                <a:gd name="connsiteX14" fmla="*/ 2293017 w 3152217"/>
                <a:gd name="connsiteY14" fmla="*/ 1358769 h 2217998"/>
                <a:gd name="connsiteX15" fmla="*/ 2228234 w 3152217"/>
                <a:gd name="connsiteY15" fmla="*/ 1445578 h 2217998"/>
                <a:gd name="connsiteX16" fmla="*/ 2648161 w 3152217"/>
                <a:gd name="connsiteY16" fmla="*/ 1865505 h 2217998"/>
                <a:gd name="connsiteX17" fmla="*/ 2648161 w 3152217"/>
                <a:gd name="connsiteY17" fmla="*/ 2077722 h 2217998"/>
                <a:gd name="connsiteX18" fmla="*/ 2435944 w 3152217"/>
                <a:gd name="connsiteY18" fmla="*/ 2077722 h 2217998"/>
                <a:gd name="connsiteX19" fmla="*/ 2046853 w 3152217"/>
                <a:gd name="connsiteY19" fmla="*/ 1688629 h 2217998"/>
                <a:gd name="connsiteX20" fmla="*/ 1987859 w 3152217"/>
                <a:gd name="connsiteY20" fmla="*/ 1774879 h 2217998"/>
                <a:gd name="connsiteX21" fmla="*/ 2218760 w 3152217"/>
                <a:gd name="connsiteY21" fmla="*/ 2005781 h 2217998"/>
                <a:gd name="connsiteX22" fmla="*/ 2218760 w 3152217"/>
                <a:gd name="connsiteY22" fmla="*/ 2217998 h 2217998"/>
                <a:gd name="connsiteX23" fmla="*/ 2006543 w 3152217"/>
                <a:gd name="connsiteY23" fmla="*/ 2217998 h 2217998"/>
                <a:gd name="connsiteX24" fmla="*/ 1798691 w 3152217"/>
                <a:gd name="connsiteY24" fmla="*/ 2010144 h 2217998"/>
                <a:gd name="connsiteX25" fmla="*/ 1775643 w 3152217"/>
                <a:gd name="connsiteY25" fmla="*/ 1987096 h 2217998"/>
                <a:gd name="connsiteX26" fmla="*/ 1842458 w 3152217"/>
                <a:gd name="connsiteY26" fmla="*/ 1897840 h 2217998"/>
                <a:gd name="connsiteX27" fmla="*/ 1533525 w 3152217"/>
                <a:gd name="connsiteY27" fmla="*/ 1485900 h 2217998"/>
                <a:gd name="connsiteX28" fmla="*/ 1219200 w 3152217"/>
                <a:gd name="connsiteY28" fmla="*/ 1181100 h 2217998"/>
                <a:gd name="connsiteX29" fmla="*/ 571500 w 3152217"/>
                <a:gd name="connsiteY29" fmla="*/ 1295400 h 2217998"/>
                <a:gd name="connsiteX30" fmla="*/ 0 w 3152217"/>
                <a:gd name="connsiteY30" fmla="*/ 1266825 h 2217998"/>
                <a:gd name="connsiteX31" fmla="*/ 9525 w 3152217"/>
                <a:gd name="connsiteY31" fmla="*/ 28575 h 2217998"/>
                <a:gd name="connsiteX32" fmla="*/ 323850 w 3152217"/>
                <a:gd name="connsiteY32" fmla="*/ 0 h 2217998"/>
                <a:gd name="connsiteX0" fmla="*/ 323850 w 3152217"/>
                <a:gd name="connsiteY0" fmla="*/ 0 h 2217998"/>
                <a:gd name="connsiteX1" fmla="*/ 95250 w 3152217"/>
                <a:gd name="connsiteY1" fmla="*/ 209550 h 2217998"/>
                <a:gd name="connsiteX2" fmla="*/ 1352550 w 3152217"/>
                <a:gd name="connsiteY2" fmla="*/ 85725 h 2217998"/>
                <a:gd name="connsiteX3" fmla="*/ 2219325 w 3152217"/>
                <a:gd name="connsiteY3" fmla="*/ 295275 h 2217998"/>
                <a:gd name="connsiteX4" fmla="*/ 2724150 w 3152217"/>
                <a:gd name="connsiteY4" fmla="*/ 781050 h 2217998"/>
                <a:gd name="connsiteX5" fmla="*/ 3152217 w 3152217"/>
                <a:gd name="connsiteY5" fmla="*/ 1217685 h 2217998"/>
                <a:gd name="connsiteX6" fmla="*/ 3152217 w 3152217"/>
                <a:gd name="connsiteY6" fmla="*/ 1429902 h 2217998"/>
                <a:gd name="connsiteX7" fmla="*/ 2940000 w 3152217"/>
                <a:gd name="connsiteY7" fmla="*/ 1429902 h 2217998"/>
                <a:gd name="connsiteX8" fmla="*/ 2539107 w 3152217"/>
                <a:gd name="connsiteY8" fmla="*/ 1029008 h 2217998"/>
                <a:gd name="connsiteX9" fmla="*/ 2474399 w 3152217"/>
                <a:gd name="connsiteY9" fmla="*/ 1115717 h 2217998"/>
                <a:gd name="connsiteX10" fmla="*/ 2907621 w 3152217"/>
                <a:gd name="connsiteY10" fmla="*/ 1548940 h 2217998"/>
                <a:gd name="connsiteX11" fmla="*/ 2907621 w 3152217"/>
                <a:gd name="connsiteY11" fmla="*/ 1761157 h 2217998"/>
                <a:gd name="connsiteX12" fmla="*/ 2695404 w 3152217"/>
                <a:gd name="connsiteY12" fmla="*/ 1761157 h 2217998"/>
                <a:gd name="connsiteX13" fmla="*/ 2293017 w 3152217"/>
                <a:gd name="connsiteY13" fmla="*/ 1358769 h 2217998"/>
                <a:gd name="connsiteX14" fmla="*/ 2228234 w 3152217"/>
                <a:gd name="connsiteY14" fmla="*/ 1445578 h 2217998"/>
                <a:gd name="connsiteX15" fmla="*/ 2648161 w 3152217"/>
                <a:gd name="connsiteY15" fmla="*/ 1865505 h 2217998"/>
                <a:gd name="connsiteX16" fmla="*/ 2648161 w 3152217"/>
                <a:gd name="connsiteY16" fmla="*/ 2077722 h 2217998"/>
                <a:gd name="connsiteX17" fmla="*/ 2435944 w 3152217"/>
                <a:gd name="connsiteY17" fmla="*/ 2077722 h 2217998"/>
                <a:gd name="connsiteX18" fmla="*/ 2046853 w 3152217"/>
                <a:gd name="connsiteY18" fmla="*/ 1688629 h 2217998"/>
                <a:gd name="connsiteX19" fmla="*/ 1987859 w 3152217"/>
                <a:gd name="connsiteY19" fmla="*/ 1774879 h 2217998"/>
                <a:gd name="connsiteX20" fmla="*/ 2218760 w 3152217"/>
                <a:gd name="connsiteY20" fmla="*/ 2005781 h 2217998"/>
                <a:gd name="connsiteX21" fmla="*/ 2218760 w 3152217"/>
                <a:gd name="connsiteY21" fmla="*/ 2217998 h 2217998"/>
                <a:gd name="connsiteX22" fmla="*/ 2006543 w 3152217"/>
                <a:gd name="connsiteY22" fmla="*/ 2217998 h 2217998"/>
                <a:gd name="connsiteX23" fmla="*/ 1798691 w 3152217"/>
                <a:gd name="connsiteY23" fmla="*/ 2010144 h 2217998"/>
                <a:gd name="connsiteX24" fmla="*/ 1775643 w 3152217"/>
                <a:gd name="connsiteY24" fmla="*/ 1987096 h 2217998"/>
                <a:gd name="connsiteX25" fmla="*/ 1842458 w 3152217"/>
                <a:gd name="connsiteY25" fmla="*/ 1897840 h 2217998"/>
                <a:gd name="connsiteX26" fmla="*/ 1533525 w 3152217"/>
                <a:gd name="connsiteY26" fmla="*/ 1485900 h 2217998"/>
                <a:gd name="connsiteX27" fmla="*/ 1219200 w 3152217"/>
                <a:gd name="connsiteY27" fmla="*/ 1181100 h 2217998"/>
                <a:gd name="connsiteX28" fmla="*/ 571500 w 3152217"/>
                <a:gd name="connsiteY28" fmla="*/ 1295400 h 2217998"/>
                <a:gd name="connsiteX29" fmla="*/ 0 w 3152217"/>
                <a:gd name="connsiteY29" fmla="*/ 1266825 h 2217998"/>
                <a:gd name="connsiteX30" fmla="*/ 9525 w 3152217"/>
                <a:gd name="connsiteY30" fmla="*/ 28575 h 2217998"/>
                <a:gd name="connsiteX31" fmla="*/ 323850 w 3152217"/>
                <a:gd name="connsiteY31" fmla="*/ 0 h 2217998"/>
                <a:gd name="connsiteX0" fmla="*/ 323850 w 3152217"/>
                <a:gd name="connsiteY0" fmla="*/ 0 h 2217998"/>
                <a:gd name="connsiteX1" fmla="*/ 95250 w 3152217"/>
                <a:gd name="connsiteY1" fmla="*/ 209550 h 2217998"/>
                <a:gd name="connsiteX2" fmla="*/ 1352550 w 3152217"/>
                <a:gd name="connsiteY2" fmla="*/ 85725 h 2217998"/>
                <a:gd name="connsiteX3" fmla="*/ 2314575 w 3152217"/>
                <a:gd name="connsiteY3" fmla="*/ 285750 h 2217998"/>
                <a:gd name="connsiteX4" fmla="*/ 2724150 w 3152217"/>
                <a:gd name="connsiteY4" fmla="*/ 781050 h 2217998"/>
                <a:gd name="connsiteX5" fmla="*/ 3152217 w 3152217"/>
                <a:gd name="connsiteY5" fmla="*/ 1217685 h 2217998"/>
                <a:gd name="connsiteX6" fmla="*/ 3152217 w 3152217"/>
                <a:gd name="connsiteY6" fmla="*/ 1429902 h 2217998"/>
                <a:gd name="connsiteX7" fmla="*/ 2940000 w 3152217"/>
                <a:gd name="connsiteY7" fmla="*/ 1429902 h 2217998"/>
                <a:gd name="connsiteX8" fmla="*/ 2539107 w 3152217"/>
                <a:gd name="connsiteY8" fmla="*/ 1029008 h 2217998"/>
                <a:gd name="connsiteX9" fmla="*/ 2474399 w 3152217"/>
                <a:gd name="connsiteY9" fmla="*/ 1115717 h 2217998"/>
                <a:gd name="connsiteX10" fmla="*/ 2907621 w 3152217"/>
                <a:gd name="connsiteY10" fmla="*/ 1548940 h 2217998"/>
                <a:gd name="connsiteX11" fmla="*/ 2907621 w 3152217"/>
                <a:gd name="connsiteY11" fmla="*/ 1761157 h 2217998"/>
                <a:gd name="connsiteX12" fmla="*/ 2695404 w 3152217"/>
                <a:gd name="connsiteY12" fmla="*/ 1761157 h 2217998"/>
                <a:gd name="connsiteX13" fmla="*/ 2293017 w 3152217"/>
                <a:gd name="connsiteY13" fmla="*/ 1358769 h 2217998"/>
                <a:gd name="connsiteX14" fmla="*/ 2228234 w 3152217"/>
                <a:gd name="connsiteY14" fmla="*/ 1445578 h 2217998"/>
                <a:gd name="connsiteX15" fmla="*/ 2648161 w 3152217"/>
                <a:gd name="connsiteY15" fmla="*/ 1865505 h 2217998"/>
                <a:gd name="connsiteX16" fmla="*/ 2648161 w 3152217"/>
                <a:gd name="connsiteY16" fmla="*/ 2077722 h 2217998"/>
                <a:gd name="connsiteX17" fmla="*/ 2435944 w 3152217"/>
                <a:gd name="connsiteY17" fmla="*/ 2077722 h 2217998"/>
                <a:gd name="connsiteX18" fmla="*/ 2046853 w 3152217"/>
                <a:gd name="connsiteY18" fmla="*/ 1688629 h 2217998"/>
                <a:gd name="connsiteX19" fmla="*/ 1987859 w 3152217"/>
                <a:gd name="connsiteY19" fmla="*/ 1774879 h 2217998"/>
                <a:gd name="connsiteX20" fmla="*/ 2218760 w 3152217"/>
                <a:gd name="connsiteY20" fmla="*/ 2005781 h 2217998"/>
                <a:gd name="connsiteX21" fmla="*/ 2218760 w 3152217"/>
                <a:gd name="connsiteY21" fmla="*/ 2217998 h 2217998"/>
                <a:gd name="connsiteX22" fmla="*/ 2006543 w 3152217"/>
                <a:gd name="connsiteY22" fmla="*/ 2217998 h 2217998"/>
                <a:gd name="connsiteX23" fmla="*/ 1798691 w 3152217"/>
                <a:gd name="connsiteY23" fmla="*/ 2010144 h 2217998"/>
                <a:gd name="connsiteX24" fmla="*/ 1775643 w 3152217"/>
                <a:gd name="connsiteY24" fmla="*/ 1987096 h 2217998"/>
                <a:gd name="connsiteX25" fmla="*/ 1842458 w 3152217"/>
                <a:gd name="connsiteY25" fmla="*/ 1897840 h 2217998"/>
                <a:gd name="connsiteX26" fmla="*/ 1533525 w 3152217"/>
                <a:gd name="connsiteY26" fmla="*/ 1485900 h 2217998"/>
                <a:gd name="connsiteX27" fmla="*/ 1219200 w 3152217"/>
                <a:gd name="connsiteY27" fmla="*/ 1181100 h 2217998"/>
                <a:gd name="connsiteX28" fmla="*/ 571500 w 3152217"/>
                <a:gd name="connsiteY28" fmla="*/ 1295400 h 2217998"/>
                <a:gd name="connsiteX29" fmla="*/ 0 w 3152217"/>
                <a:gd name="connsiteY29" fmla="*/ 1266825 h 2217998"/>
                <a:gd name="connsiteX30" fmla="*/ 9525 w 3152217"/>
                <a:gd name="connsiteY30" fmla="*/ 28575 h 2217998"/>
                <a:gd name="connsiteX31" fmla="*/ 323850 w 3152217"/>
                <a:gd name="connsiteY31" fmla="*/ 0 h 2217998"/>
                <a:gd name="connsiteX0" fmla="*/ 323850 w 3152217"/>
                <a:gd name="connsiteY0" fmla="*/ 0 h 2217998"/>
                <a:gd name="connsiteX1" fmla="*/ 95250 w 3152217"/>
                <a:gd name="connsiteY1" fmla="*/ 209550 h 2217998"/>
                <a:gd name="connsiteX2" fmla="*/ 1352550 w 3152217"/>
                <a:gd name="connsiteY2" fmla="*/ 85725 h 2217998"/>
                <a:gd name="connsiteX3" fmla="*/ 2314575 w 3152217"/>
                <a:gd name="connsiteY3" fmla="*/ 285750 h 2217998"/>
                <a:gd name="connsiteX4" fmla="*/ 2724150 w 3152217"/>
                <a:gd name="connsiteY4" fmla="*/ 781050 h 2217998"/>
                <a:gd name="connsiteX5" fmla="*/ 3152217 w 3152217"/>
                <a:gd name="connsiteY5" fmla="*/ 1217685 h 2217998"/>
                <a:gd name="connsiteX6" fmla="*/ 3152217 w 3152217"/>
                <a:gd name="connsiteY6" fmla="*/ 1429902 h 2217998"/>
                <a:gd name="connsiteX7" fmla="*/ 2940000 w 3152217"/>
                <a:gd name="connsiteY7" fmla="*/ 1429902 h 2217998"/>
                <a:gd name="connsiteX8" fmla="*/ 2539107 w 3152217"/>
                <a:gd name="connsiteY8" fmla="*/ 1029008 h 2217998"/>
                <a:gd name="connsiteX9" fmla="*/ 2474399 w 3152217"/>
                <a:gd name="connsiteY9" fmla="*/ 1115717 h 2217998"/>
                <a:gd name="connsiteX10" fmla="*/ 2907621 w 3152217"/>
                <a:gd name="connsiteY10" fmla="*/ 1548940 h 2217998"/>
                <a:gd name="connsiteX11" fmla="*/ 2907621 w 3152217"/>
                <a:gd name="connsiteY11" fmla="*/ 1761157 h 2217998"/>
                <a:gd name="connsiteX12" fmla="*/ 2695404 w 3152217"/>
                <a:gd name="connsiteY12" fmla="*/ 1761157 h 2217998"/>
                <a:gd name="connsiteX13" fmla="*/ 2293017 w 3152217"/>
                <a:gd name="connsiteY13" fmla="*/ 1358769 h 2217998"/>
                <a:gd name="connsiteX14" fmla="*/ 2228234 w 3152217"/>
                <a:gd name="connsiteY14" fmla="*/ 1445578 h 2217998"/>
                <a:gd name="connsiteX15" fmla="*/ 2648161 w 3152217"/>
                <a:gd name="connsiteY15" fmla="*/ 1865505 h 2217998"/>
                <a:gd name="connsiteX16" fmla="*/ 2648161 w 3152217"/>
                <a:gd name="connsiteY16" fmla="*/ 2077722 h 2217998"/>
                <a:gd name="connsiteX17" fmla="*/ 2435944 w 3152217"/>
                <a:gd name="connsiteY17" fmla="*/ 2077722 h 2217998"/>
                <a:gd name="connsiteX18" fmla="*/ 2046853 w 3152217"/>
                <a:gd name="connsiteY18" fmla="*/ 1688629 h 2217998"/>
                <a:gd name="connsiteX19" fmla="*/ 1987859 w 3152217"/>
                <a:gd name="connsiteY19" fmla="*/ 1774879 h 2217998"/>
                <a:gd name="connsiteX20" fmla="*/ 2218760 w 3152217"/>
                <a:gd name="connsiteY20" fmla="*/ 2005781 h 2217998"/>
                <a:gd name="connsiteX21" fmla="*/ 2218760 w 3152217"/>
                <a:gd name="connsiteY21" fmla="*/ 2217998 h 2217998"/>
                <a:gd name="connsiteX22" fmla="*/ 2006543 w 3152217"/>
                <a:gd name="connsiteY22" fmla="*/ 2217998 h 2217998"/>
                <a:gd name="connsiteX23" fmla="*/ 1798691 w 3152217"/>
                <a:gd name="connsiteY23" fmla="*/ 2010144 h 2217998"/>
                <a:gd name="connsiteX24" fmla="*/ 1775643 w 3152217"/>
                <a:gd name="connsiteY24" fmla="*/ 1987096 h 2217998"/>
                <a:gd name="connsiteX25" fmla="*/ 1842458 w 3152217"/>
                <a:gd name="connsiteY25" fmla="*/ 1897840 h 2217998"/>
                <a:gd name="connsiteX26" fmla="*/ 1533525 w 3152217"/>
                <a:gd name="connsiteY26" fmla="*/ 1485900 h 2217998"/>
                <a:gd name="connsiteX27" fmla="*/ 1219200 w 3152217"/>
                <a:gd name="connsiteY27" fmla="*/ 1181100 h 2217998"/>
                <a:gd name="connsiteX28" fmla="*/ 571500 w 3152217"/>
                <a:gd name="connsiteY28" fmla="*/ 1295400 h 2217998"/>
                <a:gd name="connsiteX29" fmla="*/ 0 w 3152217"/>
                <a:gd name="connsiteY29" fmla="*/ 1266825 h 2217998"/>
                <a:gd name="connsiteX30" fmla="*/ 9525 w 3152217"/>
                <a:gd name="connsiteY30" fmla="*/ 28575 h 2217998"/>
                <a:gd name="connsiteX31" fmla="*/ 323850 w 3152217"/>
                <a:gd name="connsiteY31" fmla="*/ 0 h 2217998"/>
                <a:gd name="connsiteX0" fmla="*/ 361950 w 3152217"/>
                <a:gd name="connsiteY0" fmla="*/ 0 h 2256098"/>
                <a:gd name="connsiteX1" fmla="*/ 95250 w 3152217"/>
                <a:gd name="connsiteY1" fmla="*/ 247650 h 2256098"/>
                <a:gd name="connsiteX2" fmla="*/ 1352550 w 3152217"/>
                <a:gd name="connsiteY2" fmla="*/ 123825 h 2256098"/>
                <a:gd name="connsiteX3" fmla="*/ 2314575 w 3152217"/>
                <a:gd name="connsiteY3" fmla="*/ 323850 h 2256098"/>
                <a:gd name="connsiteX4" fmla="*/ 2724150 w 3152217"/>
                <a:gd name="connsiteY4" fmla="*/ 819150 h 2256098"/>
                <a:gd name="connsiteX5" fmla="*/ 3152217 w 3152217"/>
                <a:gd name="connsiteY5" fmla="*/ 1255785 h 2256098"/>
                <a:gd name="connsiteX6" fmla="*/ 3152217 w 3152217"/>
                <a:gd name="connsiteY6" fmla="*/ 1468002 h 2256098"/>
                <a:gd name="connsiteX7" fmla="*/ 2940000 w 3152217"/>
                <a:gd name="connsiteY7" fmla="*/ 1468002 h 2256098"/>
                <a:gd name="connsiteX8" fmla="*/ 2539107 w 3152217"/>
                <a:gd name="connsiteY8" fmla="*/ 1067108 h 2256098"/>
                <a:gd name="connsiteX9" fmla="*/ 2474399 w 3152217"/>
                <a:gd name="connsiteY9" fmla="*/ 1153817 h 2256098"/>
                <a:gd name="connsiteX10" fmla="*/ 2907621 w 3152217"/>
                <a:gd name="connsiteY10" fmla="*/ 1587040 h 2256098"/>
                <a:gd name="connsiteX11" fmla="*/ 2907621 w 3152217"/>
                <a:gd name="connsiteY11" fmla="*/ 1799257 h 2256098"/>
                <a:gd name="connsiteX12" fmla="*/ 2695404 w 3152217"/>
                <a:gd name="connsiteY12" fmla="*/ 1799257 h 2256098"/>
                <a:gd name="connsiteX13" fmla="*/ 2293017 w 3152217"/>
                <a:gd name="connsiteY13" fmla="*/ 1396869 h 2256098"/>
                <a:gd name="connsiteX14" fmla="*/ 2228234 w 3152217"/>
                <a:gd name="connsiteY14" fmla="*/ 1483678 h 2256098"/>
                <a:gd name="connsiteX15" fmla="*/ 2648161 w 3152217"/>
                <a:gd name="connsiteY15" fmla="*/ 1903605 h 2256098"/>
                <a:gd name="connsiteX16" fmla="*/ 2648161 w 3152217"/>
                <a:gd name="connsiteY16" fmla="*/ 2115822 h 2256098"/>
                <a:gd name="connsiteX17" fmla="*/ 2435944 w 3152217"/>
                <a:gd name="connsiteY17" fmla="*/ 2115822 h 2256098"/>
                <a:gd name="connsiteX18" fmla="*/ 2046853 w 3152217"/>
                <a:gd name="connsiteY18" fmla="*/ 1726729 h 2256098"/>
                <a:gd name="connsiteX19" fmla="*/ 1987859 w 3152217"/>
                <a:gd name="connsiteY19" fmla="*/ 1812979 h 2256098"/>
                <a:gd name="connsiteX20" fmla="*/ 2218760 w 3152217"/>
                <a:gd name="connsiteY20" fmla="*/ 2043881 h 2256098"/>
                <a:gd name="connsiteX21" fmla="*/ 2218760 w 3152217"/>
                <a:gd name="connsiteY21" fmla="*/ 2256098 h 2256098"/>
                <a:gd name="connsiteX22" fmla="*/ 2006543 w 3152217"/>
                <a:gd name="connsiteY22" fmla="*/ 2256098 h 2256098"/>
                <a:gd name="connsiteX23" fmla="*/ 1798691 w 3152217"/>
                <a:gd name="connsiteY23" fmla="*/ 2048244 h 2256098"/>
                <a:gd name="connsiteX24" fmla="*/ 1775643 w 3152217"/>
                <a:gd name="connsiteY24" fmla="*/ 2025196 h 2256098"/>
                <a:gd name="connsiteX25" fmla="*/ 1842458 w 3152217"/>
                <a:gd name="connsiteY25" fmla="*/ 1935940 h 2256098"/>
                <a:gd name="connsiteX26" fmla="*/ 1533525 w 3152217"/>
                <a:gd name="connsiteY26" fmla="*/ 1524000 h 2256098"/>
                <a:gd name="connsiteX27" fmla="*/ 1219200 w 3152217"/>
                <a:gd name="connsiteY27" fmla="*/ 1219200 h 2256098"/>
                <a:gd name="connsiteX28" fmla="*/ 571500 w 3152217"/>
                <a:gd name="connsiteY28" fmla="*/ 1333500 h 2256098"/>
                <a:gd name="connsiteX29" fmla="*/ 0 w 3152217"/>
                <a:gd name="connsiteY29" fmla="*/ 1304925 h 2256098"/>
                <a:gd name="connsiteX30" fmla="*/ 9525 w 3152217"/>
                <a:gd name="connsiteY30" fmla="*/ 66675 h 2256098"/>
                <a:gd name="connsiteX31" fmla="*/ 361950 w 3152217"/>
                <a:gd name="connsiteY31" fmla="*/ 0 h 2256098"/>
                <a:gd name="connsiteX0" fmla="*/ 361950 w 3152217"/>
                <a:gd name="connsiteY0" fmla="*/ 9525 h 2265623"/>
                <a:gd name="connsiteX1" fmla="*/ 95250 w 3152217"/>
                <a:gd name="connsiteY1" fmla="*/ 257175 h 2265623"/>
                <a:gd name="connsiteX2" fmla="*/ 1352550 w 3152217"/>
                <a:gd name="connsiteY2" fmla="*/ 133350 h 2265623"/>
                <a:gd name="connsiteX3" fmla="*/ 2314575 w 3152217"/>
                <a:gd name="connsiteY3" fmla="*/ 333375 h 2265623"/>
                <a:gd name="connsiteX4" fmla="*/ 2724150 w 3152217"/>
                <a:gd name="connsiteY4" fmla="*/ 828675 h 2265623"/>
                <a:gd name="connsiteX5" fmla="*/ 3152217 w 3152217"/>
                <a:gd name="connsiteY5" fmla="*/ 1265310 h 2265623"/>
                <a:gd name="connsiteX6" fmla="*/ 3152217 w 3152217"/>
                <a:gd name="connsiteY6" fmla="*/ 1477527 h 2265623"/>
                <a:gd name="connsiteX7" fmla="*/ 2940000 w 3152217"/>
                <a:gd name="connsiteY7" fmla="*/ 1477527 h 2265623"/>
                <a:gd name="connsiteX8" fmla="*/ 2539107 w 3152217"/>
                <a:gd name="connsiteY8" fmla="*/ 1076633 h 2265623"/>
                <a:gd name="connsiteX9" fmla="*/ 2474399 w 3152217"/>
                <a:gd name="connsiteY9" fmla="*/ 1163342 h 2265623"/>
                <a:gd name="connsiteX10" fmla="*/ 2907621 w 3152217"/>
                <a:gd name="connsiteY10" fmla="*/ 1596565 h 2265623"/>
                <a:gd name="connsiteX11" fmla="*/ 2907621 w 3152217"/>
                <a:gd name="connsiteY11" fmla="*/ 1808782 h 2265623"/>
                <a:gd name="connsiteX12" fmla="*/ 2695404 w 3152217"/>
                <a:gd name="connsiteY12" fmla="*/ 1808782 h 2265623"/>
                <a:gd name="connsiteX13" fmla="*/ 2293017 w 3152217"/>
                <a:gd name="connsiteY13" fmla="*/ 1406394 h 2265623"/>
                <a:gd name="connsiteX14" fmla="*/ 2228234 w 3152217"/>
                <a:gd name="connsiteY14" fmla="*/ 1493203 h 2265623"/>
                <a:gd name="connsiteX15" fmla="*/ 2648161 w 3152217"/>
                <a:gd name="connsiteY15" fmla="*/ 1913130 h 2265623"/>
                <a:gd name="connsiteX16" fmla="*/ 2648161 w 3152217"/>
                <a:gd name="connsiteY16" fmla="*/ 2125347 h 2265623"/>
                <a:gd name="connsiteX17" fmla="*/ 2435944 w 3152217"/>
                <a:gd name="connsiteY17" fmla="*/ 2125347 h 2265623"/>
                <a:gd name="connsiteX18" fmla="*/ 2046853 w 3152217"/>
                <a:gd name="connsiteY18" fmla="*/ 1736254 h 2265623"/>
                <a:gd name="connsiteX19" fmla="*/ 1987859 w 3152217"/>
                <a:gd name="connsiteY19" fmla="*/ 1822504 h 2265623"/>
                <a:gd name="connsiteX20" fmla="*/ 2218760 w 3152217"/>
                <a:gd name="connsiteY20" fmla="*/ 2053406 h 2265623"/>
                <a:gd name="connsiteX21" fmla="*/ 2218760 w 3152217"/>
                <a:gd name="connsiteY21" fmla="*/ 2265623 h 2265623"/>
                <a:gd name="connsiteX22" fmla="*/ 2006543 w 3152217"/>
                <a:gd name="connsiteY22" fmla="*/ 2265623 h 2265623"/>
                <a:gd name="connsiteX23" fmla="*/ 1798691 w 3152217"/>
                <a:gd name="connsiteY23" fmla="*/ 2057769 h 2265623"/>
                <a:gd name="connsiteX24" fmla="*/ 1775643 w 3152217"/>
                <a:gd name="connsiteY24" fmla="*/ 2034721 h 2265623"/>
                <a:gd name="connsiteX25" fmla="*/ 1842458 w 3152217"/>
                <a:gd name="connsiteY25" fmla="*/ 1945465 h 2265623"/>
                <a:gd name="connsiteX26" fmla="*/ 1533525 w 3152217"/>
                <a:gd name="connsiteY26" fmla="*/ 1533525 h 2265623"/>
                <a:gd name="connsiteX27" fmla="*/ 1219200 w 3152217"/>
                <a:gd name="connsiteY27" fmla="*/ 1228725 h 2265623"/>
                <a:gd name="connsiteX28" fmla="*/ 571500 w 3152217"/>
                <a:gd name="connsiteY28" fmla="*/ 1343025 h 2265623"/>
                <a:gd name="connsiteX29" fmla="*/ 0 w 3152217"/>
                <a:gd name="connsiteY29" fmla="*/ 1314450 h 2265623"/>
                <a:gd name="connsiteX30" fmla="*/ 0 w 3152217"/>
                <a:gd name="connsiteY30" fmla="*/ 0 h 2265623"/>
                <a:gd name="connsiteX31" fmla="*/ 361950 w 3152217"/>
                <a:gd name="connsiteY31" fmla="*/ 9525 h 2265623"/>
                <a:gd name="connsiteX0" fmla="*/ 409575 w 3152217"/>
                <a:gd name="connsiteY0" fmla="*/ 9525 h 2265623"/>
                <a:gd name="connsiteX1" fmla="*/ 95250 w 3152217"/>
                <a:gd name="connsiteY1" fmla="*/ 257175 h 2265623"/>
                <a:gd name="connsiteX2" fmla="*/ 1352550 w 3152217"/>
                <a:gd name="connsiteY2" fmla="*/ 133350 h 2265623"/>
                <a:gd name="connsiteX3" fmla="*/ 2314575 w 3152217"/>
                <a:gd name="connsiteY3" fmla="*/ 333375 h 2265623"/>
                <a:gd name="connsiteX4" fmla="*/ 2724150 w 3152217"/>
                <a:gd name="connsiteY4" fmla="*/ 828675 h 2265623"/>
                <a:gd name="connsiteX5" fmla="*/ 3152217 w 3152217"/>
                <a:gd name="connsiteY5" fmla="*/ 1265310 h 2265623"/>
                <a:gd name="connsiteX6" fmla="*/ 3152217 w 3152217"/>
                <a:gd name="connsiteY6" fmla="*/ 1477527 h 2265623"/>
                <a:gd name="connsiteX7" fmla="*/ 2940000 w 3152217"/>
                <a:gd name="connsiteY7" fmla="*/ 1477527 h 2265623"/>
                <a:gd name="connsiteX8" fmla="*/ 2539107 w 3152217"/>
                <a:gd name="connsiteY8" fmla="*/ 1076633 h 2265623"/>
                <a:gd name="connsiteX9" fmla="*/ 2474399 w 3152217"/>
                <a:gd name="connsiteY9" fmla="*/ 1163342 h 2265623"/>
                <a:gd name="connsiteX10" fmla="*/ 2907621 w 3152217"/>
                <a:gd name="connsiteY10" fmla="*/ 1596565 h 2265623"/>
                <a:gd name="connsiteX11" fmla="*/ 2907621 w 3152217"/>
                <a:gd name="connsiteY11" fmla="*/ 1808782 h 2265623"/>
                <a:gd name="connsiteX12" fmla="*/ 2695404 w 3152217"/>
                <a:gd name="connsiteY12" fmla="*/ 1808782 h 2265623"/>
                <a:gd name="connsiteX13" fmla="*/ 2293017 w 3152217"/>
                <a:gd name="connsiteY13" fmla="*/ 1406394 h 2265623"/>
                <a:gd name="connsiteX14" fmla="*/ 2228234 w 3152217"/>
                <a:gd name="connsiteY14" fmla="*/ 1493203 h 2265623"/>
                <a:gd name="connsiteX15" fmla="*/ 2648161 w 3152217"/>
                <a:gd name="connsiteY15" fmla="*/ 1913130 h 2265623"/>
                <a:gd name="connsiteX16" fmla="*/ 2648161 w 3152217"/>
                <a:gd name="connsiteY16" fmla="*/ 2125347 h 2265623"/>
                <a:gd name="connsiteX17" fmla="*/ 2435944 w 3152217"/>
                <a:gd name="connsiteY17" fmla="*/ 2125347 h 2265623"/>
                <a:gd name="connsiteX18" fmla="*/ 2046853 w 3152217"/>
                <a:gd name="connsiteY18" fmla="*/ 1736254 h 2265623"/>
                <a:gd name="connsiteX19" fmla="*/ 1987859 w 3152217"/>
                <a:gd name="connsiteY19" fmla="*/ 1822504 h 2265623"/>
                <a:gd name="connsiteX20" fmla="*/ 2218760 w 3152217"/>
                <a:gd name="connsiteY20" fmla="*/ 2053406 h 2265623"/>
                <a:gd name="connsiteX21" fmla="*/ 2218760 w 3152217"/>
                <a:gd name="connsiteY21" fmla="*/ 2265623 h 2265623"/>
                <a:gd name="connsiteX22" fmla="*/ 2006543 w 3152217"/>
                <a:gd name="connsiteY22" fmla="*/ 2265623 h 2265623"/>
                <a:gd name="connsiteX23" fmla="*/ 1798691 w 3152217"/>
                <a:gd name="connsiteY23" fmla="*/ 2057769 h 2265623"/>
                <a:gd name="connsiteX24" fmla="*/ 1775643 w 3152217"/>
                <a:gd name="connsiteY24" fmla="*/ 2034721 h 2265623"/>
                <a:gd name="connsiteX25" fmla="*/ 1842458 w 3152217"/>
                <a:gd name="connsiteY25" fmla="*/ 1945465 h 2265623"/>
                <a:gd name="connsiteX26" fmla="*/ 1533525 w 3152217"/>
                <a:gd name="connsiteY26" fmla="*/ 1533525 h 2265623"/>
                <a:gd name="connsiteX27" fmla="*/ 1219200 w 3152217"/>
                <a:gd name="connsiteY27" fmla="*/ 1228725 h 2265623"/>
                <a:gd name="connsiteX28" fmla="*/ 571500 w 3152217"/>
                <a:gd name="connsiteY28" fmla="*/ 1343025 h 2265623"/>
                <a:gd name="connsiteX29" fmla="*/ 0 w 3152217"/>
                <a:gd name="connsiteY29" fmla="*/ 1314450 h 2265623"/>
                <a:gd name="connsiteX30" fmla="*/ 0 w 3152217"/>
                <a:gd name="connsiteY30" fmla="*/ 0 h 2265623"/>
                <a:gd name="connsiteX31" fmla="*/ 409575 w 3152217"/>
                <a:gd name="connsiteY31" fmla="*/ 9525 h 2265623"/>
                <a:gd name="connsiteX0" fmla="*/ 390525 w 3152217"/>
                <a:gd name="connsiteY0" fmla="*/ 9525 h 2265623"/>
                <a:gd name="connsiteX1" fmla="*/ 95250 w 3152217"/>
                <a:gd name="connsiteY1" fmla="*/ 257175 h 2265623"/>
                <a:gd name="connsiteX2" fmla="*/ 1352550 w 3152217"/>
                <a:gd name="connsiteY2" fmla="*/ 133350 h 2265623"/>
                <a:gd name="connsiteX3" fmla="*/ 2314575 w 3152217"/>
                <a:gd name="connsiteY3" fmla="*/ 333375 h 2265623"/>
                <a:gd name="connsiteX4" fmla="*/ 2724150 w 3152217"/>
                <a:gd name="connsiteY4" fmla="*/ 828675 h 2265623"/>
                <a:gd name="connsiteX5" fmla="*/ 3152217 w 3152217"/>
                <a:gd name="connsiteY5" fmla="*/ 1265310 h 2265623"/>
                <a:gd name="connsiteX6" fmla="*/ 3152217 w 3152217"/>
                <a:gd name="connsiteY6" fmla="*/ 1477527 h 2265623"/>
                <a:gd name="connsiteX7" fmla="*/ 2940000 w 3152217"/>
                <a:gd name="connsiteY7" fmla="*/ 1477527 h 2265623"/>
                <a:gd name="connsiteX8" fmla="*/ 2539107 w 3152217"/>
                <a:gd name="connsiteY8" fmla="*/ 1076633 h 2265623"/>
                <a:gd name="connsiteX9" fmla="*/ 2474399 w 3152217"/>
                <a:gd name="connsiteY9" fmla="*/ 1163342 h 2265623"/>
                <a:gd name="connsiteX10" fmla="*/ 2907621 w 3152217"/>
                <a:gd name="connsiteY10" fmla="*/ 1596565 h 2265623"/>
                <a:gd name="connsiteX11" fmla="*/ 2907621 w 3152217"/>
                <a:gd name="connsiteY11" fmla="*/ 1808782 h 2265623"/>
                <a:gd name="connsiteX12" fmla="*/ 2695404 w 3152217"/>
                <a:gd name="connsiteY12" fmla="*/ 1808782 h 2265623"/>
                <a:gd name="connsiteX13" fmla="*/ 2293017 w 3152217"/>
                <a:gd name="connsiteY13" fmla="*/ 1406394 h 2265623"/>
                <a:gd name="connsiteX14" fmla="*/ 2228234 w 3152217"/>
                <a:gd name="connsiteY14" fmla="*/ 1493203 h 2265623"/>
                <a:gd name="connsiteX15" fmla="*/ 2648161 w 3152217"/>
                <a:gd name="connsiteY15" fmla="*/ 1913130 h 2265623"/>
                <a:gd name="connsiteX16" fmla="*/ 2648161 w 3152217"/>
                <a:gd name="connsiteY16" fmla="*/ 2125347 h 2265623"/>
                <a:gd name="connsiteX17" fmla="*/ 2435944 w 3152217"/>
                <a:gd name="connsiteY17" fmla="*/ 2125347 h 2265623"/>
                <a:gd name="connsiteX18" fmla="*/ 2046853 w 3152217"/>
                <a:gd name="connsiteY18" fmla="*/ 1736254 h 2265623"/>
                <a:gd name="connsiteX19" fmla="*/ 1987859 w 3152217"/>
                <a:gd name="connsiteY19" fmla="*/ 1822504 h 2265623"/>
                <a:gd name="connsiteX20" fmla="*/ 2218760 w 3152217"/>
                <a:gd name="connsiteY20" fmla="*/ 2053406 h 2265623"/>
                <a:gd name="connsiteX21" fmla="*/ 2218760 w 3152217"/>
                <a:gd name="connsiteY21" fmla="*/ 2265623 h 2265623"/>
                <a:gd name="connsiteX22" fmla="*/ 2006543 w 3152217"/>
                <a:gd name="connsiteY22" fmla="*/ 2265623 h 2265623"/>
                <a:gd name="connsiteX23" fmla="*/ 1798691 w 3152217"/>
                <a:gd name="connsiteY23" fmla="*/ 2057769 h 2265623"/>
                <a:gd name="connsiteX24" fmla="*/ 1775643 w 3152217"/>
                <a:gd name="connsiteY24" fmla="*/ 2034721 h 2265623"/>
                <a:gd name="connsiteX25" fmla="*/ 1842458 w 3152217"/>
                <a:gd name="connsiteY25" fmla="*/ 1945465 h 2265623"/>
                <a:gd name="connsiteX26" fmla="*/ 1533525 w 3152217"/>
                <a:gd name="connsiteY26" fmla="*/ 1533525 h 2265623"/>
                <a:gd name="connsiteX27" fmla="*/ 1219200 w 3152217"/>
                <a:gd name="connsiteY27" fmla="*/ 1228725 h 2265623"/>
                <a:gd name="connsiteX28" fmla="*/ 571500 w 3152217"/>
                <a:gd name="connsiteY28" fmla="*/ 1343025 h 2265623"/>
                <a:gd name="connsiteX29" fmla="*/ 0 w 3152217"/>
                <a:gd name="connsiteY29" fmla="*/ 1314450 h 2265623"/>
                <a:gd name="connsiteX30" fmla="*/ 0 w 3152217"/>
                <a:gd name="connsiteY30" fmla="*/ 0 h 2265623"/>
                <a:gd name="connsiteX31" fmla="*/ 390525 w 3152217"/>
                <a:gd name="connsiteY31" fmla="*/ 9525 h 2265623"/>
                <a:gd name="connsiteX0" fmla="*/ 390525 w 3152217"/>
                <a:gd name="connsiteY0" fmla="*/ 24506 h 2280604"/>
                <a:gd name="connsiteX1" fmla="*/ 95250 w 3152217"/>
                <a:gd name="connsiteY1" fmla="*/ 272156 h 2280604"/>
                <a:gd name="connsiteX2" fmla="*/ 1352550 w 3152217"/>
                <a:gd name="connsiteY2" fmla="*/ 148331 h 2280604"/>
                <a:gd name="connsiteX3" fmla="*/ 2314575 w 3152217"/>
                <a:gd name="connsiteY3" fmla="*/ 348356 h 2280604"/>
                <a:gd name="connsiteX4" fmla="*/ 2724150 w 3152217"/>
                <a:gd name="connsiteY4" fmla="*/ 843656 h 2280604"/>
                <a:gd name="connsiteX5" fmla="*/ 3152217 w 3152217"/>
                <a:gd name="connsiteY5" fmla="*/ 1280291 h 2280604"/>
                <a:gd name="connsiteX6" fmla="*/ 3152217 w 3152217"/>
                <a:gd name="connsiteY6" fmla="*/ 1492508 h 2280604"/>
                <a:gd name="connsiteX7" fmla="*/ 2940000 w 3152217"/>
                <a:gd name="connsiteY7" fmla="*/ 1492508 h 2280604"/>
                <a:gd name="connsiteX8" fmla="*/ 2539107 w 3152217"/>
                <a:gd name="connsiteY8" fmla="*/ 1091614 h 2280604"/>
                <a:gd name="connsiteX9" fmla="*/ 2474399 w 3152217"/>
                <a:gd name="connsiteY9" fmla="*/ 1178323 h 2280604"/>
                <a:gd name="connsiteX10" fmla="*/ 2907621 w 3152217"/>
                <a:gd name="connsiteY10" fmla="*/ 1611546 h 2280604"/>
                <a:gd name="connsiteX11" fmla="*/ 2907621 w 3152217"/>
                <a:gd name="connsiteY11" fmla="*/ 1823763 h 2280604"/>
                <a:gd name="connsiteX12" fmla="*/ 2695404 w 3152217"/>
                <a:gd name="connsiteY12" fmla="*/ 1823763 h 2280604"/>
                <a:gd name="connsiteX13" fmla="*/ 2293017 w 3152217"/>
                <a:gd name="connsiteY13" fmla="*/ 1421375 h 2280604"/>
                <a:gd name="connsiteX14" fmla="*/ 2228234 w 3152217"/>
                <a:gd name="connsiteY14" fmla="*/ 1508184 h 2280604"/>
                <a:gd name="connsiteX15" fmla="*/ 2648161 w 3152217"/>
                <a:gd name="connsiteY15" fmla="*/ 1928111 h 2280604"/>
                <a:gd name="connsiteX16" fmla="*/ 2648161 w 3152217"/>
                <a:gd name="connsiteY16" fmla="*/ 2140328 h 2280604"/>
                <a:gd name="connsiteX17" fmla="*/ 2435944 w 3152217"/>
                <a:gd name="connsiteY17" fmla="*/ 2140328 h 2280604"/>
                <a:gd name="connsiteX18" fmla="*/ 2046853 w 3152217"/>
                <a:gd name="connsiteY18" fmla="*/ 1751235 h 2280604"/>
                <a:gd name="connsiteX19" fmla="*/ 1987859 w 3152217"/>
                <a:gd name="connsiteY19" fmla="*/ 1837485 h 2280604"/>
                <a:gd name="connsiteX20" fmla="*/ 2218760 w 3152217"/>
                <a:gd name="connsiteY20" fmla="*/ 2068387 h 2280604"/>
                <a:gd name="connsiteX21" fmla="*/ 2218760 w 3152217"/>
                <a:gd name="connsiteY21" fmla="*/ 2280604 h 2280604"/>
                <a:gd name="connsiteX22" fmla="*/ 2006543 w 3152217"/>
                <a:gd name="connsiteY22" fmla="*/ 2280604 h 2280604"/>
                <a:gd name="connsiteX23" fmla="*/ 1798691 w 3152217"/>
                <a:gd name="connsiteY23" fmla="*/ 2072750 h 2280604"/>
                <a:gd name="connsiteX24" fmla="*/ 1775643 w 3152217"/>
                <a:gd name="connsiteY24" fmla="*/ 2049702 h 2280604"/>
                <a:gd name="connsiteX25" fmla="*/ 1842458 w 3152217"/>
                <a:gd name="connsiteY25" fmla="*/ 1960446 h 2280604"/>
                <a:gd name="connsiteX26" fmla="*/ 1533525 w 3152217"/>
                <a:gd name="connsiteY26" fmla="*/ 1548506 h 2280604"/>
                <a:gd name="connsiteX27" fmla="*/ 1219200 w 3152217"/>
                <a:gd name="connsiteY27" fmla="*/ 1243706 h 2280604"/>
                <a:gd name="connsiteX28" fmla="*/ 571500 w 3152217"/>
                <a:gd name="connsiteY28" fmla="*/ 1358006 h 2280604"/>
                <a:gd name="connsiteX29" fmla="*/ 0 w 3152217"/>
                <a:gd name="connsiteY29" fmla="*/ 1329431 h 2280604"/>
                <a:gd name="connsiteX30" fmla="*/ 0 w 3152217"/>
                <a:gd name="connsiteY30" fmla="*/ 14981 h 2280604"/>
                <a:gd name="connsiteX31" fmla="*/ 390525 w 3152217"/>
                <a:gd name="connsiteY31" fmla="*/ 24506 h 2280604"/>
                <a:gd name="connsiteX0" fmla="*/ 390525 w 3152217"/>
                <a:gd name="connsiteY0" fmla="*/ 33386 h 2289484"/>
                <a:gd name="connsiteX1" fmla="*/ 95250 w 3152217"/>
                <a:gd name="connsiteY1" fmla="*/ 281036 h 2289484"/>
                <a:gd name="connsiteX2" fmla="*/ 1352550 w 3152217"/>
                <a:gd name="connsiteY2" fmla="*/ 157211 h 2289484"/>
                <a:gd name="connsiteX3" fmla="*/ 2314575 w 3152217"/>
                <a:gd name="connsiteY3" fmla="*/ 357236 h 2289484"/>
                <a:gd name="connsiteX4" fmla="*/ 2724150 w 3152217"/>
                <a:gd name="connsiteY4" fmla="*/ 852536 h 2289484"/>
                <a:gd name="connsiteX5" fmla="*/ 3152217 w 3152217"/>
                <a:gd name="connsiteY5" fmla="*/ 1289171 h 2289484"/>
                <a:gd name="connsiteX6" fmla="*/ 3152217 w 3152217"/>
                <a:gd name="connsiteY6" fmla="*/ 1501388 h 2289484"/>
                <a:gd name="connsiteX7" fmla="*/ 2940000 w 3152217"/>
                <a:gd name="connsiteY7" fmla="*/ 1501388 h 2289484"/>
                <a:gd name="connsiteX8" fmla="*/ 2539107 w 3152217"/>
                <a:gd name="connsiteY8" fmla="*/ 1100494 h 2289484"/>
                <a:gd name="connsiteX9" fmla="*/ 2474399 w 3152217"/>
                <a:gd name="connsiteY9" fmla="*/ 1187203 h 2289484"/>
                <a:gd name="connsiteX10" fmla="*/ 2907621 w 3152217"/>
                <a:gd name="connsiteY10" fmla="*/ 1620426 h 2289484"/>
                <a:gd name="connsiteX11" fmla="*/ 2907621 w 3152217"/>
                <a:gd name="connsiteY11" fmla="*/ 1832643 h 2289484"/>
                <a:gd name="connsiteX12" fmla="*/ 2695404 w 3152217"/>
                <a:gd name="connsiteY12" fmla="*/ 1832643 h 2289484"/>
                <a:gd name="connsiteX13" fmla="*/ 2293017 w 3152217"/>
                <a:gd name="connsiteY13" fmla="*/ 1430255 h 2289484"/>
                <a:gd name="connsiteX14" fmla="*/ 2228234 w 3152217"/>
                <a:gd name="connsiteY14" fmla="*/ 1517064 h 2289484"/>
                <a:gd name="connsiteX15" fmla="*/ 2648161 w 3152217"/>
                <a:gd name="connsiteY15" fmla="*/ 1936991 h 2289484"/>
                <a:gd name="connsiteX16" fmla="*/ 2648161 w 3152217"/>
                <a:gd name="connsiteY16" fmla="*/ 2149208 h 2289484"/>
                <a:gd name="connsiteX17" fmla="*/ 2435944 w 3152217"/>
                <a:gd name="connsiteY17" fmla="*/ 2149208 h 2289484"/>
                <a:gd name="connsiteX18" fmla="*/ 2046853 w 3152217"/>
                <a:gd name="connsiteY18" fmla="*/ 1760115 h 2289484"/>
                <a:gd name="connsiteX19" fmla="*/ 1987859 w 3152217"/>
                <a:gd name="connsiteY19" fmla="*/ 1846365 h 2289484"/>
                <a:gd name="connsiteX20" fmla="*/ 2218760 w 3152217"/>
                <a:gd name="connsiteY20" fmla="*/ 2077267 h 2289484"/>
                <a:gd name="connsiteX21" fmla="*/ 2218760 w 3152217"/>
                <a:gd name="connsiteY21" fmla="*/ 2289484 h 2289484"/>
                <a:gd name="connsiteX22" fmla="*/ 2006543 w 3152217"/>
                <a:gd name="connsiteY22" fmla="*/ 2289484 h 2289484"/>
                <a:gd name="connsiteX23" fmla="*/ 1798691 w 3152217"/>
                <a:gd name="connsiteY23" fmla="*/ 2081630 h 2289484"/>
                <a:gd name="connsiteX24" fmla="*/ 1775643 w 3152217"/>
                <a:gd name="connsiteY24" fmla="*/ 2058582 h 2289484"/>
                <a:gd name="connsiteX25" fmla="*/ 1842458 w 3152217"/>
                <a:gd name="connsiteY25" fmla="*/ 1969326 h 2289484"/>
                <a:gd name="connsiteX26" fmla="*/ 1533525 w 3152217"/>
                <a:gd name="connsiteY26" fmla="*/ 1557386 h 2289484"/>
                <a:gd name="connsiteX27" fmla="*/ 1219200 w 3152217"/>
                <a:gd name="connsiteY27" fmla="*/ 1252586 h 2289484"/>
                <a:gd name="connsiteX28" fmla="*/ 571500 w 3152217"/>
                <a:gd name="connsiteY28" fmla="*/ 1366886 h 2289484"/>
                <a:gd name="connsiteX29" fmla="*/ 0 w 3152217"/>
                <a:gd name="connsiteY29" fmla="*/ 1338311 h 2289484"/>
                <a:gd name="connsiteX30" fmla="*/ 0 w 3152217"/>
                <a:gd name="connsiteY30" fmla="*/ 23861 h 2289484"/>
                <a:gd name="connsiteX31" fmla="*/ 390525 w 3152217"/>
                <a:gd name="connsiteY31" fmla="*/ 33386 h 2289484"/>
                <a:gd name="connsiteX0" fmla="*/ 390525 w 3152217"/>
                <a:gd name="connsiteY0" fmla="*/ 24507 h 2280605"/>
                <a:gd name="connsiteX1" fmla="*/ 95250 w 3152217"/>
                <a:gd name="connsiteY1" fmla="*/ 272157 h 2280605"/>
                <a:gd name="connsiteX2" fmla="*/ 1352550 w 3152217"/>
                <a:gd name="connsiteY2" fmla="*/ 148332 h 2280605"/>
                <a:gd name="connsiteX3" fmla="*/ 2314575 w 3152217"/>
                <a:gd name="connsiteY3" fmla="*/ 348357 h 2280605"/>
                <a:gd name="connsiteX4" fmla="*/ 2724150 w 3152217"/>
                <a:gd name="connsiteY4" fmla="*/ 843657 h 2280605"/>
                <a:gd name="connsiteX5" fmla="*/ 3152217 w 3152217"/>
                <a:gd name="connsiteY5" fmla="*/ 1280292 h 2280605"/>
                <a:gd name="connsiteX6" fmla="*/ 3152217 w 3152217"/>
                <a:gd name="connsiteY6" fmla="*/ 1492509 h 2280605"/>
                <a:gd name="connsiteX7" fmla="*/ 2940000 w 3152217"/>
                <a:gd name="connsiteY7" fmla="*/ 1492509 h 2280605"/>
                <a:gd name="connsiteX8" fmla="*/ 2539107 w 3152217"/>
                <a:gd name="connsiteY8" fmla="*/ 1091615 h 2280605"/>
                <a:gd name="connsiteX9" fmla="*/ 2474399 w 3152217"/>
                <a:gd name="connsiteY9" fmla="*/ 1178324 h 2280605"/>
                <a:gd name="connsiteX10" fmla="*/ 2907621 w 3152217"/>
                <a:gd name="connsiteY10" fmla="*/ 1611547 h 2280605"/>
                <a:gd name="connsiteX11" fmla="*/ 2907621 w 3152217"/>
                <a:gd name="connsiteY11" fmla="*/ 1823764 h 2280605"/>
                <a:gd name="connsiteX12" fmla="*/ 2695404 w 3152217"/>
                <a:gd name="connsiteY12" fmla="*/ 1823764 h 2280605"/>
                <a:gd name="connsiteX13" fmla="*/ 2293017 w 3152217"/>
                <a:gd name="connsiteY13" fmla="*/ 1421376 h 2280605"/>
                <a:gd name="connsiteX14" fmla="*/ 2228234 w 3152217"/>
                <a:gd name="connsiteY14" fmla="*/ 1508185 h 2280605"/>
                <a:gd name="connsiteX15" fmla="*/ 2648161 w 3152217"/>
                <a:gd name="connsiteY15" fmla="*/ 1928112 h 2280605"/>
                <a:gd name="connsiteX16" fmla="*/ 2648161 w 3152217"/>
                <a:gd name="connsiteY16" fmla="*/ 2140329 h 2280605"/>
                <a:gd name="connsiteX17" fmla="*/ 2435944 w 3152217"/>
                <a:gd name="connsiteY17" fmla="*/ 2140329 h 2280605"/>
                <a:gd name="connsiteX18" fmla="*/ 2046853 w 3152217"/>
                <a:gd name="connsiteY18" fmla="*/ 1751236 h 2280605"/>
                <a:gd name="connsiteX19" fmla="*/ 1987859 w 3152217"/>
                <a:gd name="connsiteY19" fmla="*/ 1837486 h 2280605"/>
                <a:gd name="connsiteX20" fmla="*/ 2218760 w 3152217"/>
                <a:gd name="connsiteY20" fmla="*/ 2068388 h 2280605"/>
                <a:gd name="connsiteX21" fmla="*/ 2218760 w 3152217"/>
                <a:gd name="connsiteY21" fmla="*/ 2280605 h 2280605"/>
                <a:gd name="connsiteX22" fmla="*/ 2006543 w 3152217"/>
                <a:gd name="connsiteY22" fmla="*/ 2280605 h 2280605"/>
                <a:gd name="connsiteX23" fmla="*/ 1798691 w 3152217"/>
                <a:gd name="connsiteY23" fmla="*/ 2072751 h 2280605"/>
                <a:gd name="connsiteX24" fmla="*/ 1775643 w 3152217"/>
                <a:gd name="connsiteY24" fmla="*/ 2049703 h 2280605"/>
                <a:gd name="connsiteX25" fmla="*/ 1842458 w 3152217"/>
                <a:gd name="connsiteY25" fmla="*/ 1960447 h 2280605"/>
                <a:gd name="connsiteX26" fmla="*/ 1533525 w 3152217"/>
                <a:gd name="connsiteY26" fmla="*/ 1548507 h 2280605"/>
                <a:gd name="connsiteX27" fmla="*/ 1219200 w 3152217"/>
                <a:gd name="connsiteY27" fmla="*/ 1243707 h 2280605"/>
                <a:gd name="connsiteX28" fmla="*/ 571500 w 3152217"/>
                <a:gd name="connsiteY28" fmla="*/ 1358007 h 2280605"/>
                <a:gd name="connsiteX29" fmla="*/ 0 w 3152217"/>
                <a:gd name="connsiteY29" fmla="*/ 1329432 h 2280605"/>
                <a:gd name="connsiteX30" fmla="*/ 0 w 3152217"/>
                <a:gd name="connsiteY30" fmla="*/ 14982 h 2280605"/>
                <a:gd name="connsiteX31" fmla="*/ 390525 w 3152217"/>
                <a:gd name="connsiteY31" fmla="*/ 24507 h 2280605"/>
                <a:gd name="connsiteX0" fmla="*/ 390525 w 3152217"/>
                <a:gd name="connsiteY0" fmla="*/ 9525 h 2265623"/>
                <a:gd name="connsiteX1" fmla="*/ 95250 w 3152217"/>
                <a:gd name="connsiteY1" fmla="*/ 257175 h 2265623"/>
                <a:gd name="connsiteX2" fmla="*/ 1352550 w 3152217"/>
                <a:gd name="connsiteY2" fmla="*/ 133350 h 2265623"/>
                <a:gd name="connsiteX3" fmla="*/ 2314575 w 3152217"/>
                <a:gd name="connsiteY3" fmla="*/ 333375 h 2265623"/>
                <a:gd name="connsiteX4" fmla="*/ 2724150 w 3152217"/>
                <a:gd name="connsiteY4" fmla="*/ 828675 h 2265623"/>
                <a:gd name="connsiteX5" fmla="*/ 3152217 w 3152217"/>
                <a:gd name="connsiteY5" fmla="*/ 1265310 h 2265623"/>
                <a:gd name="connsiteX6" fmla="*/ 3152217 w 3152217"/>
                <a:gd name="connsiteY6" fmla="*/ 1477527 h 2265623"/>
                <a:gd name="connsiteX7" fmla="*/ 2940000 w 3152217"/>
                <a:gd name="connsiteY7" fmla="*/ 1477527 h 2265623"/>
                <a:gd name="connsiteX8" fmla="*/ 2539107 w 3152217"/>
                <a:gd name="connsiteY8" fmla="*/ 1076633 h 2265623"/>
                <a:gd name="connsiteX9" fmla="*/ 2474399 w 3152217"/>
                <a:gd name="connsiteY9" fmla="*/ 1163342 h 2265623"/>
                <a:gd name="connsiteX10" fmla="*/ 2907621 w 3152217"/>
                <a:gd name="connsiteY10" fmla="*/ 1596565 h 2265623"/>
                <a:gd name="connsiteX11" fmla="*/ 2907621 w 3152217"/>
                <a:gd name="connsiteY11" fmla="*/ 1808782 h 2265623"/>
                <a:gd name="connsiteX12" fmla="*/ 2695404 w 3152217"/>
                <a:gd name="connsiteY12" fmla="*/ 1808782 h 2265623"/>
                <a:gd name="connsiteX13" fmla="*/ 2293017 w 3152217"/>
                <a:gd name="connsiteY13" fmla="*/ 1406394 h 2265623"/>
                <a:gd name="connsiteX14" fmla="*/ 2228234 w 3152217"/>
                <a:gd name="connsiteY14" fmla="*/ 1493203 h 2265623"/>
                <a:gd name="connsiteX15" fmla="*/ 2648161 w 3152217"/>
                <a:gd name="connsiteY15" fmla="*/ 1913130 h 2265623"/>
                <a:gd name="connsiteX16" fmla="*/ 2648161 w 3152217"/>
                <a:gd name="connsiteY16" fmla="*/ 2125347 h 2265623"/>
                <a:gd name="connsiteX17" fmla="*/ 2435944 w 3152217"/>
                <a:gd name="connsiteY17" fmla="*/ 2125347 h 2265623"/>
                <a:gd name="connsiteX18" fmla="*/ 2046853 w 3152217"/>
                <a:gd name="connsiteY18" fmla="*/ 1736254 h 2265623"/>
                <a:gd name="connsiteX19" fmla="*/ 1987859 w 3152217"/>
                <a:gd name="connsiteY19" fmla="*/ 1822504 h 2265623"/>
                <a:gd name="connsiteX20" fmla="*/ 2218760 w 3152217"/>
                <a:gd name="connsiteY20" fmla="*/ 2053406 h 2265623"/>
                <a:gd name="connsiteX21" fmla="*/ 2218760 w 3152217"/>
                <a:gd name="connsiteY21" fmla="*/ 2265623 h 2265623"/>
                <a:gd name="connsiteX22" fmla="*/ 2006543 w 3152217"/>
                <a:gd name="connsiteY22" fmla="*/ 2265623 h 2265623"/>
                <a:gd name="connsiteX23" fmla="*/ 1798691 w 3152217"/>
                <a:gd name="connsiteY23" fmla="*/ 2057769 h 2265623"/>
                <a:gd name="connsiteX24" fmla="*/ 1775643 w 3152217"/>
                <a:gd name="connsiteY24" fmla="*/ 2034721 h 2265623"/>
                <a:gd name="connsiteX25" fmla="*/ 1842458 w 3152217"/>
                <a:gd name="connsiteY25" fmla="*/ 1945465 h 2265623"/>
                <a:gd name="connsiteX26" fmla="*/ 1533525 w 3152217"/>
                <a:gd name="connsiteY26" fmla="*/ 1533525 h 2265623"/>
                <a:gd name="connsiteX27" fmla="*/ 1219200 w 3152217"/>
                <a:gd name="connsiteY27" fmla="*/ 1228725 h 2265623"/>
                <a:gd name="connsiteX28" fmla="*/ 571500 w 3152217"/>
                <a:gd name="connsiteY28" fmla="*/ 1343025 h 2265623"/>
                <a:gd name="connsiteX29" fmla="*/ 0 w 3152217"/>
                <a:gd name="connsiteY29" fmla="*/ 1314450 h 2265623"/>
                <a:gd name="connsiteX30" fmla="*/ 0 w 3152217"/>
                <a:gd name="connsiteY30" fmla="*/ 0 h 2265623"/>
                <a:gd name="connsiteX31" fmla="*/ 390525 w 3152217"/>
                <a:gd name="connsiteY31" fmla="*/ 9525 h 2265623"/>
                <a:gd name="connsiteX0" fmla="*/ 390525 w 3152217"/>
                <a:gd name="connsiteY0" fmla="*/ 9525 h 2265623"/>
                <a:gd name="connsiteX1" fmla="*/ 95250 w 3152217"/>
                <a:gd name="connsiteY1" fmla="*/ 257175 h 2265623"/>
                <a:gd name="connsiteX2" fmla="*/ 1352550 w 3152217"/>
                <a:gd name="connsiteY2" fmla="*/ 133350 h 2265623"/>
                <a:gd name="connsiteX3" fmla="*/ 2314575 w 3152217"/>
                <a:gd name="connsiteY3" fmla="*/ 333375 h 2265623"/>
                <a:gd name="connsiteX4" fmla="*/ 2724150 w 3152217"/>
                <a:gd name="connsiteY4" fmla="*/ 828675 h 2265623"/>
                <a:gd name="connsiteX5" fmla="*/ 3152217 w 3152217"/>
                <a:gd name="connsiteY5" fmla="*/ 1265310 h 2265623"/>
                <a:gd name="connsiteX6" fmla="*/ 3152217 w 3152217"/>
                <a:gd name="connsiteY6" fmla="*/ 1477527 h 2265623"/>
                <a:gd name="connsiteX7" fmla="*/ 2940000 w 3152217"/>
                <a:gd name="connsiteY7" fmla="*/ 1477527 h 2265623"/>
                <a:gd name="connsiteX8" fmla="*/ 2539107 w 3152217"/>
                <a:gd name="connsiteY8" fmla="*/ 1076633 h 2265623"/>
                <a:gd name="connsiteX9" fmla="*/ 2474399 w 3152217"/>
                <a:gd name="connsiteY9" fmla="*/ 1163342 h 2265623"/>
                <a:gd name="connsiteX10" fmla="*/ 2907621 w 3152217"/>
                <a:gd name="connsiteY10" fmla="*/ 1596565 h 2265623"/>
                <a:gd name="connsiteX11" fmla="*/ 2907621 w 3152217"/>
                <a:gd name="connsiteY11" fmla="*/ 1808782 h 2265623"/>
                <a:gd name="connsiteX12" fmla="*/ 2695404 w 3152217"/>
                <a:gd name="connsiteY12" fmla="*/ 1808782 h 2265623"/>
                <a:gd name="connsiteX13" fmla="*/ 2293017 w 3152217"/>
                <a:gd name="connsiteY13" fmla="*/ 1406394 h 2265623"/>
                <a:gd name="connsiteX14" fmla="*/ 2228234 w 3152217"/>
                <a:gd name="connsiteY14" fmla="*/ 1493203 h 2265623"/>
                <a:gd name="connsiteX15" fmla="*/ 2648161 w 3152217"/>
                <a:gd name="connsiteY15" fmla="*/ 1913130 h 2265623"/>
                <a:gd name="connsiteX16" fmla="*/ 2648161 w 3152217"/>
                <a:gd name="connsiteY16" fmla="*/ 2125347 h 2265623"/>
                <a:gd name="connsiteX17" fmla="*/ 2435944 w 3152217"/>
                <a:gd name="connsiteY17" fmla="*/ 2125347 h 2265623"/>
                <a:gd name="connsiteX18" fmla="*/ 2046853 w 3152217"/>
                <a:gd name="connsiteY18" fmla="*/ 1736254 h 2265623"/>
                <a:gd name="connsiteX19" fmla="*/ 1987859 w 3152217"/>
                <a:gd name="connsiteY19" fmla="*/ 1822504 h 2265623"/>
                <a:gd name="connsiteX20" fmla="*/ 2218760 w 3152217"/>
                <a:gd name="connsiteY20" fmla="*/ 2053406 h 2265623"/>
                <a:gd name="connsiteX21" fmla="*/ 2218760 w 3152217"/>
                <a:gd name="connsiteY21" fmla="*/ 2265623 h 2265623"/>
                <a:gd name="connsiteX22" fmla="*/ 2006543 w 3152217"/>
                <a:gd name="connsiteY22" fmla="*/ 2265623 h 2265623"/>
                <a:gd name="connsiteX23" fmla="*/ 1798691 w 3152217"/>
                <a:gd name="connsiteY23" fmla="*/ 2057769 h 2265623"/>
                <a:gd name="connsiteX24" fmla="*/ 1775643 w 3152217"/>
                <a:gd name="connsiteY24" fmla="*/ 2034721 h 2265623"/>
                <a:gd name="connsiteX25" fmla="*/ 1842458 w 3152217"/>
                <a:gd name="connsiteY25" fmla="*/ 1945465 h 2265623"/>
                <a:gd name="connsiteX26" fmla="*/ 1533525 w 3152217"/>
                <a:gd name="connsiteY26" fmla="*/ 1533525 h 2265623"/>
                <a:gd name="connsiteX27" fmla="*/ 1219200 w 3152217"/>
                <a:gd name="connsiteY27" fmla="*/ 1228725 h 2265623"/>
                <a:gd name="connsiteX28" fmla="*/ 571500 w 3152217"/>
                <a:gd name="connsiteY28" fmla="*/ 1343025 h 2265623"/>
                <a:gd name="connsiteX29" fmla="*/ 0 w 3152217"/>
                <a:gd name="connsiteY29" fmla="*/ 1314450 h 2265623"/>
                <a:gd name="connsiteX30" fmla="*/ 0 w 3152217"/>
                <a:gd name="connsiteY30" fmla="*/ 0 h 2265623"/>
                <a:gd name="connsiteX31" fmla="*/ 390525 w 3152217"/>
                <a:gd name="connsiteY31" fmla="*/ 9525 h 2265623"/>
                <a:gd name="connsiteX0" fmla="*/ 400050 w 3152217"/>
                <a:gd name="connsiteY0" fmla="*/ 0 h 2284673"/>
                <a:gd name="connsiteX1" fmla="*/ 95250 w 3152217"/>
                <a:gd name="connsiteY1" fmla="*/ 276225 h 2284673"/>
                <a:gd name="connsiteX2" fmla="*/ 1352550 w 3152217"/>
                <a:gd name="connsiteY2" fmla="*/ 152400 h 2284673"/>
                <a:gd name="connsiteX3" fmla="*/ 2314575 w 3152217"/>
                <a:gd name="connsiteY3" fmla="*/ 352425 h 2284673"/>
                <a:gd name="connsiteX4" fmla="*/ 2724150 w 3152217"/>
                <a:gd name="connsiteY4" fmla="*/ 847725 h 2284673"/>
                <a:gd name="connsiteX5" fmla="*/ 3152217 w 3152217"/>
                <a:gd name="connsiteY5" fmla="*/ 1284360 h 2284673"/>
                <a:gd name="connsiteX6" fmla="*/ 3152217 w 3152217"/>
                <a:gd name="connsiteY6" fmla="*/ 1496577 h 2284673"/>
                <a:gd name="connsiteX7" fmla="*/ 2940000 w 3152217"/>
                <a:gd name="connsiteY7" fmla="*/ 1496577 h 2284673"/>
                <a:gd name="connsiteX8" fmla="*/ 2539107 w 3152217"/>
                <a:gd name="connsiteY8" fmla="*/ 1095683 h 2284673"/>
                <a:gd name="connsiteX9" fmla="*/ 2474399 w 3152217"/>
                <a:gd name="connsiteY9" fmla="*/ 1182392 h 2284673"/>
                <a:gd name="connsiteX10" fmla="*/ 2907621 w 3152217"/>
                <a:gd name="connsiteY10" fmla="*/ 1615615 h 2284673"/>
                <a:gd name="connsiteX11" fmla="*/ 2907621 w 3152217"/>
                <a:gd name="connsiteY11" fmla="*/ 1827832 h 2284673"/>
                <a:gd name="connsiteX12" fmla="*/ 2695404 w 3152217"/>
                <a:gd name="connsiteY12" fmla="*/ 1827832 h 2284673"/>
                <a:gd name="connsiteX13" fmla="*/ 2293017 w 3152217"/>
                <a:gd name="connsiteY13" fmla="*/ 1425444 h 2284673"/>
                <a:gd name="connsiteX14" fmla="*/ 2228234 w 3152217"/>
                <a:gd name="connsiteY14" fmla="*/ 1512253 h 2284673"/>
                <a:gd name="connsiteX15" fmla="*/ 2648161 w 3152217"/>
                <a:gd name="connsiteY15" fmla="*/ 1932180 h 2284673"/>
                <a:gd name="connsiteX16" fmla="*/ 2648161 w 3152217"/>
                <a:gd name="connsiteY16" fmla="*/ 2144397 h 2284673"/>
                <a:gd name="connsiteX17" fmla="*/ 2435944 w 3152217"/>
                <a:gd name="connsiteY17" fmla="*/ 2144397 h 2284673"/>
                <a:gd name="connsiteX18" fmla="*/ 2046853 w 3152217"/>
                <a:gd name="connsiteY18" fmla="*/ 1755304 h 2284673"/>
                <a:gd name="connsiteX19" fmla="*/ 1987859 w 3152217"/>
                <a:gd name="connsiteY19" fmla="*/ 1841554 h 2284673"/>
                <a:gd name="connsiteX20" fmla="*/ 2218760 w 3152217"/>
                <a:gd name="connsiteY20" fmla="*/ 2072456 h 2284673"/>
                <a:gd name="connsiteX21" fmla="*/ 2218760 w 3152217"/>
                <a:gd name="connsiteY21" fmla="*/ 2284673 h 2284673"/>
                <a:gd name="connsiteX22" fmla="*/ 2006543 w 3152217"/>
                <a:gd name="connsiteY22" fmla="*/ 2284673 h 2284673"/>
                <a:gd name="connsiteX23" fmla="*/ 1798691 w 3152217"/>
                <a:gd name="connsiteY23" fmla="*/ 2076819 h 2284673"/>
                <a:gd name="connsiteX24" fmla="*/ 1775643 w 3152217"/>
                <a:gd name="connsiteY24" fmla="*/ 2053771 h 2284673"/>
                <a:gd name="connsiteX25" fmla="*/ 1842458 w 3152217"/>
                <a:gd name="connsiteY25" fmla="*/ 1964515 h 2284673"/>
                <a:gd name="connsiteX26" fmla="*/ 1533525 w 3152217"/>
                <a:gd name="connsiteY26" fmla="*/ 1552575 h 2284673"/>
                <a:gd name="connsiteX27" fmla="*/ 1219200 w 3152217"/>
                <a:gd name="connsiteY27" fmla="*/ 1247775 h 2284673"/>
                <a:gd name="connsiteX28" fmla="*/ 571500 w 3152217"/>
                <a:gd name="connsiteY28" fmla="*/ 1362075 h 2284673"/>
                <a:gd name="connsiteX29" fmla="*/ 0 w 3152217"/>
                <a:gd name="connsiteY29" fmla="*/ 1333500 h 2284673"/>
                <a:gd name="connsiteX30" fmla="*/ 0 w 3152217"/>
                <a:gd name="connsiteY30" fmla="*/ 19050 h 2284673"/>
                <a:gd name="connsiteX31" fmla="*/ 400050 w 3152217"/>
                <a:gd name="connsiteY31" fmla="*/ 0 h 2284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152217" h="2284673">
                  <a:moveTo>
                    <a:pt x="400050" y="0"/>
                  </a:moveTo>
                  <a:lnTo>
                    <a:pt x="95250" y="276225"/>
                  </a:lnTo>
                  <a:cubicBezTo>
                    <a:pt x="349250" y="777875"/>
                    <a:pt x="831850" y="460375"/>
                    <a:pt x="1352550" y="152400"/>
                  </a:cubicBezTo>
                  <a:cubicBezTo>
                    <a:pt x="1641475" y="288925"/>
                    <a:pt x="1968500" y="301625"/>
                    <a:pt x="2314575" y="352425"/>
                  </a:cubicBezTo>
                  <a:cubicBezTo>
                    <a:pt x="2451100" y="603250"/>
                    <a:pt x="2587625" y="682625"/>
                    <a:pt x="2724150" y="847725"/>
                  </a:cubicBezTo>
                  <a:lnTo>
                    <a:pt x="3152217" y="1284360"/>
                  </a:lnTo>
                  <a:cubicBezTo>
                    <a:pt x="3210819" y="1342962"/>
                    <a:pt x="3210819" y="1437975"/>
                    <a:pt x="3152217" y="1496577"/>
                  </a:cubicBezTo>
                  <a:cubicBezTo>
                    <a:pt x="3093615" y="1555179"/>
                    <a:pt x="2998602" y="1555179"/>
                    <a:pt x="2940000" y="1496577"/>
                  </a:cubicBezTo>
                  <a:lnTo>
                    <a:pt x="2539107" y="1095683"/>
                  </a:lnTo>
                  <a:lnTo>
                    <a:pt x="2474399" y="1182392"/>
                  </a:lnTo>
                  <a:lnTo>
                    <a:pt x="2907621" y="1615615"/>
                  </a:lnTo>
                  <a:cubicBezTo>
                    <a:pt x="2966223" y="1674217"/>
                    <a:pt x="2966223" y="1769230"/>
                    <a:pt x="2907621" y="1827832"/>
                  </a:cubicBezTo>
                  <a:cubicBezTo>
                    <a:pt x="2849019" y="1886434"/>
                    <a:pt x="2754006" y="1886434"/>
                    <a:pt x="2695404" y="1827832"/>
                  </a:cubicBezTo>
                  <a:lnTo>
                    <a:pt x="2293017" y="1425444"/>
                  </a:lnTo>
                  <a:lnTo>
                    <a:pt x="2228234" y="1512253"/>
                  </a:lnTo>
                  <a:lnTo>
                    <a:pt x="2648161" y="1932180"/>
                  </a:lnTo>
                  <a:cubicBezTo>
                    <a:pt x="2706763" y="1990782"/>
                    <a:pt x="2706763" y="2085795"/>
                    <a:pt x="2648161" y="2144397"/>
                  </a:cubicBezTo>
                  <a:cubicBezTo>
                    <a:pt x="2589559" y="2202999"/>
                    <a:pt x="2494546" y="2202999"/>
                    <a:pt x="2435944" y="2144397"/>
                  </a:cubicBezTo>
                  <a:lnTo>
                    <a:pt x="2046853" y="1755304"/>
                  </a:lnTo>
                  <a:lnTo>
                    <a:pt x="1987859" y="1841554"/>
                  </a:lnTo>
                  <a:lnTo>
                    <a:pt x="2218760" y="2072456"/>
                  </a:lnTo>
                  <a:cubicBezTo>
                    <a:pt x="2277362" y="2131058"/>
                    <a:pt x="2277362" y="2226071"/>
                    <a:pt x="2218760" y="2284673"/>
                  </a:cubicBezTo>
                  <a:cubicBezTo>
                    <a:pt x="2160158" y="2343275"/>
                    <a:pt x="2065146" y="2343275"/>
                    <a:pt x="2006543" y="2284673"/>
                  </a:cubicBezTo>
                  <a:lnTo>
                    <a:pt x="1798691" y="2076819"/>
                  </a:lnTo>
                  <a:lnTo>
                    <a:pt x="1775643" y="2053771"/>
                  </a:lnTo>
                  <a:lnTo>
                    <a:pt x="1842458" y="1964515"/>
                  </a:lnTo>
                  <a:cubicBezTo>
                    <a:pt x="2026677" y="1607442"/>
                    <a:pt x="1697608" y="1472750"/>
                    <a:pt x="1533525" y="1552575"/>
                  </a:cubicBezTo>
                  <a:cubicBezTo>
                    <a:pt x="1555750" y="1323975"/>
                    <a:pt x="1380229" y="1237081"/>
                    <a:pt x="1219200" y="1247775"/>
                  </a:cubicBezTo>
                  <a:cubicBezTo>
                    <a:pt x="1190625" y="958850"/>
                    <a:pt x="838200" y="793750"/>
                    <a:pt x="571500" y="1362075"/>
                  </a:cubicBezTo>
                  <a:cubicBezTo>
                    <a:pt x="504825" y="1114425"/>
                    <a:pt x="276225" y="1066800"/>
                    <a:pt x="0" y="1333500"/>
                  </a:cubicBezTo>
                  <a:lnTo>
                    <a:pt x="0" y="19050"/>
                  </a:lnTo>
                  <a:lnTo>
                    <a:pt x="40005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 dirty="0"/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4220A4A9-B6B2-40C6-86FB-5EF7FF666916}"/>
              </a:ext>
            </a:extLst>
          </p:cNvPr>
          <p:cNvSpPr/>
          <p:nvPr/>
        </p:nvSpPr>
        <p:spPr>
          <a:xfrm>
            <a:off x="0" y="2277516"/>
            <a:ext cx="4224000" cy="1656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1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D105450-EA47-47B3-8181-71B7232429D2}"/>
              </a:ext>
            </a:extLst>
          </p:cNvPr>
          <p:cNvSpPr/>
          <p:nvPr/>
        </p:nvSpPr>
        <p:spPr>
          <a:xfrm>
            <a:off x="7968003" y="2277516"/>
            <a:ext cx="4223999" cy="165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1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407907D-E596-4E8F-94B8-F9CD580155E2}"/>
              </a:ext>
            </a:extLst>
          </p:cNvPr>
          <p:cNvSpPr/>
          <p:nvPr/>
        </p:nvSpPr>
        <p:spPr>
          <a:xfrm>
            <a:off x="3341105" y="2877685"/>
            <a:ext cx="504000" cy="50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A6FB69C-2B69-41F7-B771-DCA9EE84E053}"/>
              </a:ext>
            </a:extLst>
          </p:cNvPr>
          <p:cNvSpPr txBox="1"/>
          <p:nvPr/>
        </p:nvSpPr>
        <p:spPr>
          <a:xfrm>
            <a:off x="1405081" y="4897070"/>
            <a:ext cx="27722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.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466D0E2-B2FC-43DC-A38E-AA8AC028C92C}"/>
              </a:ext>
            </a:extLst>
          </p:cNvPr>
          <p:cNvSpPr/>
          <p:nvPr/>
        </p:nvSpPr>
        <p:spPr>
          <a:xfrm>
            <a:off x="8326613" y="2877685"/>
            <a:ext cx="504000" cy="50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17" name="Oval 1">
            <a:extLst>
              <a:ext uri="{FF2B5EF4-FFF2-40B4-BE49-F238E27FC236}">
                <a16:creationId xmlns:a16="http://schemas.microsoft.com/office/drawing/2014/main" id="{E2D4CEC0-02AA-471D-A6C2-E6F8EA7907AB}"/>
              </a:ext>
            </a:extLst>
          </p:cNvPr>
          <p:cNvSpPr>
            <a:spLocks noChangeAspect="1"/>
          </p:cNvSpPr>
          <p:nvPr/>
        </p:nvSpPr>
        <p:spPr>
          <a:xfrm>
            <a:off x="3431106" y="2967685"/>
            <a:ext cx="324002" cy="324000"/>
          </a:xfrm>
          <a:custGeom>
            <a:avLst/>
            <a:gdLst/>
            <a:ahLst/>
            <a:cxnLst/>
            <a:rect l="l" t="t" r="r" b="b"/>
            <a:pathLst>
              <a:path w="3848188" h="3848188">
                <a:moveTo>
                  <a:pt x="1531053" y="504131"/>
                </a:moveTo>
                <a:lnTo>
                  <a:pt x="1531053" y="1481511"/>
                </a:lnTo>
                <a:lnTo>
                  <a:pt x="553673" y="1481511"/>
                </a:lnTo>
                <a:lnTo>
                  <a:pt x="553673" y="2263055"/>
                </a:lnTo>
                <a:lnTo>
                  <a:pt x="1531053" y="2263055"/>
                </a:lnTo>
                <a:lnTo>
                  <a:pt x="1531053" y="3240435"/>
                </a:lnTo>
                <a:lnTo>
                  <a:pt x="2312597" y="3240435"/>
                </a:lnTo>
                <a:lnTo>
                  <a:pt x="2312597" y="2263055"/>
                </a:lnTo>
                <a:lnTo>
                  <a:pt x="3289977" y="2263055"/>
                </a:lnTo>
                <a:lnTo>
                  <a:pt x="3289977" y="1481511"/>
                </a:lnTo>
                <a:lnTo>
                  <a:pt x="2312597" y="1481511"/>
                </a:lnTo>
                <a:lnTo>
                  <a:pt x="2312597" y="504131"/>
                </a:lnTo>
                <a:close/>
                <a:moveTo>
                  <a:pt x="1924094" y="0"/>
                </a:moveTo>
                <a:cubicBezTo>
                  <a:pt x="2986742" y="0"/>
                  <a:pt x="3848188" y="861446"/>
                  <a:pt x="3848188" y="1924094"/>
                </a:cubicBezTo>
                <a:cubicBezTo>
                  <a:pt x="3848188" y="2986742"/>
                  <a:pt x="2986742" y="3848188"/>
                  <a:pt x="1924094" y="3848188"/>
                </a:cubicBezTo>
                <a:cubicBezTo>
                  <a:pt x="861446" y="3848188"/>
                  <a:pt x="0" y="2986742"/>
                  <a:pt x="0" y="1924094"/>
                </a:cubicBezTo>
                <a:cubicBezTo>
                  <a:pt x="0" y="861446"/>
                  <a:pt x="861446" y="0"/>
                  <a:pt x="192409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1">
              <a:solidFill>
                <a:schemeClr val="bg1"/>
              </a:solidFill>
            </a:endParaRPr>
          </a:p>
        </p:txBody>
      </p:sp>
      <p:sp>
        <p:nvSpPr>
          <p:cNvPr id="18" name="Rectangle 6">
            <a:extLst>
              <a:ext uri="{FF2B5EF4-FFF2-40B4-BE49-F238E27FC236}">
                <a16:creationId xmlns:a16="http://schemas.microsoft.com/office/drawing/2014/main" id="{254BA4F2-E187-4F73-A753-F88726D57C74}"/>
              </a:ext>
            </a:extLst>
          </p:cNvPr>
          <p:cNvSpPr>
            <a:spLocks noChangeAspect="1"/>
          </p:cNvSpPr>
          <p:nvPr/>
        </p:nvSpPr>
        <p:spPr>
          <a:xfrm>
            <a:off x="8429565" y="2967685"/>
            <a:ext cx="298096" cy="324000"/>
          </a:xfrm>
          <a:custGeom>
            <a:avLst/>
            <a:gdLst/>
            <a:ahLst/>
            <a:cxnLst/>
            <a:rect l="l" t="t" r="r" b="b"/>
            <a:pathLst>
              <a:path w="3860876" h="3940019">
                <a:moveTo>
                  <a:pt x="3248876" y="1942264"/>
                </a:moveTo>
                <a:lnTo>
                  <a:pt x="3860876" y="1942264"/>
                </a:lnTo>
                <a:lnTo>
                  <a:pt x="3860876" y="2090815"/>
                </a:lnTo>
                <a:lnTo>
                  <a:pt x="3859023" y="2090815"/>
                </a:lnTo>
                <a:cubicBezTo>
                  <a:pt x="3817225" y="2949620"/>
                  <a:pt x="3215273" y="3679864"/>
                  <a:pt x="2378197" y="3884304"/>
                </a:cubicBezTo>
                <a:cubicBezTo>
                  <a:pt x="2219818" y="3922985"/>
                  <a:pt x="2060231" y="3941082"/>
                  <a:pt x="1902626" y="3939971"/>
                </a:cubicBezTo>
                <a:cubicBezTo>
                  <a:pt x="1286982" y="3935631"/>
                  <a:pt x="701577" y="3638194"/>
                  <a:pt x="337583" y="3128887"/>
                </a:cubicBezTo>
                <a:lnTo>
                  <a:pt x="30667" y="3435803"/>
                </a:lnTo>
                <a:lnTo>
                  <a:pt x="30667" y="2342045"/>
                </a:lnTo>
                <a:lnTo>
                  <a:pt x="1124425" y="2342045"/>
                </a:lnTo>
                <a:lnTo>
                  <a:pt x="781340" y="2685130"/>
                </a:lnTo>
                <a:cubicBezTo>
                  <a:pt x="1079782" y="3180935"/>
                  <a:pt x="1667379" y="3425841"/>
                  <a:pt x="2232517" y="3287817"/>
                </a:cubicBezTo>
                <a:cubicBezTo>
                  <a:pt x="2810639" y="3146622"/>
                  <a:pt x="3224897" y="2638979"/>
                  <a:pt x="3247291" y="2044286"/>
                </a:cubicBezTo>
                <a:lnTo>
                  <a:pt x="3248876" y="2044345"/>
                </a:lnTo>
                <a:close/>
                <a:moveTo>
                  <a:pt x="1958249" y="48"/>
                </a:moveTo>
                <a:cubicBezTo>
                  <a:pt x="2573893" y="4388"/>
                  <a:pt x="3159298" y="301825"/>
                  <a:pt x="3523293" y="811132"/>
                </a:cubicBezTo>
                <a:lnTo>
                  <a:pt x="3830209" y="504216"/>
                </a:lnTo>
                <a:lnTo>
                  <a:pt x="3830209" y="1597974"/>
                </a:lnTo>
                <a:lnTo>
                  <a:pt x="2736450" y="1597974"/>
                </a:lnTo>
                <a:lnTo>
                  <a:pt x="3079535" y="1254889"/>
                </a:lnTo>
                <a:cubicBezTo>
                  <a:pt x="2781093" y="759084"/>
                  <a:pt x="2193496" y="514178"/>
                  <a:pt x="1628358" y="652202"/>
                </a:cubicBezTo>
                <a:cubicBezTo>
                  <a:pt x="1050236" y="793397"/>
                  <a:pt x="635978" y="1301040"/>
                  <a:pt x="613584" y="1895733"/>
                </a:cubicBezTo>
                <a:lnTo>
                  <a:pt x="612000" y="1895674"/>
                </a:lnTo>
                <a:lnTo>
                  <a:pt x="612000" y="1985958"/>
                </a:lnTo>
                <a:lnTo>
                  <a:pt x="0" y="1985958"/>
                </a:lnTo>
                <a:lnTo>
                  <a:pt x="0" y="1837407"/>
                </a:lnTo>
                <a:lnTo>
                  <a:pt x="2787" y="1837407"/>
                </a:lnTo>
                <a:cubicBezTo>
                  <a:pt x="49183" y="983705"/>
                  <a:pt x="649445" y="259216"/>
                  <a:pt x="1482678" y="55715"/>
                </a:cubicBezTo>
                <a:cubicBezTo>
                  <a:pt x="1641057" y="17034"/>
                  <a:pt x="1800644" y="-1063"/>
                  <a:pt x="1958249" y="4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1">
              <a:solidFill>
                <a:schemeClr val="bg1"/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86C6D3B-BE1A-4E53-9D65-504AA6E1B3C7}"/>
              </a:ext>
            </a:extLst>
          </p:cNvPr>
          <p:cNvSpPr txBox="1"/>
          <p:nvPr/>
        </p:nvSpPr>
        <p:spPr>
          <a:xfrm>
            <a:off x="86627" y="4870383"/>
            <a:ext cx="1202195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Data-Informed Decision Making</a:t>
            </a:r>
            <a:r>
              <a:rPr lang="en-US" dirty="0"/>
              <a:t> means using </a:t>
            </a:r>
            <a:r>
              <a:rPr lang="en-US" b="1" dirty="0"/>
              <a:t>data, facts, and analysis</a:t>
            </a:r>
            <a:r>
              <a:rPr lang="en-US" dirty="0"/>
              <a:t> to guide decisions—</a:t>
            </a:r>
            <a:r>
              <a:rPr lang="en-US" b="1" dirty="0"/>
              <a:t>without ignoring human judgment, experience, or context</a:t>
            </a:r>
            <a:r>
              <a:rPr lang="en-US" dirty="0"/>
              <a:t>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combines </a:t>
            </a:r>
            <a:r>
              <a:rPr lang="en-US" b="1" dirty="0"/>
              <a:t>data + intuition + expertise</a:t>
            </a:r>
            <a:r>
              <a:rPr lang="en-US" dirty="0"/>
              <a:t> to choose the best possible action.</a:t>
            </a:r>
            <a:endParaRPr lang="en-PK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997779D-695A-4C88-9921-4D713F70D7FA}"/>
              </a:ext>
            </a:extLst>
          </p:cNvPr>
          <p:cNvSpPr txBox="1"/>
          <p:nvPr/>
        </p:nvSpPr>
        <p:spPr>
          <a:xfrm>
            <a:off x="211756" y="2303413"/>
            <a:ext cx="2958651" cy="14710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7379425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Data-Informed vs Data-Driven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AC2B3FF1-9F76-44D2-A26C-833205932C49}"/>
              </a:ext>
            </a:extLst>
          </p:cNvPr>
          <p:cNvGrpSpPr/>
          <p:nvPr/>
        </p:nvGrpSpPr>
        <p:grpSpPr>
          <a:xfrm>
            <a:off x="2670349" y="1534411"/>
            <a:ext cx="6851302" cy="2189419"/>
            <a:chOff x="1287363" y="1734398"/>
            <a:chExt cx="6125045" cy="1957336"/>
          </a:xfrm>
        </p:grpSpPr>
        <p:sp>
          <p:nvSpPr>
            <p:cNvPr id="4" name="Oval 21">
              <a:extLst>
                <a:ext uri="{FF2B5EF4-FFF2-40B4-BE49-F238E27FC236}">
                  <a16:creationId xmlns:a16="http://schemas.microsoft.com/office/drawing/2014/main" id="{512F1042-6058-4DEB-AD64-2E619E345461}"/>
                </a:ext>
              </a:extLst>
            </p:cNvPr>
            <p:cNvSpPr/>
            <p:nvPr/>
          </p:nvSpPr>
          <p:spPr>
            <a:xfrm rot="5400000">
              <a:off x="4404964" y="1766586"/>
              <a:ext cx="1448756" cy="2401537"/>
            </a:xfrm>
            <a:custGeom>
              <a:avLst/>
              <a:gdLst/>
              <a:ahLst/>
              <a:cxnLst/>
              <a:rect l="l" t="t" r="r" b="b"/>
              <a:pathLst>
                <a:path w="1368152" h="2298537">
                  <a:moveTo>
                    <a:pt x="684076" y="0"/>
                  </a:moveTo>
                  <a:cubicBezTo>
                    <a:pt x="803370" y="0"/>
                    <a:pt x="900076" y="96706"/>
                    <a:pt x="900076" y="216000"/>
                  </a:cubicBezTo>
                  <a:cubicBezTo>
                    <a:pt x="900076" y="287268"/>
                    <a:pt x="865561" y="350475"/>
                    <a:pt x="810076" y="386760"/>
                  </a:cubicBezTo>
                  <a:lnTo>
                    <a:pt x="810076" y="450517"/>
                  </a:lnTo>
                  <a:lnTo>
                    <a:pt x="1368152" y="450517"/>
                  </a:lnTo>
                  <a:lnTo>
                    <a:pt x="1368152" y="895744"/>
                  </a:lnTo>
                  <a:cubicBezTo>
                    <a:pt x="1331417" y="875468"/>
                    <a:pt x="1289090" y="864516"/>
                    <a:pt x="1244206" y="864516"/>
                  </a:cubicBezTo>
                  <a:cubicBezTo>
                    <a:pt x="1095089" y="864516"/>
                    <a:pt x="974206" y="985399"/>
                    <a:pt x="974206" y="1134516"/>
                  </a:cubicBezTo>
                  <a:cubicBezTo>
                    <a:pt x="974206" y="1283633"/>
                    <a:pt x="1095089" y="1404516"/>
                    <a:pt x="1244206" y="1404516"/>
                  </a:cubicBezTo>
                  <a:cubicBezTo>
                    <a:pt x="1289090" y="1404516"/>
                    <a:pt x="1331417" y="1393563"/>
                    <a:pt x="1368152" y="1373288"/>
                  </a:cubicBezTo>
                  <a:lnTo>
                    <a:pt x="1368152" y="1818517"/>
                  </a:lnTo>
                  <a:lnTo>
                    <a:pt x="810076" y="1818517"/>
                  </a:lnTo>
                  <a:lnTo>
                    <a:pt x="810076" y="1911777"/>
                  </a:lnTo>
                  <a:cubicBezTo>
                    <a:pt x="865561" y="1948062"/>
                    <a:pt x="900076" y="2011269"/>
                    <a:pt x="900076" y="2082537"/>
                  </a:cubicBezTo>
                  <a:cubicBezTo>
                    <a:pt x="900076" y="2201831"/>
                    <a:pt x="803370" y="2298537"/>
                    <a:pt x="684076" y="2298537"/>
                  </a:cubicBezTo>
                  <a:cubicBezTo>
                    <a:pt x="564782" y="2298537"/>
                    <a:pt x="468076" y="2201831"/>
                    <a:pt x="468076" y="2082537"/>
                  </a:cubicBezTo>
                  <a:cubicBezTo>
                    <a:pt x="468076" y="2011269"/>
                    <a:pt x="502591" y="1948062"/>
                    <a:pt x="558076" y="1911777"/>
                  </a:cubicBezTo>
                  <a:lnTo>
                    <a:pt x="558076" y="1818517"/>
                  </a:lnTo>
                  <a:lnTo>
                    <a:pt x="0" y="1818517"/>
                  </a:lnTo>
                  <a:lnTo>
                    <a:pt x="0" y="1368933"/>
                  </a:lnTo>
                  <a:cubicBezTo>
                    <a:pt x="39235" y="1391659"/>
                    <a:pt x="84862" y="1404516"/>
                    <a:pt x="133491" y="1404516"/>
                  </a:cubicBezTo>
                  <a:cubicBezTo>
                    <a:pt x="282608" y="1404516"/>
                    <a:pt x="403491" y="1283633"/>
                    <a:pt x="403491" y="1134516"/>
                  </a:cubicBezTo>
                  <a:cubicBezTo>
                    <a:pt x="403491" y="985399"/>
                    <a:pt x="282608" y="864516"/>
                    <a:pt x="133491" y="864516"/>
                  </a:cubicBezTo>
                  <a:cubicBezTo>
                    <a:pt x="84862" y="864516"/>
                    <a:pt x="39235" y="877372"/>
                    <a:pt x="0" y="900098"/>
                  </a:cubicBezTo>
                  <a:lnTo>
                    <a:pt x="0" y="450517"/>
                  </a:lnTo>
                  <a:lnTo>
                    <a:pt x="558076" y="450517"/>
                  </a:lnTo>
                  <a:lnTo>
                    <a:pt x="558076" y="386760"/>
                  </a:lnTo>
                  <a:cubicBezTo>
                    <a:pt x="502591" y="350475"/>
                    <a:pt x="468076" y="287268"/>
                    <a:pt x="468076" y="216000"/>
                  </a:cubicBezTo>
                  <a:cubicBezTo>
                    <a:pt x="468076" y="96706"/>
                    <a:pt x="564782" y="0"/>
                    <a:pt x="684076" y="0"/>
                  </a:cubicBezTo>
                  <a:close/>
                </a:path>
              </a:pathLst>
            </a:custGeom>
            <a:solidFill>
              <a:schemeClr val="accent3"/>
            </a:solidFill>
            <a:ln w="6350">
              <a:gradFill>
                <a:gsLst>
                  <a:gs pos="0">
                    <a:schemeClr val="bg1"/>
                  </a:gs>
                  <a:gs pos="100000">
                    <a:schemeClr val="accent1">
                      <a:tint val="23500"/>
                      <a:satMod val="160000"/>
                      <a:alpha val="0"/>
                    </a:schemeClr>
                  </a:gs>
                </a:gsLst>
                <a:lin ang="156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80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5" name="Oval 21">
              <a:extLst>
                <a:ext uri="{FF2B5EF4-FFF2-40B4-BE49-F238E27FC236}">
                  <a16:creationId xmlns:a16="http://schemas.microsoft.com/office/drawing/2014/main" id="{5FC9576F-A1D2-4201-9671-B478620C2292}"/>
                </a:ext>
              </a:extLst>
            </p:cNvPr>
            <p:cNvSpPr/>
            <p:nvPr/>
          </p:nvSpPr>
          <p:spPr>
            <a:xfrm rot="16200000">
              <a:off x="1526029" y="2004312"/>
              <a:ext cx="1448756" cy="1926087"/>
            </a:xfrm>
            <a:custGeom>
              <a:avLst/>
              <a:gdLst/>
              <a:ahLst/>
              <a:cxnLst/>
              <a:rect l="l" t="t" r="r" b="b"/>
              <a:pathLst>
                <a:path w="1449013" h="1952472">
                  <a:moveTo>
                    <a:pt x="1449013" y="0"/>
                  </a:moveTo>
                  <a:lnTo>
                    <a:pt x="1449013" y="466741"/>
                  </a:lnTo>
                  <a:cubicBezTo>
                    <a:pt x="1410107" y="445266"/>
                    <a:pt x="1365278" y="433666"/>
                    <a:pt x="1317741" y="433666"/>
                  </a:cubicBezTo>
                  <a:cubicBezTo>
                    <a:pt x="1159811" y="433666"/>
                    <a:pt x="1031784" y="561696"/>
                    <a:pt x="1031784" y="719630"/>
                  </a:cubicBezTo>
                  <a:cubicBezTo>
                    <a:pt x="1031784" y="877563"/>
                    <a:pt x="1159811" y="1005593"/>
                    <a:pt x="1317741" y="1005593"/>
                  </a:cubicBezTo>
                  <a:cubicBezTo>
                    <a:pt x="1365278" y="1005593"/>
                    <a:pt x="1410107" y="993993"/>
                    <a:pt x="1449013" y="972519"/>
                  </a:cubicBezTo>
                  <a:lnTo>
                    <a:pt x="1449013" y="1444072"/>
                  </a:lnTo>
                  <a:lnTo>
                    <a:pt x="857954" y="1444072"/>
                  </a:lnTo>
                  <a:lnTo>
                    <a:pt x="857954" y="1542845"/>
                  </a:lnTo>
                  <a:cubicBezTo>
                    <a:pt x="916718" y="1581276"/>
                    <a:pt x="953273" y="1648220"/>
                    <a:pt x="953273" y="1723701"/>
                  </a:cubicBezTo>
                  <a:cubicBezTo>
                    <a:pt x="953273" y="1850048"/>
                    <a:pt x="850851" y="1952472"/>
                    <a:pt x="724507" y="1952472"/>
                  </a:cubicBezTo>
                  <a:cubicBezTo>
                    <a:pt x="598162" y="1952472"/>
                    <a:pt x="495741" y="1850048"/>
                    <a:pt x="495741" y="1723701"/>
                  </a:cubicBezTo>
                  <a:cubicBezTo>
                    <a:pt x="495741" y="1648220"/>
                    <a:pt x="532295" y="1581276"/>
                    <a:pt x="591060" y="1542845"/>
                  </a:cubicBezTo>
                  <a:lnTo>
                    <a:pt x="591060" y="1444072"/>
                  </a:lnTo>
                  <a:lnTo>
                    <a:pt x="0" y="1444072"/>
                  </a:lnTo>
                  <a:lnTo>
                    <a:pt x="0" y="967906"/>
                  </a:lnTo>
                  <a:cubicBezTo>
                    <a:pt x="41554" y="991976"/>
                    <a:pt x="89878" y="1005593"/>
                    <a:pt x="141381" y="1005593"/>
                  </a:cubicBezTo>
                  <a:cubicBezTo>
                    <a:pt x="299311" y="1005593"/>
                    <a:pt x="427338" y="877563"/>
                    <a:pt x="427338" y="719630"/>
                  </a:cubicBezTo>
                  <a:cubicBezTo>
                    <a:pt x="427338" y="561696"/>
                    <a:pt x="299311" y="433666"/>
                    <a:pt x="141381" y="433666"/>
                  </a:cubicBezTo>
                  <a:cubicBezTo>
                    <a:pt x="89878" y="433666"/>
                    <a:pt x="41554" y="447283"/>
                    <a:pt x="0" y="47135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6350">
              <a:gradFill>
                <a:gsLst>
                  <a:gs pos="0">
                    <a:schemeClr val="bg1"/>
                  </a:gs>
                  <a:gs pos="100000">
                    <a:schemeClr val="accent1">
                      <a:tint val="23500"/>
                      <a:satMod val="160000"/>
                      <a:alpha val="0"/>
                    </a:schemeClr>
                  </a:gs>
                </a:gsLst>
                <a:lin ang="156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80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6" name="Oval 21">
              <a:extLst>
                <a:ext uri="{FF2B5EF4-FFF2-40B4-BE49-F238E27FC236}">
                  <a16:creationId xmlns:a16="http://schemas.microsoft.com/office/drawing/2014/main" id="{4466977A-2852-4B4E-B35E-5EC9D88CCAE1}"/>
                </a:ext>
              </a:extLst>
            </p:cNvPr>
            <p:cNvSpPr/>
            <p:nvPr/>
          </p:nvSpPr>
          <p:spPr>
            <a:xfrm rot="10800000">
              <a:off x="2858124" y="1734398"/>
              <a:ext cx="1429432" cy="1952126"/>
            </a:xfrm>
            <a:custGeom>
              <a:avLst/>
              <a:gdLst/>
              <a:ahLst/>
              <a:cxnLst/>
              <a:rect l="l" t="t" r="r" b="b"/>
              <a:pathLst>
                <a:path w="1449013" h="1952472">
                  <a:moveTo>
                    <a:pt x="1449013" y="0"/>
                  </a:moveTo>
                  <a:lnTo>
                    <a:pt x="1449013" y="466741"/>
                  </a:lnTo>
                  <a:cubicBezTo>
                    <a:pt x="1410107" y="445266"/>
                    <a:pt x="1365278" y="433666"/>
                    <a:pt x="1317741" y="433666"/>
                  </a:cubicBezTo>
                  <a:cubicBezTo>
                    <a:pt x="1159811" y="433666"/>
                    <a:pt x="1031784" y="561696"/>
                    <a:pt x="1031784" y="719630"/>
                  </a:cubicBezTo>
                  <a:cubicBezTo>
                    <a:pt x="1031784" y="877563"/>
                    <a:pt x="1159811" y="1005593"/>
                    <a:pt x="1317741" y="1005593"/>
                  </a:cubicBezTo>
                  <a:cubicBezTo>
                    <a:pt x="1365278" y="1005593"/>
                    <a:pt x="1410107" y="993993"/>
                    <a:pt x="1449013" y="972519"/>
                  </a:cubicBezTo>
                  <a:lnTo>
                    <a:pt x="1449013" y="1444072"/>
                  </a:lnTo>
                  <a:lnTo>
                    <a:pt x="857954" y="1444072"/>
                  </a:lnTo>
                  <a:lnTo>
                    <a:pt x="857954" y="1542845"/>
                  </a:lnTo>
                  <a:cubicBezTo>
                    <a:pt x="916718" y="1581276"/>
                    <a:pt x="953273" y="1648220"/>
                    <a:pt x="953273" y="1723701"/>
                  </a:cubicBezTo>
                  <a:cubicBezTo>
                    <a:pt x="953273" y="1850048"/>
                    <a:pt x="850851" y="1952472"/>
                    <a:pt x="724507" y="1952472"/>
                  </a:cubicBezTo>
                  <a:cubicBezTo>
                    <a:pt x="598162" y="1952472"/>
                    <a:pt x="495741" y="1850048"/>
                    <a:pt x="495741" y="1723701"/>
                  </a:cubicBezTo>
                  <a:cubicBezTo>
                    <a:pt x="495741" y="1648220"/>
                    <a:pt x="532295" y="1581276"/>
                    <a:pt x="591060" y="1542845"/>
                  </a:cubicBezTo>
                  <a:lnTo>
                    <a:pt x="591060" y="1444072"/>
                  </a:lnTo>
                  <a:lnTo>
                    <a:pt x="0" y="1444072"/>
                  </a:lnTo>
                  <a:lnTo>
                    <a:pt x="0" y="967906"/>
                  </a:lnTo>
                  <a:cubicBezTo>
                    <a:pt x="41554" y="991976"/>
                    <a:pt x="89878" y="1005593"/>
                    <a:pt x="141381" y="1005593"/>
                  </a:cubicBezTo>
                  <a:cubicBezTo>
                    <a:pt x="299311" y="1005593"/>
                    <a:pt x="427338" y="877563"/>
                    <a:pt x="427338" y="719630"/>
                  </a:cubicBezTo>
                  <a:cubicBezTo>
                    <a:pt x="427338" y="561696"/>
                    <a:pt x="299311" y="433666"/>
                    <a:pt x="141381" y="433666"/>
                  </a:cubicBezTo>
                  <a:cubicBezTo>
                    <a:pt x="89878" y="433666"/>
                    <a:pt x="41554" y="447283"/>
                    <a:pt x="0" y="47135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 w="6350">
              <a:gradFill>
                <a:gsLst>
                  <a:gs pos="0">
                    <a:schemeClr val="bg1"/>
                  </a:gs>
                  <a:gs pos="100000">
                    <a:schemeClr val="accent1">
                      <a:tint val="23500"/>
                      <a:satMod val="160000"/>
                      <a:alpha val="0"/>
                    </a:schemeClr>
                  </a:gs>
                </a:gsLst>
                <a:lin ang="156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80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7" name="Oval 21">
              <a:extLst>
                <a:ext uri="{FF2B5EF4-FFF2-40B4-BE49-F238E27FC236}">
                  <a16:creationId xmlns:a16="http://schemas.microsoft.com/office/drawing/2014/main" id="{33D1E2DF-601A-46AA-989D-CB402BD87CE2}"/>
                </a:ext>
              </a:extLst>
            </p:cNvPr>
            <p:cNvSpPr/>
            <p:nvPr/>
          </p:nvSpPr>
          <p:spPr>
            <a:xfrm rot="10800000">
              <a:off x="5982976" y="1734447"/>
              <a:ext cx="1429432" cy="1952078"/>
            </a:xfrm>
            <a:custGeom>
              <a:avLst/>
              <a:gdLst>
                <a:gd name="connsiteX0" fmla="*/ 0 w 1449013"/>
                <a:gd name="connsiteY0" fmla="*/ 1444024 h 1952424"/>
                <a:gd name="connsiteX1" fmla="*/ 0 w 1449013"/>
                <a:gd name="connsiteY1" fmla="*/ 967858 h 1952424"/>
                <a:gd name="connsiteX2" fmla="*/ 427338 w 1449013"/>
                <a:gd name="connsiteY2" fmla="*/ 719582 h 1952424"/>
                <a:gd name="connsiteX3" fmla="*/ 141381 w 1449013"/>
                <a:gd name="connsiteY3" fmla="*/ 433619 h 1952424"/>
                <a:gd name="connsiteX4" fmla="*/ 0 w 1449013"/>
                <a:gd name="connsiteY4" fmla="*/ 471304 h 1952424"/>
                <a:gd name="connsiteX5" fmla="*/ 0 w 1449013"/>
                <a:gd name="connsiteY5" fmla="*/ 0 h 1952424"/>
                <a:gd name="connsiteX6" fmla="*/ 1449013 w 1449013"/>
                <a:gd name="connsiteY6" fmla="*/ 0 h 1952424"/>
                <a:gd name="connsiteX7" fmla="*/ 1449013 w 1449013"/>
                <a:gd name="connsiteY7" fmla="*/ 466693 h 1952424"/>
                <a:gd name="connsiteX8" fmla="*/ 1317742 w 1449013"/>
                <a:gd name="connsiteY8" fmla="*/ 433619 h 1952424"/>
                <a:gd name="connsiteX9" fmla="*/ 1031784 w 1449013"/>
                <a:gd name="connsiteY9" fmla="*/ 719582 h 1952424"/>
                <a:gd name="connsiteX10" fmla="*/ 1317742 w 1449013"/>
                <a:gd name="connsiteY10" fmla="*/ 1005545 h 1952424"/>
                <a:gd name="connsiteX11" fmla="*/ 1449013 w 1449013"/>
                <a:gd name="connsiteY11" fmla="*/ 972471 h 1952424"/>
                <a:gd name="connsiteX12" fmla="*/ 1449013 w 1449013"/>
                <a:gd name="connsiteY12" fmla="*/ 1444024 h 1952424"/>
                <a:gd name="connsiteX13" fmla="*/ 857954 w 1449013"/>
                <a:gd name="connsiteY13" fmla="*/ 1444024 h 1952424"/>
                <a:gd name="connsiteX14" fmla="*/ 857954 w 1449013"/>
                <a:gd name="connsiteY14" fmla="*/ 1542797 h 1952424"/>
                <a:gd name="connsiteX15" fmla="*/ 953273 w 1449013"/>
                <a:gd name="connsiteY15" fmla="*/ 1723653 h 1952424"/>
                <a:gd name="connsiteX16" fmla="*/ 724507 w 1449013"/>
                <a:gd name="connsiteY16" fmla="*/ 1952424 h 1952424"/>
                <a:gd name="connsiteX17" fmla="*/ 495741 w 1449013"/>
                <a:gd name="connsiteY17" fmla="*/ 1723653 h 1952424"/>
                <a:gd name="connsiteX18" fmla="*/ 591060 w 1449013"/>
                <a:gd name="connsiteY18" fmla="*/ 1542797 h 1952424"/>
                <a:gd name="connsiteX19" fmla="*/ 591060 w 1449013"/>
                <a:gd name="connsiteY19" fmla="*/ 1444024 h 1952424"/>
                <a:gd name="connsiteX20" fmla="*/ 0 w 1449013"/>
                <a:gd name="connsiteY20" fmla="*/ 1444024 h 1952424"/>
                <a:gd name="connsiteX0" fmla="*/ 0 w 1449013"/>
                <a:gd name="connsiteY0" fmla="*/ 1444024 h 1952424"/>
                <a:gd name="connsiteX1" fmla="*/ 0 w 1449013"/>
                <a:gd name="connsiteY1" fmla="*/ 967858 h 1952424"/>
                <a:gd name="connsiteX2" fmla="*/ 141381 w 1449013"/>
                <a:gd name="connsiteY2" fmla="*/ 433619 h 1952424"/>
                <a:gd name="connsiteX3" fmla="*/ 0 w 1449013"/>
                <a:gd name="connsiteY3" fmla="*/ 471304 h 1952424"/>
                <a:gd name="connsiteX4" fmla="*/ 0 w 1449013"/>
                <a:gd name="connsiteY4" fmla="*/ 0 h 1952424"/>
                <a:gd name="connsiteX5" fmla="*/ 1449013 w 1449013"/>
                <a:gd name="connsiteY5" fmla="*/ 0 h 1952424"/>
                <a:gd name="connsiteX6" fmla="*/ 1449013 w 1449013"/>
                <a:gd name="connsiteY6" fmla="*/ 466693 h 1952424"/>
                <a:gd name="connsiteX7" fmla="*/ 1317742 w 1449013"/>
                <a:gd name="connsiteY7" fmla="*/ 433619 h 1952424"/>
                <a:gd name="connsiteX8" fmla="*/ 1031784 w 1449013"/>
                <a:gd name="connsiteY8" fmla="*/ 719582 h 1952424"/>
                <a:gd name="connsiteX9" fmla="*/ 1317742 w 1449013"/>
                <a:gd name="connsiteY9" fmla="*/ 1005545 h 1952424"/>
                <a:gd name="connsiteX10" fmla="*/ 1449013 w 1449013"/>
                <a:gd name="connsiteY10" fmla="*/ 972471 h 1952424"/>
                <a:gd name="connsiteX11" fmla="*/ 1449013 w 1449013"/>
                <a:gd name="connsiteY11" fmla="*/ 1444024 h 1952424"/>
                <a:gd name="connsiteX12" fmla="*/ 857954 w 1449013"/>
                <a:gd name="connsiteY12" fmla="*/ 1444024 h 1952424"/>
                <a:gd name="connsiteX13" fmla="*/ 857954 w 1449013"/>
                <a:gd name="connsiteY13" fmla="*/ 1542797 h 1952424"/>
                <a:gd name="connsiteX14" fmla="*/ 953273 w 1449013"/>
                <a:gd name="connsiteY14" fmla="*/ 1723653 h 1952424"/>
                <a:gd name="connsiteX15" fmla="*/ 724507 w 1449013"/>
                <a:gd name="connsiteY15" fmla="*/ 1952424 h 1952424"/>
                <a:gd name="connsiteX16" fmla="*/ 495741 w 1449013"/>
                <a:gd name="connsiteY16" fmla="*/ 1723653 h 1952424"/>
                <a:gd name="connsiteX17" fmla="*/ 591060 w 1449013"/>
                <a:gd name="connsiteY17" fmla="*/ 1542797 h 1952424"/>
                <a:gd name="connsiteX18" fmla="*/ 591060 w 1449013"/>
                <a:gd name="connsiteY18" fmla="*/ 1444024 h 1952424"/>
                <a:gd name="connsiteX19" fmla="*/ 0 w 1449013"/>
                <a:gd name="connsiteY19" fmla="*/ 1444024 h 1952424"/>
                <a:gd name="connsiteX0" fmla="*/ 0 w 1449013"/>
                <a:gd name="connsiteY0" fmla="*/ 1444024 h 1952424"/>
                <a:gd name="connsiteX1" fmla="*/ 0 w 1449013"/>
                <a:gd name="connsiteY1" fmla="*/ 967858 h 1952424"/>
                <a:gd name="connsiteX2" fmla="*/ 0 w 1449013"/>
                <a:gd name="connsiteY2" fmla="*/ 471304 h 1952424"/>
                <a:gd name="connsiteX3" fmla="*/ 0 w 1449013"/>
                <a:gd name="connsiteY3" fmla="*/ 0 h 1952424"/>
                <a:gd name="connsiteX4" fmla="*/ 1449013 w 1449013"/>
                <a:gd name="connsiteY4" fmla="*/ 0 h 1952424"/>
                <a:gd name="connsiteX5" fmla="*/ 1449013 w 1449013"/>
                <a:gd name="connsiteY5" fmla="*/ 466693 h 1952424"/>
                <a:gd name="connsiteX6" fmla="*/ 1317742 w 1449013"/>
                <a:gd name="connsiteY6" fmla="*/ 433619 h 1952424"/>
                <a:gd name="connsiteX7" fmla="*/ 1031784 w 1449013"/>
                <a:gd name="connsiteY7" fmla="*/ 719582 h 1952424"/>
                <a:gd name="connsiteX8" fmla="*/ 1317742 w 1449013"/>
                <a:gd name="connsiteY8" fmla="*/ 1005545 h 1952424"/>
                <a:gd name="connsiteX9" fmla="*/ 1449013 w 1449013"/>
                <a:gd name="connsiteY9" fmla="*/ 972471 h 1952424"/>
                <a:gd name="connsiteX10" fmla="*/ 1449013 w 1449013"/>
                <a:gd name="connsiteY10" fmla="*/ 1444024 h 1952424"/>
                <a:gd name="connsiteX11" fmla="*/ 857954 w 1449013"/>
                <a:gd name="connsiteY11" fmla="*/ 1444024 h 1952424"/>
                <a:gd name="connsiteX12" fmla="*/ 857954 w 1449013"/>
                <a:gd name="connsiteY12" fmla="*/ 1542797 h 1952424"/>
                <a:gd name="connsiteX13" fmla="*/ 953273 w 1449013"/>
                <a:gd name="connsiteY13" fmla="*/ 1723653 h 1952424"/>
                <a:gd name="connsiteX14" fmla="*/ 724507 w 1449013"/>
                <a:gd name="connsiteY14" fmla="*/ 1952424 h 1952424"/>
                <a:gd name="connsiteX15" fmla="*/ 495741 w 1449013"/>
                <a:gd name="connsiteY15" fmla="*/ 1723653 h 1952424"/>
                <a:gd name="connsiteX16" fmla="*/ 591060 w 1449013"/>
                <a:gd name="connsiteY16" fmla="*/ 1542797 h 1952424"/>
                <a:gd name="connsiteX17" fmla="*/ 591060 w 1449013"/>
                <a:gd name="connsiteY17" fmla="*/ 1444024 h 1952424"/>
                <a:gd name="connsiteX18" fmla="*/ 0 w 1449013"/>
                <a:gd name="connsiteY18" fmla="*/ 1444024 h 1952424"/>
                <a:gd name="connsiteX0" fmla="*/ 0 w 1449013"/>
                <a:gd name="connsiteY0" fmla="*/ 1444024 h 1952424"/>
                <a:gd name="connsiteX1" fmla="*/ 0 w 1449013"/>
                <a:gd name="connsiteY1" fmla="*/ 967858 h 1952424"/>
                <a:gd name="connsiteX2" fmla="*/ 0 w 1449013"/>
                <a:gd name="connsiteY2" fmla="*/ 0 h 1952424"/>
                <a:gd name="connsiteX3" fmla="*/ 1449013 w 1449013"/>
                <a:gd name="connsiteY3" fmla="*/ 0 h 1952424"/>
                <a:gd name="connsiteX4" fmla="*/ 1449013 w 1449013"/>
                <a:gd name="connsiteY4" fmla="*/ 466693 h 1952424"/>
                <a:gd name="connsiteX5" fmla="*/ 1317742 w 1449013"/>
                <a:gd name="connsiteY5" fmla="*/ 433619 h 1952424"/>
                <a:gd name="connsiteX6" fmla="*/ 1031784 w 1449013"/>
                <a:gd name="connsiteY6" fmla="*/ 719582 h 1952424"/>
                <a:gd name="connsiteX7" fmla="*/ 1317742 w 1449013"/>
                <a:gd name="connsiteY7" fmla="*/ 1005545 h 1952424"/>
                <a:gd name="connsiteX8" fmla="*/ 1449013 w 1449013"/>
                <a:gd name="connsiteY8" fmla="*/ 972471 h 1952424"/>
                <a:gd name="connsiteX9" fmla="*/ 1449013 w 1449013"/>
                <a:gd name="connsiteY9" fmla="*/ 1444024 h 1952424"/>
                <a:gd name="connsiteX10" fmla="*/ 857954 w 1449013"/>
                <a:gd name="connsiteY10" fmla="*/ 1444024 h 1952424"/>
                <a:gd name="connsiteX11" fmla="*/ 857954 w 1449013"/>
                <a:gd name="connsiteY11" fmla="*/ 1542797 h 1952424"/>
                <a:gd name="connsiteX12" fmla="*/ 953273 w 1449013"/>
                <a:gd name="connsiteY12" fmla="*/ 1723653 h 1952424"/>
                <a:gd name="connsiteX13" fmla="*/ 724507 w 1449013"/>
                <a:gd name="connsiteY13" fmla="*/ 1952424 h 1952424"/>
                <a:gd name="connsiteX14" fmla="*/ 495741 w 1449013"/>
                <a:gd name="connsiteY14" fmla="*/ 1723653 h 1952424"/>
                <a:gd name="connsiteX15" fmla="*/ 591060 w 1449013"/>
                <a:gd name="connsiteY15" fmla="*/ 1542797 h 1952424"/>
                <a:gd name="connsiteX16" fmla="*/ 591060 w 1449013"/>
                <a:gd name="connsiteY16" fmla="*/ 1444024 h 1952424"/>
                <a:gd name="connsiteX17" fmla="*/ 0 w 1449013"/>
                <a:gd name="connsiteY17" fmla="*/ 1444024 h 1952424"/>
                <a:gd name="connsiteX0" fmla="*/ 0 w 1449013"/>
                <a:gd name="connsiteY0" fmla="*/ 1444024 h 1952424"/>
                <a:gd name="connsiteX1" fmla="*/ 0 w 1449013"/>
                <a:gd name="connsiteY1" fmla="*/ 0 h 1952424"/>
                <a:gd name="connsiteX2" fmla="*/ 1449013 w 1449013"/>
                <a:gd name="connsiteY2" fmla="*/ 0 h 1952424"/>
                <a:gd name="connsiteX3" fmla="*/ 1449013 w 1449013"/>
                <a:gd name="connsiteY3" fmla="*/ 466693 h 1952424"/>
                <a:gd name="connsiteX4" fmla="*/ 1317742 w 1449013"/>
                <a:gd name="connsiteY4" fmla="*/ 433619 h 1952424"/>
                <a:gd name="connsiteX5" fmla="*/ 1031784 w 1449013"/>
                <a:gd name="connsiteY5" fmla="*/ 719582 h 1952424"/>
                <a:gd name="connsiteX6" fmla="*/ 1317742 w 1449013"/>
                <a:gd name="connsiteY6" fmla="*/ 1005545 h 1952424"/>
                <a:gd name="connsiteX7" fmla="*/ 1449013 w 1449013"/>
                <a:gd name="connsiteY7" fmla="*/ 972471 h 1952424"/>
                <a:gd name="connsiteX8" fmla="*/ 1449013 w 1449013"/>
                <a:gd name="connsiteY8" fmla="*/ 1444024 h 1952424"/>
                <a:gd name="connsiteX9" fmla="*/ 857954 w 1449013"/>
                <a:gd name="connsiteY9" fmla="*/ 1444024 h 1952424"/>
                <a:gd name="connsiteX10" fmla="*/ 857954 w 1449013"/>
                <a:gd name="connsiteY10" fmla="*/ 1542797 h 1952424"/>
                <a:gd name="connsiteX11" fmla="*/ 953273 w 1449013"/>
                <a:gd name="connsiteY11" fmla="*/ 1723653 h 1952424"/>
                <a:gd name="connsiteX12" fmla="*/ 724507 w 1449013"/>
                <a:gd name="connsiteY12" fmla="*/ 1952424 h 1952424"/>
                <a:gd name="connsiteX13" fmla="*/ 495741 w 1449013"/>
                <a:gd name="connsiteY13" fmla="*/ 1723653 h 1952424"/>
                <a:gd name="connsiteX14" fmla="*/ 591060 w 1449013"/>
                <a:gd name="connsiteY14" fmla="*/ 1542797 h 1952424"/>
                <a:gd name="connsiteX15" fmla="*/ 591060 w 1449013"/>
                <a:gd name="connsiteY15" fmla="*/ 1444024 h 1952424"/>
                <a:gd name="connsiteX16" fmla="*/ 0 w 1449013"/>
                <a:gd name="connsiteY16" fmla="*/ 1444024 h 1952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449013" h="1952424">
                  <a:moveTo>
                    <a:pt x="0" y="1444024"/>
                  </a:moveTo>
                  <a:lnTo>
                    <a:pt x="0" y="0"/>
                  </a:lnTo>
                  <a:lnTo>
                    <a:pt x="1449013" y="0"/>
                  </a:lnTo>
                  <a:lnTo>
                    <a:pt x="1449013" y="466693"/>
                  </a:lnTo>
                  <a:cubicBezTo>
                    <a:pt x="1410107" y="445218"/>
                    <a:pt x="1365278" y="433619"/>
                    <a:pt x="1317742" y="433619"/>
                  </a:cubicBezTo>
                  <a:cubicBezTo>
                    <a:pt x="1159811" y="433619"/>
                    <a:pt x="1031784" y="561649"/>
                    <a:pt x="1031784" y="719582"/>
                  </a:cubicBezTo>
                  <a:cubicBezTo>
                    <a:pt x="1031784" y="877515"/>
                    <a:pt x="1159811" y="1005545"/>
                    <a:pt x="1317742" y="1005545"/>
                  </a:cubicBezTo>
                  <a:cubicBezTo>
                    <a:pt x="1365278" y="1005545"/>
                    <a:pt x="1410107" y="993945"/>
                    <a:pt x="1449013" y="972471"/>
                  </a:cubicBezTo>
                  <a:lnTo>
                    <a:pt x="1449013" y="1444024"/>
                  </a:lnTo>
                  <a:lnTo>
                    <a:pt x="857954" y="1444024"/>
                  </a:lnTo>
                  <a:lnTo>
                    <a:pt x="857954" y="1542797"/>
                  </a:lnTo>
                  <a:cubicBezTo>
                    <a:pt x="916718" y="1581228"/>
                    <a:pt x="953273" y="1648172"/>
                    <a:pt x="953273" y="1723653"/>
                  </a:cubicBezTo>
                  <a:cubicBezTo>
                    <a:pt x="953273" y="1850000"/>
                    <a:pt x="850851" y="1952424"/>
                    <a:pt x="724507" y="1952424"/>
                  </a:cubicBezTo>
                  <a:cubicBezTo>
                    <a:pt x="598162" y="1952424"/>
                    <a:pt x="495741" y="1850000"/>
                    <a:pt x="495741" y="1723653"/>
                  </a:cubicBezTo>
                  <a:cubicBezTo>
                    <a:pt x="495741" y="1648172"/>
                    <a:pt x="532295" y="1581228"/>
                    <a:pt x="591060" y="1542797"/>
                  </a:cubicBezTo>
                  <a:lnTo>
                    <a:pt x="591060" y="1444024"/>
                  </a:lnTo>
                  <a:lnTo>
                    <a:pt x="0" y="1444024"/>
                  </a:lnTo>
                  <a:close/>
                </a:path>
              </a:pathLst>
            </a:custGeom>
            <a:solidFill>
              <a:schemeClr val="accent4"/>
            </a:solidFill>
            <a:ln w="6350">
              <a:gradFill>
                <a:gsLst>
                  <a:gs pos="0">
                    <a:schemeClr val="bg1"/>
                  </a:gs>
                  <a:gs pos="100000">
                    <a:schemeClr val="accent1">
                      <a:tint val="23500"/>
                      <a:satMod val="160000"/>
                      <a:alpha val="0"/>
                    </a:schemeClr>
                  </a:gs>
                </a:gsLst>
                <a:lin ang="156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80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4055B1D-64A8-46E1-9552-A7866D9CFAE3}"/>
                </a:ext>
              </a:extLst>
            </p:cNvPr>
            <p:cNvSpPr txBox="1"/>
            <p:nvPr/>
          </p:nvSpPr>
          <p:spPr>
            <a:xfrm>
              <a:off x="1331323" y="2807707"/>
              <a:ext cx="1345760" cy="3026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ko-KR" altLang="en-US" sz="16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A883D93-6529-40B6-B1D7-6F720545B253}"/>
                </a:ext>
              </a:extLst>
            </p:cNvPr>
            <p:cNvSpPr txBox="1"/>
            <p:nvPr/>
          </p:nvSpPr>
          <p:spPr>
            <a:xfrm>
              <a:off x="2896441" y="3320012"/>
              <a:ext cx="1345760" cy="3026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ko-KR" altLang="en-US" sz="16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8493B80-0C2B-40C5-AC9A-7C696B851453}"/>
                </a:ext>
              </a:extLst>
            </p:cNvPr>
            <p:cNvSpPr txBox="1"/>
            <p:nvPr/>
          </p:nvSpPr>
          <p:spPr>
            <a:xfrm>
              <a:off x="4461559" y="2807707"/>
              <a:ext cx="1345760" cy="3026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ko-KR" altLang="en-US" sz="16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54E055D-8597-4002-B7F0-35F84BF1BE70}"/>
                </a:ext>
              </a:extLst>
            </p:cNvPr>
            <p:cNvSpPr txBox="1"/>
            <p:nvPr/>
          </p:nvSpPr>
          <p:spPr>
            <a:xfrm>
              <a:off x="6024812" y="3320012"/>
              <a:ext cx="1345760" cy="3026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ko-KR" altLang="en-US" sz="16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4171A07-4354-4979-BC3D-094AD60577E6}"/>
              </a:ext>
            </a:extLst>
          </p:cNvPr>
          <p:cNvGrpSpPr/>
          <p:nvPr/>
        </p:nvGrpSpPr>
        <p:grpSpPr>
          <a:xfrm>
            <a:off x="5301276" y="4538370"/>
            <a:ext cx="1580988" cy="1560749"/>
            <a:chOff x="3890020" y="1647850"/>
            <a:chExt cx="1381696" cy="1364008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39EF840-9B8A-4A66-A5EC-37B3AC31B93C}"/>
                </a:ext>
              </a:extLst>
            </p:cNvPr>
            <p:cNvSpPr/>
            <p:nvPr/>
          </p:nvSpPr>
          <p:spPr>
            <a:xfrm>
              <a:off x="4613844" y="1647850"/>
              <a:ext cx="657872" cy="65787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9A44F87-FB0C-4E47-94FC-6EA4B2E78DBB}"/>
                </a:ext>
              </a:extLst>
            </p:cNvPr>
            <p:cNvSpPr/>
            <p:nvPr/>
          </p:nvSpPr>
          <p:spPr>
            <a:xfrm>
              <a:off x="3890020" y="2353986"/>
              <a:ext cx="657872" cy="65787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C77FCDD1-0A31-4DD4-8529-75669B064651}"/>
                </a:ext>
              </a:extLst>
            </p:cNvPr>
            <p:cNvGrpSpPr/>
            <p:nvPr/>
          </p:nvGrpSpPr>
          <p:grpSpPr>
            <a:xfrm>
              <a:off x="3890020" y="1647850"/>
              <a:ext cx="1381696" cy="1364008"/>
              <a:chOff x="3890020" y="1647850"/>
              <a:chExt cx="1381696" cy="1364008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B997529E-CFC5-4D64-A1AD-48C46421668A}"/>
                  </a:ext>
                </a:extLst>
              </p:cNvPr>
              <p:cNvSpPr/>
              <p:nvPr/>
            </p:nvSpPr>
            <p:spPr>
              <a:xfrm>
                <a:off x="3890020" y="1647850"/>
                <a:ext cx="657872" cy="65787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800AADEA-836A-4080-8C91-EECA699E5733}"/>
                  </a:ext>
                </a:extLst>
              </p:cNvPr>
              <p:cNvSpPr/>
              <p:nvPr/>
            </p:nvSpPr>
            <p:spPr>
              <a:xfrm>
                <a:off x="4613844" y="2353986"/>
                <a:ext cx="657872" cy="657872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30" name="Rounded Rectangle 10">
            <a:extLst>
              <a:ext uri="{FF2B5EF4-FFF2-40B4-BE49-F238E27FC236}">
                <a16:creationId xmlns:a16="http://schemas.microsoft.com/office/drawing/2014/main" id="{CDFF1B68-CDA8-4000-9E6B-BBC1CC0DF6B5}"/>
              </a:ext>
            </a:extLst>
          </p:cNvPr>
          <p:cNvSpPr/>
          <p:nvPr/>
        </p:nvSpPr>
        <p:spPr>
          <a:xfrm>
            <a:off x="5545033" y="5565030"/>
            <a:ext cx="254160" cy="336352"/>
          </a:xfrm>
          <a:custGeom>
            <a:avLst/>
            <a:gdLst/>
            <a:ahLst/>
            <a:cxnLst/>
            <a:rect l="l" t="t" r="r" b="b"/>
            <a:pathLst>
              <a:path w="2448272" h="3240000">
                <a:moveTo>
                  <a:pt x="1358676" y="2676152"/>
                </a:moveTo>
                <a:cubicBezTo>
                  <a:pt x="1327753" y="2676152"/>
                  <a:pt x="1302685" y="2701220"/>
                  <a:pt x="1302685" y="2732143"/>
                </a:cubicBezTo>
                <a:lnTo>
                  <a:pt x="1302685" y="2956101"/>
                </a:lnTo>
                <a:cubicBezTo>
                  <a:pt x="1302685" y="2987024"/>
                  <a:pt x="1327753" y="3012092"/>
                  <a:pt x="1358676" y="3012092"/>
                </a:cubicBezTo>
                <a:lnTo>
                  <a:pt x="1582634" y="3012092"/>
                </a:lnTo>
                <a:cubicBezTo>
                  <a:pt x="1613557" y="3012092"/>
                  <a:pt x="1638625" y="2987024"/>
                  <a:pt x="1638625" y="2956101"/>
                </a:cubicBezTo>
                <a:lnTo>
                  <a:pt x="1638625" y="2732143"/>
                </a:lnTo>
                <a:cubicBezTo>
                  <a:pt x="1638625" y="2701220"/>
                  <a:pt x="1613557" y="2676152"/>
                  <a:pt x="1582634" y="2676152"/>
                </a:cubicBezTo>
                <a:close/>
                <a:moveTo>
                  <a:pt x="837062" y="2676152"/>
                </a:moveTo>
                <a:cubicBezTo>
                  <a:pt x="806139" y="2676152"/>
                  <a:pt x="781071" y="2701220"/>
                  <a:pt x="781071" y="2732143"/>
                </a:cubicBezTo>
                <a:lnTo>
                  <a:pt x="781071" y="2956101"/>
                </a:lnTo>
                <a:cubicBezTo>
                  <a:pt x="781071" y="2987024"/>
                  <a:pt x="806139" y="3012092"/>
                  <a:pt x="837062" y="3012092"/>
                </a:cubicBezTo>
                <a:lnTo>
                  <a:pt x="1061020" y="3012092"/>
                </a:lnTo>
                <a:cubicBezTo>
                  <a:pt x="1091943" y="3012092"/>
                  <a:pt x="1117011" y="2987024"/>
                  <a:pt x="1117011" y="2956101"/>
                </a:cubicBezTo>
                <a:lnTo>
                  <a:pt x="1117011" y="2732143"/>
                </a:lnTo>
                <a:cubicBezTo>
                  <a:pt x="1117011" y="2701220"/>
                  <a:pt x="1091943" y="2676152"/>
                  <a:pt x="1061020" y="2676152"/>
                </a:cubicBezTo>
                <a:close/>
                <a:moveTo>
                  <a:pt x="315448" y="2676152"/>
                </a:moveTo>
                <a:cubicBezTo>
                  <a:pt x="284525" y="2676152"/>
                  <a:pt x="259457" y="2701220"/>
                  <a:pt x="259457" y="2732143"/>
                </a:cubicBezTo>
                <a:lnTo>
                  <a:pt x="259457" y="2956101"/>
                </a:lnTo>
                <a:cubicBezTo>
                  <a:pt x="259457" y="2987024"/>
                  <a:pt x="284525" y="3012092"/>
                  <a:pt x="315448" y="3012092"/>
                </a:cubicBezTo>
                <a:lnTo>
                  <a:pt x="539406" y="3012092"/>
                </a:lnTo>
                <a:cubicBezTo>
                  <a:pt x="570329" y="3012092"/>
                  <a:pt x="595397" y="2987024"/>
                  <a:pt x="595397" y="2956101"/>
                </a:cubicBezTo>
                <a:lnTo>
                  <a:pt x="595397" y="2732143"/>
                </a:lnTo>
                <a:cubicBezTo>
                  <a:pt x="595397" y="2701220"/>
                  <a:pt x="570329" y="2676152"/>
                  <a:pt x="539406" y="2676152"/>
                </a:cubicBezTo>
                <a:close/>
                <a:moveTo>
                  <a:pt x="1880291" y="2179832"/>
                </a:moveTo>
                <a:cubicBezTo>
                  <a:pt x="1849368" y="2179832"/>
                  <a:pt x="1824300" y="2204900"/>
                  <a:pt x="1824300" y="2235823"/>
                </a:cubicBezTo>
                <a:lnTo>
                  <a:pt x="1824300" y="2956101"/>
                </a:lnTo>
                <a:cubicBezTo>
                  <a:pt x="1824300" y="2987024"/>
                  <a:pt x="1849368" y="3012092"/>
                  <a:pt x="1880291" y="3012092"/>
                </a:cubicBezTo>
                <a:lnTo>
                  <a:pt x="2104249" y="3012092"/>
                </a:lnTo>
                <a:cubicBezTo>
                  <a:pt x="2135172" y="3012092"/>
                  <a:pt x="2160240" y="2987024"/>
                  <a:pt x="2160240" y="2956101"/>
                </a:cubicBezTo>
                <a:lnTo>
                  <a:pt x="2160240" y="2235823"/>
                </a:lnTo>
                <a:cubicBezTo>
                  <a:pt x="2160240" y="2204900"/>
                  <a:pt x="2135172" y="2179832"/>
                  <a:pt x="2104249" y="2179832"/>
                </a:cubicBezTo>
                <a:close/>
                <a:moveTo>
                  <a:pt x="1358676" y="2179832"/>
                </a:moveTo>
                <a:cubicBezTo>
                  <a:pt x="1327753" y="2179832"/>
                  <a:pt x="1302685" y="2204900"/>
                  <a:pt x="1302685" y="2235823"/>
                </a:cubicBezTo>
                <a:lnTo>
                  <a:pt x="1302685" y="2459781"/>
                </a:lnTo>
                <a:cubicBezTo>
                  <a:pt x="1302685" y="2490704"/>
                  <a:pt x="1327753" y="2515772"/>
                  <a:pt x="1358676" y="2515772"/>
                </a:cubicBezTo>
                <a:lnTo>
                  <a:pt x="1582634" y="2515772"/>
                </a:lnTo>
                <a:cubicBezTo>
                  <a:pt x="1613557" y="2515772"/>
                  <a:pt x="1638625" y="2490704"/>
                  <a:pt x="1638625" y="2459781"/>
                </a:cubicBezTo>
                <a:lnTo>
                  <a:pt x="1638625" y="2235823"/>
                </a:lnTo>
                <a:cubicBezTo>
                  <a:pt x="1638625" y="2204900"/>
                  <a:pt x="1613557" y="2179832"/>
                  <a:pt x="1582634" y="2179832"/>
                </a:cubicBezTo>
                <a:close/>
                <a:moveTo>
                  <a:pt x="837062" y="2179832"/>
                </a:moveTo>
                <a:cubicBezTo>
                  <a:pt x="806139" y="2179832"/>
                  <a:pt x="781071" y="2204900"/>
                  <a:pt x="781071" y="2235823"/>
                </a:cubicBezTo>
                <a:lnTo>
                  <a:pt x="781071" y="2459781"/>
                </a:lnTo>
                <a:cubicBezTo>
                  <a:pt x="781071" y="2490704"/>
                  <a:pt x="806139" y="2515772"/>
                  <a:pt x="837062" y="2515772"/>
                </a:cubicBezTo>
                <a:lnTo>
                  <a:pt x="1061020" y="2515772"/>
                </a:lnTo>
                <a:cubicBezTo>
                  <a:pt x="1091943" y="2515772"/>
                  <a:pt x="1117011" y="2490704"/>
                  <a:pt x="1117011" y="2459781"/>
                </a:cubicBezTo>
                <a:lnTo>
                  <a:pt x="1117011" y="2235823"/>
                </a:lnTo>
                <a:cubicBezTo>
                  <a:pt x="1117011" y="2204900"/>
                  <a:pt x="1091943" y="2179832"/>
                  <a:pt x="1061020" y="2179832"/>
                </a:cubicBezTo>
                <a:close/>
                <a:moveTo>
                  <a:pt x="315448" y="2179832"/>
                </a:moveTo>
                <a:cubicBezTo>
                  <a:pt x="284525" y="2179832"/>
                  <a:pt x="259457" y="2204900"/>
                  <a:pt x="259457" y="2235823"/>
                </a:cubicBezTo>
                <a:lnTo>
                  <a:pt x="259457" y="2459781"/>
                </a:lnTo>
                <a:cubicBezTo>
                  <a:pt x="259457" y="2490704"/>
                  <a:pt x="284525" y="2515772"/>
                  <a:pt x="315448" y="2515772"/>
                </a:cubicBezTo>
                <a:lnTo>
                  <a:pt x="539406" y="2515772"/>
                </a:lnTo>
                <a:cubicBezTo>
                  <a:pt x="570329" y="2515772"/>
                  <a:pt x="595397" y="2490704"/>
                  <a:pt x="595397" y="2459781"/>
                </a:cubicBezTo>
                <a:lnTo>
                  <a:pt x="595397" y="2235823"/>
                </a:lnTo>
                <a:cubicBezTo>
                  <a:pt x="595397" y="2204900"/>
                  <a:pt x="570329" y="2179832"/>
                  <a:pt x="539406" y="2179832"/>
                </a:cubicBezTo>
                <a:close/>
                <a:moveTo>
                  <a:pt x="1880291" y="1683512"/>
                </a:moveTo>
                <a:cubicBezTo>
                  <a:pt x="1849368" y="1683512"/>
                  <a:pt x="1824300" y="1708580"/>
                  <a:pt x="1824300" y="1739503"/>
                </a:cubicBezTo>
                <a:lnTo>
                  <a:pt x="1824300" y="1963461"/>
                </a:lnTo>
                <a:cubicBezTo>
                  <a:pt x="1824300" y="1994384"/>
                  <a:pt x="1849368" y="2019452"/>
                  <a:pt x="1880291" y="2019452"/>
                </a:cubicBezTo>
                <a:lnTo>
                  <a:pt x="2104249" y="2019452"/>
                </a:lnTo>
                <a:cubicBezTo>
                  <a:pt x="2135172" y="2019452"/>
                  <a:pt x="2160240" y="1994384"/>
                  <a:pt x="2160240" y="1963461"/>
                </a:cubicBezTo>
                <a:lnTo>
                  <a:pt x="2160240" y="1739503"/>
                </a:lnTo>
                <a:cubicBezTo>
                  <a:pt x="2160240" y="1708580"/>
                  <a:pt x="2135172" y="1683512"/>
                  <a:pt x="2104249" y="1683512"/>
                </a:cubicBezTo>
                <a:close/>
                <a:moveTo>
                  <a:pt x="1358676" y="1683512"/>
                </a:moveTo>
                <a:cubicBezTo>
                  <a:pt x="1327753" y="1683512"/>
                  <a:pt x="1302685" y="1708580"/>
                  <a:pt x="1302685" y="1739503"/>
                </a:cubicBezTo>
                <a:lnTo>
                  <a:pt x="1302685" y="1963461"/>
                </a:lnTo>
                <a:cubicBezTo>
                  <a:pt x="1302685" y="1994384"/>
                  <a:pt x="1327753" y="2019452"/>
                  <a:pt x="1358676" y="2019452"/>
                </a:cubicBezTo>
                <a:lnTo>
                  <a:pt x="1582634" y="2019452"/>
                </a:lnTo>
                <a:cubicBezTo>
                  <a:pt x="1613557" y="2019452"/>
                  <a:pt x="1638625" y="1994384"/>
                  <a:pt x="1638625" y="1963461"/>
                </a:cubicBezTo>
                <a:lnTo>
                  <a:pt x="1638625" y="1739503"/>
                </a:lnTo>
                <a:cubicBezTo>
                  <a:pt x="1638625" y="1708580"/>
                  <a:pt x="1613557" y="1683512"/>
                  <a:pt x="1582634" y="1683512"/>
                </a:cubicBezTo>
                <a:close/>
                <a:moveTo>
                  <a:pt x="837062" y="1683512"/>
                </a:moveTo>
                <a:cubicBezTo>
                  <a:pt x="806139" y="1683512"/>
                  <a:pt x="781071" y="1708580"/>
                  <a:pt x="781071" y="1739503"/>
                </a:cubicBezTo>
                <a:lnTo>
                  <a:pt x="781071" y="1963461"/>
                </a:lnTo>
                <a:cubicBezTo>
                  <a:pt x="781071" y="1994384"/>
                  <a:pt x="806139" y="2019452"/>
                  <a:pt x="837062" y="2019452"/>
                </a:cubicBezTo>
                <a:lnTo>
                  <a:pt x="1061020" y="2019452"/>
                </a:lnTo>
                <a:cubicBezTo>
                  <a:pt x="1091943" y="2019452"/>
                  <a:pt x="1117011" y="1994384"/>
                  <a:pt x="1117011" y="1963461"/>
                </a:cubicBezTo>
                <a:lnTo>
                  <a:pt x="1117011" y="1739503"/>
                </a:lnTo>
                <a:cubicBezTo>
                  <a:pt x="1117011" y="1708580"/>
                  <a:pt x="1091943" y="1683512"/>
                  <a:pt x="1061020" y="1683512"/>
                </a:cubicBezTo>
                <a:close/>
                <a:moveTo>
                  <a:pt x="315448" y="1683512"/>
                </a:moveTo>
                <a:cubicBezTo>
                  <a:pt x="284525" y="1683512"/>
                  <a:pt x="259457" y="1708580"/>
                  <a:pt x="259457" y="1739503"/>
                </a:cubicBezTo>
                <a:lnTo>
                  <a:pt x="259457" y="1963461"/>
                </a:lnTo>
                <a:cubicBezTo>
                  <a:pt x="259457" y="1994384"/>
                  <a:pt x="284525" y="2019452"/>
                  <a:pt x="315448" y="2019452"/>
                </a:cubicBezTo>
                <a:lnTo>
                  <a:pt x="539406" y="2019452"/>
                </a:lnTo>
                <a:cubicBezTo>
                  <a:pt x="570329" y="2019452"/>
                  <a:pt x="595397" y="1994384"/>
                  <a:pt x="595397" y="1963461"/>
                </a:cubicBezTo>
                <a:lnTo>
                  <a:pt x="595397" y="1739503"/>
                </a:lnTo>
                <a:cubicBezTo>
                  <a:pt x="595397" y="1708580"/>
                  <a:pt x="570329" y="1683512"/>
                  <a:pt x="539406" y="1683512"/>
                </a:cubicBezTo>
                <a:close/>
                <a:moveTo>
                  <a:pt x="1880291" y="1187192"/>
                </a:moveTo>
                <a:cubicBezTo>
                  <a:pt x="1849368" y="1187192"/>
                  <a:pt x="1824300" y="1212260"/>
                  <a:pt x="1824300" y="1243183"/>
                </a:cubicBezTo>
                <a:lnTo>
                  <a:pt x="1824300" y="1467141"/>
                </a:lnTo>
                <a:cubicBezTo>
                  <a:pt x="1824300" y="1498064"/>
                  <a:pt x="1849368" y="1523132"/>
                  <a:pt x="1880291" y="1523132"/>
                </a:cubicBezTo>
                <a:lnTo>
                  <a:pt x="2104249" y="1523132"/>
                </a:lnTo>
                <a:cubicBezTo>
                  <a:pt x="2135172" y="1523132"/>
                  <a:pt x="2160240" y="1498064"/>
                  <a:pt x="2160240" y="1467141"/>
                </a:cubicBezTo>
                <a:lnTo>
                  <a:pt x="2160240" y="1243183"/>
                </a:lnTo>
                <a:cubicBezTo>
                  <a:pt x="2160240" y="1212260"/>
                  <a:pt x="2135172" y="1187192"/>
                  <a:pt x="2104249" y="1187192"/>
                </a:cubicBezTo>
                <a:close/>
                <a:moveTo>
                  <a:pt x="1358676" y="1187192"/>
                </a:moveTo>
                <a:cubicBezTo>
                  <a:pt x="1327753" y="1187192"/>
                  <a:pt x="1302685" y="1212260"/>
                  <a:pt x="1302685" y="1243183"/>
                </a:cubicBezTo>
                <a:lnTo>
                  <a:pt x="1302685" y="1467141"/>
                </a:lnTo>
                <a:cubicBezTo>
                  <a:pt x="1302685" y="1498064"/>
                  <a:pt x="1327753" y="1523132"/>
                  <a:pt x="1358676" y="1523132"/>
                </a:cubicBezTo>
                <a:lnTo>
                  <a:pt x="1582634" y="1523132"/>
                </a:lnTo>
                <a:cubicBezTo>
                  <a:pt x="1613557" y="1523132"/>
                  <a:pt x="1638625" y="1498064"/>
                  <a:pt x="1638625" y="1467141"/>
                </a:cubicBezTo>
                <a:lnTo>
                  <a:pt x="1638625" y="1243183"/>
                </a:lnTo>
                <a:cubicBezTo>
                  <a:pt x="1638625" y="1212260"/>
                  <a:pt x="1613557" y="1187192"/>
                  <a:pt x="1582634" y="1187192"/>
                </a:cubicBezTo>
                <a:close/>
                <a:moveTo>
                  <a:pt x="837062" y="1187192"/>
                </a:moveTo>
                <a:cubicBezTo>
                  <a:pt x="806139" y="1187192"/>
                  <a:pt x="781071" y="1212260"/>
                  <a:pt x="781071" y="1243183"/>
                </a:cubicBezTo>
                <a:lnTo>
                  <a:pt x="781071" y="1467141"/>
                </a:lnTo>
                <a:cubicBezTo>
                  <a:pt x="781071" y="1498064"/>
                  <a:pt x="806139" y="1523132"/>
                  <a:pt x="837062" y="1523132"/>
                </a:cubicBezTo>
                <a:lnTo>
                  <a:pt x="1061020" y="1523132"/>
                </a:lnTo>
                <a:cubicBezTo>
                  <a:pt x="1091943" y="1523132"/>
                  <a:pt x="1117011" y="1498064"/>
                  <a:pt x="1117011" y="1467141"/>
                </a:cubicBezTo>
                <a:lnTo>
                  <a:pt x="1117011" y="1243183"/>
                </a:lnTo>
                <a:cubicBezTo>
                  <a:pt x="1117011" y="1212260"/>
                  <a:pt x="1091943" y="1187192"/>
                  <a:pt x="1061020" y="1187192"/>
                </a:cubicBezTo>
                <a:close/>
                <a:moveTo>
                  <a:pt x="315448" y="1187192"/>
                </a:moveTo>
                <a:cubicBezTo>
                  <a:pt x="284525" y="1187192"/>
                  <a:pt x="259457" y="1212260"/>
                  <a:pt x="259457" y="1243183"/>
                </a:cubicBezTo>
                <a:lnTo>
                  <a:pt x="259457" y="1467141"/>
                </a:lnTo>
                <a:cubicBezTo>
                  <a:pt x="259457" y="1498064"/>
                  <a:pt x="284525" y="1523132"/>
                  <a:pt x="315448" y="1523132"/>
                </a:cubicBezTo>
                <a:lnTo>
                  <a:pt x="539406" y="1523132"/>
                </a:lnTo>
                <a:cubicBezTo>
                  <a:pt x="570329" y="1523132"/>
                  <a:pt x="595397" y="1498064"/>
                  <a:pt x="595397" y="1467141"/>
                </a:cubicBezTo>
                <a:lnTo>
                  <a:pt x="595397" y="1243183"/>
                </a:lnTo>
                <a:cubicBezTo>
                  <a:pt x="595397" y="1212260"/>
                  <a:pt x="570329" y="1187192"/>
                  <a:pt x="539406" y="1187192"/>
                </a:cubicBezTo>
                <a:close/>
                <a:moveTo>
                  <a:pt x="348041" y="163575"/>
                </a:moveTo>
                <a:cubicBezTo>
                  <a:pt x="275130" y="163575"/>
                  <a:pt x="216024" y="222681"/>
                  <a:pt x="216024" y="295592"/>
                </a:cubicBezTo>
                <a:lnTo>
                  <a:pt x="216024" y="823646"/>
                </a:lnTo>
                <a:cubicBezTo>
                  <a:pt x="216024" y="896557"/>
                  <a:pt x="275130" y="955663"/>
                  <a:pt x="348041" y="955663"/>
                </a:cubicBezTo>
                <a:lnTo>
                  <a:pt x="2100231" y="955663"/>
                </a:lnTo>
                <a:cubicBezTo>
                  <a:pt x="2173142" y="955663"/>
                  <a:pt x="2232248" y="896557"/>
                  <a:pt x="2232248" y="823646"/>
                </a:cubicBezTo>
                <a:lnTo>
                  <a:pt x="2232248" y="295592"/>
                </a:lnTo>
                <a:cubicBezTo>
                  <a:pt x="2232248" y="222681"/>
                  <a:pt x="2173142" y="163575"/>
                  <a:pt x="2100231" y="163575"/>
                </a:cubicBezTo>
                <a:close/>
                <a:moveTo>
                  <a:pt x="265172" y="0"/>
                </a:moveTo>
                <a:lnTo>
                  <a:pt x="2183100" y="0"/>
                </a:lnTo>
                <a:cubicBezTo>
                  <a:pt x="2329550" y="0"/>
                  <a:pt x="2448272" y="118722"/>
                  <a:pt x="2448272" y="265172"/>
                </a:cubicBezTo>
                <a:lnTo>
                  <a:pt x="2448272" y="2974828"/>
                </a:lnTo>
                <a:cubicBezTo>
                  <a:pt x="2448272" y="3121278"/>
                  <a:pt x="2329550" y="3240000"/>
                  <a:pt x="2183100" y="3240000"/>
                </a:cubicBezTo>
                <a:lnTo>
                  <a:pt x="265172" y="3240000"/>
                </a:lnTo>
                <a:cubicBezTo>
                  <a:pt x="118722" y="3240000"/>
                  <a:pt x="0" y="3121278"/>
                  <a:pt x="0" y="2974828"/>
                </a:cubicBezTo>
                <a:lnTo>
                  <a:pt x="0" y="265172"/>
                </a:lnTo>
                <a:cubicBezTo>
                  <a:pt x="0" y="118722"/>
                  <a:pt x="118722" y="0"/>
                  <a:pt x="26517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1" name="Rounded Rectangle 6">
            <a:extLst>
              <a:ext uri="{FF2B5EF4-FFF2-40B4-BE49-F238E27FC236}">
                <a16:creationId xmlns:a16="http://schemas.microsoft.com/office/drawing/2014/main" id="{6D1FDCA5-2080-4DE5-AF63-9DD3A3AFB9E2}"/>
              </a:ext>
            </a:extLst>
          </p:cNvPr>
          <p:cNvSpPr/>
          <p:nvPr/>
        </p:nvSpPr>
        <p:spPr>
          <a:xfrm>
            <a:off x="5500643" y="4762609"/>
            <a:ext cx="345998" cy="351772"/>
          </a:xfrm>
          <a:custGeom>
            <a:avLst/>
            <a:gdLst/>
            <a:ahLst/>
            <a:cxnLst/>
            <a:rect l="l" t="t" r="r" b="b"/>
            <a:pathLst>
              <a:path w="3186824" h="3060919">
                <a:moveTo>
                  <a:pt x="1045874" y="2696689"/>
                </a:moveTo>
                <a:lnTo>
                  <a:pt x="2125874" y="2696689"/>
                </a:lnTo>
                <a:lnTo>
                  <a:pt x="2125874" y="2804689"/>
                </a:lnTo>
                <a:lnTo>
                  <a:pt x="1045874" y="2804689"/>
                </a:lnTo>
                <a:close/>
                <a:moveTo>
                  <a:pt x="1045874" y="2410468"/>
                </a:moveTo>
                <a:lnTo>
                  <a:pt x="2125874" y="2410468"/>
                </a:lnTo>
                <a:lnTo>
                  <a:pt x="2125874" y="2518468"/>
                </a:lnTo>
                <a:lnTo>
                  <a:pt x="1045874" y="2518468"/>
                </a:lnTo>
                <a:close/>
                <a:moveTo>
                  <a:pt x="1045874" y="2124247"/>
                </a:moveTo>
                <a:lnTo>
                  <a:pt x="2125874" y="2124247"/>
                </a:lnTo>
                <a:lnTo>
                  <a:pt x="2125874" y="2232247"/>
                </a:lnTo>
                <a:lnTo>
                  <a:pt x="1045874" y="2232247"/>
                </a:lnTo>
                <a:close/>
                <a:moveTo>
                  <a:pt x="902547" y="1956791"/>
                </a:moveTo>
                <a:lnTo>
                  <a:pt x="902547" y="2109191"/>
                </a:lnTo>
                <a:lnTo>
                  <a:pt x="902547" y="2185391"/>
                </a:lnTo>
                <a:lnTo>
                  <a:pt x="902547" y="2376263"/>
                </a:lnTo>
                <a:lnTo>
                  <a:pt x="902547" y="2973921"/>
                </a:lnTo>
                <a:lnTo>
                  <a:pt x="2284277" y="2973921"/>
                </a:lnTo>
                <a:lnTo>
                  <a:pt x="2284277" y="2376263"/>
                </a:lnTo>
                <a:lnTo>
                  <a:pt x="2284277" y="2185391"/>
                </a:lnTo>
                <a:lnTo>
                  <a:pt x="2284277" y="2109191"/>
                </a:lnTo>
                <a:lnTo>
                  <a:pt x="2284277" y="1956791"/>
                </a:lnTo>
                <a:close/>
                <a:moveTo>
                  <a:pt x="469172" y="1728191"/>
                </a:moveTo>
                <a:lnTo>
                  <a:pt x="469172" y="2185391"/>
                </a:lnTo>
                <a:lnTo>
                  <a:pt x="767127" y="2185391"/>
                </a:lnTo>
                <a:lnTo>
                  <a:pt x="767127" y="2109191"/>
                </a:lnTo>
                <a:lnTo>
                  <a:pt x="545372" y="2109191"/>
                </a:lnTo>
                <a:lnTo>
                  <a:pt x="545372" y="1804391"/>
                </a:lnTo>
                <a:lnTo>
                  <a:pt x="2641452" y="1804391"/>
                </a:lnTo>
                <a:lnTo>
                  <a:pt x="2641452" y="2109191"/>
                </a:lnTo>
                <a:lnTo>
                  <a:pt x="2419697" y="2109191"/>
                </a:lnTo>
                <a:lnTo>
                  <a:pt x="2419697" y="2185391"/>
                </a:lnTo>
                <a:lnTo>
                  <a:pt x="2717652" y="2185391"/>
                </a:lnTo>
                <a:lnTo>
                  <a:pt x="2717652" y="1728191"/>
                </a:lnTo>
                <a:close/>
                <a:moveTo>
                  <a:pt x="2819005" y="1350909"/>
                </a:moveTo>
                <a:cubicBezTo>
                  <a:pt x="2769294" y="1350909"/>
                  <a:pt x="2728995" y="1391208"/>
                  <a:pt x="2728995" y="1440919"/>
                </a:cubicBezTo>
                <a:cubicBezTo>
                  <a:pt x="2728995" y="1490630"/>
                  <a:pt x="2769294" y="1530929"/>
                  <a:pt x="2819005" y="1530929"/>
                </a:cubicBezTo>
                <a:cubicBezTo>
                  <a:pt x="2868716" y="1530929"/>
                  <a:pt x="2909015" y="1490630"/>
                  <a:pt x="2909015" y="1440919"/>
                </a:cubicBezTo>
                <a:cubicBezTo>
                  <a:pt x="2909015" y="1391208"/>
                  <a:pt x="2868716" y="1350909"/>
                  <a:pt x="2819005" y="1350909"/>
                </a:cubicBezTo>
                <a:close/>
                <a:moveTo>
                  <a:pt x="2509707" y="1350909"/>
                </a:moveTo>
                <a:cubicBezTo>
                  <a:pt x="2459996" y="1350909"/>
                  <a:pt x="2419697" y="1391208"/>
                  <a:pt x="2419697" y="1440919"/>
                </a:cubicBezTo>
                <a:cubicBezTo>
                  <a:pt x="2419697" y="1490630"/>
                  <a:pt x="2459996" y="1530929"/>
                  <a:pt x="2509707" y="1530929"/>
                </a:cubicBezTo>
                <a:cubicBezTo>
                  <a:pt x="2559418" y="1530929"/>
                  <a:pt x="2599717" y="1490630"/>
                  <a:pt x="2599717" y="1440919"/>
                </a:cubicBezTo>
                <a:cubicBezTo>
                  <a:pt x="2599717" y="1391208"/>
                  <a:pt x="2559418" y="1350909"/>
                  <a:pt x="2509707" y="1350909"/>
                </a:cubicBezTo>
                <a:close/>
                <a:moveTo>
                  <a:pt x="195993" y="1200328"/>
                </a:moveTo>
                <a:lnTo>
                  <a:pt x="2990831" y="1200328"/>
                </a:lnTo>
                <a:cubicBezTo>
                  <a:pt x="3099075" y="1200328"/>
                  <a:pt x="3186824" y="1288077"/>
                  <a:pt x="3186824" y="1396321"/>
                </a:cubicBezTo>
                <a:lnTo>
                  <a:pt x="3186824" y="2180270"/>
                </a:lnTo>
                <a:cubicBezTo>
                  <a:pt x="3186824" y="2288514"/>
                  <a:pt x="3099075" y="2376263"/>
                  <a:pt x="2990831" y="2376263"/>
                </a:cubicBezTo>
                <a:lnTo>
                  <a:pt x="2419697" y="2376263"/>
                </a:lnTo>
                <a:lnTo>
                  <a:pt x="2419697" y="3060919"/>
                </a:lnTo>
                <a:lnTo>
                  <a:pt x="767127" y="3060919"/>
                </a:lnTo>
                <a:lnTo>
                  <a:pt x="767127" y="2376263"/>
                </a:lnTo>
                <a:lnTo>
                  <a:pt x="195993" y="2376263"/>
                </a:lnTo>
                <a:cubicBezTo>
                  <a:pt x="87749" y="2376263"/>
                  <a:pt x="0" y="2288514"/>
                  <a:pt x="0" y="2180270"/>
                </a:cubicBezTo>
                <a:lnTo>
                  <a:pt x="0" y="1396321"/>
                </a:lnTo>
                <a:cubicBezTo>
                  <a:pt x="0" y="1288077"/>
                  <a:pt x="87749" y="1200328"/>
                  <a:pt x="195993" y="1200328"/>
                </a:cubicBezTo>
                <a:close/>
                <a:moveTo>
                  <a:pt x="767127" y="0"/>
                </a:moveTo>
                <a:lnTo>
                  <a:pt x="2419697" y="0"/>
                </a:lnTo>
                <a:lnTo>
                  <a:pt x="2419697" y="190589"/>
                </a:lnTo>
                <a:lnTo>
                  <a:pt x="2565249" y="190589"/>
                </a:lnTo>
                <a:cubicBezTo>
                  <a:pt x="2649419" y="190589"/>
                  <a:pt x="2717652" y="258822"/>
                  <a:pt x="2717652" y="342992"/>
                </a:cubicBezTo>
                <a:lnTo>
                  <a:pt x="2717652" y="1104989"/>
                </a:lnTo>
                <a:lnTo>
                  <a:pt x="2284277" y="1104989"/>
                </a:lnTo>
                <a:lnTo>
                  <a:pt x="2284277" y="1104128"/>
                </a:lnTo>
                <a:lnTo>
                  <a:pt x="2284277" y="190589"/>
                </a:lnTo>
                <a:lnTo>
                  <a:pt x="2284277" y="96523"/>
                </a:lnTo>
                <a:lnTo>
                  <a:pt x="902547" y="96523"/>
                </a:lnTo>
                <a:lnTo>
                  <a:pt x="902547" y="190589"/>
                </a:lnTo>
                <a:lnTo>
                  <a:pt x="902547" y="1104128"/>
                </a:lnTo>
                <a:lnTo>
                  <a:pt x="902547" y="1104989"/>
                </a:lnTo>
                <a:lnTo>
                  <a:pt x="469172" y="1104989"/>
                </a:lnTo>
                <a:lnTo>
                  <a:pt x="469172" y="342992"/>
                </a:lnTo>
                <a:cubicBezTo>
                  <a:pt x="469172" y="258822"/>
                  <a:pt x="537405" y="190589"/>
                  <a:pt x="621575" y="190589"/>
                </a:cubicBezTo>
                <a:lnTo>
                  <a:pt x="767127" y="19058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2" name="Rounded Rectangle 27">
            <a:extLst>
              <a:ext uri="{FF2B5EF4-FFF2-40B4-BE49-F238E27FC236}">
                <a16:creationId xmlns:a16="http://schemas.microsoft.com/office/drawing/2014/main" id="{7055411A-4FD2-455F-BE1F-9D0C4C0FB51B}"/>
              </a:ext>
            </a:extLst>
          </p:cNvPr>
          <p:cNvSpPr/>
          <p:nvPr/>
        </p:nvSpPr>
        <p:spPr>
          <a:xfrm>
            <a:off x="6322686" y="4782843"/>
            <a:ext cx="346396" cy="266079"/>
          </a:xfrm>
          <a:custGeom>
            <a:avLst/>
            <a:gdLst/>
            <a:ahLst/>
            <a:cxnLst/>
            <a:rect l="l" t="t" r="r" b="b"/>
            <a:pathLst>
              <a:path w="3186824" h="2447912">
                <a:moveTo>
                  <a:pt x="1917737" y="1021643"/>
                </a:moveTo>
                <a:cubicBezTo>
                  <a:pt x="2188548" y="1021643"/>
                  <a:pt x="2408083" y="1241178"/>
                  <a:pt x="2408083" y="1511989"/>
                </a:cubicBezTo>
                <a:cubicBezTo>
                  <a:pt x="2408083" y="1782800"/>
                  <a:pt x="2188548" y="2002335"/>
                  <a:pt x="1917737" y="2002335"/>
                </a:cubicBezTo>
                <a:cubicBezTo>
                  <a:pt x="1646926" y="2002335"/>
                  <a:pt x="1427391" y="1782800"/>
                  <a:pt x="1427391" y="1511989"/>
                </a:cubicBezTo>
                <a:cubicBezTo>
                  <a:pt x="1427391" y="1241178"/>
                  <a:pt x="1646926" y="1021643"/>
                  <a:pt x="1917737" y="1021643"/>
                </a:cubicBezTo>
                <a:close/>
                <a:moveTo>
                  <a:pt x="1917737" y="827913"/>
                </a:moveTo>
                <a:cubicBezTo>
                  <a:pt x="1539932" y="827913"/>
                  <a:pt x="1233661" y="1134184"/>
                  <a:pt x="1233661" y="1511989"/>
                </a:cubicBezTo>
                <a:cubicBezTo>
                  <a:pt x="1233661" y="1889794"/>
                  <a:pt x="1539932" y="2196065"/>
                  <a:pt x="1917737" y="2196065"/>
                </a:cubicBezTo>
                <a:cubicBezTo>
                  <a:pt x="2295542" y="2196065"/>
                  <a:pt x="2601813" y="1889794"/>
                  <a:pt x="2601813" y="1511989"/>
                </a:cubicBezTo>
                <a:cubicBezTo>
                  <a:pt x="2601813" y="1134184"/>
                  <a:pt x="2295542" y="827913"/>
                  <a:pt x="1917737" y="827913"/>
                </a:cubicBezTo>
                <a:close/>
                <a:moveTo>
                  <a:pt x="1112286" y="675885"/>
                </a:moveTo>
                <a:lnTo>
                  <a:pt x="1112286" y="830188"/>
                </a:lnTo>
                <a:lnTo>
                  <a:pt x="1328310" y="830188"/>
                </a:lnTo>
                <a:lnTo>
                  <a:pt x="1328310" y="675885"/>
                </a:lnTo>
                <a:close/>
                <a:moveTo>
                  <a:pt x="2586084" y="626422"/>
                </a:moveTo>
                <a:lnTo>
                  <a:pt x="2586084" y="830188"/>
                </a:lnTo>
                <a:lnTo>
                  <a:pt x="3001340" y="830188"/>
                </a:lnTo>
                <a:lnTo>
                  <a:pt x="3001340" y="626422"/>
                </a:lnTo>
                <a:close/>
                <a:moveTo>
                  <a:pt x="1593701" y="108218"/>
                </a:moveTo>
                <a:lnTo>
                  <a:pt x="1593701" y="432905"/>
                </a:lnTo>
                <a:lnTo>
                  <a:pt x="2241773" y="432905"/>
                </a:lnTo>
                <a:lnTo>
                  <a:pt x="2241773" y="108218"/>
                </a:lnTo>
                <a:close/>
                <a:moveTo>
                  <a:pt x="1452512" y="0"/>
                </a:moveTo>
                <a:lnTo>
                  <a:pt x="2382963" y="0"/>
                </a:lnTo>
                <a:cubicBezTo>
                  <a:pt x="2433311" y="0"/>
                  <a:pt x="2474127" y="40816"/>
                  <a:pt x="2474127" y="91164"/>
                </a:cubicBezTo>
                <a:lnTo>
                  <a:pt x="2474127" y="432905"/>
                </a:lnTo>
                <a:lnTo>
                  <a:pt x="2933014" y="432905"/>
                </a:lnTo>
                <a:cubicBezTo>
                  <a:pt x="3073189" y="432905"/>
                  <a:pt x="3186824" y="546540"/>
                  <a:pt x="3186824" y="686715"/>
                </a:cubicBezTo>
                <a:lnTo>
                  <a:pt x="3186824" y="2194102"/>
                </a:lnTo>
                <a:cubicBezTo>
                  <a:pt x="3186824" y="2334277"/>
                  <a:pt x="3073189" y="2447912"/>
                  <a:pt x="2933014" y="2447912"/>
                </a:cubicBezTo>
                <a:lnTo>
                  <a:pt x="253810" y="2447912"/>
                </a:lnTo>
                <a:cubicBezTo>
                  <a:pt x="113635" y="2447912"/>
                  <a:pt x="0" y="2334277"/>
                  <a:pt x="0" y="2194102"/>
                </a:cubicBezTo>
                <a:lnTo>
                  <a:pt x="0" y="686715"/>
                </a:lnTo>
                <a:cubicBezTo>
                  <a:pt x="0" y="546540"/>
                  <a:pt x="113635" y="432905"/>
                  <a:pt x="253810" y="432905"/>
                </a:cubicBezTo>
                <a:lnTo>
                  <a:pt x="307082" y="432905"/>
                </a:lnTo>
                <a:lnTo>
                  <a:pt x="307082" y="313169"/>
                </a:lnTo>
                <a:cubicBezTo>
                  <a:pt x="307082" y="287995"/>
                  <a:pt x="327490" y="267587"/>
                  <a:pt x="352664" y="267587"/>
                </a:cubicBezTo>
                <a:lnTo>
                  <a:pt x="817888" y="267587"/>
                </a:lnTo>
                <a:cubicBezTo>
                  <a:pt x="843062" y="267587"/>
                  <a:pt x="863470" y="287995"/>
                  <a:pt x="863470" y="313169"/>
                </a:cubicBezTo>
                <a:lnTo>
                  <a:pt x="863470" y="432905"/>
                </a:lnTo>
                <a:lnTo>
                  <a:pt x="1361348" y="432905"/>
                </a:lnTo>
                <a:lnTo>
                  <a:pt x="1361348" y="91164"/>
                </a:lnTo>
                <a:cubicBezTo>
                  <a:pt x="1361348" y="40816"/>
                  <a:pt x="1402164" y="0"/>
                  <a:pt x="145251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3" name="Rounded Rectangle 7">
            <a:extLst>
              <a:ext uri="{FF2B5EF4-FFF2-40B4-BE49-F238E27FC236}">
                <a16:creationId xmlns:a16="http://schemas.microsoft.com/office/drawing/2014/main" id="{A77BB3C4-970C-4669-B893-8782D0F4AA56}"/>
              </a:ext>
            </a:extLst>
          </p:cNvPr>
          <p:cNvSpPr/>
          <p:nvPr/>
        </p:nvSpPr>
        <p:spPr>
          <a:xfrm>
            <a:off x="6315770" y="5532759"/>
            <a:ext cx="352176" cy="303924"/>
          </a:xfrm>
          <a:custGeom>
            <a:avLst/>
            <a:gdLst/>
            <a:ahLst/>
            <a:cxnLst/>
            <a:rect l="l" t="t" r="r" b="b"/>
            <a:pathLst>
              <a:path w="3240006" h="2796091">
                <a:moveTo>
                  <a:pt x="686867" y="612319"/>
                </a:moveTo>
                <a:cubicBezTo>
                  <a:pt x="611281" y="612319"/>
                  <a:pt x="550007" y="673593"/>
                  <a:pt x="550007" y="749179"/>
                </a:cubicBezTo>
                <a:cubicBezTo>
                  <a:pt x="550007" y="824765"/>
                  <a:pt x="611281" y="886039"/>
                  <a:pt x="686867" y="886039"/>
                </a:cubicBezTo>
                <a:cubicBezTo>
                  <a:pt x="762453" y="886039"/>
                  <a:pt x="823727" y="824765"/>
                  <a:pt x="823727" y="749179"/>
                </a:cubicBezTo>
                <a:cubicBezTo>
                  <a:pt x="823727" y="673593"/>
                  <a:pt x="762453" y="612319"/>
                  <a:pt x="686867" y="612319"/>
                </a:cubicBezTo>
                <a:close/>
                <a:moveTo>
                  <a:pt x="1587500" y="281447"/>
                </a:moveTo>
                <a:cubicBezTo>
                  <a:pt x="1432061" y="281447"/>
                  <a:pt x="1306053" y="407455"/>
                  <a:pt x="1306053" y="562894"/>
                </a:cubicBezTo>
                <a:cubicBezTo>
                  <a:pt x="1306053" y="718333"/>
                  <a:pt x="1432061" y="844341"/>
                  <a:pt x="1587500" y="844341"/>
                </a:cubicBezTo>
                <a:cubicBezTo>
                  <a:pt x="1742939" y="844341"/>
                  <a:pt x="1868947" y="718333"/>
                  <a:pt x="1868947" y="562894"/>
                </a:cubicBezTo>
                <a:cubicBezTo>
                  <a:pt x="1868947" y="407455"/>
                  <a:pt x="1742939" y="281447"/>
                  <a:pt x="1587500" y="281447"/>
                </a:cubicBezTo>
                <a:close/>
                <a:moveTo>
                  <a:pt x="1587500" y="0"/>
                </a:moveTo>
                <a:cubicBezTo>
                  <a:pt x="1898378" y="0"/>
                  <a:pt x="2150394" y="252016"/>
                  <a:pt x="2150394" y="562894"/>
                </a:cubicBezTo>
                <a:cubicBezTo>
                  <a:pt x="2150394" y="786167"/>
                  <a:pt x="2020401" y="979078"/>
                  <a:pt x="1831095" y="1068260"/>
                </a:cubicBezTo>
                <a:lnTo>
                  <a:pt x="2215710" y="1068260"/>
                </a:lnTo>
                <a:cubicBezTo>
                  <a:pt x="2374756" y="1068260"/>
                  <a:pt x="2503688" y="1197192"/>
                  <a:pt x="2503688" y="1356238"/>
                </a:cubicBezTo>
                <a:lnTo>
                  <a:pt x="2503688" y="1474975"/>
                </a:lnTo>
                <a:lnTo>
                  <a:pt x="2656086" y="1474975"/>
                </a:lnTo>
                <a:cubicBezTo>
                  <a:pt x="2692420" y="1474975"/>
                  <a:pt x="2722815" y="1500405"/>
                  <a:pt x="2728975" y="1534767"/>
                </a:cubicBezTo>
                <a:lnTo>
                  <a:pt x="3240006" y="1109804"/>
                </a:lnTo>
                <a:lnTo>
                  <a:pt x="3240006" y="2754548"/>
                </a:lnTo>
                <a:lnTo>
                  <a:pt x="2728975" y="2329585"/>
                </a:lnTo>
                <a:cubicBezTo>
                  <a:pt x="2722815" y="2363946"/>
                  <a:pt x="2692420" y="2389375"/>
                  <a:pt x="2656086" y="2389375"/>
                </a:cubicBezTo>
                <a:lnTo>
                  <a:pt x="2503688" y="2389375"/>
                </a:lnTo>
                <a:lnTo>
                  <a:pt x="2503688" y="2508113"/>
                </a:lnTo>
                <a:cubicBezTo>
                  <a:pt x="2503688" y="2667159"/>
                  <a:pt x="2374756" y="2796091"/>
                  <a:pt x="2215710" y="2796091"/>
                </a:cubicBezTo>
                <a:lnTo>
                  <a:pt x="287978" y="2796091"/>
                </a:lnTo>
                <a:cubicBezTo>
                  <a:pt x="128932" y="2796091"/>
                  <a:pt x="0" y="2667159"/>
                  <a:pt x="0" y="2508113"/>
                </a:cubicBezTo>
                <a:lnTo>
                  <a:pt x="0" y="1356238"/>
                </a:lnTo>
                <a:cubicBezTo>
                  <a:pt x="0" y="1197192"/>
                  <a:pt x="128932" y="1068260"/>
                  <a:pt x="287978" y="1068260"/>
                </a:cubicBezTo>
                <a:lnTo>
                  <a:pt x="544513" y="1068260"/>
                </a:lnTo>
                <a:cubicBezTo>
                  <a:pt x="422089" y="1014226"/>
                  <a:pt x="336949" y="891645"/>
                  <a:pt x="336949" y="749179"/>
                </a:cubicBezTo>
                <a:cubicBezTo>
                  <a:pt x="336949" y="555925"/>
                  <a:pt x="493613" y="399261"/>
                  <a:pt x="686867" y="399261"/>
                </a:cubicBezTo>
                <a:cubicBezTo>
                  <a:pt x="880121" y="399261"/>
                  <a:pt x="1036785" y="555925"/>
                  <a:pt x="1036785" y="749179"/>
                </a:cubicBezTo>
                <a:cubicBezTo>
                  <a:pt x="1036785" y="891645"/>
                  <a:pt x="951645" y="1014226"/>
                  <a:pt x="829222" y="1068260"/>
                </a:cubicBezTo>
                <a:lnTo>
                  <a:pt x="1343906" y="1068260"/>
                </a:lnTo>
                <a:cubicBezTo>
                  <a:pt x="1154600" y="979078"/>
                  <a:pt x="1024606" y="786167"/>
                  <a:pt x="1024606" y="562894"/>
                </a:cubicBezTo>
                <a:cubicBezTo>
                  <a:pt x="1024606" y="252016"/>
                  <a:pt x="1276622" y="0"/>
                  <a:pt x="158750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EDDB93D-772A-4B98-9EC8-9C8ACB8C0CC7}"/>
              </a:ext>
            </a:extLst>
          </p:cNvPr>
          <p:cNvSpPr txBox="1"/>
          <p:nvPr/>
        </p:nvSpPr>
        <p:spPr>
          <a:xfrm>
            <a:off x="202131" y="4539127"/>
            <a:ext cx="447574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Data-Driven: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Decisions are based </a:t>
            </a:r>
            <a:r>
              <a:rPr lang="en-US" b="1" dirty="0"/>
              <a:t>purely on data</a:t>
            </a:r>
            <a:r>
              <a:rPr lang="en-US" dirty="0"/>
              <a:t>, analytics, and measurable metrics.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Human judgment or intuition plays </a:t>
            </a:r>
            <a:r>
              <a:rPr lang="en-US" b="1" dirty="0"/>
              <a:t>almost no role</a:t>
            </a:r>
            <a:r>
              <a:rPr lang="en-US" dirty="0"/>
              <a:t>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Focus: </a:t>
            </a:r>
            <a:r>
              <a:rPr lang="en-US" i="1" dirty="0"/>
              <a:t>“Numbers decide everything.”</a:t>
            </a:r>
            <a:endParaRPr lang="en-US" dirty="0"/>
          </a:p>
          <a:p>
            <a:endParaRPr lang="en-PK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ED7F049-F7F0-4681-8A08-2477AC44E51E}"/>
              </a:ext>
            </a:extLst>
          </p:cNvPr>
          <p:cNvSpPr txBox="1"/>
          <p:nvPr/>
        </p:nvSpPr>
        <p:spPr>
          <a:xfrm>
            <a:off x="7504306" y="4549367"/>
            <a:ext cx="433136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Data-Informed: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Decisions consider </a:t>
            </a:r>
            <a:r>
              <a:rPr lang="en-US" b="1" dirty="0"/>
              <a:t>data + human experience + context</a:t>
            </a:r>
            <a:r>
              <a:rPr lang="en-US" dirty="0"/>
              <a:t>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Human judgment still matters.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Focus: </a:t>
            </a:r>
            <a:r>
              <a:rPr lang="en-US" i="1" dirty="0"/>
              <a:t>“Use data, but don’t follow it blindly.”</a:t>
            </a:r>
            <a:endParaRPr lang="en-US" dirty="0"/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4231334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Importance In HR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DE081C6-6676-4835-A733-E630F41C8CEC}"/>
              </a:ext>
            </a:extLst>
          </p:cNvPr>
          <p:cNvSpPr/>
          <p:nvPr/>
        </p:nvSpPr>
        <p:spPr>
          <a:xfrm>
            <a:off x="6102677" y="1811216"/>
            <a:ext cx="5184000" cy="9417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1">
              <a:ea typeface="+mj-ea"/>
            </a:endParaRPr>
          </a:p>
        </p:txBody>
      </p:sp>
      <p:sp>
        <p:nvSpPr>
          <p:cNvPr id="31" name="Isosceles Triangle 26">
            <a:extLst>
              <a:ext uri="{FF2B5EF4-FFF2-40B4-BE49-F238E27FC236}">
                <a16:creationId xmlns:a16="http://schemas.microsoft.com/office/drawing/2014/main" id="{1A4A7728-9CCB-488E-81A2-9ECC9116C5EF}"/>
              </a:ext>
            </a:extLst>
          </p:cNvPr>
          <p:cNvSpPr/>
          <p:nvPr/>
        </p:nvSpPr>
        <p:spPr>
          <a:xfrm rot="16200000">
            <a:off x="4322378" y="2065721"/>
            <a:ext cx="2036677" cy="1527661"/>
          </a:xfrm>
          <a:custGeom>
            <a:avLst/>
            <a:gdLst>
              <a:gd name="connsiteX0" fmla="*/ 0 w 1008000"/>
              <a:gd name="connsiteY0" fmla="*/ 1096600 h 1096600"/>
              <a:gd name="connsiteX1" fmla="*/ 131856 w 1008000"/>
              <a:gd name="connsiteY1" fmla="*/ 0 h 1096600"/>
              <a:gd name="connsiteX2" fmla="*/ 1008000 w 1008000"/>
              <a:gd name="connsiteY2" fmla="*/ 1096600 h 1096600"/>
              <a:gd name="connsiteX3" fmla="*/ 0 w 1008000"/>
              <a:gd name="connsiteY3" fmla="*/ 1096600 h 1096600"/>
              <a:gd name="connsiteX0" fmla="*/ 1197213 w 2205213"/>
              <a:gd name="connsiteY0" fmla="*/ 1064702 h 1064702"/>
              <a:gd name="connsiteX1" fmla="*/ 0 w 2205213"/>
              <a:gd name="connsiteY1" fmla="*/ 0 h 1064702"/>
              <a:gd name="connsiteX2" fmla="*/ 2205213 w 2205213"/>
              <a:gd name="connsiteY2" fmla="*/ 1064702 h 1064702"/>
              <a:gd name="connsiteX3" fmla="*/ 1197213 w 2205213"/>
              <a:gd name="connsiteY3" fmla="*/ 1064702 h 1064702"/>
              <a:gd name="connsiteX0" fmla="*/ 1180481 w 2188481"/>
              <a:gd name="connsiteY0" fmla="*/ 1064702 h 1064702"/>
              <a:gd name="connsiteX1" fmla="*/ 0 w 2188481"/>
              <a:gd name="connsiteY1" fmla="*/ 0 h 1064702"/>
              <a:gd name="connsiteX2" fmla="*/ 2188481 w 2188481"/>
              <a:gd name="connsiteY2" fmla="*/ 1064702 h 1064702"/>
              <a:gd name="connsiteX3" fmla="*/ 1180481 w 2188481"/>
              <a:gd name="connsiteY3" fmla="*/ 1064702 h 1064702"/>
              <a:gd name="connsiteX0" fmla="*/ 1172115 w 2180115"/>
              <a:gd name="connsiteY0" fmla="*/ 1067431 h 1067431"/>
              <a:gd name="connsiteX1" fmla="*/ 0 w 2180115"/>
              <a:gd name="connsiteY1" fmla="*/ 0 h 1067431"/>
              <a:gd name="connsiteX2" fmla="*/ 2180115 w 2180115"/>
              <a:gd name="connsiteY2" fmla="*/ 1067431 h 1067431"/>
              <a:gd name="connsiteX3" fmla="*/ 1172115 w 2180115"/>
              <a:gd name="connsiteY3" fmla="*/ 1067431 h 1067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80115" h="1067431">
                <a:moveTo>
                  <a:pt x="1172115" y="1067431"/>
                </a:moveTo>
                <a:lnTo>
                  <a:pt x="0" y="0"/>
                </a:lnTo>
                <a:lnTo>
                  <a:pt x="2180115" y="1067431"/>
                </a:lnTo>
                <a:lnTo>
                  <a:pt x="1172115" y="1067431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80000"/>
                </a:schemeClr>
              </a:gs>
              <a:gs pos="100000">
                <a:schemeClr val="accent1">
                  <a:lumMod val="8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1">
              <a:ea typeface="+mj-ea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4D8A313-C781-4072-832F-F9F626059C92}"/>
              </a:ext>
            </a:extLst>
          </p:cNvPr>
          <p:cNvSpPr/>
          <p:nvPr/>
        </p:nvSpPr>
        <p:spPr>
          <a:xfrm>
            <a:off x="6102677" y="2913849"/>
            <a:ext cx="5184000" cy="94178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1">
              <a:ea typeface="+mj-ea"/>
            </a:endParaRPr>
          </a:p>
        </p:txBody>
      </p:sp>
      <p:sp>
        <p:nvSpPr>
          <p:cNvPr id="33" name="Isosceles Triangle 48">
            <a:extLst>
              <a:ext uri="{FF2B5EF4-FFF2-40B4-BE49-F238E27FC236}">
                <a16:creationId xmlns:a16="http://schemas.microsoft.com/office/drawing/2014/main" id="{63D23495-2154-4751-9D09-7857A3A9E9B3}"/>
              </a:ext>
            </a:extLst>
          </p:cNvPr>
          <p:cNvSpPr/>
          <p:nvPr/>
        </p:nvSpPr>
        <p:spPr>
          <a:xfrm rot="16200000">
            <a:off x="4833076" y="2646353"/>
            <a:ext cx="1003975" cy="1538968"/>
          </a:xfrm>
          <a:custGeom>
            <a:avLst/>
            <a:gdLst>
              <a:gd name="connsiteX0" fmla="*/ 0 w 1008000"/>
              <a:gd name="connsiteY0" fmla="*/ 1096600 h 1096600"/>
              <a:gd name="connsiteX1" fmla="*/ 131856 w 1008000"/>
              <a:gd name="connsiteY1" fmla="*/ 0 h 1096600"/>
              <a:gd name="connsiteX2" fmla="*/ 1008000 w 1008000"/>
              <a:gd name="connsiteY2" fmla="*/ 1096600 h 1096600"/>
              <a:gd name="connsiteX3" fmla="*/ 0 w 1008000"/>
              <a:gd name="connsiteY3" fmla="*/ 1096600 h 1096600"/>
              <a:gd name="connsiteX0" fmla="*/ 112693 w 1120693"/>
              <a:gd name="connsiteY0" fmla="*/ 1075334 h 1075334"/>
              <a:gd name="connsiteX1" fmla="*/ 0 w 1120693"/>
              <a:gd name="connsiteY1" fmla="*/ 0 h 1075334"/>
              <a:gd name="connsiteX2" fmla="*/ 1120693 w 1120693"/>
              <a:gd name="connsiteY2" fmla="*/ 1075334 h 1075334"/>
              <a:gd name="connsiteX3" fmla="*/ 112693 w 1120693"/>
              <a:gd name="connsiteY3" fmla="*/ 1075334 h 1075334"/>
              <a:gd name="connsiteX0" fmla="*/ 83413 w 1091413"/>
              <a:gd name="connsiteY0" fmla="*/ 1072603 h 1072603"/>
              <a:gd name="connsiteX1" fmla="*/ 0 w 1091413"/>
              <a:gd name="connsiteY1" fmla="*/ 0 h 1072603"/>
              <a:gd name="connsiteX2" fmla="*/ 1091413 w 1091413"/>
              <a:gd name="connsiteY2" fmla="*/ 1072603 h 1072603"/>
              <a:gd name="connsiteX3" fmla="*/ 83413 w 1091413"/>
              <a:gd name="connsiteY3" fmla="*/ 1072603 h 1072603"/>
              <a:gd name="connsiteX0" fmla="*/ 79231 w 1087231"/>
              <a:gd name="connsiteY0" fmla="*/ 1069873 h 1069873"/>
              <a:gd name="connsiteX1" fmla="*/ 0 w 1087231"/>
              <a:gd name="connsiteY1" fmla="*/ 0 h 1069873"/>
              <a:gd name="connsiteX2" fmla="*/ 1087231 w 1087231"/>
              <a:gd name="connsiteY2" fmla="*/ 1069873 h 1069873"/>
              <a:gd name="connsiteX3" fmla="*/ 79231 w 1087231"/>
              <a:gd name="connsiteY3" fmla="*/ 1069873 h 1069873"/>
              <a:gd name="connsiteX0" fmla="*/ 62499 w 1070499"/>
              <a:gd name="connsiteY0" fmla="*/ 1075334 h 1075334"/>
              <a:gd name="connsiteX1" fmla="*/ 0 w 1070499"/>
              <a:gd name="connsiteY1" fmla="*/ 0 h 1075334"/>
              <a:gd name="connsiteX2" fmla="*/ 1070499 w 1070499"/>
              <a:gd name="connsiteY2" fmla="*/ 1075334 h 1075334"/>
              <a:gd name="connsiteX3" fmla="*/ 62499 w 1070499"/>
              <a:gd name="connsiteY3" fmla="*/ 1075334 h 1075334"/>
              <a:gd name="connsiteX0" fmla="*/ 66683 w 1074683"/>
              <a:gd name="connsiteY0" fmla="*/ 1075332 h 1075332"/>
              <a:gd name="connsiteX1" fmla="*/ 0 w 1074683"/>
              <a:gd name="connsiteY1" fmla="*/ 0 h 1075332"/>
              <a:gd name="connsiteX2" fmla="*/ 1074683 w 1074683"/>
              <a:gd name="connsiteY2" fmla="*/ 1075332 h 1075332"/>
              <a:gd name="connsiteX3" fmla="*/ 66683 w 1074683"/>
              <a:gd name="connsiteY3" fmla="*/ 1075332 h 1075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74683" h="1075332">
                <a:moveTo>
                  <a:pt x="66683" y="1075332"/>
                </a:moveTo>
                <a:lnTo>
                  <a:pt x="0" y="0"/>
                </a:lnTo>
                <a:lnTo>
                  <a:pt x="1074683" y="1075332"/>
                </a:lnTo>
                <a:lnTo>
                  <a:pt x="66683" y="1075332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80000"/>
                </a:schemeClr>
              </a:gs>
              <a:gs pos="100000">
                <a:schemeClr val="accent2">
                  <a:lumMod val="8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1">
              <a:ea typeface="+mj-ea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CC8627D-44FE-4D05-AF63-CB44FD60B1F4}"/>
              </a:ext>
            </a:extLst>
          </p:cNvPr>
          <p:cNvSpPr/>
          <p:nvPr/>
        </p:nvSpPr>
        <p:spPr>
          <a:xfrm>
            <a:off x="6102677" y="4016482"/>
            <a:ext cx="5184000" cy="94178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1">
              <a:ea typeface="+mj-ea"/>
            </a:endParaRPr>
          </a:p>
        </p:txBody>
      </p:sp>
      <p:sp>
        <p:nvSpPr>
          <p:cNvPr id="35" name="Isosceles Triangle 49">
            <a:extLst>
              <a:ext uri="{FF2B5EF4-FFF2-40B4-BE49-F238E27FC236}">
                <a16:creationId xmlns:a16="http://schemas.microsoft.com/office/drawing/2014/main" id="{AE8B6F3B-AD1B-4293-A785-231B56E826E6}"/>
              </a:ext>
            </a:extLst>
          </p:cNvPr>
          <p:cNvSpPr/>
          <p:nvPr/>
        </p:nvSpPr>
        <p:spPr>
          <a:xfrm rot="16200000">
            <a:off x="4835894" y="3689615"/>
            <a:ext cx="998749" cy="1538555"/>
          </a:xfrm>
          <a:custGeom>
            <a:avLst/>
            <a:gdLst>
              <a:gd name="connsiteX0" fmla="*/ 0 w 1008000"/>
              <a:gd name="connsiteY0" fmla="*/ 1096600 h 1096600"/>
              <a:gd name="connsiteX1" fmla="*/ 131856 w 1008000"/>
              <a:gd name="connsiteY1" fmla="*/ 0 h 1096600"/>
              <a:gd name="connsiteX2" fmla="*/ 1008000 w 1008000"/>
              <a:gd name="connsiteY2" fmla="*/ 1096600 h 1096600"/>
              <a:gd name="connsiteX3" fmla="*/ 0 w 1008000"/>
              <a:gd name="connsiteY3" fmla="*/ 1096600 h 1096600"/>
              <a:gd name="connsiteX0" fmla="*/ 0 w 1035624"/>
              <a:gd name="connsiteY0" fmla="*/ 1085967 h 1085967"/>
              <a:gd name="connsiteX1" fmla="*/ 1035624 w 1035624"/>
              <a:gd name="connsiteY1" fmla="*/ 0 h 1085967"/>
              <a:gd name="connsiteX2" fmla="*/ 1008000 w 1035624"/>
              <a:gd name="connsiteY2" fmla="*/ 1085967 h 1085967"/>
              <a:gd name="connsiteX3" fmla="*/ 0 w 1035624"/>
              <a:gd name="connsiteY3" fmla="*/ 1085967 h 1085967"/>
              <a:gd name="connsiteX0" fmla="*/ 0 w 1060722"/>
              <a:gd name="connsiteY0" fmla="*/ 1075043 h 1075043"/>
              <a:gd name="connsiteX1" fmla="*/ 1060722 w 1060722"/>
              <a:gd name="connsiteY1" fmla="*/ 0 h 1075043"/>
              <a:gd name="connsiteX2" fmla="*/ 1008000 w 1060722"/>
              <a:gd name="connsiteY2" fmla="*/ 1075043 h 1075043"/>
              <a:gd name="connsiteX3" fmla="*/ 0 w 1060722"/>
              <a:gd name="connsiteY3" fmla="*/ 1075043 h 1075043"/>
              <a:gd name="connsiteX0" fmla="*/ 0 w 1069087"/>
              <a:gd name="connsiteY0" fmla="*/ 1075043 h 1075043"/>
              <a:gd name="connsiteX1" fmla="*/ 1069087 w 1069087"/>
              <a:gd name="connsiteY1" fmla="*/ 0 h 1075043"/>
              <a:gd name="connsiteX2" fmla="*/ 1008000 w 1069087"/>
              <a:gd name="connsiteY2" fmla="*/ 1075043 h 1075043"/>
              <a:gd name="connsiteX3" fmla="*/ 0 w 1069087"/>
              <a:gd name="connsiteY3" fmla="*/ 1075043 h 10750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69087" h="1075043">
                <a:moveTo>
                  <a:pt x="0" y="1075043"/>
                </a:moveTo>
                <a:lnTo>
                  <a:pt x="1069087" y="0"/>
                </a:lnTo>
                <a:lnTo>
                  <a:pt x="1008000" y="1075043"/>
                </a:lnTo>
                <a:lnTo>
                  <a:pt x="0" y="1075043"/>
                </a:lnTo>
                <a:close/>
              </a:path>
            </a:pathLst>
          </a:custGeom>
          <a:gradFill>
            <a:gsLst>
              <a:gs pos="0">
                <a:schemeClr val="accent3">
                  <a:lumMod val="80000"/>
                </a:schemeClr>
              </a:gs>
              <a:gs pos="100000">
                <a:schemeClr val="accent3">
                  <a:lumMod val="8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1" dirty="0">
              <a:ea typeface="+mj-ea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EAD84698-0377-4EE3-95A9-ED17DC97C0D9}"/>
              </a:ext>
            </a:extLst>
          </p:cNvPr>
          <p:cNvGrpSpPr/>
          <p:nvPr/>
        </p:nvGrpSpPr>
        <p:grpSpPr>
          <a:xfrm>
            <a:off x="1057410" y="3116587"/>
            <a:ext cx="3483040" cy="3495618"/>
            <a:chOff x="1130676" y="2793247"/>
            <a:chExt cx="3431456" cy="3443848"/>
          </a:xfrm>
        </p:grpSpPr>
        <p:sp>
          <p:nvSpPr>
            <p:cNvPr id="39" name="Freeform 18">
              <a:extLst>
                <a:ext uri="{FF2B5EF4-FFF2-40B4-BE49-F238E27FC236}">
                  <a16:creationId xmlns:a16="http://schemas.microsoft.com/office/drawing/2014/main" id="{A136CB49-16CB-4702-88EB-B05E33D8781E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1259632" y="2793247"/>
              <a:ext cx="1656184" cy="1741475"/>
            </a:xfrm>
            <a:custGeom>
              <a:avLst/>
              <a:gdLst/>
              <a:ahLst/>
              <a:cxnLst/>
              <a:rect l="l" t="t" r="r" b="b"/>
              <a:pathLst>
                <a:path w="1656184" h="1741475">
                  <a:moveTo>
                    <a:pt x="853425" y="0"/>
                  </a:moveTo>
                  <a:lnTo>
                    <a:pt x="789249" y="5234"/>
                  </a:lnTo>
                  <a:lnTo>
                    <a:pt x="628247" y="41869"/>
                  </a:lnTo>
                  <a:lnTo>
                    <a:pt x="580396" y="59896"/>
                  </a:lnTo>
                  <a:lnTo>
                    <a:pt x="533110" y="80250"/>
                  </a:lnTo>
                  <a:lnTo>
                    <a:pt x="486948" y="104673"/>
                  </a:lnTo>
                  <a:lnTo>
                    <a:pt x="444164" y="132005"/>
                  </a:lnTo>
                  <a:lnTo>
                    <a:pt x="403069" y="162825"/>
                  </a:lnTo>
                  <a:lnTo>
                    <a:pt x="365352" y="196553"/>
                  </a:lnTo>
                  <a:lnTo>
                    <a:pt x="330449" y="233188"/>
                  </a:lnTo>
                  <a:lnTo>
                    <a:pt x="298924" y="273313"/>
                  </a:lnTo>
                  <a:lnTo>
                    <a:pt x="271340" y="315764"/>
                  </a:lnTo>
                  <a:lnTo>
                    <a:pt x="247696" y="361123"/>
                  </a:lnTo>
                  <a:lnTo>
                    <a:pt x="227993" y="409970"/>
                  </a:lnTo>
                  <a:lnTo>
                    <a:pt x="196468" y="544301"/>
                  </a:lnTo>
                  <a:lnTo>
                    <a:pt x="193653" y="576865"/>
                  </a:lnTo>
                  <a:cubicBezTo>
                    <a:pt x="193278" y="587139"/>
                    <a:pt x="192903" y="597412"/>
                    <a:pt x="192528" y="607686"/>
                  </a:cubicBezTo>
                  <a:cubicBezTo>
                    <a:pt x="192903" y="617184"/>
                    <a:pt x="193278" y="626682"/>
                    <a:pt x="193653" y="636180"/>
                  </a:cubicBezTo>
                  <a:cubicBezTo>
                    <a:pt x="193840" y="645678"/>
                    <a:pt x="194028" y="655177"/>
                    <a:pt x="194216" y="664674"/>
                  </a:cubicBezTo>
                  <a:lnTo>
                    <a:pt x="194216" y="691424"/>
                  </a:lnTo>
                  <a:lnTo>
                    <a:pt x="191402" y="716430"/>
                  </a:lnTo>
                  <a:lnTo>
                    <a:pt x="182958" y="742016"/>
                  </a:lnTo>
                  <a:lnTo>
                    <a:pt x="167758" y="772837"/>
                  </a:lnTo>
                  <a:lnTo>
                    <a:pt x="149181" y="801331"/>
                  </a:lnTo>
                  <a:lnTo>
                    <a:pt x="128915" y="826336"/>
                  </a:lnTo>
                  <a:lnTo>
                    <a:pt x="107523" y="851923"/>
                  </a:lnTo>
                  <a:lnTo>
                    <a:pt x="85005" y="875184"/>
                  </a:lnTo>
                  <a:lnTo>
                    <a:pt x="62487" y="898445"/>
                  </a:lnTo>
                  <a:lnTo>
                    <a:pt x="41095" y="924031"/>
                  </a:lnTo>
                  <a:lnTo>
                    <a:pt x="33777" y="931009"/>
                  </a:lnTo>
                  <a:lnTo>
                    <a:pt x="24769" y="939732"/>
                  </a:lnTo>
                  <a:lnTo>
                    <a:pt x="15200" y="950199"/>
                  </a:lnTo>
                  <a:lnTo>
                    <a:pt x="7319" y="960666"/>
                  </a:lnTo>
                  <a:lnTo>
                    <a:pt x="2252" y="973460"/>
                  </a:lnTo>
                  <a:lnTo>
                    <a:pt x="0" y="987416"/>
                  </a:lnTo>
                  <a:lnTo>
                    <a:pt x="2815" y="1001955"/>
                  </a:lnTo>
                  <a:lnTo>
                    <a:pt x="10133" y="1015911"/>
                  </a:lnTo>
                  <a:lnTo>
                    <a:pt x="22518" y="1027541"/>
                  </a:lnTo>
                  <a:lnTo>
                    <a:pt x="36592" y="1035682"/>
                  </a:lnTo>
                  <a:lnTo>
                    <a:pt x="54043" y="1043243"/>
                  </a:lnTo>
                  <a:lnTo>
                    <a:pt x="72621" y="1049639"/>
                  </a:lnTo>
                  <a:lnTo>
                    <a:pt x="91197" y="1056035"/>
                  </a:lnTo>
                  <a:lnTo>
                    <a:pt x="109212" y="1062432"/>
                  </a:lnTo>
                  <a:lnTo>
                    <a:pt x="126663" y="1069992"/>
                  </a:lnTo>
                  <a:lnTo>
                    <a:pt x="142425" y="1078133"/>
                  </a:lnTo>
                  <a:lnTo>
                    <a:pt x="153685" y="1088601"/>
                  </a:lnTo>
                  <a:lnTo>
                    <a:pt x="150306" y="1102557"/>
                  </a:lnTo>
                  <a:lnTo>
                    <a:pt x="144114" y="1115351"/>
                  </a:lnTo>
                  <a:lnTo>
                    <a:pt x="137921" y="1128725"/>
                  </a:lnTo>
                  <a:lnTo>
                    <a:pt x="131166" y="1141518"/>
                  </a:lnTo>
                  <a:lnTo>
                    <a:pt x="124974" y="1154312"/>
                  </a:lnTo>
                  <a:lnTo>
                    <a:pt x="120471" y="1167105"/>
                  </a:lnTo>
                  <a:lnTo>
                    <a:pt x="118781" y="1178735"/>
                  </a:lnTo>
                  <a:lnTo>
                    <a:pt x="119907" y="1191529"/>
                  </a:lnTo>
                  <a:lnTo>
                    <a:pt x="126100" y="1203159"/>
                  </a:lnTo>
                  <a:lnTo>
                    <a:pt x="137359" y="1214790"/>
                  </a:lnTo>
                  <a:lnTo>
                    <a:pt x="153685" y="1226420"/>
                  </a:lnTo>
                  <a:lnTo>
                    <a:pt x="150306" y="1235725"/>
                  </a:lnTo>
                  <a:lnTo>
                    <a:pt x="145240" y="1245029"/>
                  </a:lnTo>
                  <a:lnTo>
                    <a:pt x="141300" y="1256077"/>
                  </a:lnTo>
                  <a:lnTo>
                    <a:pt x="140174" y="1267708"/>
                  </a:lnTo>
                  <a:lnTo>
                    <a:pt x="142425" y="1279339"/>
                  </a:lnTo>
                  <a:lnTo>
                    <a:pt x="148618" y="1289806"/>
                  </a:lnTo>
                  <a:lnTo>
                    <a:pt x="156499" y="1297947"/>
                  </a:lnTo>
                  <a:lnTo>
                    <a:pt x="166632" y="1305506"/>
                  </a:lnTo>
                  <a:lnTo>
                    <a:pt x="176765" y="1310740"/>
                  </a:lnTo>
                  <a:lnTo>
                    <a:pt x="186335" y="1317137"/>
                  </a:lnTo>
                  <a:lnTo>
                    <a:pt x="195343" y="1325860"/>
                  </a:lnTo>
                  <a:lnTo>
                    <a:pt x="200408" y="1335164"/>
                  </a:lnTo>
                  <a:lnTo>
                    <a:pt x="205475" y="1352028"/>
                  </a:lnTo>
                  <a:lnTo>
                    <a:pt x="205475" y="1371218"/>
                  </a:lnTo>
                  <a:lnTo>
                    <a:pt x="203787" y="1389245"/>
                  </a:lnTo>
                  <a:lnTo>
                    <a:pt x="199283" y="1407854"/>
                  </a:lnTo>
                  <a:lnTo>
                    <a:pt x="195343" y="1425881"/>
                  </a:lnTo>
                  <a:lnTo>
                    <a:pt x="192528" y="1442163"/>
                  </a:lnTo>
                  <a:lnTo>
                    <a:pt x="190276" y="1465424"/>
                  </a:lnTo>
                  <a:lnTo>
                    <a:pt x="192528" y="1486358"/>
                  </a:lnTo>
                  <a:lnTo>
                    <a:pt x="198719" y="1505548"/>
                  </a:lnTo>
                  <a:lnTo>
                    <a:pt x="206601" y="1522413"/>
                  </a:lnTo>
                  <a:lnTo>
                    <a:pt x="217860" y="1535787"/>
                  </a:lnTo>
                  <a:lnTo>
                    <a:pt x="232497" y="1548581"/>
                  </a:lnTo>
                  <a:lnTo>
                    <a:pt x="246570" y="1559048"/>
                  </a:lnTo>
                  <a:lnTo>
                    <a:pt x="262896" y="1567771"/>
                  </a:lnTo>
                  <a:lnTo>
                    <a:pt x="279221" y="1575331"/>
                  </a:lnTo>
                  <a:lnTo>
                    <a:pt x="295546" y="1579401"/>
                  </a:lnTo>
                  <a:lnTo>
                    <a:pt x="325383" y="1584635"/>
                  </a:lnTo>
                  <a:lnTo>
                    <a:pt x="356908" y="1586961"/>
                  </a:lnTo>
                  <a:lnTo>
                    <a:pt x="390121" y="1585798"/>
                  </a:lnTo>
                  <a:lnTo>
                    <a:pt x="422772" y="1582309"/>
                  </a:lnTo>
                  <a:lnTo>
                    <a:pt x="455423" y="1578238"/>
                  </a:lnTo>
                  <a:lnTo>
                    <a:pt x="486385" y="1571841"/>
                  </a:lnTo>
                  <a:lnTo>
                    <a:pt x="513969" y="1564281"/>
                  </a:lnTo>
                  <a:lnTo>
                    <a:pt x="529900" y="1558923"/>
                  </a:lnTo>
                  <a:lnTo>
                    <a:pt x="609866" y="1741475"/>
                  </a:lnTo>
                  <a:lnTo>
                    <a:pt x="699234" y="1702328"/>
                  </a:lnTo>
                  <a:lnTo>
                    <a:pt x="697686" y="1708838"/>
                  </a:lnTo>
                  <a:lnTo>
                    <a:pt x="1413007" y="1487444"/>
                  </a:lnTo>
                  <a:lnTo>
                    <a:pt x="1412429" y="1485195"/>
                  </a:lnTo>
                  <a:lnTo>
                    <a:pt x="1405111" y="1455538"/>
                  </a:lnTo>
                  <a:lnTo>
                    <a:pt x="1398918" y="1425881"/>
                  </a:lnTo>
                  <a:lnTo>
                    <a:pt x="1394978" y="1398549"/>
                  </a:lnTo>
                  <a:lnTo>
                    <a:pt x="1392163" y="1372381"/>
                  </a:lnTo>
                  <a:lnTo>
                    <a:pt x="1391037" y="1350865"/>
                  </a:lnTo>
                  <a:lnTo>
                    <a:pt x="1392163" y="1332837"/>
                  </a:lnTo>
                  <a:lnTo>
                    <a:pt x="1401171" y="1295039"/>
                  </a:lnTo>
                  <a:lnTo>
                    <a:pt x="1412429" y="1260148"/>
                  </a:lnTo>
                  <a:lnTo>
                    <a:pt x="1426503" y="1227001"/>
                  </a:lnTo>
                  <a:lnTo>
                    <a:pt x="1443954" y="1197926"/>
                  </a:lnTo>
                  <a:lnTo>
                    <a:pt x="1469849" y="1161872"/>
                  </a:lnTo>
                  <a:lnTo>
                    <a:pt x="1496308" y="1125818"/>
                  </a:lnTo>
                  <a:lnTo>
                    <a:pt x="1522767" y="1090926"/>
                  </a:lnTo>
                  <a:lnTo>
                    <a:pt x="1549788" y="1053710"/>
                  </a:lnTo>
                  <a:lnTo>
                    <a:pt x="1573995" y="1015911"/>
                  </a:lnTo>
                  <a:lnTo>
                    <a:pt x="1597637" y="976949"/>
                  </a:lnTo>
                  <a:lnTo>
                    <a:pt x="1617341" y="934499"/>
                  </a:lnTo>
                  <a:lnTo>
                    <a:pt x="1633666" y="889140"/>
                  </a:lnTo>
                  <a:lnTo>
                    <a:pt x="1646051" y="836222"/>
                  </a:lnTo>
                  <a:lnTo>
                    <a:pt x="1652807" y="782141"/>
                  </a:lnTo>
                  <a:lnTo>
                    <a:pt x="1656184" y="726897"/>
                  </a:lnTo>
                  <a:cubicBezTo>
                    <a:pt x="1655809" y="708289"/>
                    <a:pt x="1655434" y="689680"/>
                    <a:pt x="1655059" y="671072"/>
                  </a:cubicBezTo>
                  <a:lnTo>
                    <a:pt x="1651118" y="616409"/>
                  </a:lnTo>
                  <a:lnTo>
                    <a:pt x="1642674" y="563490"/>
                  </a:lnTo>
                  <a:lnTo>
                    <a:pt x="1631415" y="511736"/>
                  </a:lnTo>
                  <a:lnTo>
                    <a:pt x="1617341" y="464051"/>
                  </a:lnTo>
                  <a:lnTo>
                    <a:pt x="1601579" y="420438"/>
                  </a:lnTo>
                  <a:lnTo>
                    <a:pt x="1583565" y="381475"/>
                  </a:lnTo>
                  <a:lnTo>
                    <a:pt x="1556543" y="334954"/>
                  </a:lnTo>
                  <a:lnTo>
                    <a:pt x="1527270" y="290759"/>
                  </a:lnTo>
                  <a:lnTo>
                    <a:pt x="1494056" y="249471"/>
                  </a:lnTo>
                  <a:lnTo>
                    <a:pt x="1458590" y="209928"/>
                  </a:lnTo>
                  <a:lnTo>
                    <a:pt x="1419747" y="174455"/>
                  </a:lnTo>
                  <a:lnTo>
                    <a:pt x="1376400" y="141309"/>
                  </a:lnTo>
                  <a:lnTo>
                    <a:pt x="1331365" y="111652"/>
                  </a:lnTo>
                  <a:lnTo>
                    <a:pt x="1283515" y="85483"/>
                  </a:lnTo>
                  <a:lnTo>
                    <a:pt x="1231161" y="63386"/>
                  </a:lnTo>
                  <a:lnTo>
                    <a:pt x="1177119" y="43033"/>
                  </a:lnTo>
                  <a:lnTo>
                    <a:pt x="1118572" y="27332"/>
                  </a:lnTo>
                  <a:lnTo>
                    <a:pt x="1057210" y="14538"/>
                  </a:lnTo>
                  <a:lnTo>
                    <a:pt x="993036" y="5815"/>
                  </a:lnTo>
                  <a:lnTo>
                    <a:pt x="925482" y="582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2701"/>
            </a:p>
          </p:txBody>
        </p:sp>
        <p:sp>
          <p:nvSpPr>
            <p:cNvPr id="40" name="Rounded Rectangle 18">
              <a:extLst>
                <a:ext uri="{FF2B5EF4-FFF2-40B4-BE49-F238E27FC236}">
                  <a16:creationId xmlns:a16="http://schemas.microsoft.com/office/drawing/2014/main" id="{2B5D3EFA-0406-45A9-B4E1-E1C8A22E7C0B}"/>
                </a:ext>
              </a:extLst>
            </p:cNvPr>
            <p:cNvSpPr/>
            <p:nvPr/>
          </p:nvSpPr>
          <p:spPr>
            <a:xfrm>
              <a:off x="2733332" y="3284983"/>
              <a:ext cx="1828800" cy="648072"/>
            </a:xfrm>
            <a:custGeom>
              <a:avLst/>
              <a:gdLst/>
              <a:ahLst/>
              <a:cxnLst/>
              <a:rect l="l" t="t" r="r" b="b"/>
              <a:pathLst>
                <a:path w="1828800" h="648072">
                  <a:moveTo>
                    <a:pt x="1605221" y="0"/>
                  </a:moveTo>
                  <a:lnTo>
                    <a:pt x="1764347" y="0"/>
                  </a:lnTo>
                  <a:cubicBezTo>
                    <a:pt x="1799943" y="0"/>
                    <a:pt x="1828800" y="28857"/>
                    <a:pt x="1828800" y="64453"/>
                  </a:cubicBezTo>
                  <a:lnTo>
                    <a:pt x="1828800" y="583619"/>
                  </a:lnTo>
                  <a:cubicBezTo>
                    <a:pt x="1828800" y="619215"/>
                    <a:pt x="1799943" y="648072"/>
                    <a:pt x="1764347" y="648072"/>
                  </a:cubicBezTo>
                  <a:lnTo>
                    <a:pt x="1605221" y="648072"/>
                  </a:lnTo>
                  <a:cubicBezTo>
                    <a:pt x="1569625" y="648072"/>
                    <a:pt x="1540768" y="619215"/>
                    <a:pt x="1540768" y="583619"/>
                  </a:cubicBezTo>
                  <a:lnTo>
                    <a:pt x="1540768" y="581685"/>
                  </a:lnTo>
                  <a:lnTo>
                    <a:pt x="250059" y="581685"/>
                  </a:lnTo>
                  <a:cubicBezTo>
                    <a:pt x="224426" y="581685"/>
                    <a:pt x="203646" y="560905"/>
                    <a:pt x="203646" y="535272"/>
                  </a:cubicBezTo>
                  <a:lnTo>
                    <a:pt x="203646" y="466247"/>
                  </a:lnTo>
                  <a:cubicBezTo>
                    <a:pt x="203230" y="466497"/>
                    <a:pt x="202808" y="466502"/>
                    <a:pt x="202384" y="466502"/>
                  </a:cubicBezTo>
                  <a:lnTo>
                    <a:pt x="49692" y="466502"/>
                  </a:lnTo>
                  <a:cubicBezTo>
                    <a:pt x="22248" y="466502"/>
                    <a:pt x="0" y="444254"/>
                    <a:pt x="0" y="416810"/>
                  </a:cubicBezTo>
                  <a:lnTo>
                    <a:pt x="0" y="193708"/>
                  </a:lnTo>
                  <a:cubicBezTo>
                    <a:pt x="0" y="166264"/>
                    <a:pt x="22248" y="144016"/>
                    <a:pt x="49692" y="144016"/>
                  </a:cubicBezTo>
                  <a:lnTo>
                    <a:pt x="202384" y="144016"/>
                  </a:lnTo>
                  <a:lnTo>
                    <a:pt x="203646" y="144271"/>
                  </a:lnTo>
                  <a:lnTo>
                    <a:pt x="203646" y="112801"/>
                  </a:lnTo>
                  <a:cubicBezTo>
                    <a:pt x="203646" y="87168"/>
                    <a:pt x="224426" y="66388"/>
                    <a:pt x="250059" y="66388"/>
                  </a:cubicBezTo>
                  <a:lnTo>
                    <a:pt x="1540768" y="66388"/>
                  </a:lnTo>
                  <a:lnTo>
                    <a:pt x="1540768" y="64453"/>
                  </a:lnTo>
                  <a:cubicBezTo>
                    <a:pt x="1540768" y="28857"/>
                    <a:pt x="1569625" y="0"/>
                    <a:pt x="160522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sp>
          <p:nvSpPr>
            <p:cNvPr id="41" name="Freeform 10">
              <a:extLst>
                <a:ext uri="{FF2B5EF4-FFF2-40B4-BE49-F238E27FC236}">
                  <a16:creationId xmlns:a16="http://schemas.microsoft.com/office/drawing/2014/main" id="{C1F8CC5F-CC5A-4FF8-8968-D73CBB1E0E96}"/>
                </a:ext>
              </a:extLst>
            </p:cNvPr>
            <p:cNvSpPr/>
            <p:nvPr/>
          </p:nvSpPr>
          <p:spPr>
            <a:xfrm>
              <a:off x="1130676" y="4159425"/>
              <a:ext cx="2759432" cy="2077670"/>
            </a:xfrm>
            <a:custGeom>
              <a:avLst/>
              <a:gdLst>
                <a:gd name="connsiteX0" fmla="*/ 19050 w 2628900"/>
                <a:gd name="connsiteY0" fmla="*/ 95250 h 2085975"/>
                <a:gd name="connsiteX1" fmla="*/ 0 w 2628900"/>
                <a:gd name="connsiteY1" fmla="*/ 2085975 h 2085975"/>
                <a:gd name="connsiteX2" fmla="*/ 1685925 w 2628900"/>
                <a:gd name="connsiteY2" fmla="*/ 2085975 h 2085975"/>
                <a:gd name="connsiteX3" fmla="*/ 1704975 w 2628900"/>
                <a:gd name="connsiteY3" fmla="*/ 1581150 h 2085975"/>
                <a:gd name="connsiteX4" fmla="*/ 2628900 w 2628900"/>
                <a:gd name="connsiteY4" fmla="*/ 47625 h 2085975"/>
                <a:gd name="connsiteX5" fmla="*/ 1914525 w 2628900"/>
                <a:gd name="connsiteY5" fmla="*/ 0 h 2085975"/>
                <a:gd name="connsiteX6" fmla="*/ 1914525 w 2628900"/>
                <a:gd name="connsiteY6" fmla="*/ 762000 h 2085975"/>
                <a:gd name="connsiteX7" fmla="*/ 1133475 w 2628900"/>
                <a:gd name="connsiteY7" fmla="*/ 533400 h 2085975"/>
                <a:gd name="connsiteX8" fmla="*/ 19050 w 2628900"/>
                <a:gd name="connsiteY8" fmla="*/ 95250 h 2085975"/>
                <a:gd name="connsiteX0" fmla="*/ 95250 w 2628900"/>
                <a:gd name="connsiteY0" fmla="*/ 66675 h 2085975"/>
                <a:gd name="connsiteX1" fmla="*/ 0 w 2628900"/>
                <a:gd name="connsiteY1" fmla="*/ 2085975 h 2085975"/>
                <a:gd name="connsiteX2" fmla="*/ 1685925 w 2628900"/>
                <a:gd name="connsiteY2" fmla="*/ 2085975 h 2085975"/>
                <a:gd name="connsiteX3" fmla="*/ 1704975 w 2628900"/>
                <a:gd name="connsiteY3" fmla="*/ 1581150 h 2085975"/>
                <a:gd name="connsiteX4" fmla="*/ 2628900 w 2628900"/>
                <a:gd name="connsiteY4" fmla="*/ 47625 h 2085975"/>
                <a:gd name="connsiteX5" fmla="*/ 1914525 w 2628900"/>
                <a:gd name="connsiteY5" fmla="*/ 0 h 2085975"/>
                <a:gd name="connsiteX6" fmla="*/ 1914525 w 2628900"/>
                <a:gd name="connsiteY6" fmla="*/ 762000 h 2085975"/>
                <a:gd name="connsiteX7" fmla="*/ 1133475 w 2628900"/>
                <a:gd name="connsiteY7" fmla="*/ 533400 h 2085975"/>
                <a:gd name="connsiteX8" fmla="*/ 95250 w 2628900"/>
                <a:gd name="connsiteY8" fmla="*/ 66675 h 2085975"/>
                <a:gd name="connsiteX0" fmla="*/ 232470 w 2766120"/>
                <a:gd name="connsiteY0" fmla="*/ 66675 h 2085975"/>
                <a:gd name="connsiteX1" fmla="*/ 137220 w 2766120"/>
                <a:gd name="connsiteY1" fmla="*/ 2085975 h 2085975"/>
                <a:gd name="connsiteX2" fmla="*/ 1823145 w 2766120"/>
                <a:gd name="connsiteY2" fmla="*/ 2085975 h 2085975"/>
                <a:gd name="connsiteX3" fmla="*/ 1842195 w 2766120"/>
                <a:gd name="connsiteY3" fmla="*/ 1581150 h 2085975"/>
                <a:gd name="connsiteX4" fmla="*/ 2766120 w 2766120"/>
                <a:gd name="connsiteY4" fmla="*/ 47625 h 2085975"/>
                <a:gd name="connsiteX5" fmla="*/ 2051745 w 2766120"/>
                <a:gd name="connsiteY5" fmla="*/ 0 h 2085975"/>
                <a:gd name="connsiteX6" fmla="*/ 2051745 w 2766120"/>
                <a:gd name="connsiteY6" fmla="*/ 762000 h 2085975"/>
                <a:gd name="connsiteX7" fmla="*/ 1270695 w 2766120"/>
                <a:gd name="connsiteY7" fmla="*/ 533400 h 2085975"/>
                <a:gd name="connsiteX8" fmla="*/ 232470 w 2766120"/>
                <a:gd name="connsiteY8" fmla="*/ 66675 h 2085975"/>
                <a:gd name="connsiteX0" fmla="*/ 232470 w 2766120"/>
                <a:gd name="connsiteY0" fmla="*/ 66675 h 2085975"/>
                <a:gd name="connsiteX1" fmla="*/ 137220 w 2766120"/>
                <a:gd name="connsiteY1" fmla="*/ 2085975 h 2085975"/>
                <a:gd name="connsiteX2" fmla="*/ 1823145 w 2766120"/>
                <a:gd name="connsiteY2" fmla="*/ 2085975 h 2085975"/>
                <a:gd name="connsiteX3" fmla="*/ 1842195 w 2766120"/>
                <a:gd name="connsiteY3" fmla="*/ 1581150 h 2085975"/>
                <a:gd name="connsiteX4" fmla="*/ 2766120 w 2766120"/>
                <a:gd name="connsiteY4" fmla="*/ 47625 h 2085975"/>
                <a:gd name="connsiteX5" fmla="*/ 2051745 w 2766120"/>
                <a:gd name="connsiteY5" fmla="*/ 0 h 2085975"/>
                <a:gd name="connsiteX6" fmla="*/ 2051745 w 2766120"/>
                <a:gd name="connsiteY6" fmla="*/ 762000 h 2085975"/>
                <a:gd name="connsiteX7" fmla="*/ 1270695 w 2766120"/>
                <a:gd name="connsiteY7" fmla="*/ 533400 h 2085975"/>
                <a:gd name="connsiteX8" fmla="*/ 232470 w 2766120"/>
                <a:gd name="connsiteY8" fmla="*/ 66675 h 2085975"/>
                <a:gd name="connsiteX0" fmla="*/ 232470 w 2766120"/>
                <a:gd name="connsiteY0" fmla="*/ 66675 h 2085975"/>
                <a:gd name="connsiteX1" fmla="*/ 137220 w 2766120"/>
                <a:gd name="connsiteY1" fmla="*/ 2085975 h 2085975"/>
                <a:gd name="connsiteX2" fmla="*/ 1823145 w 2766120"/>
                <a:gd name="connsiteY2" fmla="*/ 2085975 h 2085975"/>
                <a:gd name="connsiteX3" fmla="*/ 1842195 w 2766120"/>
                <a:gd name="connsiteY3" fmla="*/ 1581150 h 2085975"/>
                <a:gd name="connsiteX4" fmla="*/ 2766120 w 2766120"/>
                <a:gd name="connsiteY4" fmla="*/ 47625 h 2085975"/>
                <a:gd name="connsiteX5" fmla="*/ 2051745 w 2766120"/>
                <a:gd name="connsiteY5" fmla="*/ 0 h 2085975"/>
                <a:gd name="connsiteX6" fmla="*/ 2051745 w 2766120"/>
                <a:gd name="connsiteY6" fmla="*/ 762000 h 2085975"/>
                <a:gd name="connsiteX7" fmla="*/ 1270695 w 2766120"/>
                <a:gd name="connsiteY7" fmla="*/ 533400 h 2085975"/>
                <a:gd name="connsiteX8" fmla="*/ 232470 w 2766120"/>
                <a:gd name="connsiteY8" fmla="*/ 66675 h 2085975"/>
                <a:gd name="connsiteX0" fmla="*/ 232470 w 2766120"/>
                <a:gd name="connsiteY0" fmla="*/ 66675 h 2085975"/>
                <a:gd name="connsiteX1" fmla="*/ 137220 w 2766120"/>
                <a:gd name="connsiteY1" fmla="*/ 2085975 h 2085975"/>
                <a:gd name="connsiteX2" fmla="*/ 1823145 w 2766120"/>
                <a:gd name="connsiteY2" fmla="*/ 2085975 h 2085975"/>
                <a:gd name="connsiteX3" fmla="*/ 1842195 w 2766120"/>
                <a:gd name="connsiteY3" fmla="*/ 1581150 h 2085975"/>
                <a:gd name="connsiteX4" fmla="*/ 2766120 w 2766120"/>
                <a:gd name="connsiteY4" fmla="*/ 47625 h 2085975"/>
                <a:gd name="connsiteX5" fmla="*/ 2051745 w 2766120"/>
                <a:gd name="connsiteY5" fmla="*/ 0 h 2085975"/>
                <a:gd name="connsiteX6" fmla="*/ 2051745 w 2766120"/>
                <a:gd name="connsiteY6" fmla="*/ 762000 h 2085975"/>
                <a:gd name="connsiteX7" fmla="*/ 1270695 w 2766120"/>
                <a:gd name="connsiteY7" fmla="*/ 533400 h 2085975"/>
                <a:gd name="connsiteX8" fmla="*/ 232470 w 2766120"/>
                <a:gd name="connsiteY8" fmla="*/ 66675 h 2085975"/>
                <a:gd name="connsiteX0" fmla="*/ 232470 w 2766120"/>
                <a:gd name="connsiteY0" fmla="*/ 114300 h 2133600"/>
                <a:gd name="connsiteX1" fmla="*/ 137220 w 2766120"/>
                <a:gd name="connsiteY1" fmla="*/ 2133600 h 2133600"/>
                <a:gd name="connsiteX2" fmla="*/ 1823145 w 2766120"/>
                <a:gd name="connsiteY2" fmla="*/ 2133600 h 2133600"/>
                <a:gd name="connsiteX3" fmla="*/ 1842195 w 2766120"/>
                <a:gd name="connsiteY3" fmla="*/ 1628775 h 2133600"/>
                <a:gd name="connsiteX4" fmla="*/ 2766120 w 2766120"/>
                <a:gd name="connsiteY4" fmla="*/ 95250 h 2133600"/>
                <a:gd name="connsiteX5" fmla="*/ 1908870 w 2766120"/>
                <a:gd name="connsiteY5" fmla="*/ 0 h 2133600"/>
                <a:gd name="connsiteX6" fmla="*/ 2051745 w 2766120"/>
                <a:gd name="connsiteY6" fmla="*/ 809625 h 2133600"/>
                <a:gd name="connsiteX7" fmla="*/ 1270695 w 2766120"/>
                <a:gd name="connsiteY7" fmla="*/ 581025 h 2133600"/>
                <a:gd name="connsiteX8" fmla="*/ 232470 w 2766120"/>
                <a:gd name="connsiteY8" fmla="*/ 114300 h 2133600"/>
                <a:gd name="connsiteX0" fmla="*/ 232470 w 2766120"/>
                <a:gd name="connsiteY0" fmla="*/ 151521 h 2170821"/>
                <a:gd name="connsiteX1" fmla="*/ 137220 w 2766120"/>
                <a:gd name="connsiteY1" fmla="*/ 2170821 h 2170821"/>
                <a:gd name="connsiteX2" fmla="*/ 1823145 w 2766120"/>
                <a:gd name="connsiteY2" fmla="*/ 2170821 h 2170821"/>
                <a:gd name="connsiteX3" fmla="*/ 1842195 w 2766120"/>
                <a:gd name="connsiteY3" fmla="*/ 1665996 h 2170821"/>
                <a:gd name="connsiteX4" fmla="*/ 2766120 w 2766120"/>
                <a:gd name="connsiteY4" fmla="*/ 132471 h 2170821"/>
                <a:gd name="connsiteX5" fmla="*/ 1908870 w 2766120"/>
                <a:gd name="connsiteY5" fmla="*/ 37221 h 2170821"/>
                <a:gd name="connsiteX6" fmla="*/ 1937445 w 2766120"/>
                <a:gd name="connsiteY6" fmla="*/ 808746 h 2170821"/>
                <a:gd name="connsiteX7" fmla="*/ 1270695 w 2766120"/>
                <a:gd name="connsiteY7" fmla="*/ 618246 h 2170821"/>
                <a:gd name="connsiteX8" fmla="*/ 232470 w 2766120"/>
                <a:gd name="connsiteY8" fmla="*/ 151521 h 2170821"/>
                <a:gd name="connsiteX0" fmla="*/ 232470 w 2766120"/>
                <a:gd name="connsiteY0" fmla="*/ 176078 h 2195378"/>
                <a:gd name="connsiteX1" fmla="*/ 137220 w 2766120"/>
                <a:gd name="connsiteY1" fmla="*/ 2195378 h 2195378"/>
                <a:gd name="connsiteX2" fmla="*/ 1823145 w 2766120"/>
                <a:gd name="connsiteY2" fmla="*/ 2195378 h 2195378"/>
                <a:gd name="connsiteX3" fmla="*/ 1842195 w 2766120"/>
                <a:gd name="connsiteY3" fmla="*/ 1690553 h 2195378"/>
                <a:gd name="connsiteX4" fmla="*/ 2766120 w 2766120"/>
                <a:gd name="connsiteY4" fmla="*/ 157028 h 2195378"/>
                <a:gd name="connsiteX5" fmla="*/ 1908870 w 2766120"/>
                <a:gd name="connsiteY5" fmla="*/ 61778 h 2195378"/>
                <a:gd name="connsiteX6" fmla="*/ 1937445 w 2766120"/>
                <a:gd name="connsiteY6" fmla="*/ 833303 h 2195378"/>
                <a:gd name="connsiteX7" fmla="*/ 1270695 w 2766120"/>
                <a:gd name="connsiteY7" fmla="*/ 642803 h 2195378"/>
                <a:gd name="connsiteX8" fmla="*/ 232470 w 2766120"/>
                <a:gd name="connsiteY8" fmla="*/ 176078 h 2195378"/>
                <a:gd name="connsiteX0" fmla="*/ 232470 w 2661345"/>
                <a:gd name="connsiteY0" fmla="*/ 155790 h 2175090"/>
                <a:gd name="connsiteX1" fmla="*/ 137220 w 2661345"/>
                <a:gd name="connsiteY1" fmla="*/ 2175090 h 2175090"/>
                <a:gd name="connsiteX2" fmla="*/ 1823145 w 2661345"/>
                <a:gd name="connsiteY2" fmla="*/ 2175090 h 2175090"/>
                <a:gd name="connsiteX3" fmla="*/ 1842195 w 2661345"/>
                <a:gd name="connsiteY3" fmla="*/ 1670265 h 2175090"/>
                <a:gd name="connsiteX4" fmla="*/ 2661345 w 2661345"/>
                <a:gd name="connsiteY4" fmla="*/ 117690 h 2175090"/>
                <a:gd name="connsiteX5" fmla="*/ 1908870 w 2661345"/>
                <a:gd name="connsiteY5" fmla="*/ 41490 h 2175090"/>
                <a:gd name="connsiteX6" fmla="*/ 1937445 w 2661345"/>
                <a:gd name="connsiteY6" fmla="*/ 813015 h 2175090"/>
                <a:gd name="connsiteX7" fmla="*/ 1270695 w 2661345"/>
                <a:gd name="connsiteY7" fmla="*/ 622515 h 2175090"/>
                <a:gd name="connsiteX8" fmla="*/ 232470 w 2661345"/>
                <a:gd name="connsiteY8" fmla="*/ 155790 h 2175090"/>
                <a:gd name="connsiteX0" fmla="*/ 232470 w 2709520"/>
                <a:gd name="connsiteY0" fmla="*/ 155790 h 2175090"/>
                <a:gd name="connsiteX1" fmla="*/ 137220 w 2709520"/>
                <a:gd name="connsiteY1" fmla="*/ 2175090 h 2175090"/>
                <a:gd name="connsiteX2" fmla="*/ 1823145 w 2709520"/>
                <a:gd name="connsiteY2" fmla="*/ 2175090 h 2175090"/>
                <a:gd name="connsiteX3" fmla="*/ 1842195 w 2709520"/>
                <a:gd name="connsiteY3" fmla="*/ 1670265 h 2175090"/>
                <a:gd name="connsiteX4" fmla="*/ 2661345 w 2709520"/>
                <a:gd name="connsiteY4" fmla="*/ 117690 h 2175090"/>
                <a:gd name="connsiteX5" fmla="*/ 1908870 w 2709520"/>
                <a:gd name="connsiteY5" fmla="*/ 41490 h 2175090"/>
                <a:gd name="connsiteX6" fmla="*/ 1937445 w 2709520"/>
                <a:gd name="connsiteY6" fmla="*/ 813015 h 2175090"/>
                <a:gd name="connsiteX7" fmla="*/ 1270695 w 2709520"/>
                <a:gd name="connsiteY7" fmla="*/ 622515 h 2175090"/>
                <a:gd name="connsiteX8" fmla="*/ 232470 w 2709520"/>
                <a:gd name="connsiteY8" fmla="*/ 155790 h 2175090"/>
                <a:gd name="connsiteX0" fmla="*/ 232470 w 2725405"/>
                <a:gd name="connsiteY0" fmla="*/ 155790 h 2175090"/>
                <a:gd name="connsiteX1" fmla="*/ 137220 w 2725405"/>
                <a:gd name="connsiteY1" fmla="*/ 2175090 h 2175090"/>
                <a:gd name="connsiteX2" fmla="*/ 1823145 w 2725405"/>
                <a:gd name="connsiteY2" fmla="*/ 2175090 h 2175090"/>
                <a:gd name="connsiteX3" fmla="*/ 1842195 w 2725405"/>
                <a:gd name="connsiteY3" fmla="*/ 1670265 h 2175090"/>
                <a:gd name="connsiteX4" fmla="*/ 2661345 w 2725405"/>
                <a:gd name="connsiteY4" fmla="*/ 117690 h 2175090"/>
                <a:gd name="connsiteX5" fmla="*/ 1908870 w 2725405"/>
                <a:gd name="connsiteY5" fmla="*/ 41490 h 2175090"/>
                <a:gd name="connsiteX6" fmla="*/ 1937445 w 2725405"/>
                <a:gd name="connsiteY6" fmla="*/ 813015 h 2175090"/>
                <a:gd name="connsiteX7" fmla="*/ 1270695 w 2725405"/>
                <a:gd name="connsiteY7" fmla="*/ 622515 h 2175090"/>
                <a:gd name="connsiteX8" fmla="*/ 232470 w 2725405"/>
                <a:gd name="connsiteY8" fmla="*/ 155790 h 2175090"/>
                <a:gd name="connsiteX0" fmla="*/ 232470 w 2760521"/>
                <a:gd name="connsiteY0" fmla="*/ 155790 h 2175090"/>
                <a:gd name="connsiteX1" fmla="*/ 137220 w 2760521"/>
                <a:gd name="connsiteY1" fmla="*/ 2175090 h 2175090"/>
                <a:gd name="connsiteX2" fmla="*/ 1823145 w 2760521"/>
                <a:gd name="connsiteY2" fmla="*/ 2175090 h 2175090"/>
                <a:gd name="connsiteX3" fmla="*/ 1842195 w 2760521"/>
                <a:gd name="connsiteY3" fmla="*/ 1670265 h 2175090"/>
                <a:gd name="connsiteX4" fmla="*/ 2699445 w 2760521"/>
                <a:gd name="connsiteY4" fmla="*/ 117690 h 2175090"/>
                <a:gd name="connsiteX5" fmla="*/ 1908870 w 2760521"/>
                <a:gd name="connsiteY5" fmla="*/ 41490 h 2175090"/>
                <a:gd name="connsiteX6" fmla="*/ 1937445 w 2760521"/>
                <a:gd name="connsiteY6" fmla="*/ 813015 h 2175090"/>
                <a:gd name="connsiteX7" fmla="*/ 1270695 w 2760521"/>
                <a:gd name="connsiteY7" fmla="*/ 622515 h 2175090"/>
                <a:gd name="connsiteX8" fmla="*/ 232470 w 2760521"/>
                <a:gd name="connsiteY8" fmla="*/ 155790 h 2175090"/>
                <a:gd name="connsiteX0" fmla="*/ 232470 w 2757220"/>
                <a:gd name="connsiteY0" fmla="*/ 155790 h 2175090"/>
                <a:gd name="connsiteX1" fmla="*/ 137220 w 2757220"/>
                <a:gd name="connsiteY1" fmla="*/ 2175090 h 2175090"/>
                <a:gd name="connsiteX2" fmla="*/ 1823145 w 2757220"/>
                <a:gd name="connsiteY2" fmla="*/ 2175090 h 2175090"/>
                <a:gd name="connsiteX3" fmla="*/ 1842195 w 2757220"/>
                <a:gd name="connsiteY3" fmla="*/ 1670265 h 2175090"/>
                <a:gd name="connsiteX4" fmla="*/ 2699445 w 2757220"/>
                <a:gd name="connsiteY4" fmla="*/ 117690 h 2175090"/>
                <a:gd name="connsiteX5" fmla="*/ 1908870 w 2757220"/>
                <a:gd name="connsiteY5" fmla="*/ 41490 h 2175090"/>
                <a:gd name="connsiteX6" fmla="*/ 1937445 w 2757220"/>
                <a:gd name="connsiteY6" fmla="*/ 813015 h 2175090"/>
                <a:gd name="connsiteX7" fmla="*/ 1270695 w 2757220"/>
                <a:gd name="connsiteY7" fmla="*/ 622515 h 2175090"/>
                <a:gd name="connsiteX8" fmla="*/ 232470 w 2757220"/>
                <a:gd name="connsiteY8" fmla="*/ 155790 h 2175090"/>
                <a:gd name="connsiteX0" fmla="*/ 232470 w 2741311"/>
                <a:gd name="connsiteY0" fmla="*/ 155790 h 2175090"/>
                <a:gd name="connsiteX1" fmla="*/ 137220 w 2741311"/>
                <a:gd name="connsiteY1" fmla="*/ 2175090 h 2175090"/>
                <a:gd name="connsiteX2" fmla="*/ 1823145 w 2741311"/>
                <a:gd name="connsiteY2" fmla="*/ 2175090 h 2175090"/>
                <a:gd name="connsiteX3" fmla="*/ 1842195 w 2741311"/>
                <a:gd name="connsiteY3" fmla="*/ 1670265 h 2175090"/>
                <a:gd name="connsiteX4" fmla="*/ 2699445 w 2741311"/>
                <a:gd name="connsiteY4" fmla="*/ 117690 h 2175090"/>
                <a:gd name="connsiteX5" fmla="*/ 1908870 w 2741311"/>
                <a:gd name="connsiteY5" fmla="*/ 41490 h 2175090"/>
                <a:gd name="connsiteX6" fmla="*/ 1937445 w 2741311"/>
                <a:gd name="connsiteY6" fmla="*/ 813015 h 2175090"/>
                <a:gd name="connsiteX7" fmla="*/ 1270695 w 2741311"/>
                <a:gd name="connsiteY7" fmla="*/ 622515 h 2175090"/>
                <a:gd name="connsiteX8" fmla="*/ 232470 w 2741311"/>
                <a:gd name="connsiteY8" fmla="*/ 155790 h 2175090"/>
                <a:gd name="connsiteX0" fmla="*/ 232470 w 2741311"/>
                <a:gd name="connsiteY0" fmla="*/ 155790 h 2175090"/>
                <a:gd name="connsiteX1" fmla="*/ 137220 w 2741311"/>
                <a:gd name="connsiteY1" fmla="*/ 2175090 h 2175090"/>
                <a:gd name="connsiteX2" fmla="*/ 1823145 w 2741311"/>
                <a:gd name="connsiteY2" fmla="*/ 2175090 h 2175090"/>
                <a:gd name="connsiteX3" fmla="*/ 1842195 w 2741311"/>
                <a:gd name="connsiteY3" fmla="*/ 1670265 h 2175090"/>
                <a:gd name="connsiteX4" fmla="*/ 2699445 w 2741311"/>
                <a:gd name="connsiteY4" fmla="*/ 117690 h 2175090"/>
                <a:gd name="connsiteX5" fmla="*/ 1908870 w 2741311"/>
                <a:gd name="connsiteY5" fmla="*/ 41490 h 2175090"/>
                <a:gd name="connsiteX6" fmla="*/ 1937445 w 2741311"/>
                <a:gd name="connsiteY6" fmla="*/ 813015 h 2175090"/>
                <a:gd name="connsiteX7" fmla="*/ 1270695 w 2741311"/>
                <a:gd name="connsiteY7" fmla="*/ 622515 h 2175090"/>
                <a:gd name="connsiteX8" fmla="*/ 232470 w 2741311"/>
                <a:gd name="connsiteY8" fmla="*/ 155790 h 2175090"/>
                <a:gd name="connsiteX0" fmla="*/ 232470 w 2741311"/>
                <a:gd name="connsiteY0" fmla="*/ 155790 h 2175090"/>
                <a:gd name="connsiteX1" fmla="*/ 137220 w 2741311"/>
                <a:gd name="connsiteY1" fmla="*/ 2175090 h 2175090"/>
                <a:gd name="connsiteX2" fmla="*/ 1823145 w 2741311"/>
                <a:gd name="connsiteY2" fmla="*/ 2175090 h 2175090"/>
                <a:gd name="connsiteX3" fmla="*/ 1842195 w 2741311"/>
                <a:gd name="connsiteY3" fmla="*/ 1670265 h 2175090"/>
                <a:gd name="connsiteX4" fmla="*/ 2699445 w 2741311"/>
                <a:gd name="connsiteY4" fmla="*/ 117690 h 2175090"/>
                <a:gd name="connsiteX5" fmla="*/ 1908870 w 2741311"/>
                <a:gd name="connsiteY5" fmla="*/ 41490 h 2175090"/>
                <a:gd name="connsiteX6" fmla="*/ 1937445 w 2741311"/>
                <a:gd name="connsiteY6" fmla="*/ 813015 h 2175090"/>
                <a:gd name="connsiteX7" fmla="*/ 1270695 w 2741311"/>
                <a:gd name="connsiteY7" fmla="*/ 622515 h 2175090"/>
                <a:gd name="connsiteX8" fmla="*/ 232470 w 2741311"/>
                <a:gd name="connsiteY8" fmla="*/ 155790 h 2175090"/>
                <a:gd name="connsiteX0" fmla="*/ 232470 w 2741311"/>
                <a:gd name="connsiteY0" fmla="*/ 147713 h 2167013"/>
                <a:gd name="connsiteX1" fmla="*/ 137220 w 2741311"/>
                <a:gd name="connsiteY1" fmla="*/ 2167013 h 2167013"/>
                <a:gd name="connsiteX2" fmla="*/ 1823145 w 2741311"/>
                <a:gd name="connsiteY2" fmla="*/ 2167013 h 2167013"/>
                <a:gd name="connsiteX3" fmla="*/ 1842195 w 2741311"/>
                <a:gd name="connsiteY3" fmla="*/ 1662188 h 2167013"/>
                <a:gd name="connsiteX4" fmla="*/ 2699445 w 2741311"/>
                <a:gd name="connsiteY4" fmla="*/ 109613 h 2167013"/>
                <a:gd name="connsiteX5" fmla="*/ 1908870 w 2741311"/>
                <a:gd name="connsiteY5" fmla="*/ 33413 h 2167013"/>
                <a:gd name="connsiteX6" fmla="*/ 1937445 w 2741311"/>
                <a:gd name="connsiteY6" fmla="*/ 804938 h 2167013"/>
                <a:gd name="connsiteX7" fmla="*/ 1270695 w 2741311"/>
                <a:gd name="connsiteY7" fmla="*/ 614438 h 2167013"/>
                <a:gd name="connsiteX8" fmla="*/ 232470 w 2741311"/>
                <a:gd name="connsiteY8" fmla="*/ 147713 h 2167013"/>
                <a:gd name="connsiteX0" fmla="*/ 232470 w 2741311"/>
                <a:gd name="connsiteY0" fmla="*/ 95560 h 2114860"/>
                <a:gd name="connsiteX1" fmla="*/ 137220 w 2741311"/>
                <a:gd name="connsiteY1" fmla="*/ 2114860 h 2114860"/>
                <a:gd name="connsiteX2" fmla="*/ 1823145 w 2741311"/>
                <a:gd name="connsiteY2" fmla="*/ 2114860 h 2114860"/>
                <a:gd name="connsiteX3" fmla="*/ 1842195 w 2741311"/>
                <a:gd name="connsiteY3" fmla="*/ 1610035 h 2114860"/>
                <a:gd name="connsiteX4" fmla="*/ 2699445 w 2741311"/>
                <a:gd name="connsiteY4" fmla="*/ 57460 h 2114860"/>
                <a:gd name="connsiteX5" fmla="*/ 1927920 w 2741311"/>
                <a:gd name="connsiteY5" fmla="*/ 47935 h 2114860"/>
                <a:gd name="connsiteX6" fmla="*/ 1937445 w 2741311"/>
                <a:gd name="connsiteY6" fmla="*/ 752785 h 2114860"/>
                <a:gd name="connsiteX7" fmla="*/ 1270695 w 2741311"/>
                <a:gd name="connsiteY7" fmla="*/ 562285 h 2114860"/>
                <a:gd name="connsiteX8" fmla="*/ 232470 w 2741311"/>
                <a:gd name="connsiteY8" fmla="*/ 95560 h 2114860"/>
                <a:gd name="connsiteX0" fmla="*/ 232470 w 2741311"/>
                <a:gd name="connsiteY0" fmla="*/ 189280 h 2208580"/>
                <a:gd name="connsiteX1" fmla="*/ 137220 w 2741311"/>
                <a:gd name="connsiteY1" fmla="*/ 2208580 h 2208580"/>
                <a:gd name="connsiteX2" fmla="*/ 1823145 w 2741311"/>
                <a:gd name="connsiteY2" fmla="*/ 2208580 h 2208580"/>
                <a:gd name="connsiteX3" fmla="*/ 1842195 w 2741311"/>
                <a:gd name="connsiteY3" fmla="*/ 1703755 h 2208580"/>
                <a:gd name="connsiteX4" fmla="*/ 2699445 w 2741311"/>
                <a:gd name="connsiteY4" fmla="*/ 151180 h 2208580"/>
                <a:gd name="connsiteX5" fmla="*/ 1908870 w 2741311"/>
                <a:gd name="connsiteY5" fmla="*/ 27355 h 2208580"/>
                <a:gd name="connsiteX6" fmla="*/ 1937445 w 2741311"/>
                <a:gd name="connsiteY6" fmla="*/ 846505 h 2208580"/>
                <a:gd name="connsiteX7" fmla="*/ 1270695 w 2741311"/>
                <a:gd name="connsiteY7" fmla="*/ 656005 h 2208580"/>
                <a:gd name="connsiteX8" fmla="*/ 232470 w 2741311"/>
                <a:gd name="connsiteY8" fmla="*/ 189280 h 2208580"/>
                <a:gd name="connsiteX0" fmla="*/ 232470 w 2741311"/>
                <a:gd name="connsiteY0" fmla="*/ 213274 h 2232574"/>
                <a:gd name="connsiteX1" fmla="*/ 137220 w 2741311"/>
                <a:gd name="connsiteY1" fmla="*/ 2232574 h 2232574"/>
                <a:gd name="connsiteX2" fmla="*/ 1823145 w 2741311"/>
                <a:gd name="connsiteY2" fmla="*/ 2232574 h 2232574"/>
                <a:gd name="connsiteX3" fmla="*/ 1842195 w 2741311"/>
                <a:gd name="connsiteY3" fmla="*/ 1727749 h 2232574"/>
                <a:gd name="connsiteX4" fmla="*/ 2699445 w 2741311"/>
                <a:gd name="connsiteY4" fmla="*/ 175174 h 2232574"/>
                <a:gd name="connsiteX5" fmla="*/ 2127946 w 2741311"/>
                <a:gd name="connsiteY5" fmla="*/ 127549 h 2232574"/>
                <a:gd name="connsiteX6" fmla="*/ 1908870 w 2741311"/>
                <a:gd name="connsiteY6" fmla="*/ 51349 h 2232574"/>
                <a:gd name="connsiteX7" fmla="*/ 1937445 w 2741311"/>
                <a:gd name="connsiteY7" fmla="*/ 870499 h 2232574"/>
                <a:gd name="connsiteX8" fmla="*/ 1270695 w 2741311"/>
                <a:gd name="connsiteY8" fmla="*/ 679999 h 2232574"/>
                <a:gd name="connsiteX9" fmla="*/ 232470 w 2741311"/>
                <a:gd name="connsiteY9" fmla="*/ 213274 h 2232574"/>
                <a:gd name="connsiteX0" fmla="*/ 232470 w 2741311"/>
                <a:gd name="connsiteY0" fmla="*/ 214182 h 2233482"/>
                <a:gd name="connsiteX1" fmla="*/ 137220 w 2741311"/>
                <a:gd name="connsiteY1" fmla="*/ 2233482 h 2233482"/>
                <a:gd name="connsiteX2" fmla="*/ 1823145 w 2741311"/>
                <a:gd name="connsiteY2" fmla="*/ 2233482 h 2233482"/>
                <a:gd name="connsiteX3" fmla="*/ 1842195 w 2741311"/>
                <a:gd name="connsiteY3" fmla="*/ 1728657 h 2233482"/>
                <a:gd name="connsiteX4" fmla="*/ 2699445 w 2741311"/>
                <a:gd name="connsiteY4" fmla="*/ 176082 h 2233482"/>
                <a:gd name="connsiteX5" fmla="*/ 2048663 w 2741311"/>
                <a:gd name="connsiteY5" fmla="*/ 123172 h 2233482"/>
                <a:gd name="connsiteX6" fmla="*/ 1908870 w 2741311"/>
                <a:gd name="connsiteY6" fmla="*/ 52257 h 2233482"/>
                <a:gd name="connsiteX7" fmla="*/ 1937445 w 2741311"/>
                <a:gd name="connsiteY7" fmla="*/ 871407 h 2233482"/>
                <a:gd name="connsiteX8" fmla="*/ 1270695 w 2741311"/>
                <a:gd name="connsiteY8" fmla="*/ 680907 h 2233482"/>
                <a:gd name="connsiteX9" fmla="*/ 232470 w 2741311"/>
                <a:gd name="connsiteY9" fmla="*/ 214182 h 2233482"/>
                <a:gd name="connsiteX0" fmla="*/ 232470 w 2741311"/>
                <a:gd name="connsiteY0" fmla="*/ 228069 h 2247369"/>
                <a:gd name="connsiteX1" fmla="*/ 137220 w 2741311"/>
                <a:gd name="connsiteY1" fmla="*/ 2247369 h 2247369"/>
                <a:gd name="connsiteX2" fmla="*/ 1823145 w 2741311"/>
                <a:gd name="connsiteY2" fmla="*/ 2247369 h 2247369"/>
                <a:gd name="connsiteX3" fmla="*/ 1842195 w 2741311"/>
                <a:gd name="connsiteY3" fmla="*/ 1742544 h 2247369"/>
                <a:gd name="connsiteX4" fmla="*/ 2699445 w 2741311"/>
                <a:gd name="connsiteY4" fmla="*/ 189969 h 2247369"/>
                <a:gd name="connsiteX5" fmla="*/ 2048663 w 2741311"/>
                <a:gd name="connsiteY5" fmla="*/ 137059 h 2247369"/>
                <a:gd name="connsiteX6" fmla="*/ 1908870 w 2741311"/>
                <a:gd name="connsiteY6" fmla="*/ 66144 h 2247369"/>
                <a:gd name="connsiteX7" fmla="*/ 1937445 w 2741311"/>
                <a:gd name="connsiteY7" fmla="*/ 885294 h 2247369"/>
                <a:gd name="connsiteX8" fmla="*/ 1270695 w 2741311"/>
                <a:gd name="connsiteY8" fmla="*/ 694794 h 2247369"/>
                <a:gd name="connsiteX9" fmla="*/ 232470 w 2741311"/>
                <a:gd name="connsiteY9" fmla="*/ 228069 h 2247369"/>
                <a:gd name="connsiteX0" fmla="*/ 232470 w 2741311"/>
                <a:gd name="connsiteY0" fmla="*/ 175032 h 2194332"/>
                <a:gd name="connsiteX1" fmla="*/ 137220 w 2741311"/>
                <a:gd name="connsiteY1" fmla="*/ 2194332 h 2194332"/>
                <a:gd name="connsiteX2" fmla="*/ 1823145 w 2741311"/>
                <a:gd name="connsiteY2" fmla="*/ 2194332 h 2194332"/>
                <a:gd name="connsiteX3" fmla="*/ 1842195 w 2741311"/>
                <a:gd name="connsiteY3" fmla="*/ 1689507 h 2194332"/>
                <a:gd name="connsiteX4" fmla="*/ 2699445 w 2741311"/>
                <a:gd name="connsiteY4" fmla="*/ 136932 h 2194332"/>
                <a:gd name="connsiteX5" fmla="*/ 2048663 w 2741311"/>
                <a:gd name="connsiteY5" fmla="*/ 84022 h 2194332"/>
                <a:gd name="connsiteX6" fmla="*/ 1908870 w 2741311"/>
                <a:gd name="connsiteY6" fmla="*/ 13107 h 2194332"/>
                <a:gd name="connsiteX7" fmla="*/ 1937445 w 2741311"/>
                <a:gd name="connsiteY7" fmla="*/ 832257 h 2194332"/>
                <a:gd name="connsiteX8" fmla="*/ 1270695 w 2741311"/>
                <a:gd name="connsiteY8" fmla="*/ 641757 h 2194332"/>
                <a:gd name="connsiteX9" fmla="*/ 232470 w 2741311"/>
                <a:gd name="connsiteY9" fmla="*/ 175032 h 2194332"/>
                <a:gd name="connsiteX0" fmla="*/ 232470 w 2741311"/>
                <a:gd name="connsiteY0" fmla="*/ 175032 h 2194332"/>
                <a:gd name="connsiteX1" fmla="*/ 137220 w 2741311"/>
                <a:gd name="connsiteY1" fmla="*/ 2194332 h 2194332"/>
                <a:gd name="connsiteX2" fmla="*/ 1823145 w 2741311"/>
                <a:gd name="connsiteY2" fmla="*/ 2194332 h 2194332"/>
                <a:gd name="connsiteX3" fmla="*/ 1842195 w 2741311"/>
                <a:gd name="connsiteY3" fmla="*/ 1689507 h 2194332"/>
                <a:gd name="connsiteX4" fmla="*/ 2699445 w 2741311"/>
                <a:gd name="connsiteY4" fmla="*/ 136932 h 2194332"/>
                <a:gd name="connsiteX5" fmla="*/ 2048663 w 2741311"/>
                <a:gd name="connsiteY5" fmla="*/ 84022 h 2194332"/>
                <a:gd name="connsiteX6" fmla="*/ 1908870 w 2741311"/>
                <a:gd name="connsiteY6" fmla="*/ 13107 h 2194332"/>
                <a:gd name="connsiteX7" fmla="*/ 1937445 w 2741311"/>
                <a:gd name="connsiteY7" fmla="*/ 832257 h 2194332"/>
                <a:gd name="connsiteX8" fmla="*/ 1270695 w 2741311"/>
                <a:gd name="connsiteY8" fmla="*/ 641757 h 2194332"/>
                <a:gd name="connsiteX9" fmla="*/ 232470 w 2741311"/>
                <a:gd name="connsiteY9" fmla="*/ 175032 h 2194332"/>
                <a:gd name="connsiteX0" fmla="*/ 232470 w 2741311"/>
                <a:gd name="connsiteY0" fmla="*/ 232422 h 2251722"/>
                <a:gd name="connsiteX1" fmla="*/ 137220 w 2741311"/>
                <a:gd name="connsiteY1" fmla="*/ 2251722 h 2251722"/>
                <a:gd name="connsiteX2" fmla="*/ 1823145 w 2741311"/>
                <a:gd name="connsiteY2" fmla="*/ 2251722 h 2251722"/>
                <a:gd name="connsiteX3" fmla="*/ 1842195 w 2741311"/>
                <a:gd name="connsiteY3" fmla="*/ 1746897 h 2251722"/>
                <a:gd name="connsiteX4" fmla="*/ 2699445 w 2741311"/>
                <a:gd name="connsiteY4" fmla="*/ 194322 h 2251722"/>
                <a:gd name="connsiteX5" fmla="*/ 2048663 w 2741311"/>
                <a:gd name="connsiteY5" fmla="*/ 141412 h 2251722"/>
                <a:gd name="connsiteX6" fmla="*/ 2040679 w 2741311"/>
                <a:gd name="connsiteY6" fmla="*/ 48749 h 2251722"/>
                <a:gd name="connsiteX7" fmla="*/ 1908870 w 2741311"/>
                <a:gd name="connsiteY7" fmla="*/ 70497 h 2251722"/>
                <a:gd name="connsiteX8" fmla="*/ 1937445 w 2741311"/>
                <a:gd name="connsiteY8" fmla="*/ 889647 h 2251722"/>
                <a:gd name="connsiteX9" fmla="*/ 1270695 w 2741311"/>
                <a:gd name="connsiteY9" fmla="*/ 699147 h 2251722"/>
                <a:gd name="connsiteX10" fmla="*/ 232470 w 2741311"/>
                <a:gd name="connsiteY10" fmla="*/ 232422 h 2251722"/>
                <a:gd name="connsiteX0" fmla="*/ 232470 w 2741311"/>
                <a:gd name="connsiteY0" fmla="*/ 232422 h 2251722"/>
                <a:gd name="connsiteX1" fmla="*/ 137220 w 2741311"/>
                <a:gd name="connsiteY1" fmla="*/ 2251722 h 2251722"/>
                <a:gd name="connsiteX2" fmla="*/ 1823145 w 2741311"/>
                <a:gd name="connsiteY2" fmla="*/ 2251722 h 2251722"/>
                <a:gd name="connsiteX3" fmla="*/ 1842195 w 2741311"/>
                <a:gd name="connsiteY3" fmla="*/ 1746897 h 2251722"/>
                <a:gd name="connsiteX4" fmla="*/ 2699445 w 2741311"/>
                <a:gd name="connsiteY4" fmla="*/ 194322 h 2251722"/>
                <a:gd name="connsiteX5" fmla="*/ 2048663 w 2741311"/>
                <a:gd name="connsiteY5" fmla="*/ 141412 h 2251722"/>
                <a:gd name="connsiteX6" fmla="*/ 2040679 w 2741311"/>
                <a:gd name="connsiteY6" fmla="*/ 48749 h 2251722"/>
                <a:gd name="connsiteX7" fmla="*/ 1908870 w 2741311"/>
                <a:gd name="connsiteY7" fmla="*/ 70497 h 2251722"/>
                <a:gd name="connsiteX8" fmla="*/ 1937445 w 2741311"/>
                <a:gd name="connsiteY8" fmla="*/ 889647 h 2251722"/>
                <a:gd name="connsiteX9" fmla="*/ 1270695 w 2741311"/>
                <a:gd name="connsiteY9" fmla="*/ 699147 h 2251722"/>
                <a:gd name="connsiteX10" fmla="*/ 232470 w 2741311"/>
                <a:gd name="connsiteY10" fmla="*/ 232422 h 2251722"/>
                <a:gd name="connsiteX0" fmla="*/ 232470 w 2741311"/>
                <a:gd name="connsiteY0" fmla="*/ 232422 h 2251722"/>
                <a:gd name="connsiteX1" fmla="*/ 137220 w 2741311"/>
                <a:gd name="connsiteY1" fmla="*/ 2251722 h 2251722"/>
                <a:gd name="connsiteX2" fmla="*/ 1823145 w 2741311"/>
                <a:gd name="connsiteY2" fmla="*/ 2251722 h 2251722"/>
                <a:gd name="connsiteX3" fmla="*/ 1842195 w 2741311"/>
                <a:gd name="connsiteY3" fmla="*/ 1746897 h 2251722"/>
                <a:gd name="connsiteX4" fmla="*/ 2699445 w 2741311"/>
                <a:gd name="connsiteY4" fmla="*/ 194322 h 2251722"/>
                <a:gd name="connsiteX5" fmla="*/ 2048663 w 2741311"/>
                <a:gd name="connsiteY5" fmla="*/ 141412 h 2251722"/>
                <a:gd name="connsiteX6" fmla="*/ 2040679 w 2741311"/>
                <a:gd name="connsiteY6" fmla="*/ 48749 h 2251722"/>
                <a:gd name="connsiteX7" fmla="*/ 1908870 w 2741311"/>
                <a:gd name="connsiteY7" fmla="*/ 70497 h 2251722"/>
                <a:gd name="connsiteX8" fmla="*/ 1937445 w 2741311"/>
                <a:gd name="connsiteY8" fmla="*/ 889647 h 2251722"/>
                <a:gd name="connsiteX9" fmla="*/ 1270695 w 2741311"/>
                <a:gd name="connsiteY9" fmla="*/ 699147 h 2251722"/>
                <a:gd name="connsiteX10" fmla="*/ 232470 w 2741311"/>
                <a:gd name="connsiteY10" fmla="*/ 232422 h 2251722"/>
                <a:gd name="connsiteX0" fmla="*/ 232470 w 2741311"/>
                <a:gd name="connsiteY0" fmla="*/ 188264 h 2207564"/>
                <a:gd name="connsiteX1" fmla="*/ 137220 w 2741311"/>
                <a:gd name="connsiteY1" fmla="*/ 2207564 h 2207564"/>
                <a:gd name="connsiteX2" fmla="*/ 1823145 w 2741311"/>
                <a:gd name="connsiteY2" fmla="*/ 2207564 h 2207564"/>
                <a:gd name="connsiteX3" fmla="*/ 1842195 w 2741311"/>
                <a:gd name="connsiteY3" fmla="*/ 1702739 h 2207564"/>
                <a:gd name="connsiteX4" fmla="*/ 2699445 w 2741311"/>
                <a:gd name="connsiteY4" fmla="*/ 150164 h 2207564"/>
                <a:gd name="connsiteX5" fmla="*/ 2048663 w 2741311"/>
                <a:gd name="connsiteY5" fmla="*/ 97254 h 2207564"/>
                <a:gd name="connsiteX6" fmla="*/ 2040679 w 2741311"/>
                <a:gd name="connsiteY6" fmla="*/ 4591 h 2207564"/>
                <a:gd name="connsiteX7" fmla="*/ 1908870 w 2741311"/>
                <a:gd name="connsiteY7" fmla="*/ 26339 h 2207564"/>
                <a:gd name="connsiteX8" fmla="*/ 1937445 w 2741311"/>
                <a:gd name="connsiteY8" fmla="*/ 845489 h 2207564"/>
                <a:gd name="connsiteX9" fmla="*/ 1270695 w 2741311"/>
                <a:gd name="connsiteY9" fmla="*/ 654989 h 2207564"/>
                <a:gd name="connsiteX10" fmla="*/ 232470 w 2741311"/>
                <a:gd name="connsiteY10" fmla="*/ 188264 h 2207564"/>
                <a:gd name="connsiteX0" fmla="*/ 232470 w 2741311"/>
                <a:gd name="connsiteY0" fmla="*/ 183976 h 2203276"/>
                <a:gd name="connsiteX1" fmla="*/ 137220 w 2741311"/>
                <a:gd name="connsiteY1" fmla="*/ 2203276 h 2203276"/>
                <a:gd name="connsiteX2" fmla="*/ 1823145 w 2741311"/>
                <a:gd name="connsiteY2" fmla="*/ 2203276 h 2203276"/>
                <a:gd name="connsiteX3" fmla="*/ 1842195 w 2741311"/>
                <a:gd name="connsiteY3" fmla="*/ 1698451 h 2203276"/>
                <a:gd name="connsiteX4" fmla="*/ 2699445 w 2741311"/>
                <a:gd name="connsiteY4" fmla="*/ 145876 h 2203276"/>
                <a:gd name="connsiteX5" fmla="*/ 2048663 w 2741311"/>
                <a:gd name="connsiteY5" fmla="*/ 92966 h 2203276"/>
                <a:gd name="connsiteX6" fmla="*/ 2040679 w 2741311"/>
                <a:gd name="connsiteY6" fmla="*/ 303 h 2203276"/>
                <a:gd name="connsiteX7" fmla="*/ 1908870 w 2741311"/>
                <a:gd name="connsiteY7" fmla="*/ 22051 h 2203276"/>
                <a:gd name="connsiteX8" fmla="*/ 1937445 w 2741311"/>
                <a:gd name="connsiteY8" fmla="*/ 841201 h 2203276"/>
                <a:gd name="connsiteX9" fmla="*/ 1270695 w 2741311"/>
                <a:gd name="connsiteY9" fmla="*/ 650701 h 2203276"/>
                <a:gd name="connsiteX10" fmla="*/ 232470 w 2741311"/>
                <a:gd name="connsiteY10" fmla="*/ 183976 h 2203276"/>
                <a:gd name="connsiteX0" fmla="*/ 232470 w 2741311"/>
                <a:gd name="connsiteY0" fmla="*/ 183976 h 2203276"/>
                <a:gd name="connsiteX1" fmla="*/ 137220 w 2741311"/>
                <a:gd name="connsiteY1" fmla="*/ 2203276 h 2203276"/>
                <a:gd name="connsiteX2" fmla="*/ 1823145 w 2741311"/>
                <a:gd name="connsiteY2" fmla="*/ 2203276 h 2203276"/>
                <a:gd name="connsiteX3" fmla="*/ 1842195 w 2741311"/>
                <a:gd name="connsiteY3" fmla="*/ 1698451 h 2203276"/>
                <a:gd name="connsiteX4" fmla="*/ 2699445 w 2741311"/>
                <a:gd name="connsiteY4" fmla="*/ 145876 h 2203276"/>
                <a:gd name="connsiteX5" fmla="*/ 2048663 w 2741311"/>
                <a:gd name="connsiteY5" fmla="*/ 92966 h 2203276"/>
                <a:gd name="connsiteX6" fmla="*/ 2040679 w 2741311"/>
                <a:gd name="connsiteY6" fmla="*/ 303 h 2203276"/>
                <a:gd name="connsiteX7" fmla="*/ 1908870 w 2741311"/>
                <a:gd name="connsiteY7" fmla="*/ 22051 h 2203276"/>
                <a:gd name="connsiteX8" fmla="*/ 1937445 w 2741311"/>
                <a:gd name="connsiteY8" fmla="*/ 841201 h 2203276"/>
                <a:gd name="connsiteX9" fmla="*/ 1270695 w 2741311"/>
                <a:gd name="connsiteY9" fmla="*/ 650701 h 2203276"/>
                <a:gd name="connsiteX10" fmla="*/ 232470 w 2741311"/>
                <a:gd name="connsiteY10" fmla="*/ 183976 h 2203276"/>
                <a:gd name="connsiteX0" fmla="*/ 232470 w 2662372"/>
                <a:gd name="connsiteY0" fmla="*/ 183976 h 2203276"/>
                <a:gd name="connsiteX1" fmla="*/ 137220 w 2662372"/>
                <a:gd name="connsiteY1" fmla="*/ 2203276 h 2203276"/>
                <a:gd name="connsiteX2" fmla="*/ 1823145 w 2662372"/>
                <a:gd name="connsiteY2" fmla="*/ 2203276 h 2203276"/>
                <a:gd name="connsiteX3" fmla="*/ 1842195 w 2662372"/>
                <a:gd name="connsiteY3" fmla="*/ 1698451 h 2203276"/>
                <a:gd name="connsiteX4" fmla="*/ 2614876 w 2662372"/>
                <a:gd name="connsiteY4" fmla="*/ 119448 h 2203276"/>
                <a:gd name="connsiteX5" fmla="*/ 2048663 w 2662372"/>
                <a:gd name="connsiteY5" fmla="*/ 92966 h 2203276"/>
                <a:gd name="connsiteX6" fmla="*/ 2040679 w 2662372"/>
                <a:gd name="connsiteY6" fmla="*/ 303 h 2203276"/>
                <a:gd name="connsiteX7" fmla="*/ 1908870 w 2662372"/>
                <a:gd name="connsiteY7" fmla="*/ 22051 h 2203276"/>
                <a:gd name="connsiteX8" fmla="*/ 1937445 w 2662372"/>
                <a:gd name="connsiteY8" fmla="*/ 841201 h 2203276"/>
                <a:gd name="connsiteX9" fmla="*/ 1270695 w 2662372"/>
                <a:gd name="connsiteY9" fmla="*/ 650701 h 2203276"/>
                <a:gd name="connsiteX10" fmla="*/ 232470 w 2662372"/>
                <a:gd name="connsiteY10" fmla="*/ 183976 h 2203276"/>
                <a:gd name="connsiteX0" fmla="*/ 232470 w 2662372"/>
                <a:gd name="connsiteY0" fmla="*/ 183976 h 2203276"/>
                <a:gd name="connsiteX1" fmla="*/ 137220 w 2662372"/>
                <a:gd name="connsiteY1" fmla="*/ 2203276 h 2203276"/>
                <a:gd name="connsiteX2" fmla="*/ 1823145 w 2662372"/>
                <a:gd name="connsiteY2" fmla="*/ 2203276 h 2203276"/>
                <a:gd name="connsiteX3" fmla="*/ 1842195 w 2662372"/>
                <a:gd name="connsiteY3" fmla="*/ 1698451 h 2203276"/>
                <a:gd name="connsiteX4" fmla="*/ 2614876 w 2662372"/>
                <a:gd name="connsiteY4" fmla="*/ 119448 h 2203276"/>
                <a:gd name="connsiteX5" fmla="*/ 2048663 w 2662372"/>
                <a:gd name="connsiteY5" fmla="*/ 92966 h 2203276"/>
                <a:gd name="connsiteX6" fmla="*/ 2040679 w 2662372"/>
                <a:gd name="connsiteY6" fmla="*/ 303 h 2203276"/>
                <a:gd name="connsiteX7" fmla="*/ 1908870 w 2662372"/>
                <a:gd name="connsiteY7" fmla="*/ 22051 h 2203276"/>
                <a:gd name="connsiteX8" fmla="*/ 1937445 w 2662372"/>
                <a:gd name="connsiteY8" fmla="*/ 841201 h 2203276"/>
                <a:gd name="connsiteX9" fmla="*/ 1270695 w 2662372"/>
                <a:gd name="connsiteY9" fmla="*/ 650701 h 2203276"/>
                <a:gd name="connsiteX10" fmla="*/ 232470 w 2662372"/>
                <a:gd name="connsiteY10" fmla="*/ 183976 h 2203276"/>
                <a:gd name="connsiteX0" fmla="*/ 232470 w 2664220"/>
                <a:gd name="connsiteY0" fmla="*/ 183976 h 2203276"/>
                <a:gd name="connsiteX1" fmla="*/ 137220 w 2664220"/>
                <a:gd name="connsiteY1" fmla="*/ 2203276 h 2203276"/>
                <a:gd name="connsiteX2" fmla="*/ 1823145 w 2664220"/>
                <a:gd name="connsiteY2" fmla="*/ 2203276 h 2203276"/>
                <a:gd name="connsiteX3" fmla="*/ 1842195 w 2664220"/>
                <a:gd name="connsiteY3" fmla="*/ 1698451 h 2203276"/>
                <a:gd name="connsiteX4" fmla="*/ 2614876 w 2664220"/>
                <a:gd name="connsiteY4" fmla="*/ 119448 h 2203276"/>
                <a:gd name="connsiteX5" fmla="*/ 2048663 w 2664220"/>
                <a:gd name="connsiteY5" fmla="*/ 92966 h 2203276"/>
                <a:gd name="connsiteX6" fmla="*/ 2040679 w 2664220"/>
                <a:gd name="connsiteY6" fmla="*/ 303 h 2203276"/>
                <a:gd name="connsiteX7" fmla="*/ 1908870 w 2664220"/>
                <a:gd name="connsiteY7" fmla="*/ 22051 h 2203276"/>
                <a:gd name="connsiteX8" fmla="*/ 1937445 w 2664220"/>
                <a:gd name="connsiteY8" fmla="*/ 841201 h 2203276"/>
                <a:gd name="connsiteX9" fmla="*/ 1270695 w 2664220"/>
                <a:gd name="connsiteY9" fmla="*/ 650701 h 2203276"/>
                <a:gd name="connsiteX10" fmla="*/ 232470 w 2664220"/>
                <a:gd name="connsiteY10" fmla="*/ 183976 h 2203276"/>
                <a:gd name="connsiteX0" fmla="*/ 232470 w 2695242"/>
                <a:gd name="connsiteY0" fmla="*/ 183976 h 2203276"/>
                <a:gd name="connsiteX1" fmla="*/ 137220 w 2695242"/>
                <a:gd name="connsiteY1" fmla="*/ 2203276 h 2203276"/>
                <a:gd name="connsiteX2" fmla="*/ 1823145 w 2695242"/>
                <a:gd name="connsiteY2" fmla="*/ 2203276 h 2203276"/>
                <a:gd name="connsiteX3" fmla="*/ 1842195 w 2695242"/>
                <a:gd name="connsiteY3" fmla="*/ 1698451 h 2203276"/>
                <a:gd name="connsiteX4" fmla="*/ 2614876 w 2695242"/>
                <a:gd name="connsiteY4" fmla="*/ 119448 h 2203276"/>
                <a:gd name="connsiteX5" fmla="*/ 2048663 w 2695242"/>
                <a:gd name="connsiteY5" fmla="*/ 92966 h 2203276"/>
                <a:gd name="connsiteX6" fmla="*/ 2040679 w 2695242"/>
                <a:gd name="connsiteY6" fmla="*/ 303 h 2203276"/>
                <a:gd name="connsiteX7" fmla="*/ 1908870 w 2695242"/>
                <a:gd name="connsiteY7" fmla="*/ 22051 h 2203276"/>
                <a:gd name="connsiteX8" fmla="*/ 1937445 w 2695242"/>
                <a:gd name="connsiteY8" fmla="*/ 841201 h 2203276"/>
                <a:gd name="connsiteX9" fmla="*/ 1270695 w 2695242"/>
                <a:gd name="connsiteY9" fmla="*/ 650701 h 2203276"/>
                <a:gd name="connsiteX10" fmla="*/ 232470 w 2695242"/>
                <a:gd name="connsiteY10" fmla="*/ 183976 h 2203276"/>
                <a:gd name="connsiteX0" fmla="*/ 232470 w 2718665"/>
                <a:gd name="connsiteY0" fmla="*/ 183976 h 2203276"/>
                <a:gd name="connsiteX1" fmla="*/ 137220 w 2718665"/>
                <a:gd name="connsiteY1" fmla="*/ 2203276 h 2203276"/>
                <a:gd name="connsiteX2" fmla="*/ 1823145 w 2718665"/>
                <a:gd name="connsiteY2" fmla="*/ 2203276 h 2203276"/>
                <a:gd name="connsiteX3" fmla="*/ 1842195 w 2718665"/>
                <a:gd name="connsiteY3" fmla="*/ 1698451 h 2203276"/>
                <a:gd name="connsiteX4" fmla="*/ 2614876 w 2718665"/>
                <a:gd name="connsiteY4" fmla="*/ 119448 h 2203276"/>
                <a:gd name="connsiteX5" fmla="*/ 2048663 w 2718665"/>
                <a:gd name="connsiteY5" fmla="*/ 92966 h 2203276"/>
                <a:gd name="connsiteX6" fmla="*/ 2040679 w 2718665"/>
                <a:gd name="connsiteY6" fmla="*/ 303 h 2203276"/>
                <a:gd name="connsiteX7" fmla="*/ 1908870 w 2718665"/>
                <a:gd name="connsiteY7" fmla="*/ 22051 h 2203276"/>
                <a:gd name="connsiteX8" fmla="*/ 1937445 w 2718665"/>
                <a:gd name="connsiteY8" fmla="*/ 841201 h 2203276"/>
                <a:gd name="connsiteX9" fmla="*/ 1270695 w 2718665"/>
                <a:gd name="connsiteY9" fmla="*/ 650701 h 2203276"/>
                <a:gd name="connsiteX10" fmla="*/ 232470 w 2718665"/>
                <a:gd name="connsiteY10" fmla="*/ 183976 h 2203276"/>
                <a:gd name="connsiteX0" fmla="*/ 232470 w 2718665"/>
                <a:gd name="connsiteY0" fmla="*/ 183976 h 2203276"/>
                <a:gd name="connsiteX1" fmla="*/ 137220 w 2718665"/>
                <a:gd name="connsiteY1" fmla="*/ 2203276 h 2203276"/>
                <a:gd name="connsiteX2" fmla="*/ 1823145 w 2718665"/>
                <a:gd name="connsiteY2" fmla="*/ 2203276 h 2203276"/>
                <a:gd name="connsiteX3" fmla="*/ 1842195 w 2718665"/>
                <a:gd name="connsiteY3" fmla="*/ 1698451 h 2203276"/>
                <a:gd name="connsiteX4" fmla="*/ 2614876 w 2718665"/>
                <a:gd name="connsiteY4" fmla="*/ 119448 h 2203276"/>
                <a:gd name="connsiteX5" fmla="*/ 2048663 w 2718665"/>
                <a:gd name="connsiteY5" fmla="*/ 92966 h 2203276"/>
                <a:gd name="connsiteX6" fmla="*/ 2040679 w 2718665"/>
                <a:gd name="connsiteY6" fmla="*/ 303 h 2203276"/>
                <a:gd name="connsiteX7" fmla="*/ 1908870 w 2718665"/>
                <a:gd name="connsiteY7" fmla="*/ 22051 h 2203276"/>
                <a:gd name="connsiteX8" fmla="*/ 1937445 w 2718665"/>
                <a:gd name="connsiteY8" fmla="*/ 841201 h 2203276"/>
                <a:gd name="connsiteX9" fmla="*/ 1395842 w 2718665"/>
                <a:gd name="connsiteY9" fmla="*/ 576428 h 2203276"/>
                <a:gd name="connsiteX10" fmla="*/ 1270695 w 2718665"/>
                <a:gd name="connsiteY10" fmla="*/ 650701 h 2203276"/>
                <a:gd name="connsiteX11" fmla="*/ 232470 w 2718665"/>
                <a:gd name="connsiteY11" fmla="*/ 183976 h 2203276"/>
                <a:gd name="connsiteX0" fmla="*/ 232470 w 2718665"/>
                <a:gd name="connsiteY0" fmla="*/ 183976 h 2203276"/>
                <a:gd name="connsiteX1" fmla="*/ 137220 w 2718665"/>
                <a:gd name="connsiteY1" fmla="*/ 2203276 h 2203276"/>
                <a:gd name="connsiteX2" fmla="*/ 1823145 w 2718665"/>
                <a:gd name="connsiteY2" fmla="*/ 2203276 h 2203276"/>
                <a:gd name="connsiteX3" fmla="*/ 1842195 w 2718665"/>
                <a:gd name="connsiteY3" fmla="*/ 1698451 h 2203276"/>
                <a:gd name="connsiteX4" fmla="*/ 2614876 w 2718665"/>
                <a:gd name="connsiteY4" fmla="*/ 119448 h 2203276"/>
                <a:gd name="connsiteX5" fmla="*/ 2048663 w 2718665"/>
                <a:gd name="connsiteY5" fmla="*/ 92966 h 2203276"/>
                <a:gd name="connsiteX6" fmla="*/ 2040679 w 2718665"/>
                <a:gd name="connsiteY6" fmla="*/ 303 h 2203276"/>
                <a:gd name="connsiteX7" fmla="*/ 1908870 w 2718665"/>
                <a:gd name="connsiteY7" fmla="*/ 22051 h 2203276"/>
                <a:gd name="connsiteX8" fmla="*/ 1937445 w 2718665"/>
                <a:gd name="connsiteY8" fmla="*/ 841201 h 2203276"/>
                <a:gd name="connsiteX9" fmla="*/ 1395842 w 2718665"/>
                <a:gd name="connsiteY9" fmla="*/ 576428 h 2203276"/>
                <a:gd name="connsiteX10" fmla="*/ 1270695 w 2718665"/>
                <a:gd name="connsiteY10" fmla="*/ 650701 h 2203276"/>
                <a:gd name="connsiteX11" fmla="*/ 232470 w 2718665"/>
                <a:gd name="connsiteY11" fmla="*/ 183976 h 2203276"/>
                <a:gd name="connsiteX0" fmla="*/ 232470 w 2718665"/>
                <a:gd name="connsiteY0" fmla="*/ 183976 h 2203276"/>
                <a:gd name="connsiteX1" fmla="*/ 137220 w 2718665"/>
                <a:gd name="connsiteY1" fmla="*/ 2203276 h 2203276"/>
                <a:gd name="connsiteX2" fmla="*/ 1823145 w 2718665"/>
                <a:gd name="connsiteY2" fmla="*/ 2203276 h 2203276"/>
                <a:gd name="connsiteX3" fmla="*/ 1842195 w 2718665"/>
                <a:gd name="connsiteY3" fmla="*/ 1698451 h 2203276"/>
                <a:gd name="connsiteX4" fmla="*/ 2614876 w 2718665"/>
                <a:gd name="connsiteY4" fmla="*/ 119448 h 2203276"/>
                <a:gd name="connsiteX5" fmla="*/ 2048663 w 2718665"/>
                <a:gd name="connsiteY5" fmla="*/ 92966 h 2203276"/>
                <a:gd name="connsiteX6" fmla="*/ 2040679 w 2718665"/>
                <a:gd name="connsiteY6" fmla="*/ 303 h 2203276"/>
                <a:gd name="connsiteX7" fmla="*/ 1908870 w 2718665"/>
                <a:gd name="connsiteY7" fmla="*/ 22051 h 2203276"/>
                <a:gd name="connsiteX8" fmla="*/ 1937445 w 2718665"/>
                <a:gd name="connsiteY8" fmla="*/ 820059 h 2203276"/>
                <a:gd name="connsiteX9" fmla="*/ 1395842 w 2718665"/>
                <a:gd name="connsiteY9" fmla="*/ 576428 h 2203276"/>
                <a:gd name="connsiteX10" fmla="*/ 1270695 w 2718665"/>
                <a:gd name="connsiteY10" fmla="*/ 650701 h 2203276"/>
                <a:gd name="connsiteX11" fmla="*/ 232470 w 2718665"/>
                <a:gd name="connsiteY11" fmla="*/ 183976 h 2203276"/>
                <a:gd name="connsiteX0" fmla="*/ 232470 w 2718665"/>
                <a:gd name="connsiteY0" fmla="*/ 183976 h 2203276"/>
                <a:gd name="connsiteX1" fmla="*/ 137220 w 2718665"/>
                <a:gd name="connsiteY1" fmla="*/ 2203276 h 2203276"/>
                <a:gd name="connsiteX2" fmla="*/ 1823145 w 2718665"/>
                <a:gd name="connsiteY2" fmla="*/ 2203276 h 2203276"/>
                <a:gd name="connsiteX3" fmla="*/ 1842195 w 2718665"/>
                <a:gd name="connsiteY3" fmla="*/ 1698451 h 2203276"/>
                <a:gd name="connsiteX4" fmla="*/ 2614876 w 2718665"/>
                <a:gd name="connsiteY4" fmla="*/ 119448 h 2203276"/>
                <a:gd name="connsiteX5" fmla="*/ 2048663 w 2718665"/>
                <a:gd name="connsiteY5" fmla="*/ 92966 h 2203276"/>
                <a:gd name="connsiteX6" fmla="*/ 2040679 w 2718665"/>
                <a:gd name="connsiteY6" fmla="*/ 303 h 2203276"/>
                <a:gd name="connsiteX7" fmla="*/ 1908870 w 2718665"/>
                <a:gd name="connsiteY7" fmla="*/ 22051 h 2203276"/>
                <a:gd name="connsiteX8" fmla="*/ 1911018 w 2718665"/>
                <a:gd name="connsiteY8" fmla="*/ 783060 h 2203276"/>
                <a:gd name="connsiteX9" fmla="*/ 1395842 w 2718665"/>
                <a:gd name="connsiteY9" fmla="*/ 576428 h 2203276"/>
                <a:gd name="connsiteX10" fmla="*/ 1270695 w 2718665"/>
                <a:gd name="connsiteY10" fmla="*/ 650701 h 2203276"/>
                <a:gd name="connsiteX11" fmla="*/ 232470 w 2718665"/>
                <a:gd name="connsiteY11" fmla="*/ 183976 h 2203276"/>
                <a:gd name="connsiteX0" fmla="*/ 232470 w 2718665"/>
                <a:gd name="connsiteY0" fmla="*/ 183976 h 2203276"/>
                <a:gd name="connsiteX1" fmla="*/ 137220 w 2718665"/>
                <a:gd name="connsiteY1" fmla="*/ 2203276 h 2203276"/>
                <a:gd name="connsiteX2" fmla="*/ 1823145 w 2718665"/>
                <a:gd name="connsiteY2" fmla="*/ 2203276 h 2203276"/>
                <a:gd name="connsiteX3" fmla="*/ 1842195 w 2718665"/>
                <a:gd name="connsiteY3" fmla="*/ 1698451 h 2203276"/>
                <a:gd name="connsiteX4" fmla="*/ 2614876 w 2718665"/>
                <a:gd name="connsiteY4" fmla="*/ 119448 h 2203276"/>
                <a:gd name="connsiteX5" fmla="*/ 2048663 w 2718665"/>
                <a:gd name="connsiteY5" fmla="*/ 92966 h 2203276"/>
                <a:gd name="connsiteX6" fmla="*/ 2040679 w 2718665"/>
                <a:gd name="connsiteY6" fmla="*/ 303 h 2203276"/>
                <a:gd name="connsiteX7" fmla="*/ 1908870 w 2718665"/>
                <a:gd name="connsiteY7" fmla="*/ 22051 h 2203276"/>
                <a:gd name="connsiteX8" fmla="*/ 1911018 w 2718665"/>
                <a:gd name="connsiteY8" fmla="*/ 783060 h 2203276"/>
                <a:gd name="connsiteX9" fmla="*/ 1395842 w 2718665"/>
                <a:gd name="connsiteY9" fmla="*/ 576428 h 2203276"/>
                <a:gd name="connsiteX10" fmla="*/ 1270695 w 2718665"/>
                <a:gd name="connsiteY10" fmla="*/ 650701 h 2203276"/>
                <a:gd name="connsiteX11" fmla="*/ 232470 w 2718665"/>
                <a:gd name="connsiteY11" fmla="*/ 183976 h 2203276"/>
                <a:gd name="connsiteX0" fmla="*/ 232470 w 2718665"/>
                <a:gd name="connsiteY0" fmla="*/ 183976 h 2203276"/>
                <a:gd name="connsiteX1" fmla="*/ 137220 w 2718665"/>
                <a:gd name="connsiteY1" fmla="*/ 2203276 h 2203276"/>
                <a:gd name="connsiteX2" fmla="*/ 1823145 w 2718665"/>
                <a:gd name="connsiteY2" fmla="*/ 2203276 h 2203276"/>
                <a:gd name="connsiteX3" fmla="*/ 1842195 w 2718665"/>
                <a:gd name="connsiteY3" fmla="*/ 1698451 h 2203276"/>
                <a:gd name="connsiteX4" fmla="*/ 2614876 w 2718665"/>
                <a:gd name="connsiteY4" fmla="*/ 119448 h 2203276"/>
                <a:gd name="connsiteX5" fmla="*/ 2048663 w 2718665"/>
                <a:gd name="connsiteY5" fmla="*/ 92966 h 2203276"/>
                <a:gd name="connsiteX6" fmla="*/ 2040679 w 2718665"/>
                <a:gd name="connsiteY6" fmla="*/ 303 h 2203276"/>
                <a:gd name="connsiteX7" fmla="*/ 1908870 w 2718665"/>
                <a:gd name="connsiteY7" fmla="*/ 22051 h 2203276"/>
                <a:gd name="connsiteX8" fmla="*/ 1911018 w 2718665"/>
                <a:gd name="connsiteY8" fmla="*/ 783060 h 2203276"/>
                <a:gd name="connsiteX9" fmla="*/ 1395842 w 2718665"/>
                <a:gd name="connsiteY9" fmla="*/ 576428 h 2203276"/>
                <a:gd name="connsiteX10" fmla="*/ 1270695 w 2718665"/>
                <a:gd name="connsiteY10" fmla="*/ 650701 h 2203276"/>
                <a:gd name="connsiteX11" fmla="*/ 232470 w 2718665"/>
                <a:gd name="connsiteY11" fmla="*/ 183976 h 2203276"/>
                <a:gd name="connsiteX0" fmla="*/ 232470 w 2718665"/>
                <a:gd name="connsiteY0" fmla="*/ 183976 h 2203276"/>
                <a:gd name="connsiteX1" fmla="*/ 137220 w 2718665"/>
                <a:gd name="connsiteY1" fmla="*/ 2203276 h 2203276"/>
                <a:gd name="connsiteX2" fmla="*/ 1823145 w 2718665"/>
                <a:gd name="connsiteY2" fmla="*/ 2203276 h 2203276"/>
                <a:gd name="connsiteX3" fmla="*/ 1842195 w 2718665"/>
                <a:gd name="connsiteY3" fmla="*/ 1698451 h 2203276"/>
                <a:gd name="connsiteX4" fmla="*/ 2614876 w 2718665"/>
                <a:gd name="connsiteY4" fmla="*/ 119448 h 2203276"/>
                <a:gd name="connsiteX5" fmla="*/ 2048663 w 2718665"/>
                <a:gd name="connsiteY5" fmla="*/ 92966 h 2203276"/>
                <a:gd name="connsiteX6" fmla="*/ 2040679 w 2718665"/>
                <a:gd name="connsiteY6" fmla="*/ 303 h 2203276"/>
                <a:gd name="connsiteX7" fmla="*/ 1908870 w 2718665"/>
                <a:gd name="connsiteY7" fmla="*/ 22051 h 2203276"/>
                <a:gd name="connsiteX8" fmla="*/ 1911018 w 2718665"/>
                <a:gd name="connsiteY8" fmla="*/ 783060 h 2203276"/>
                <a:gd name="connsiteX9" fmla="*/ 1395842 w 2718665"/>
                <a:gd name="connsiteY9" fmla="*/ 576428 h 2203276"/>
                <a:gd name="connsiteX10" fmla="*/ 1270695 w 2718665"/>
                <a:gd name="connsiteY10" fmla="*/ 650701 h 2203276"/>
                <a:gd name="connsiteX11" fmla="*/ 232470 w 2718665"/>
                <a:gd name="connsiteY11" fmla="*/ 183976 h 2203276"/>
                <a:gd name="connsiteX0" fmla="*/ 232470 w 2718665"/>
                <a:gd name="connsiteY0" fmla="*/ 183976 h 2203276"/>
                <a:gd name="connsiteX1" fmla="*/ 137220 w 2718665"/>
                <a:gd name="connsiteY1" fmla="*/ 2203276 h 2203276"/>
                <a:gd name="connsiteX2" fmla="*/ 1823145 w 2718665"/>
                <a:gd name="connsiteY2" fmla="*/ 2203276 h 2203276"/>
                <a:gd name="connsiteX3" fmla="*/ 1842195 w 2718665"/>
                <a:gd name="connsiteY3" fmla="*/ 1698451 h 2203276"/>
                <a:gd name="connsiteX4" fmla="*/ 2614876 w 2718665"/>
                <a:gd name="connsiteY4" fmla="*/ 119448 h 2203276"/>
                <a:gd name="connsiteX5" fmla="*/ 2048663 w 2718665"/>
                <a:gd name="connsiteY5" fmla="*/ 92966 h 2203276"/>
                <a:gd name="connsiteX6" fmla="*/ 2040679 w 2718665"/>
                <a:gd name="connsiteY6" fmla="*/ 303 h 2203276"/>
                <a:gd name="connsiteX7" fmla="*/ 1908870 w 2718665"/>
                <a:gd name="connsiteY7" fmla="*/ 22051 h 2203276"/>
                <a:gd name="connsiteX8" fmla="*/ 1911018 w 2718665"/>
                <a:gd name="connsiteY8" fmla="*/ 783060 h 2203276"/>
                <a:gd name="connsiteX9" fmla="*/ 1210848 w 2718665"/>
                <a:gd name="connsiteY9" fmla="*/ 513001 h 2203276"/>
                <a:gd name="connsiteX10" fmla="*/ 1270695 w 2718665"/>
                <a:gd name="connsiteY10" fmla="*/ 650701 h 2203276"/>
                <a:gd name="connsiteX11" fmla="*/ 232470 w 2718665"/>
                <a:gd name="connsiteY11" fmla="*/ 183976 h 2203276"/>
                <a:gd name="connsiteX0" fmla="*/ 232470 w 2718665"/>
                <a:gd name="connsiteY0" fmla="*/ 183976 h 2203276"/>
                <a:gd name="connsiteX1" fmla="*/ 137220 w 2718665"/>
                <a:gd name="connsiteY1" fmla="*/ 2203276 h 2203276"/>
                <a:gd name="connsiteX2" fmla="*/ 1823145 w 2718665"/>
                <a:gd name="connsiteY2" fmla="*/ 2203276 h 2203276"/>
                <a:gd name="connsiteX3" fmla="*/ 1842195 w 2718665"/>
                <a:gd name="connsiteY3" fmla="*/ 1698451 h 2203276"/>
                <a:gd name="connsiteX4" fmla="*/ 2614876 w 2718665"/>
                <a:gd name="connsiteY4" fmla="*/ 119448 h 2203276"/>
                <a:gd name="connsiteX5" fmla="*/ 2048663 w 2718665"/>
                <a:gd name="connsiteY5" fmla="*/ 92966 h 2203276"/>
                <a:gd name="connsiteX6" fmla="*/ 2040679 w 2718665"/>
                <a:gd name="connsiteY6" fmla="*/ 303 h 2203276"/>
                <a:gd name="connsiteX7" fmla="*/ 1908870 w 2718665"/>
                <a:gd name="connsiteY7" fmla="*/ 22051 h 2203276"/>
                <a:gd name="connsiteX8" fmla="*/ 1911018 w 2718665"/>
                <a:gd name="connsiteY8" fmla="*/ 783060 h 2203276"/>
                <a:gd name="connsiteX9" fmla="*/ 1210848 w 2718665"/>
                <a:gd name="connsiteY9" fmla="*/ 513001 h 2203276"/>
                <a:gd name="connsiteX10" fmla="*/ 1270695 w 2718665"/>
                <a:gd name="connsiteY10" fmla="*/ 650701 h 2203276"/>
                <a:gd name="connsiteX11" fmla="*/ 232470 w 2718665"/>
                <a:gd name="connsiteY11" fmla="*/ 183976 h 2203276"/>
                <a:gd name="connsiteX0" fmla="*/ 232470 w 2718665"/>
                <a:gd name="connsiteY0" fmla="*/ 183976 h 2203276"/>
                <a:gd name="connsiteX1" fmla="*/ 137220 w 2718665"/>
                <a:gd name="connsiteY1" fmla="*/ 2203276 h 2203276"/>
                <a:gd name="connsiteX2" fmla="*/ 1823145 w 2718665"/>
                <a:gd name="connsiteY2" fmla="*/ 2203276 h 2203276"/>
                <a:gd name="connsiteX3" fmla="*/ 1842195 w 2718665"/>
                <a:gd name="connsiteY3" fmla="*/ 1698451 h 2203276"/>
                <a:gd name="connsiteX4" fmla="*/ 2614876 w 2718665"/>
                <a:gd name="connsiteY4" fmla="*/ 119448 h 2203276"/>
                <a:gd name="connsiteX5" fmla="*/ 2048663 w 2718665"/>
                <a:gd name="connsiteY5" fmla="*/ 92966 h 2203276"/>
                <a:gd name="connsiteX6" fmla="*/ 2040679 w 2718665"/>
                <a:gd name="connsiteY6" fmla="*/ 303 h 2203276"/>
                <a:gd name="connsiteX7" fmla="*/ 1908870 w 2718665"/>
                <a:gd name="connsiteY7" fmla="*/ 22051 h 2203276"/>
                <a:gd name="connsiteX8" fmla="*/ 1911018 w 2718665"/>
                <a:gd name="connsiteY8" fmla="*/ 783060 h 2203276"/>
                <a:gd name="connsiteX9" fmla="*/ 1210848 w 2718665"/>
                <a:gd name="connsiteY9" fmla="*/ 513001 h 2203276"/>
                <a:gd name="connsiteX10" fmla="*/ 1122700 w 2718665"/>
                <a:gd name="connsiteY10" fmla="*/ 497420 h 2203276"/>
                <a:gd name="connsiteX11" fmla="*/ 232470 w 2718665"/>
                <a:gd name="connsiteY11" fmla="*/ 183976 h 2203276"/>
                <a:gd name="connsiteX0" fmla="*/ 232470 w 2718665"/>
                <a:gd name="connsiteY0" fmla="*/ 183976 h 2203276"/>
                <a:gd name="connsiteX1" fmla="*/ 137220 w 2718665"/>
                <a:gd name="connsiteY1" fmla="*/ 2203276 h 2203276"/>
                <a:gd name="connsiteX2" fmla="*/ 1823145 w 2718665"/>
                <a:gd name="connsiteY2" fmla="*/ 2203276 h 2203276"/>
                <a:gd name="connsiteX3" fmla="*/ 1842195 w 2718665"/>
                <a:gd name="connsiteY3" fmla="*/ 1698451 h 2203276"/>
                <a:gd name="connsiteX4" fmla="*/ 2614876 w 2718665"/>
                <a:gd name="connsiteY4" fmla="*/ 119448 h 2203276"/>
                <a:gd name="connsiteX5" fmla="*/ 2048663 w 2718665"/>
                <a:gd name="connsiteY5" fmla="*/ 92966 h 2203276"/>
                <a:gd name="connsiteX6" fmla="*/ 2040679 w 2718665"/>
                <a:gd name="connsiteY6" fmla="*/ 303 h 2203276"/>
                <a:gd name="connsiteX7" fmla="*/ 1908870 w 2718665"/>
                <a:gd name="connsiteY7" fmla="*/ 22051 h 2203276"/>
                <a:gd name="connsiteX8" fmla="*/ 1911018 w 2718665"/>
                <a:gd name="connsiteY8" fmla="*/ 783060 h 2203276"/>
                <a:gd name="connsiteX9" fmla="*/ 1210848 w 2718665"/>
                <a:gd name="connsiteY9" fmla="*/ 513001 h 2203276"/>
                <a:gd name="connsiteX10" fmla="*/ 1122700 w 2718665"/>
                <a:gd name="connsiteY10" fmla="*/ 497420 h 2203276"/>
                <a:gd name="connsiteX11" fmla="*/ 232470 w 2718665"/>
                <a:gd name="connsiteY11" fmla="*/ 183976 h 2203276"/>
                <a:gd name="connsiteX0" fmla="*/ 232470 w 2718665"/>
                <a:gd name="connsiteY0" fmla="*/ 183976 h 2203276"/>
                <a:gd name="connsiteX1" fmla="*/ 137220 w 2718665"/>
                <a:gd name="connsiteY1" fmla="*/ 2203276 h 2203276"/>
                <a:gd name="connsiteX2" fmla="*/ 1823145 w 2718665"/>
                <a:gd name="connsiteY2" fmla="*/ 2203276 h 2203276"/>
                <a:gd name="connsiteX3" fmla="*/ 1842195 w 2718665"/>
                <a:gd name="connsiteY3" fmla="*/ 1698451 h 2203276"/>
                <a:gd name="connsiteX4" fmla="*/ 2614876 w 2718665"/>
                <a:gd name="connsiteY4" fmla="*/ 119448 h 2203276"/>
                <a:gd name="connsiteX5" fmla="*/ 2048663 w 2718665"/>
                <a:gd name="connsiteY5" fmla="*/ 92966 h 2203276"/>
                <a:gd name="connsiteX6" fmla="*/ 2040679 w 2718665"/>
                <a:gd name="connsiteY6" fmla="*/ 303 h 2203276"/>
                <a:gd name="connsiteX7" fmla="*/ 1908870 w 2718665"/>
                <a:gd name="connsiteY7" fmla="*/ 22051 h 2203276"/>
                <a:gd name="connsiteX8" fmla="*/ 1911018 w 2718665"/>
                <a:gd name="connsiteY8" fmla="*/ 783060 h 2203276"/>
                <a:gd name="connsiteX9" fmla="*/ 1237275 w 2718665"/>
                <a:gd name="connsiteY9" fmla="*/ 497145 h 2203276"/>
                <a:gd name="connsiteX10" fmla="*/ 1122700 w 2718665"/>
                <a:gd name="connsiteY10" fmla="*/ 497420 h 2203276"/>
                <a:gd name="connsiteX11" fmla="*/ 232470 w 2718665"/>
                <a:gd name="connsiteY11" fmla="*/ 183976 h 2203276"/>
                <a:gd name="connsiteX0" fmla="*/ 232470 w 2718665"/>
                <a:gd name="connsiteY0" fmla="*/ 183976 h 2203276"/>
                <a:gd name="connsiteX1" fmla="*/ 137220 w 2718665"/>
                <a:gd name="connsiteY1" fmla="*/ 2203276 h 2203276"/>
                <a:gd name="connsiteX2" fmla="*/ 1823145 w 2718665"/>
                <a:gd name="connsiteY2" fmla="*/ 2203276 h 2203276"/>
                <a:gd name="connsiteX3" fmla="*/ 1842195 w 2718665"/>
                <a:gd name="connsiteY3" fmla="*/ 1698451 h 2203276"/>
                <a:gd name="connsiteX4" fmla="*/ 2614876 w 2718665"/>
                <a:gd name="connsiteY4" fmla="*/ 119448 h 2203276"/>
                <a:gd name="connsiteX5" fmla="*/ 2048663 w 2718665"/>
                <a:gd name="connsiteY5" fmla="*/ 92966 h 2203276"/>
                <a:gd name="connsiteX6" fmla="*/ 2040679 w 2718665"/>
                <a:gd name="connsiteY6" fmla="*/ 303 h 2203276"/>
                <a:gd name="connsiteX7" fmla="*/ 1908870 w 2718665"/>
                <a:gd name="connsiteY7" fmla="*/ 22051 h 2203276"/>
                <a:gd name="connsiteX8" fmla="*/ 1911018 w 2718665"/>
                <a:gd name="connsiteY8" fmla="*/ 783060 h 2203276"/>
                <a:gd name="connsiteX9" fmla="*/ 1237275 w 2718665"/>
                <a:gd name="connsiteY9" fmla="*/ 497145 h 2203276"/>
                <a:gd name="connsiteX10" fmla="*/ 1122700 w 2718665"/>
                <a:gd name="connsiteY10" fmla="*/ 497420 h 2203276"/>
                <a:gd name="connsiteX11" fmla="*/ 232470 w 2718665"/>
                <a:gd name="connsiteY11" fmla="*/ 183976 h 2203276"/>
                <a:gd name="connsiteX0" fmla="*/ 232470 w 2718665"/>
                <a:gd name="connsiteY0" fmla="*/ 183976 h 2203276"/>
                <a:gd name="connsiteX1" fmla="*/ 137220 w 2718665"/>
                <a:gd name="connsiteY1" fmla="*/ 2203276 h 2203276"/>
                <a:gd name="connsiteX2" fmla="*/ 1823145 w 2718665"/>
                <a:gd name="connsiteY2" fmla="*/ 2203276 h 2203276"/>
                <a:gd name="connsiteX3" fmla="*/ 1842195 w 2718665"/>
                <a:gd name="connsiteY3" fmla="*/ 1698451 h 2203276"/>
                <a:gd name="connsiteX4" fmla="*/ 2614876 w 2718665"/>
                <a:gd name="connsiteY4" fmla="*/ 119448 h 2203276"/>
                <a:gd name="connsiteX5" fmla="*/ 2048663 w 2718665"/>
                <a:gd name="connsiteY5" fmla="*/ 92966 h 2203276"/>
                <a:gd name="connsiteX6" fmla="*/ 2040679 w 2718665"/>
                <a:gd name="connsiteY6" fmla="*/ 303 h 2203276"/>
                <a:gd name="connsiteX7" fmla="*/ 1908870 w 2718665"/>
                <a:gd name="connsiteY7" fmla="*/ 22051 h 2203276"/>
                <a:gd name="connsiteX8" fmla="*/ 1911018 w 2718665"/>
                <a:gd name="connsiteY8" fmla="*/ 783060 h 2203276"/>
                <a:gd name="connsiteX9" fmla="*/ 1237275 w 2718665"/>
                <a:gd name="connsiteY9" fmla="*/ 497145 h 2203276"/>
                <a:gd name="connsiteX10" fmla="*/ 1122700 w 2718665"/>
                <a:gd name="connsiteY10" fmla="*/ 497420 h 2203276"/>
                <a:gd name="connsiteX11" fmla="*/ 232470 w 2718665"/>
                <a:gd name="connsiteY11" fmla="*/ 183976 h 2203276"/>
                <a:gd name="connsiteX0" fmla="*/ 232470 w 2718665"/>
                <a:gd name="connsiteY0" fmla="*/ 183976 h 2203276"/>
                <a:gd name="connsiteX1" fmla="*/ 137220 w 2718665"/>
                <a:gd name="connsiteY1" fmla="*/ 2203276 h 2203276"/>
                <a:gd name="connsiteX2" fmla="*/ 1823145 w 2718665"/>
                <a:gd name="connsiteY2" fmla="*/ 2203276 h 2203276"/>
                <a:gd name="connsiteX3" fmla="*/ 1842195 w 2718665"/>
                <a:gd name="connsiteY3" fmla="*/ 1698451 h 2203276"/>
                <a:gd name="connsiteX4" fmla="*/ 2614876 w 2718665"/>
                <a:gd name="connsiteY4" fmla="*/ 119448 h 2203276"/>
                <a:gd name="connsiteX5" fmla="*/ 2064991 w 2718665"/>
                <a:gd name="connsiteY5" fmla="*/ 98409 h 2203276"/>
                <a:gd name="connsiteX6" fmla="*/ 2040679 w 2718665"/>
                <a:gd name="connsiteY6" fmla="*/ 303 h 2203276"/>
                <a:gd name="connsiteX7" fmla="*/ 1908870 w 2718665"/>
                <a:gd name="connsiteY7" fmla="*/ 22051 h 2203276"/>
                <a:gd name="connsiteX8" fmla="*/ 1911018 w 2718665"/>
                <a:gd name="connsiteY8" fmla="*/ 783060 h 2203276"/>
                <a:gd name="connsiteX9" fmla="*/ 1237275 w 2718665"/>
                <a:gd name="connsiteY9" fmla="*/ 497145 h 2203276"/>
                <a:gd name="connsiteX10" fmla="*/ 1122700 w 2718665"/>
                <a:gd name="connsiteY10" fmla="*/ 497420 h 2203276"/>
                <a:gd name="connsiteX11" fmla="*/ 232470 w 2718665"/>
                <a:gd name="connsiteY11" fmla="*/ 183976 h 2203276"/>
                <a:gd name="connsiteX0" fmla="*/ 232470 w 2718665"/>
                <a:gd name="connsiteY0" fmla="*/ 183976 h 2203276"/>
                <a:gd name="connsiteX1" fmla="*/ 137220 w 2718665"/>
                <a:gd name="connsiteY1" fmla="*/ 2203276 h 2203276"/>
                <a:gd name="connsiteX2" fmla="*/ 1823145 w 2718665"/>
                <a:gd name="connsiteY2" fmla="*/ 2203276 h 2203276"/>
                <a:gd name="connsiteX3" fmla="*/ 1842195 w 2718665"/>
                <a:gd name="connsiteY3" fmla="*/ 1698451 h 2203276"/>
                <a:gd name="connsiteX4" fmla="*/ 2614876 w 2718665"/>
                <a:gd name="connsiteY4" fmla="*/ 119448 h 2203276"/>
                <a:gd name="connsiteX5" fmla="*/ 2064991 w 2718665"/>
                <a:gd name="connsiteY5" fmla="*/ 98409 h 2203276"/>
                <a:gd name="connsiteX6" fmla="*/ 2040679 w 2718665"/>
                <a:gd name="connsiteY6" fmla="*/ 303 h 2203276"/>
                <a:gd name="connsiteX7" fmla="*/ 1908870 w 2718665"/>
                <a:gd name="connsiteY7" fmla="*/ 22051 h 2203276"/>
                <a:gd name="connsiteX8" fmla="*/ 1911018 w 2718665"/>
                <a:gd name="connsiteY8" fmla="*/ 783060 h 2203276"/>
                <a:gd name="connsiteX9" fmla="*/ 1237275 w 2718665"/>
                <a:gd name="connsiteY9" fmla="*/ 497145 h 2203276"/>
                <a:gd name="connsiteX10" fmla="*/ 1122700 w 2718665"/>
                <a:gd name="connsiteY10" fmla="*/ 497420 h 2203276"/>
                <a:gd name="connsiteX11" fmla="*/ 232470 w 2718665"/>
                <a:gd name="connsiteY11" fmla="*/ 183976 h 2203276"/>
                <a:gd name="connsiteX0" fmla="*/ 232470 w 2718665"/>
                <a:gd name="connsiteY0" fmla="*/ 183976 h 2203276"/>
                <a:gd name="connsiteX1" fmla="*/ 137220 w 2718665"/>
                <a:gd name="connsiteY1" fmla="*/ 2203276 h 2203276"/>
                <a:gd name="connsiteX2" fmla="*/ 1823145 w 2718665"/>
                <a:gd name="connsiteY2" fmla="*/ 2203276 h 2203276"/>
                <a:gd name="connsiteX3" fmla="*/ 1842195 w 2718665"/>
                <a:gd name="connsiteY3" fmla="*/ 1698451 h 2203276"/>
                <a:gd name="connsiteX4" fmla="*/ 2614876 w 2718665"/>
                <a:gd name="connsiteY4" fmla="*/ 119448 h 2203276"/>
                <a:gd name="connsiteX5" fmla="*/ 2064991 w 2718665"/>
                <a:gd name="connsiteY5" fmla="*/ 98409 h 2203276"/>
                <a:gd name="connsiteX6" fmla="*/ 2040679 w 2718665"/>
                <a:gd name="connsiteY6" fmla="*/ 303 h 2203276"/>
                <a:gd name="connsiteX7" fmla="*/ 1908870 w 2718665"/>
                <a:gd name="connsiteY7" fmla="*/ 22051 h 2203276"/>
                <a:gd name="connsiteX8" fmla="*/ 1911018 w 2718665"/>
                <a:gd name="connsiteY8" fmla="*/ 783060 h 2203276"/>
                <a:gd name="connsiteX9" fmla="*/ 1237275 w 2718665"/>
                <a:gd name="connsiteY9" fmla="*/ 497145 h 2203276"/>
                <a:gd name="connsiteX10" fmla="*/ 1122700 w 2718665"/>
                <a:gd name="connsiteY10" fmla="*/ 497420 h 2203276"/>
                <a:gd name="connsiteX11" fmla="*/ 232470 w 2718665"/>
                <a:gd name="connsiteY11" fmla="*/ 183976 h 2203276"/>
                <a:gd name="connsiteX0" fmla="*/ 232470 w 2770027"/>
                <a:gd name="connsiteY0" fmla="*/ 183976 h 2203276"/>
                <a:gd name="connsiteX1" fmla="*/ 137220 w 2770027"/>
                <a:gd name="connsiteY1" fmla="*/ 2203276 h 2203276"/>
                <a:gd name="connsiteX2" fmla="*/ 1823145 w 2770027"/>
                <a:gd name="connsiteY2" fmla="*/ 2203276 h 2203276"/>
                <a:gd name="connsiteX3" fmla="*/ 1842195 w 2770027"/>
                <a:gd name="connsiteY3" fmla="*/ 1698451 h 2203276"/>
                <a:gd name="connsiteX4" fmla="*/ 2674747 w 2770027"/>
                <a:gd name="connsiteY4" fmla="*/ 130334 h 2203276"/>
                <a:gd name="connsiteX5" fmla="*/ 2064991 w 2770027"/>
                <a:gd name="connsiteY5" fmla="*/ 98409 h 2203276"/>
                <a:gd name="connsiteX6" fmla="*/ 2040679 w 2770027"/>
                <a:gd name="connsiteY6" fmla="*/ 303 h 2203276"/>
                <a:gd name="connsiteX7" fmla="*/ 1908870 w 2770027"/>
                <a:gd name="connsiteY7" fmla="*/ 22051 h 2203276"/>
                <a:gd name="connsiteX8" fmla="*/ 1911018 w 2770027"/>
                <a:gd name="connsiteY8" fmla="*/ 783060 h 2203276"/>
                <a:gd name="connsiteX9" fmla="*/ 1237275 w 2770027"/>
                <a:gd name="connsiteY9" fmla="*/ 497145 h 2203276"/>
                <a:gd name="connsiteX10" fmla="*/ 1122700 w 2770027"/>
                <a:gd name="connsiteY10" fmla="*/ 497420 h 2203276"/>
                <a:gd name="connsiteX11" fmla="*/ 232470 w 2770027"/>
                <a:gd name="connsiteY11" fmla="*/ 183976 h 2203276"/>
                <a:gd name="connsiteX0" fmla="*/ 232470 w 2770027"/>
                <a:gd name="connsiteY0" fmla="*/ 183976 h 2203276"/>
                <a:gd name="connsiteX1" fmla="*/ 137220 w 2770027"/>
                <a:gd name="connsiteY1" fmla="*/ 2203276 h 2203276"/>
                <a:gd name="connsiteX2" fmla="*/ 1823145 w 2770027"/>
                <a:gd name="connsiteY2" fmla="*/ 2203276 h 2203276"/>
                <a:gd name="connsiteX3" fmla="*/ 1842195 w 2770027"/>
                <a:gd name="connsiteY3" fmla="*/ 1698451 h 2203276"/>
                <a:gd name="connsiteX4" fmla="*/ 2674747 w 2770027"/>
                <a:gd name="connsiteY4" fmla="*/ 130334 h 2203276"/>
                <a:gd name="connsiteX5" fmla="*/ 2064991 w 2770027"/>
                <a:gd name="connsiteY5" fmla="*/ 98409 h 2203276"/>
                <a:gd name="connsiteX6" fmla="*/ 2040679 w 2770027"/>
                <a:gd name="connsiteY6" fmla="*/ 303 h 2203276"/>
                <a:gd name="connsiteX7" fmla="*/ 1908870 w 2770027"/>
                <a:gd name="connsiteY7" fmla="*/ 22051 h 2203276"/>
                <a:gd name="connsiteX8" fmla="*/ 1911018 w 2770027"/>
                <a:gd name="connsiteY8" fmla="*/ 783060 h 2203276"/>
                <a:gd name="connsiteX9" fmla="*/ 1237275 w 2770027"/>
                <a:gd name="connsiteY9" fmla="*/ 497145 h 2203276"/>
                <a:gd name="connsiteX10" fmla="*/ 1122700 w 2770027"/>
                <a:gd name="connsiteY10" fmla="*/ 497420 h 2203276"/>
                <a:gd name="connsiteX11" fmla="*/ 232470 w 2770027"/>
                <a:gd name="connsiteY11" fmla="*/ 183976 h 2203276"/>
                <a:gd name="connsiteX0" fmla="*/ 226782 w 2764339"/>
                <a:gd name="connsiteY0" fmla="*/ 183976 h 2400339"/>
                <a:gd name="connsiteX1" fmla="*/ 150300 w 2764339"/>
                <a:gd name="connsiteY1" fmla="*/ 2400339 h 2400339"/>
                <a:gd name="connsiteX2" fmla="*/ 1817457 w 2764339"/>
                <a:gd name="connsiteY2" fmla="*/ 2203276 h 2400339"/>
                <a:gd name="connsiteX3" fmla="*/ 1836507 w 2764339"/>
                <a:gd name="connsiteY3" fmla="*/ 1698451 h 2400339"/>
                <a:gd name="connsiteX4" fmla="*/ 2669059 w 2764339"/>
                <a:gd name="connsiteY4" fmla="*/ 130334 h 2400339"/>
                <a:gd name="connsiteX5" fmla="*/ 2059303 w 2764339"/>
                <a:gd name="connsiteY5" fmla="*/ 98409 h 2400339"/>
                <a:gd name="connsiteX6" fmla="*/ 2034991 w 2764339"/>
                <a:gd name="connsiteY6" fmla="*/ 303 h 2400339"/>
                <a:gd name="connsiteX7" fmla="*/ 1903182 w 2764339"/>
                <a:gd name="connsiteY7" fmla="*/ 22051 h 2400339"/>
                <a:gd name="connsiteX8" fmla="*/ 1905330 w 2764339"/>
                <a:gd name="connsiteY8" fmla="*/ 783060 h 2400339"/>
                <a:gd name="connsiteX9" fmla="*/ 1231587 w 2764339"/>
                <a:gd name="connsiteY9" fmla="*/ 497145 h 2400339"/>
                <a:gd name="connsiteX10" fmla="*/ 1117012 w 2764339"/>
                <a:gd name="connsiteY10" fmla="*/ 497420 h 2400339"/>
                <a:gd name="connsiteX11" fmla="*/ 226782 w 2764339"/>
                <a:gd name="connsiteY11" fmla="*/ 183976 h 2400339"/>
                <a:gd name="connsiteX0" fmla="*/ 226782 w 2764339"/>
                <a:gd name="connsiteY0" fmla="*/ 183976 h 2400339"/>
                <a:gd name="connsiteX1" fmla="*/ 150300 w 2764339"/>
                <a:gd name="connsiteY1" fmla="*/ 2400339 h 2400339"/>
                <a:gd name="connsiteX2" fmla="*/ 1873761 w 2764339"/>
                <a:gd name="connsiteY2" fmla="*/ 2390955 h 2400339"/>
                <a:gd name="connsiteX3" fmla="*/ 1836507 w 2764339"/>
                <a:gd name="connsiteY3" fmla="*/ 1698451 h 2400339"/>
                <a:gd name="connsiteX4" fmla="*/ 2669059 w 2764339"/>
                <a:gd name="connsiteY4" fmla="*/ 130334 h 2400339"/>
                <a:gd name="connsiteX5" fmla="*/ 2059303 w 2764339"/>
                <a:gd name="connsiteY5" fmla="*/ 98409 h 2400339"/>
                <a:gd name="connsiteX6" fmla="*/ 2034991 w 2764339"/>
                <a:gd name="connsiteY6" fmla="*/ 303 h 2400339"/>
                <a:gd name="connsiteX7" fmla="*/ 1903182 w 2764339"/>
                <a:gd name="connsiteY7" fmla="*/ 22051 h 2400339"/>
                <a:gd name="connsiteX8" fmla="*/ 1905330 w 2764339"/>
                <a:gd name="connsiteY8" fmla="*/ 783060 h 2400339"/>
                <a:gd name="connsiteX9" fmla="*/ 1231587 w 2764339"/>
                <a:gd name="connsiteY9" fmla="*/ 497145 h 2400339"/>
                <a:gd name="connsiteX10" fmla="*/ 1117012 w 2764339"/>
                <a:gd name="connsiteY10" fmla="*/ 497420 h 2400339"/>
                <a:gd name="connsiteX11" fmla="*/ 226782 w 2764339"/>
                <a:gd name="connsiteY11" fmla="*/ 183976 h 2400339"/>
                <a:gd name="connsiteX0" fmla="*/ 226782 w 2764339"/>
                <a:gd name="connsiteY0" fmla="*/ 183976 h 2400339"/>
                <a:gd name="connsiteX1" fmla="*/ 150300 w 2764339"/>
                <a:gd name="connsiteY1" fmla="*/ 2400339 h 2400339"/>
                <a:gd name="connsiteX2" fmla="*/ 1873761 w 2764339"/>
                <a:gd name="connsiteY2" fmla="*/ 2390955 h 2400339"/>
                <a:gd name="connsiteX3" fmla="*/ 1836507 w 2764339"/>
                <a:gd name="connsiteY3" fmla="*/ 1698451 h 2400339"/>
                <a:gd name="connsiteX4" fmla="*/ 2669059 w 2764339"/>
                <a:gd name="connsiteY4" fmla="*/ 130334 h 2400339"/>
                <a:gd name="connsiteX5" fmla="*/ 2059303 w 2764339"/>
                <a:gd name="connsiteY5" fmla="*/ 98409 h 2400339"/>
                <a:gd name="connsiteX6" fmla="*/ 2034991 w 2764339"/>
                <a:gd name="connsiteY6" fmla="*/ 303 h 2400339"/>
                <a:gd name="connsiteX7" fmla="*/ 1903182 w 2764339"/>
                <a:gd name="connsiteY7" fmla="*/ 22051 h 2400339"/>
                <a:gd name="connsiteX8" fmla="*/ 1905330 w 2764339"/>
                <a:gd name="connsiteY8" fmla="*/ 783060 h 2400339"/>
                <a:gd name="connsiteX9" fmla="*/ 1231587 w 2764339"/>
                <a:gd name="connsiteY9" fmla="*/ 497145 h 2400339"/>
                <a:gd name="connsiteX10" fmla="*/ 1135780 w 2764339"/>
                <a:gd name="connsiteY10" fmla="*/ 572491 h 2400339"/>
                <a:gd name="connsiteX11" fmla="*/ 226782 w 2764339"/>
                <a:gd name="connsiteY11" fmla="*/ 183976 h 2400339"/>
                <a:gd name="connsiteX0" fmla="*/ 226782 w 2764339"/>
                <a:gd name="connsiteY0" fmla="*/ 183976 h 2400339"/>
                <a:gd name="connsiteX1" fmla="*/ 150300 w 2764339"/>
                <a:gd name="connsiteY1" fmla="*/ 2400339 h 2400339"/>
                <a:gd name="connsiteX2" fmla="*/ 1873761 w 2764339"/>
                <a:gd name="connsiteY2" fmla="*/ 2390955 h 2400339"/>
                <a:gd name="connsiteX3" fmla="*/ 1836507 w 2764339"/>
                <a:gd name="connsiteY3" fmla="*/ 1698451 h 2400339"/>
                <a:gd name="connsiteX4" fmla="*/ 2669059 w 2764339"/>
                <a:gd name="connsiteY4" fmla="*/ 130334 h 2400339"/>
                <a:gd name="connsiteX5" fmla="*/ 2059303 w 2764339"/>
                <a:gd name="connsiteY5" fmla="*/ 98409 h 2400339"/>
                <a:gd name="connsiteX6" fmla="*/ 2034991 w 2764339"/>
                <a:gd name="connsiteY6" fmla="*/ 303 h 2400339"/>
                <a:gd name="connsiteX7" fmla="*/ 1903182 w 2764339"/>
                <a:gd name="connsiteY7" fmla="*/ 22051 h 2400339"/>
                <a:gd name="connsiteX8" fmla="*/ 1905330 w 2764339"/>
                <a:gd name="connsiteY8" fmla="*/ 783060 h 2400339"/>
                <a:gd name="connsiteX9" fmla="*/ 1231587 w 2764339"/>
                <a:gd name="connsiteY9" fmla="*/ 497145 h 2400339"/>
                <a:gd name="connsiteX10" fmla="*/ 1135780 w 2764339"/>
                <a:gd name="connsiteY10" fmla="*/ 572491 h 2400339"/>
                <a:gd name="connsiteX11" fmla="*/ 226782 w 2764339"/>
                <a:gd name="connsiteY11" fmla="*/ 183976 h 2400339"/>
                <a:gd name="connsiteX0" fmla="*/ 226782 w 2764339"/>
                <a:gd name="connsiteY0" fmla="*/ 183976 h 2400339"/>
                <a:gd name="connsiteX1" fmla="*/ 150300 w 2764339"/>
                <a:gd name="connsiteY1" fmla="*/ 2400339 h 2400339"/>
                <a:gd name="connsiteX2" fmla="*/ 1873761 w 2764339"/>
                <a:gd name="connsiteY2" fmla="*/ 2390955 h 2400339"/>
                <a:gd name="connsiteX3" fmla="*/ 1836507 w 2764339"/>
                <a:gd name="connsiteY3" fmla="*/ 1698451 h 2400339"/>
                <a:gd name="connsiteX4" fmla="*/ 2669059 w 2764339"/>
                <a:gd name="connsiteY4" fmla="*/ 130334 h 2400339"/>
                <a:gd name="connsiteX5" fmla="*/ 2059303 w 2764339"/>
                <a:gd name="connsiteY5" fmla="*/ 98409 h 2400339"/>
                <a:gd name="connsiteX6" fmla="*/ 2034991 w 2764339"/>
                <a:gd name="connsiteY6" fmla="*/ 303 h 2400339"/>
                <a:gd name="connsiteX7" fmla="*/ 1903182 w 2764339"/>
                <a:gd name="connsiteY7" fmla="*/ 22051 h 2400339"/>
                <a:gd name="connsiteX8" fmla="*/ 1905330 w 2764339"/>
                <a:gd name="connsiteY8" fmla="*/ 783060 h 2400339"/>
                <a:gd name="connsiteX9" fmla="*/ 1231587 w 2764339"/>
                <a:gd name="connsiteY9" fmla="*/ 497145 h 2400339"/>
                <a:gd name="connsiteX10" fmla="*/ 1135780 w 2764339"/>
                <a:gd name="connsiteY10" fmla="*/ 572491 h 2400339"/>
                <a:gd name="connsiteX11" fmla="*/ 226782 w 2764339"/>
                <a:gd name="connsiteY11" fmla="*/ 183976 h 2400339"/>
                <a:gd name="connsiteX0" fmla="*/ 231749 w 2769306"/>
                <a:gd name="connsiteY0" fmla="*/ 183976 h 2390955"/>
                <a:gd name="connsiteX1" fmla="*/ 138828 w 2769306"/>
                <a:gd name="connsiteY1" fmla="*/ 2064983 h 2390955"/>
                <a:gd name="connsiteX2" fmla="*/ 1878728 w 2769306"/>
                <a:gd name="connsiteY2" fmla="*/ 2390955 h 2390955"/>
                <a:gd name="connsiteX3" fmla="*/ 1841474 w 2769306"/>
                <a:gd name="connsiteY3" fmla="*/ 1698451 h 2390955"/>
                <a:gd name="connsiteX4" fmla="*/ 2674026 w 2769306"/>
                <a:gd name="connsiteY4" fmla="*/ 130334 h 2390955"/>
                <a:gd name="connsiteX5" fmla="*/ 2064270 w 2769306"/>
                <a:gd name="connsiteY5" fmla="*/ 98409 h 2390955"/>
                <a:gd name="connsiteX6" fmla="*/ 2039958 w 2769306"/>
                <a:gd name="connsiteY6" fmla="*/ 303 h 2390955"/>
                <a:gd name="connsiteX7" fmla="*/ 1908149 w 2769306"/>
                <a:gd name="connsiteY7" fmla="*/ 22051 h 2390955"/>
                <a:gd name="connsiteX8" fmla="*/ 1910297 w 2769306"/>
                <a:gd name="connsiteY8" fmla="*/ 783060 h 2390955"/>
                <a:gd name="connsiteX9" fmla="*/ 1236554 w 2769306"/>
                <a:gd name="connsiteY9" fmla="*/ 497145 h 2390955"/>
                <a:gd name="connsiteX10" fmla="*/ 1140747 w 2769306"/>
                <a:gd name="connsiteY10" fmla="*/ 572491 h 2390955"/>
                <a:gd name="connsiteX11" fmla="*/ 231749 w 2769306"/>
                <a:gd name="connsiteY11" fmla="*/ 183976 h 2390955"/>
                <a:gd name="connsiteX0" fmla="*/ 221873 w 2759430"/>
                <a:gd name="connsiteY0" fmla="*/ 183976 h 2390955"/>
                <a:gd name="connsiteX1" fmla="*/ 128952 w 2759430"/>
                <a:gd name="connsiteY1" fmla="*/ 2064983 h 2390955"/>
                <a:gd name="connsiteX2" fmla="*/ 1868852 w 2759430"/>
                <a:gd name="connsiteY2" fmla="*/ 2390955 h 2390955"/>
                <a:gd name="connsiteX3" fmla="*/ 1831598 w 2759430"/>
                <a:gd name="connsiteY3" fmla="*/ 1698451 h 2390955"/>
                <a:gd name="connsiteX4" fmla="*/ 2664150 w 2759430"/>
                <a:gd name="connsiteY4" fmla="*/ 130334 h 2390955"/>
                <a:gd name="connsiteX5" fmla="*/ 2054394 w 2759430"/>
                <a:gd name="connsiteY5" fmla="*/ 98409 h 2390955"/>
                <a:gd name="connsiteX6" fmla="*/ 2030082 w 2759430"/>
                <a:gd name="connsiteY6" fmla="*/ 303 h 2390955"/>
                <a:gd name="connsiteX7" fmla="*/ 1898273 w 2759430"/>
                <a:gd name="connsiteY7" fmla="*/ 22051 h 2390955"/>
                <a:gd name="connsiteX8" fmla="*/ 1900421 w 2759430"/>
                <a:gd name="connsiteY8" fmla="*/ 783060 h 2390955"/>
                <a:gd name="connsiteX9" fmla="*/ 1226678 w 2759430"/>
                <a:gd name="connsiteY9" fmla="*/ 497145 h 2390955"/>
                <a:gd name="connsiteX10" fmla="*/ 1130871 w 2759430"/>
                <a:gd name="connsiteY10" fmla="*/ 572491 h 2390955"/>
                <a:gd name="connsiteX11" fmla="*/ 221873 w 2759430"/>
                <a:gd name="connsiteY11" fmla="*/ 183976 h 2390955"/>
                <a:gd name="connsiteX0" fmla="*/ 221873 w 2759430"/>
                <a:gd name="connsiteY0" fmla="*/ 183976 h 2065462"/>
                <a:gd name="connsiteX1" fmla="*/ 128952 w 2759430"/>
                <a:gd name="connsiteY1" fmla="*/ 2064983 h 2065462"/>
                <a:gd name="connsiteX2" fmla="*/ 1852414 w 2759430"/>
                <a:gd name="connsiteY2" fmla="*/ 2065462 h 2065462"/>
                <a:gd name="connsiteX3" fmla="*/ 1831598 w 2759430"/>
                <a:gd name="connsiteY3" fmla="*/ 1698451 h 2065462"/>
                <a:gd name="connsiteX4" fmla="*/ 2664150 w 2759430"/>
                <a:gd name="connsiteY4" fmla="*/ 130334 h 2065462"/>
                <a:gd name="connsiteX5" fmla="*/ 2054394 w 2759430"/>
                <a:gd name="connsiteY5" fmla="*/ 98409 h 2065462"/>
                <a:gd name="connsiteX6" fmla="*/ 2030082 w 2759430"/>
                <a:gd name="connsiteY6" fmla="*/ 303 h 2065462"/>
                <a:gd name="connsiteX7" fmla="*/ 1898273 w 2759430"/>
                <a:gd name="connsiteY7" fmla="*/ 22051 h 2065462"/>
                <a:gd name="connsiteX8" fmla="*/ 1900421 w 2759430"/>
                <a:gd name="connsiteY8" fmla="*/ 783060 h 2065462"/>
                <a:gd name="connsiteX9" fmla="*/ 1226678 w 2759430"/>
                <a:gd name="connsiteY9" fmla="*/ 497145 h 2065462"/>
                <a:gd name="connsiteX10" fmla="*/ 1130871 w 2759430"/>
                <a:gd name="connsiteY10" fmla="*/ 572491 h 2065462"/>
                <a:gd name="connsiteX11" fmla="*/ 221873 w 2759430"/>
                <a:gd name="connsiteY11" fmla="*/ 183976 h 2065462"/>
                <a:gd name="connsiteX0" fmla="*/ 221873 w 2759430"/>
                <a:gd name="connsiteY0" fmla="*/ 183976 h 2068751"/>
                <a:gd name="connsiteX1" fmla="*/ 128952 w 2759430"/>
                <a:gd name="connsiteY1" fmla="*/ 2064983 h 2068751"/>
                <a:gd name="connsiteX2" fmla="*/ 1852414 w 2759430"/>
                <a:gd name="connsiteY2" fmla="*/ 2068751 h 2068751"/>
                <a:gd name="connsiteX3" fmla="*/ 1831598 w 2759430"/>
                <a:gd name="connsiteY3" fmla="*/ 1698451 h 2068751"/>
                <a:gd name="connsiteX4" fmla="*/ 2664150 w 2759430"/>
                <a:gd name="connsiteY4" fmla="*/ 130334 h 2068751"/>
                <a:gd name="connsiteX5" fmla="*/ 2054394 w 2759430"/>
                <a:gd name="connsiteY5" fmla="*/ 98409 h 2068751"/>
                <a:gd name="connsiteX6" fmla="*/ 2030082 w 2759430"/>
                <a:gd name="connsiteY6" fmla="*/ 303 h 2068751"/>
                <a:gd name="connsiteX7" fmla="*/ 1898273 w 2759430"/>
                <a:gd name="connsiteY7" fmla="*/ 22051 h 2068751"/>
                <a:gd name="connsiteX8" fmla="*/ 1900421 w 2759430"/>
                <a:gd name="connsiteY8" fmla="*/ 783060 h 2068751"/>
                <a:gd name="connsiteX9" fmla="*/ 1226678 w 2759430"/>
                <a:gd name="connsiteY9" fmla="*/ 497145 h 2068751"/>
                <a:gd name="connsiteX10" fmla="*/ 1130871 w 2759430"/>
                <a:gd name="connsiteY10" fmla="*/ 572491 h 2068751"/>
                <a:gd name="connsiteX11" fmla="*/ 221873 w 2759430"/>
                <a:gd name="connsiteY11" fmla="*/ 183976 h 2068751"/>
                <a:gd name="connsiteX0" fmla="*/ 221873 w 2759430"/>
                <a:gd name="connsiteY0" fmla="*/ 183976 h 2077670"/>
                <a:gd name="connsiteX1" fmla="*/ 128952 w 2759430"/>
                <a:gd name="connsiteY1" fmla="*/ 2064983 h 2077670"/>
                <a:gd name="connsiteX2" fmla="*/ 1861333 w 2759430"/>
                <a:gd name="connsiteY2" fmla="*/ 2077670 h 2077670"/>
                <a:gd name="connsiteX3" fmla="*/ 1831598 w 2759430"/>
                <a:gd name="connsiteY3" fmla="*/ 1698451 h 2077670"/>
                <a:gd name="connsiteX4" fmla="*/ 2664150 w 2759430"/>
                <a:gd name="connsiteY4" fmla="*/ 130334 h 2077670"/>
                <a:gd name="connsiteX5" fmla="*/ 2054394 w 2759430"/>
                <a:gd name="connsiteY5" fmla="*/ 98409 h 2077670"/>
                <a:gd name="connsiteX6" fmla="*/ 2030082 w 2759430"/>
                <a:gd name="connsiteY6" fmla="*/ 303 h 2077670"/>
                <a:gd name="connsiteX7" fmla="*/ 1898273 w 2759430"/>
                <a:gd name="connsiteY7" fmla="*/ 22051 h 2077670"/>
                <a:gd name="connsiteX8" fmla="*/ 1900421 w 2759430"/>
                <a:gd name="connsiteY8" fmla="*/ 783060 h 2077670"/>
                <a:gd name="connsiteX9" fmla="*/ 1226678 w 2759430"/>
                <a:gd name="connsiteY9" fmla="*/ 497145 h 2077670"/>
                <a:gd name="connsiteX10" fmla="*/ 1130871 w 2759430"/>
                <a:gd name="connsiteY10" fmla="*/ 572491 h 2077670"/>
                <a:gd name="connsiteX11" fmla="*/ 221873 w 2759430"/>
                <a:gd name="connsiteY11" fmla="*/ 183976 h 2077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759430" h="2077670">
                  <a:moveTo>
                    <a:pt x="221873" y="183976"/>
                  </a:moveTo>
                  <a:cubicBezTo>
                    <a:pt x="-257552" y="923751"/>
                    <a:pt x="200156" y="1839025"/>
                    <a:pt x="128952" y="2064983"/>
                  </a:cubicBezTo>
                  <a:lnTo>
                    <a:pt x="1861333" y="2077670"/>
                  </a:lnTo>
                  <a:lnTo>
                    <a:pt x="1831598" y="1698451"/>
                  </a:lnTo>
                  <a:cubicBezTo>
                    <a:pt x="2577484" y="1720658"/>
                    <a:pt x="2947680" y="1991050"/>
                    <a:pt x="2664150" y="130334"/>
                  </a:cubicBezTo>
                  <a:cubicBezTo>
                    <a:pt x="2255473" y="54071"/>
                    <a:pt x="2191599" y="89110"/>
                    <a:pt x="2054394" y="98409"/>
                  </a:cubicBezTo>
                  <a:cubicBezTo>
                    <a:pt x="2046378" y="39791"/>
                    <a:pt x="2053381" y="49121"/>
                    <a:pt x="2030082" y="303"/>
                  </a:cubicBezTo>
                  <a:cubicBezTo>
                    <a:pt x="1964498" y="-945"/>
                    <a:pt x="2000929" y="826"/>
                    <a:pt x="1898273" y="22051"/>
                  </a:cubicBezTo>
                  <a:cubicBezTo>
                    <a:pt x="1904623" y="280813"/>
                    <a:pt x="1890896" y="525885"/>
                    <a:pt x="1900421" y="783060"/>
                  </a:cubicBezTo>
                  <a:cubicBezTo>
                    <a:pt x="1749728" y="751246"/>
                    <a:pt x="1517512" y="597607"/>
                    <a:pt x="1226678" y="497145"/>
                  </a:cubicBezTo>
                  <a:cubicBezTo>
                    <a:pt x="1226550" y="618676"/>
                    <a:pt x="1264864" y="688113"/>
                    <a:pt x="1130871" y="572491"/>
                  </a:cubicBezTo>
                  <a:cubicBezTo>
                    <a:pt x="766733" y="481334"/>
                    <a:pt x="654943" y="385765"/>
                    <a:pt x="221873" y="183976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sp>
          <p:nvSpPr>
            <p:cNvPr id="42" name="Freeform 11">
              <a:extLst>
                <a:ext uri="{FF2B5EF4-FFF2-40B4-BE49-F238E27FC236}">
                  <a16:creationId xmlns:a16="http://schemas.microsoft.com/office/drawing/2014/main" id="{EF19EEB1-97B4-40E2-A83F-16B4119868A5}"/>
                </a:ext>
              </a:extLst>
            </p:cNvPr>
            <p:cNvSpPr/>
            <p:nvPr/>
          </p:nvSpPr>
          <p:spPr>
            <a:xfrm>
              <a:off x="1353101" y="4180869"/>
              <a:ext cx="1094108" cy="581411"/>
            </a:xfrm>
            <a:custGeom>
              <a:avLst/>
              <a:gdLst>
                <a:gd name="connsiteX0" fmla="*/ 0 w 1094108"/>
                <a:gd name="connsiteY0" fmla="*/ 200851 h 581411"/>
                <a:gd name="connsiteX1" fmla="*/ 95139 w 1094108"/>
                <a:gd name="connsiteY1" fmla="*/ 0 h 581411"/>
                <a:gd name="connsiteX2" fmla="*/ 1025396 w 1094108"/>
                <a:gd name="connsiteY2" fmla="*/ 338276 h 581411"/>
                <a:gd name="connsiteX3" fmla="*/ 1094108 w 1094108"/>
                <a:gd name="connsiteY3" fmla="*/ 412273 h 581411"/>
                <a:gd name="connsiteX4" fmla="*/ 1078252 w 1094108"/>
                <a:gd name="connsiteY4" fmla="*/ 517984 h 581411"/>
                <a:gd name="connsiteX5" fmla="*/ 1014825 w 1094108"/>
                <a:gd name="connsiteY5" fmla="*/ 480985 h 581411"/>
                <a:gd name="connsiteX6" fmla="*/ 998968 w 1094108"/>
                <a:gd name="connsiteY6" fmla="*/ 581411 h 581411"/>
                <a:gd name="connsiteX7" fmla="*/ 0 w 1094108"/>
                <a:gd name="connsiteY7" fmla="*/ 200851 h 581411"/>
                <a:gd name="connsiteX0" fmla="*/ 0 w 1094108"/>
                <a:gd name="connsiteY0" fmla="*/ 200851 h 581411"/>
                <a:gd name="connsiteX1" fmla="*/ 95139 w 1094108"/>
                <a:gd name="connsiteY1" fmla="*/ 0 h 581411"/>
                <a:gd name="connsiteX2" fmla="*/ 1025396 w 1094108"/>
                <a:gd name="connsiteY2" fmla="*/ 338276 h 581411"/>
                <a:gd name="connsiteX3" fmla="*/ 1094108 w 1094108"/>
                <a:gd name="connsiteY3" fmla="*/ 412273 h 581411"/>
                <a:gd name="connsiteX4" fmla="*/ 1078252 w 1094108"/>
                <a:gd name="connsiteY4" fmla="*/ 517984 h 581411"/>
                <a:gd name="connsiteX5" fmla="*/ 1014825 w 1094108"/>
                <a:gd name="connsiteY5" fmla="*/ 480985 h 581411"/>
                <a:gd name="connsiteX6" fmla="*/ 998968 w 1094108"/>
                <a:gd name="connsiteY6" fmla="*/ 581411 h 581411"/>
                <a:gd name="connsiteX7" fmla="*/ 0 w 1094108"/>
                <a:gd name="connsiteY7" fmla="*/ 200851 h 5814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94108" h="581411">
                  <a:moveTo>
                    <a:pt x="0" y="200851"/>
                  </a:moveTo>
                  <a:lnTo>
                    <a:pt x="95139" y="0"/>
                  </a:lnTo>
                  <a:lnTo>
                    <a:pt x="1025396" y="338276"/>
                  </a:lnTo>
                  <a:lnTo>
                    <a:pt x="1094108" y="412273"/>
                  </a:lnTo>
                  <a:lnTo>
                    <a:pt x="1078252" y="517984"/>
                  </a:lnTo>
                  <a:lnTo>
                    <a:pt x="1014825" y="480985"/>
                  </a:lnTo>
                  <a:lnTo>
                    <a:pt x="998968" y="581411"/>
                  </a:lnTo>
                  <a:cubicBezTo>
                    <a:pt x="634554" y="475508"/>
                    <a:pt x="332989" y="327704"/>
                    <a:pt x="0" y="200851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sp>
          <p:nvSpPr>
            <p:cNvPr id="43" name="Freeform 14">
              <a:extLst>
                <a:ext uri="{FF2B5EF4-FFF2-40B4-BE49-F238E27FC236}">
                  <a16:creationId xmlns:a16="http://schemas.microsoft.com/office/drawing/2014/main" id="{1B103A9A-380A-4D50-B1B9-48DA1AA9C58B}"/>
                </a:ext>
              </a:extLst>
            </p:cNvPr>
            <p:cNvSpPr/>
            <p:nvPr/>
          </p:nvSpPr>
          <p:spPr>
            <a:xfrm>
              <a:off x="3076189" y="4038629"/>
              <a:ext cx="591981" cy="227104"/>
            </a:xfrm>
            <a:custGeom>
              <a:avLst/>
              <a:gdLst>
                <a:gd name="connsiteX0" fmla="*/ 5285 w 739976"/>
                <a:gd name="connsiteY0" fmla="*/ 68712 h 206136"/>
                <a:gd name="connsiteX1" fmla="*/ 0 w 739976"/>
                <a:gd name="connsiteY1" fmla="*/ 5285 h 206136"/>
                <a:gd name="connsiteX2" fmla="*/ 158566 w 739976"/>
                <a:gd name="connsiteY2" fmla="*/ 0 h 206136"/>
                <a:gd name="connsiteX3" fmla="*/ 163852 w 739976"/>
                <a:gd name="connsiteY3" fmla="*/ 58141 h 206136"/>
                <a:gd name="connsiteX4" fmla="*/ 739976 w 739976"/>
                <a:gd name="connsiteY4" fmla="*/ 84569 h 206136"/>
                <a:gd name="connsiteX5" fmla="*/ 671264 w 739976"/>
                <a:gd name="connsiteY5" fmla="*/ 206136 h 206136"/>
                <a:gd name="connsiteX6" fmla="*/ 110996 w 739976"/>
                <a:gd name="connsiteY6" fmla="*/ 174423 h 206136"/>
                <a:gd name="connsiteX7" fmla="*/ 89854 w 739976"/>
                <a:gd name="connsiteY7" fmla="*/ 84569 h 206136"/>
                <a:gd name="connsiteX8" fmla="*/ 5285 w 739976"/>
                <a:gd name="connsiteY8" fmla="*/ 68712 h 206136"/>
                <a:gd name="connsiteX0" fmla="*/ 5285 w 739976"/>
                <a:gd name="connsiteY0" fmla="*/ 110997 h 206136"/>
                <a:gd name="connsiteX1" fmla="*/ 0 w 739976"/>
                <a:gd name="connsiteY1" fmla="*/ 5285 h 206136"/>
                <a:gd name="connsiteX2" fmla="*/ 158566 w 739976"/>
                <a:gd name="connsiteY2" fmla="*/ 0 h 206136"/>
                <a:gd name="connsiteX3" fmla="*/ 163852 w 739976"/>
                <a:gd name="connsiteY3" fmla="*/ 58141 h 206136"/>
                <a:gd name="connsiteX4" fmla="*/ 739976 w 739976"/>
                <a:gd name="connsiteY4" fmla="*/ 84569 h 206136"/>
                <a:gd name="connsiteX5" fmla="*/ 671264 w 739976"/>
                <a:gd name="connsiteY5" fmla="*/ 206136 h 206136"/>
                <a:gd name="connsiteX6" fmla="*/ 110996 w 739976"/>
                <a:gd name="connsiteY6" fmla="*/ 174423 h 206136"/>
                <a:gd name="connsiteX7" fmla="*/ 89854 w 739976"/>
                <a:gd name="connsiteY7" fmla="*/ 84569 h 206136"/>
                <a:gd name="connsiteX8" fmla="*/ 5285 w 739976"/>
                <a:gd name="connsiteY8" fmla="*/ 110997 h 206136"/>
                <a:gd name="connsiteX0" fmla="*/ 5285 w 739976"/>
                <a:gd name="connsiteY0" fmla="*/ 110997 h 206136"/>
                <a:gd name="connsiteX1" fmla="*/ 0 w 739976"/>
                <a:gd name="connsiteY1" fmla="*/ 5285 h 206136"/>
                <a:gd name="connsiteX2" fmla="*/ 158566 w 739976"/>
                <a:gd name="connsiteY2" fmla="*/ 0 h 206136"/>
                <a:gd name="connsiteX3" fmla="*/ 163852 w 739976"/>
                <a:gd name="connsiteY3" fmla="*/ 58141 h 206136"/>
                <a:gd name="connsiteX4" fmla="*/ 739976 w 739976"/>
                <a:gd name="connsiteY4" fmla="*/ 84569 h 206136"/>
                <a:gd name="connsiteX5" fmla="*/ 671264 w 739976"/>
                <a:gd name="connsiteY5" fmla="*/ 206136 h 206136"/>
                <a:gd name="connsiteX6" fmla="*/ 110996 w 739976"/>
                <a:gd name="connsiteY6" fmla="*/ 174423 h 206136"/>
                <a:gd name="connsiteX7" fmla="*/ 89854 w 739976"/>
                <a:gd name="connsiteY7" fmla="*/ 84569 h 206136"/>
                <a:gd name="connsiteX8" fmla="*/ 5285 w 739976"/>
                <a:gd name="connsiteY8" fmla="*/ 110997 h 206136"/>
                <a:gd name="connsiteX0" fmla="*/ 5285 w 671264"/>
                <a:gd name="connsiteY0" fmla="*/ 110997 h 206136"/>
                <a:gd name="connsiteX1" fmla="*/ 0 w 671264"/>
                <a:gd name="connsiteY1" fmla="*/ 5285 h 206136"/>
                <a:gd name="connsiteX2" fmla="*/ 158566 w 671264"/>
                <a:gd name="connsiteY2" fmla="*/ 0 h 206136"/>
                <a:gd name="connsiteX3" fmla="*/ 163852 w 671264"/>
                <a:gd name="connsiteY3" fmla="*/ 58141 h 206136"/>
                <a:gd name="connsiteX4" fmla="*/ 581409 w 671264"/>
                <a:gd name="connsiteY4" fmla="*/ 52856 h 206136"/>
                <a:gd name="connsiteX5" fmla="*/ 671264 w 671264"/>
                <a:gd name="connsiteY5" fmla="*/ 206136 h 206136"/>
                <a:gd name="connsiteX6" fmla="*/ 110996 w 671264"/>
                <a:gd name="connsiteY6" fmla="*/ 174423 h 206136"/>
                <a:gd name="connsiteX7" fmla="*/ 89854 w 671264"/>
                <a:gd name="connsiteY7" fmla="*/ 84569 h 206136"/>
                <a:gd name="connsiteX8" fmla="*/ 5285 w 671264"/>
                <a:gd name="connsiteY8" fmla="*/ 110997 h 206136"/>
                <a:gd name="connsiteX0" fmla="*/ 5285 w 591981"/>
                <a:gd name="connsiteY0" fmla="*/ 110997 h 190279"/>
                <a:gd name="connsiteX1" fmla="*/ 0 w 591981"/>
                <a:gd name="connsiteY1" fmla="*/ 5285 h 190279"/>
                <a:gd name="connsiteX2" fmla="*/ 158566 w 591981"/>
                <a:gd name="connsiteY2" fmla="*/ 0 h 190279"/>
                <a:gd name="connsiteX3" fmla="*/ 163852 w 591981"/>
                <a:gd name="connsiteY3" fmla="*/ 58141 h 190279"/>
                <a:gd name="connsiteX4" fmla="*/ 581409 w 591981"/>
                <a:gd name="connsiteY4" fmla="*/ 52856 h 190279"/>
                <a:gd name="connsiteX5" fmla="*/ 591981 w 591981"/>
                <a:gd name="connsiteY5" fmla="*/ 190279 h 190279"/>
                <a:gd name="connsiteX6" fmla="*/ 110996 w 591981"/>
                <a:gd name="connsiteY6" fmla="*/ 174423 h 190279"/>
                <a:gd name="connsiteX7" fmla="*/ 89854 w 591981"/>
                <a:gd name="connsiteY7" fmla="*/ 84569 h 190279"/>
                <a:gd name="connsiteX8" fmla="*/ 5285 w 591981"/>
                <a:gd name="connsiteY8" fmla="*/ 110997 h 190279"/>
                <a:gd name="connsiteX0" fmla="*/ 5285 w 591981"/>
                <a:gd name="connsiteY0" fmla="*/ 110997 h 190279"/>
                <a:gd name="connsiteX1" fmla="*/ 0 w 591981"/>
                <a:gd name="connsiteY1" fmla="*/ 5285 h 190279"/>
                <a:gd name="connsiteX2" fmla="*/ 158566 w 591981"/>
                <a:gd name="connsiteY2" fmla="*/ 0 h 190279"/>
                <a:gd name="connsiteX3" fmla="*/ 163852 w 591981"/>
                <a:gd name="connsiteY3" fmla="*/ 58141 h 190279"/>
                <a:gd name="connsiteX4" fmla="*/ 581409 w 591981"/>
                <a:gd name="connsiteY4" fmla="*/ 52856 h 190279"/>
                <a:gd name="connsiteX5" fmla="*/ 591981 w 591981"/>
                <a:gd name="connsiteY5" fmla="*/ 190279 h 190279"/>
                <a:gd name="connsiteX6" fmla="*/ 110996 w 591981"/>
                <a:gd name="connsiteY6" fmla="*/ 174423 h 190279"/>
                <a:gd name="connsiteX7" fmla="*/ 89854 w 591981"/>
                <a:gd name="connsiteY7" fmla="*/ 84569 h 190279"/>
                <a:gd name="connsiteX8" fmla="*/ 5285 w 591981"/>
                <a:gd name="connsiteY8" fmla="*/ 110997 h 190279"/>
                <a:gd name="connsiteX0" fmla="*/ 5285 w 591981"/>
                <a:gd name="connsiteY0" fmla="*/ 142240 h 221522"/>
                <a:gd name="connsiteX1" fmla="*/ 0 w 591981"/>
                <a:gd name="connsiteY1" fmla="*/ 36528 h 221522"/>
                <a:gd name="connsiteX2" fmla="*/ 163774 w 591981"/>
                <a:gd name="connsiteY2" fmla="*/ 0 h 221522"/>
                <a:gd name="connsiteX3" fmla="*/ 163852 w 591981"/>
                <a:gd name="connsiteY3" fmla="*/ 89384 h 221522"/>
                <a:gd name="connsiteX4" fmla="*/ 581409 w 591981"/>
                <a:gd name="connsiteY4" fmla="*/ 84099 h 221522"/>
                <a:gd name="connsiteX5" fmla="*/ 591981 w 591981"/>
                <a:gd name="connsiteY5" fmla="*/ 221522 h 221522"/>
                <a:gd name="connsiteX6" fmla="*/ 110996 w 591981"/>
                <a:gd name="connsiteY6" fmla="*/ 205666 h 221522"/>
                <a:gd name="connsiteX7" fmla="*/ 89854 w 591981"/>
                <a:gd name="connsiteY7" fmla="*/ 115812 h 221522"/>
                <a:gd name="connsiteX8" fmla="*/ 5285 w 591981"/>
                <a:gd name="connsiteY8" fmla="*/ 142240 h 221522"/>
                <a:gd name="connsiteX0" fmla="*/ 5285 w 591981"/>
                <a:gd name="connsiteY0" fmla="*/ 142240 h 221522"/>
                <a:gd name="connsiteX1" fmla="*/ 0 w 591981"/>
                <a:gd name="connsiteY1" fmla="*/ 36528 h 221522"/>
                <a:gd name="connsiteX2" fmla="*/ 163774 w 591981"/>
                <a:gd name="connsiteY2" fmla="*/ 0 h 221522"/>
                <a:gd name="connsiteX3" fmla="*/ 163852 w 591981"/>
                <a:gd name="connsiteY3" fmla="*/ 89384 h 221522"/>
                <a:gd name="connsiteX4" fmla="*/ 581409 w 591981"/>
                <a:gd name="connsiteY4" fmla="*/ 84099 h 221522"/>
                <a:gd name="connsiteX5" fmla="*/ 591981 w 591981"/>
                <a:gd name="connsiteY5" fmla="*/ 221522 h 221522"/>
                <a:gd name="connsiteX6" fmla="*/ 110996 w 591981"/>
                <a:gd name="connsiteY6" fmla="*/ 205666 h 221522"/>
                <a:gd name="connsiteX7" fmla="*/ 105475 w 591981"/>
                <a:gd name="connsiteY7" fmla="*/ 136641 h 221522"/>
                <a:gd name="connsiteX8" fmla="*/ 5285 w 591981"/>
                <a:gd name="connsiteY8" fmla="*/ 142240 h 221522"/>
                <a:gd name="connsiteX0" fmla="*/ 5285 w 591981"/>
                <a:gd name="connsiteY0" fmla="*/ 142240 h 227104"/>
                <a:gd name="connsiteX1" fmla="*/ 0 w 591981"/>
                <a:gd name="connsiteY1" fmla="*/ 36528 h 227104"/>
                <a:gd name="connsiteX2" fmla="*/ 163774 w 591981"/>
                <a:gd name="connsiteY2" fmla="*/ 0 h 227104"/>
                <a:gd name="connsiteX3" fmla="*/ 163852 w 591981"/>
                <a:gd name="connsiteY3" fmla="*/ 89384 h 227104"/>
                <a:gd name="connsiteX4" fmla="*/ 581409 w 591981"/>
                <a:gd name="connsiteY4" fmla="*/ 84099 h 227104"/>
                <a:gd name="connsiteX5" fmla="*/ 591981 w 591981"/>
                <a:gd name="connsiteY5" fmla="*/ 221522 h 227104"/>
                <a:gd name="connsiteX6" fmla="*/ 116204 w 591981"/>
                <a:gd name="connsiteY6" fmla="*/ 226495 h 227104"/>
                <a:gd name="connsiteX7" fmla="*/ 105475 w 591981"/>
                <a:gd name="connsiteY7" fmla="*/ 136641 h 227104"/>
                <a:gd name="connsiteX8" fmla="*/ 5285 w 591981"/>
                <a:gd name="connsiteY8" fmla="*/ 142240 h 227104"/>
                <a:gd name="connsiteX0" fmla="*/ 5285 w 591981"/>
                <a:gd name="connsiteY0" fmla="*/ 142240 h 227104"/>
                <a:gd name="connsiteX1" fmla="*/ 0 w 591981"/>
                <a:gd name="connsiteY1" fmla="*/ 36528 h 227104"/>
                <a:gd name="connsiteX2" fmla="*/ 163774 w 591981"/>
                <a:gd name="connsiteY2" fmla="*/ 0 h 227104"/>
                <a:gd name="connsiteX3" fmla="*/ 195095 w 591981"/>
                <a:gd name="connsiteY3" fmla="*/ 84177 h 227104"/>
                <a:gd name="connsiteX4" fmla="*/ 581409 w 591981"/>
                <a:gd name="connsiteY4" fmla="*/ 84099 h 227104"/>
                <a:gd name="connsiteX5" fmla="*/ 591981 w 591981"/>
                <a:gd name="connsiteY5" fmla="*/ 221522 h 227104"/>
                <a:gd name="connsiteX6" fmla="*/ 116204 w 591981"/>
                <a:gd name="connsiteY6" fmla="*/ 226495 h 227104"/>
                <a:gd name="connsiteX7" fmla="*/ 105475 w 591981"/>
                <a:gd name="connsiteY7" fmla="*/ 136641 h 227104"/>
                <a:gd name="connsiteX8" fmla="*/ 5285 w 591981"/>
                <a:gd name="connsiteY8" fmla="*/ 142240 h 227104"/>
                <a:gd name="connsiteX0" fmla="*/ 5285 w 591981"/>
                <a:gd name="connsiteY0" fmla="*/ 142240 h 227104"/>
                <a:gd name="connsiteX1" fmla="*/ 0 w 591981"/>
                <a:gd name="connsiteY1" fmla="*/ 36528 h 227104"/>
                <a:gd name="connsiteX2" fmla="*/ 163774 w 591981"/>
                <a:gd name="connsiteY2" fmla="*/ 0 h 227104"/>
                <a:gd name="connsiteX3" fmla="*/ 195095 w 591981"/>
                <a:gd name="connsiteY3" fmla="*/ 84177 h 227104"/>
                <a:gd name="connsiteX4" fmla="*/ 581409 w 591981"/>
                <a:gd name="connsiteY4" fmla="*/ 84099 h 227104"/>
                <a:gd name="connsiteX5" fmla="*/ 591981 w 591981"/>
                <a:gd name="connsiteY5" fmla="*/ 221522 h 227104"/>
                <a:gd name="connsiteX6" fmla="*/ 116204 w 591981"/>
                <a:gd name="connsiteY6" fmla="*/ 226495 h 227104"/>
                <a:gd name="connsiteX7" fmla="*/ 105475 w 591981"/>
                <a:gd name="connsiteY7" fmla="*/ 136641 h 227104"/>
                <a:gd name="connsiteX8" fmla="*/ 5285 w 591981"/>
                <a:gd name="connsiteY8" fmla="*/ 142240 h 2271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1981" h="227104">
                  <a:moveTo>
                    <a:pt x="5285" y="142240"/>
                  </a:moveTo>
                  <a:lnTo>
                    <a:pt x="0" y="36528"/>
                  </a:lnTo>
                  <a:lnTo>
                    <a:pt x="163774" y="0"/>
                  </a:lnTo>
                  <a:cubicBezTo>
                    <a:pt x="163800" y="29795"/>
                    <a:pt x="195069" y="54382"/>
                    <a:pt x="195095" y="84177"/>
                  </a:cubicBezTo>
                  <a:cubicBezTo>
                    <a:pt x="397943" y="29168"/>
                    <a:pt x="389368" y="75290"/>
                    <a:pt x="581409" y="84099"/>
                  </a:cubicBezTo>
                  <a:lnTo>
                    <a:pt x="591981" y="221522"/>
                  </a:lnTo>
                  <a:cubicBezTo>
                    <a:pt x="431653" y="200380"/>
                    <a:pt x="276532" y="231780"/>
                    <a:pt x="116204" y="226495"/>
                  </a:cubicBezTo>
                  <a:lnTo>
                    <a:pt x="105475" y="136641"/>
                  </a:lnTo>
                  <a:lnTo>
                    <a:pt x="5285" y="14224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sp>
          <p:nvSpPr>
            <p:cNvPr id="44" name="Freeform 15">
              <a:extLst>
                <a:ext uri="{FF2B5EF4-FFF2-40B4-BE49-F238E27FC236}">
                  <a16:creationId xmlns:a16="http://schemas.microsoft.com/office/drawing/2014/main" id="{FACA3C0E-0B06-43D5-A58E-D00A6EF0A284}"/>
                </a:ext>
              </a:extLst>
            </p:cNvPr>
            <p:cNvSpPr/>
            <p:nvPr/>
          </p:nvSpPr>
          <p:spPr>
            <a:xfrm>
              <a:off x="2985409" y="3255814"/>
              <a:ext cx="669512" cy="864666"/>
            </a:xfrm>
            <a:custGeom>
              <a:avLst/>
              <a:gdLst>
                <a:gd name="connsiteX0" fmla="*/ 237850 w 650123"/>
                <a:gd name="connsiteY0" fmla="*/ 850974 h 866830"/>
                <a:gd name="connsiteX1" fmla="*/ 0 w 650123"/>
                <a:gd name="connsiteY1" fmla="*/ 63427 h 866830"/>
                <a:gd name="connsiteX2" fmla="*/ 153281 w 650123"/>
                <a:gd name="connsiteY2" fmla="*/ 184994 h 866830"/>
                <a:gd name="connsiteX3" fmla="*/ 216708 w 650123"/>
                <a:gd name="connsiteY3" fmla="*/ 5286 h 866830"/>
                <a:gd name="connsiteX4" fmla="*/ 317133 w 650123"/>
                <a:gd name="connsiteY4" fmla="*/ 184994 h 866830"/>
                <a:gd name="connsiteX5" fmla="*/ 359418 w 650123"/>
                <a:gd name="connsiteY5" fmla="*/ 0 h 866830"/>
                <a:gd name="connsiteX6" fmla="*/ 475700 w 650123"/>
                <a:gd name="connsiteY6" fmla="*/ 126853 h 866830"/>
                <a:gd name="connsiteX7" fmla="*/ 539126 w 650123"/>
                <a:gd name="connsiteY7" fmla="*/ 36999 h 866830"/>
                <a:gd name="connsiteX8" fmla="*/ 650123 w 650123"/>
                <a:gd name="connsiteY8" fmla="*/ 866830 h 866830"/>
                <a:gd name="connsiteX9" fmla="*/ 237850 w 650123"/>
                <a:gd name="connsiteY9" fmla="*/ 850974 h 866830"/>
                <a:gd name="connsiteX0" fmla="*/ 197028 w 609301"/>
                <a:gd name="connsiteY0" fmla="*/ 850974 h 866830"/>
                <a:gd name="connsiteX1" fmla="*/ 0 w 609301"/>
                <a:gd name="connsiteY1" fmla="*/ 60706 h 866830"/>
                <a:gd name="connsiteX2" fmla="*/ 112459 w 609301"/>
                <a:gd name="connsiteY2" fmla="*/ 184994 h 866830"/>
                <a:gd name="connsiteX3" fmla="*/ 175886 w 609301"/>
                <a:gd name="connsiteY3" fmla="*/ 5286 h 866830"/>
                <a:gd name="connsiteX4" fmla="*/ 276311 w 609301"/>
                <a:gd name="connsiteY4" fmla="*/ 184994 h 866830"/>
                <a:gd name="connsiteX5" fmla="*/ 318596 w 609301"/>
                <a:gd name="connsiteY5" fmla="*/ 0 h 866830"/>
                <a:gd name="connsiteX6" fmla="*/ 434878 w 609301"/>
                <a:gd name="connsiteY6" fmla="*/ 126853 h 866830"/>
                <a:gd name="connsiteX7" fmla="*/ 498304 w 609301"/>
                <a:gd name="connsiteY7" fmla="*/ 36999 h 866830"/>
                <a:gd name="connsiteX8" fmla="*/ 609301 w 609301"/>
                <a:gd name="connsiteY8" fmla="*/ 866830 h 866830"/>
                <a:gd name="connsiteX9" fmla="*/ 197028 w 609301"/>
                <a:gd name="connsiteY9" fmla="*/ 850974 h 866830"/>
                <a:gd name="connsiteX0" fmla="*/ 208370 w 620643"/>
                <a:gd name="connsiteY0" fmla="*/ 850974 h 866830"/>
                <a:gd name="connsiteX1" fmla="*/ 11342 w 620643"/>
                <a:gd name="connsiteY1" fmla="*/ 60706 h 866830"/>
                <a:gd name="connsiteX2" fmla="*/ 123801 w 620643"/>
                <a:gd name="connsiteY2" fmla="*/ 184994 h 866830"/>
                <a:gd name="connsiteX3" fmla="*/ 187228 w 620643"/>
                <a:gd name="connsiteY3" fmla="*/ 5286 h 866830"/>
                <a:gd name="connsiteX4" fmla="*/ 287653 w 620643"/>
                <a:gd name="connsiteY4" fmla="*/ 184994 h 866830"/>
                <a:gd name="connsiteX5" fmla="*/ 329938 w 620643"/>
                <a:gd name="connsiteY5" fmla="*/ 0 h 866830"/>
                <a:gd name="connsiteX6" fmla="*/ 446220 w 620643"/>
                <a:gd name="connsiteY6" fmla="*/ 126853 h 866830"/>
                <a:gd name="connsiteX7" fmla="*/ 509646 w 620643"/>
                <a:gd name="connsiteY7" fmla="*/ 36999 h 866830"/>
                <a:gd name="connsiteX8" fmla="*/ 620643 w 620643"/>
                <a:gd name="connsiteY8" fmla="*/ 866830 h 866830"/>
                <a:gd name="connsiteX9" fmla="*/ 208370 w 620643"/>
                <a:gd name="connsiteY9" fmla="*/ 850974 h 866830"/>
                <a:gd name="connsiteX0" fmla="*/ 208370 w 620643"/>
                <a:gd name="connsiteY0" fmla="*/ 850974 h 866830"/>
                <a:gd name="connsiteX1" fmla="*/ 11342 w 620643"/>
                <a:gd name="connsiteY1" fmla="*/ 60706 h 866830"/>
                <a:gd name="connsiteX2" fmla="*/ 123801 w 620643"/>
                <a:gd name="connsiteY2" fmla="*/ 184994 h 866830"/>
                <a:gd name="connsiteX3" fmla="*/ 187228 w 620643"/>
                <a:gd name="connsiteY3" fmla="*/ 5286 h 866830"/>
                <a:gd name="connsiteX4" fmla="*/ 287653 w 620643"/>
                <a:gd name="connsiteY4" fmla="*/ 184994 h 866830"/>
                <a:gd name="connsiteX5" fmla="*/ 329938 w 620643"/>
                <a:gd name="connsiteY5" fmla="*/ 0 h 866830"/>
                <a:gd name="connsiteX6" fmla="*/ 446220 w 620643"/>
                <a:gd name="connsiteY6" fmla="*/ 126853 h 866830"/>
                <a:gd name="connsiteX7" fmla="*/ 509646 w 620643"/>
                <a:gd name="connsiteY7" fmla="*/ 36999 h 866830"/>
                <a:gd name="connsiteX8" fmla="*/ 620643 w 620643"/>
                <a:gd name="connsiteY8" fmla="*/ 866830 h 866830"/>
                <a:gd name="connsiteX9" fmla="*/ 208370 w 620643"/>
                <a:gd name="connsiteY9" fmla="*/ 850974 h 866830"/>
                <a:gd name="connsiteX0" fmla="*/ 209189 w 621462"/>
                <a:gd name="connsiteY0" fmla="*/ 850974 h 866830"/>
                <a:gd name="connsiteX1" fmla="*/ 12161 w 621462"/>
                <a:gd name="connsiteY1" fmla="*/ 60706 h 866830"/>
                <a:gd name="connsiteX2" fmla="*/ 124620 w 621462"/>
                <a:gd name="connsiteY2" fmla="*/ 184994 h 866830"/>
                <a:gd name="connsiteX3" fmla="*/ 188047 w 621462"/>
                <a:gd name="connsiteY3" fmla="*/ 5286 h 866830"/>
                <a:gd name="connsiteX4" fmla="*/ 288472 w 621462"/>
                <a:gd name="connsiteY4" fmla="*/ 184994 h 866830"/>
                <a:gd name="connsiteX5" fmla="*/ 330757 w 621462"/>
                <a:gd name="connsiteY5" fmla="*/ 0 h 866830"/>
                <a:gd name="connsiteX6" fmla="*/ 447039 w 621462"/>
                <a:gd name="connsiteY6" fmla="*/ 126853 h 866830"/>
                <a:gd name="connsiteX7" fmla="*/ 510465 w 621462"/>
                <a:gd name="connsiteY7" fmla="*/ 36999 h 866830"/>
                <a:gd name="connsiteX8" fmla="*/ 621462 w 621462"/>
                <a:gd name="connsiteY8" fmla="*/ 866830 h 866830"/>
                <a:gd name="connsiteX9" fmla="*/ 209189 w 621462"/>
                <a:gd name="connsiteY9" fmla="*/ 850974 h 866830"/>
                <a:gd name="connsiteX0" fmla="*/ 160744 w 624724"/>
                <a:gd name="connsiteY0" fmla="*/ 812874 h 866830"/>
                <a:gd name="connsiteX1" fmla="*/ 15423 w 624724"/>
                <a:gd name="connsiteY1" fmla="*/ 60706 h 866830"/>
                <a:gd name="connsiteX2" fmla="*/ 127882 w 624724"/>
                <a:gd name="connsiteY2" fmla="*/ 184994 h 866830"/>
                <a:gd name="connsiteX3" fmla="*/ 191309 w 624724"/>
                <a:gd name="connsiteY3" fmla="*/ 5286 h 866830"/>
                <a:gd name="connsiteX4" fmla="*/ 291734 w 624724"/>
                <a:gd name="connsiteY4" fmla="*/ 184994 h 866830"/>
                <a:gd name="connsiteX5" fmla="*/ 334019 w 624724"/>
                <a:gd name="connsiteY5" fmla="*/ 0 h 866830"/>
                <a:gd name="connsiteX6" fmla="*/ 450301 w 624724"/>
                <a:gd name="connsiteY6" fmla="*/ 126853 h 866830"/>
                <a:gd name="connsiteX7" fmla="*/ 513727 w 624724"/>
                <a:gd name="connsiteY7" fmla="*/ 36999 h 866830"/>
                <a:gd name="connsiteX8" fmla="*/ 624724 w 624724"/>
                <a:gd name="connsiteY8" fmla="*/ 866830 h 866830"/>
                <a:gd name="connsiteX9" fmla="*/ 160744 w 624724"/>
                <a:gd name="connsiteY9" fmla="*/ 812874 h 866830"/>
                <a:gd name="connsiteX0" fmla="*/ 206607 w 621601"/>
                <a:gd name="connsiteY0" fmla="*/ 853696 h 866830"/>
                <a:gd name="connsiteX1" fmla="*/ 12300 w 621601"/>
                <a:gd name="connsiteY1" fmla="*/ 60706 h 866830"/>
                <a:gd name="connsiteX2" fmla="*/ 124759 w 621601"/>
                <a:gd name="connsiteY2" fmla="*/ 184994 h 866830"/>
                <a:gd name="connsiteX3" fmla="*/ 188186 w 621601"/>
                <a:gd name="connsiteY3" fmla="*/ 5286 h 866830"/>
                <a:gd name="connsiteX4" fmla="*/ 288611 w 621601"/>
                <a:gd name="connsiteY4" fmla="*/ 184994 h 866830"/>
                <a:gd name="connsiteX5" fmla="*/ 330896 w 621601"/>
                <a:gd name="connsiteY5" fmla="*/ 0 h 866830"/>
                <a:gd name="connsiteX6" fmla="*/ 447178 w 621601"/>
                <a:gd name="connsiteY6" fmla="*/ 126853 h 866830"/>
                <a:gd name="connsiteX7" fmla="*/ 510604 w 621601"/>
                <a:gd name="connsiteY7" fmla="*/ 36999 h 866830"/>
                <a:gd name="connsiteX8" fmla="*/ 621601 w 621601"/>
                <a:gd name="connsiteY8" fmla="*/ 866830 h 866830"/>
                <a:gd name="connsiteX9" fmla="*/ 206607 w 621601"/>
                <a:gd name="connsiteY9" fmla="*/ 853696 h 866830"/>
                <a:gd name="connsiteX0" fmla="*/ 206607 w 621601"/>
                <a:gd name="connsiteY0" fmla="*/ 853696 h 866830"/>
                <a:gd name="connsiteX1" fmla="*/ 12300 w 621601"/>
                <a:gd name="connsiteY1" fmla="*/ 60706 h 866830"/>
                <a:gd name="connsiteX2" fmla="*/ 124759 w 621601"/>
                <a:gd name="connsiteY2" fmla="*/ 184994 h 866830"/>
                <a:gd name="connsiteX3" fmla="*/ 188186 w 621601"/>
                <a:gd name="connsiteY3" fmla="*/ 5286 h 866830"/>
                <a:gd name="connsiteX4" fmla="*/ 288611 w 621601"/>
                <a:gd name="connsiteY4" fmla="*/ 184994 h 866830"/>
                <a:gd name="connsiteX5" fmla="*/ 330896 w 621601"/>
                <a:gd name="connsiteY5" fmla="*/ 0 h 866830"/>
                <a:gd name="connsiteX6" fmla="*/ 447178 w 621601"/>
                <a:gd name="connsiteY6" fmla="*/ 126853 h 866830"/>
                <a:gd name="connsiteX7" fmla="*/ 510604 w 621601"/>
                <a:gd name="connsiteY7" fmla="*/ 36999 h 866830"/>
                <a:gd name="connsiteX8" fmla="*/ 621601 w 621601"/>
                <a:gd name="connsiteY8" fmla="*/ 866830 h 866830"/>
                <a:gd name="connsiteX9" fmla="*/ 206607 w 621601"/>
                <a:gd name="connsiteY9" fmla="*/ 853696 h 866830"/>
                <a:gd name="connsiteX0" fmla="*/ 206607 w 621601"/>
                <a:gd name="connsiteY0" fmla="*/ 853696 h 866830"/>
                <a:gd name="connsiteX1" fmla="*/ 12300 w 621601"/>
                <a:gd name="connsiteY1" fmla="*/ 60706 h 866830"/>
                <a:gd name="connsiteX2" fmla="*/ 124759 w 621601"/>
                <a:gd name="connsiteY2" fmla="*/ 184994 h 866830"/>
                <a:gd name="connsiteX3" fmla="*/ 188186 w 621601"/>
                <a:gd name="connsiteY3" fmla="*/ 5286 h 866830"/>
                <a:gd name="connsiteX4" fmla="*/ 288611 w 621601"/>
                <a:gd name="connsiteY4" fmla="*/ 184994 h 866830"/>
                <a:gd name="connsiteX5" fmla="*/ 330896 w 621601"/>
                <a:gd name="connsiteY5" fmla="*/ 0 h 866830"/>
                <a:gd name="connsiteX6" fmla="*/ 447178 w 621601"/>
                <a:gd name="connsiteY6" fmla="*/ 126853 h 866830"/>
                <a:gd name="connsiteX7" fmla="*/ 510604 w 621601"/>
                <a:gd name="connsiteY7" fmla="*/ 36999 h 866830"/>
                <a:gd name="connsiteX8" fmla="*/ 621601 w 621601"/>
                <a:gd name="connsiteY8" fmla="*/ 866830 h 866830"/>
                <a:gd name="connsiteX9" fmla="*/ 206607 w 621601"/>
                <a:gd name="connsiteY9" fmla="*/ 853696 h 866830"/>
                <a:gd name="connsiteX0" fmla="*/ 209190 w 621463"/>
                <a:gd name="connsiteY0" fmla="*/ 864582 h 866830"/>
                <a:gd name="connsiteX1" fmla="*/ 12162 w 621463"/>
                <a:gd name="connsiteY1" fmla="*/ 60706 h 866830"/>
                <a:gd name="connsiteX2" fmla="*/ 124621 w 621463"/>
                <a:gd name="connsiteY2" fmla="*/ 184994 h 866830"/>
                <a:gd name="connsiteX3" fmla="*/ 188048 w 621463"/>
                <a:gd name="connsiteY3" fmla="*/ 5286 h 866830"/>
                <a:gd name="connsiteX4" fmla="*/ 288473 w 621463"/>
                <a:gd name="connsiteY4" fmla="*/ 184994 h 866830"/>
                <a:gd name="connsiteX5" fmla="*/ 330758 w 621463"/>
                <a:gd name="connsiteY5" fmla="*/ 0 h 866830"/>
                <a:gd name="connsiteX6" fmla="*/ 447040 w 621463"/>
                <a:gd name="connsiteY6" fmla="*/ 126853 h 866830"/>
                <a:gd name="connsiteX7" fmla="*/ 510466 w 621463"/>
                <a:gd name="connsiteY7" fmla="*/ 36999 h 866830"/>
                <a:gd name="connsiteX8" fmla="*/ 621463 w 621463"/>
                <a:gd name="connsiteY8" fmla="*/ 866830 h 866830"/>
                <a:gd name="connsiteX9" fmla="*/ 209190 w 621463"/>
                <a:gd name="connsiteY9" fmla="*/ 864582 h 866830"/>
                <a:gd name="connsiteX0" fmla="*/ 209190 w 586084"/>
                <a:gd name="connsiteY0" fmla="*/ 864582 h 869551"/>
                <a:gd name="connsiteX1" fmla="*/ 12162 w 586084"/>
                <a:gd name="connsiteY1" fmla="*/ 60706 h 869551"/>
                <a:gd name="connsiteX2" fmla="*/ 124621 w 586084"/>
                <a:gd name="connsiteY2" fmla="*/ 184994 h 869551"/>
                <a:gd name="connsiteX3" fmla="*/ 188048 w 586084"/>
                <a:gd name="connsiteY3" fmla="*/ 5286 h 869551"/>
                <a:gd name="connsiteX4" fmla="*/ 288473 w 586084"/>
                <a:gd name="connsiteY4" fmla="*/ 184994 h 869551"/>
                <a:gd name="connsiteX5" fmla="*/ 330758 w 586084"/>
                <a:gd name="connsiteY5" fmla="*/ 0 h 869551"/>
                <a:gd name="connsiteX6" fmla="*/ 447040 w 586084"/>
                <a:gd name="connsiteY6" fmla="*/ 126853 h 869551"/>
                <a:gd name="connsiteX7" fmla="*/ 510466 w 586084"/>
                <a:gd name="connsiteY7" fmla="*/ 36999 h 869551"/>
                <a:gd name="connsiteX8" fmla="*/ 586084 w 586084"/>
                <a:gd name="connsiteY8" fmla="*/ 869551 h 869551"/>
                <a:gd name="connsiteX9" fmla="*/ 209190 w 586084"/>
                <a:gd name="connsiteY9" fmla="*/ 864582 h 869551"/>
                <a:gd name="connsiteX0" fmla="*/ 209190 w 602413"/>
                <a:gd name="connsiteY0" fmla="*/ 864582 h 864582"/>
                <a:gd name="connsiteX1" fmla="*/ 12162 w 602413"/>
                <a:gd name="connsiteY1" fmla="*/ 60706 h 864582"/>
                <a:gd name="connsiteX2" fmla="*/ 124621 w 602413"/>
                <a:gd name="connsiteY2" fmla="*/ 184994 h 864582"/>
                <a:gd name="connsiteX3" fmla="*/ 188048 w 602413"/>
                <a:gd name="connsiteY3" fmla="*/ 5286 h 864582"/>
                <a:gd name="connsiteX4" fmla="*/ 288473 w 602413"/>
                <a:gd name="connsiteY4" fmla="*/ 184994 h 864582"/>
                <a:gd name="connsiteX5" fmla="*/ 330758 w 602413"/>
                <a:gd name="connsiteY5" fmla="*/ 0 h 864582"/>
                <a:gd name="connsiteX6" fmla="*/ 447040 w 602413"/>
                <a:gd name="connsiteY6" fmla="*/ 126853 h 864582"/>
                <a:gd name="connsiteX7" fmla="*/ 510466 w 602413"/>
                <a:gd name="connsiteY7" fmla="*/ 36999 h 864582"/>
                <a:gd name="connsiteX8" fmla="*/ 602413 w 602413"/>
                <a:gd name="connsiteY8" fmla="*/ 864109 h 864582"/>
                <a:gd name="connsiteX9" fmla="*/ 209190 w 602413"/>
                <a:gd name="connsiteY9" fmla="*/ 864582 h 864582"/>
                <a:gd name="connsiteX0" fmla="*/ 209190 w 618742"/>
                <a:gd name="connsiteY0" fmla="*/ 864582 h 864582"/>
                <a:gd name="connsiteX1" fmla="*/ 12162 w 618742"/>
                <a:gd name="connsiteY1" fmla="*/ 60706 h 864582"/>
                <a:gd name="connsiteX2" fmla="*/ 124621 w 618742"/>
                <a:gd name="connsiteY2" fmla="*/ 184994 h 864582"/>
                <a:gd name="connsiteX3" fmla="*/ 188048 w 618742"/>
                <a:gd name="connsiteY3" fmla="*/ 5286 h 864582"/>
                <a:gd name="connsiteX4" fmla="*/ 288473 w 618742"/>
                <a:gd name="connsiteY4" fmla="*/ 184994 h 864582"/>
                <a:gd name="connsiteX5" fmla="*/ 330758 w 618742"/>
                <a:gd name="connsiteY5" fmla="*/ 0 h 864582"/>
                <a:gd name="connsiteX6" fmla="*/ 447040 w 618742"/>
                <a:gd name="connsiteY6" fmla="*/ 126853 h 864582"/>
                <a:gd name="connsiteX7" fmla="*/ 510466 w 618742"/>
                <a:gd name="connsiteY7" fmla="*/ 36999 h 864582"/>
                <a:gd name="connsiteX8" fmla="*/ 618742 w 618742"/>
                <a:gd name="connsiteY8" fmla="*/ 578595 h 864582"/>
                <a:gd name="connsiteX9" fmla="*/ 602413 w 618742"/>
                <a:gd name="connsiteY9" fmla="*/ 864109 h 864582"/>
                <a:gd name="connsiteX10" fmla="*/ 209190 w 618742"/>
                <a:gd name="connsiteY10" fmla="*/ 864582 h 864582"/>
                <a:gd name="connsiteX0" fmla="*/ 209190 w 618742"/>
                <a:gd name="connsiteY0" fmla="*/ 864582 h 864582"/>
                <a:gd name="connsiteX1" fmla="*/ 12162 w 618742"/>
                <a:gd name="connsiteY1" fmla="*/ 60706 h 864582"/>
                <a:gd name="connsiteX2" fmla="*/ 124621 w 618742"/>
                <a:gd name="connsiteY2" fmla="*/ 184994 h 864582"/>
                <a:gd name="connsiteX3" fmla="*/ 188048 w 618742"/>
                <a:gd name="connsiteY3" fmla="*/ 5286 h 864582"/>
                <a:gd name="connsiteX4" fmla="*/ 288473 w 618742"/>
                <a:gd name="connsiteY4" fmla="*/ 184994 h 864582"/>
                <a:gd name="connsiteX5" fmla="*/ 330758 w 618742"/>
                <a:gd name="connsiteY5" fmla="*/ 0 h 864582"/>
                <a:gd name="connsiteX6" fmla="*/ 447040 w 618742"/>
                <a:gd name="connsiteY6" fmla="*/ 126853 h 864582"/>
                <a:gd name="connsiteX7" fmla="*/ 510466 w 618742"/>
                <a:gd name="connsiteY7" fmla="*/ 36999 h 864582"/>
                <a:gd name="connsiteX8" fmla="*/ 618742 w 618742"/>
                <a:gd name="connsiteY8" fmla="*/ 578595 h 864582"/>
                <a:gd name="connsiteX9" fmla="*/ 602413 w 618742"/>
                <a:gd name="connsiteY9" fmla="*/ 864109 h 864582"/>
                <a:gd name="connsiteX10" fmla="*/ 209190 w 618742"/>
                <a:gd name="connsiteY10" fmla="*/ 864582 h 864582"/>
                <a:gd name="connsiteX0" fmla="*/ 209190 w 618742"/>
                <a:gd name="connsiteY0" fmla="*/ 864582 h 864582"/>
                <a:gd name="connsiteX1" fmla="*/ 12162 w 618742"/>
                <a:gd name="connsiteY1" fmla="*/ 60706 h 864582"/>
                <a:gd name="connsiteX2" fmla="*/ 124621 w 618742"/>
                <a:gd name="connsiteY2" fmla="*/ 184994 h 864582"/>
                <a:gd name="connsiteX3" fmla="*/ 188048 w 618742"/>
                <a:gd name="connsiteY3" fmla="*/ 5286 h 864582"/>
                <a:gd name="connsiteX4" fmla="*/ 288473 w 618742"/>
                <a:gd name="connsiteY4" fmla="*/ 184994 h 864582"/>
                <a:gd name="connsiteX5" fmla="*/ 330758 w 618742"/>
                <a:gd name="connsiteY5" fmla="*/ 0 h 864582"/>
                <a:gd name="connsiteX6" fmla="*/ 447040 w 618742"/>
                <a:gd name="connsiteY6" fmla="*/ 126853 h 864582"/>
                <a:gd name="connsiteX7" fmla="*/ 510466 w 618742"/>
                <a:gd name="connsiteY7" fmla="*/ 36999 h 864582"/>
                <a:gd name="connsiteX8" fmla="*/ 618742 w 618742"/>
                <a:gd name="connsiteY8" fmla="*/ 578595 h 864582"/>
                <a:gd name="connsiteX9" fmla="*/ 602413 w 618742"/>
                <a:gd name="connsiteY9" fmla="*/ 864109 h 864582"/>
                <a:gd name="connsiteX10" fmla="*/ 209190 w 618742"/>
                <a:gd name="connsiteY10" fmla="*/ 864582 h 864582"/>
                <a:gd name="connsiteX0" fmla="*/ 209190 w 619592"/>
                <a:gd name="connsiteY0" fmla="*/ 864582 h 864582"/>
                <a:gd name="connsiteX1" fmla="*/ 12162 w 619592"/>
                <a:gd name="connsiteY1" fmla="*/ 60706 h 864582"/>
                <a:gd name="connsiteX2" fmla="*/ 124621 w 619592"/>
                <a:gd name="connsiteY2" fmla="*/ 184994 h 864582"/>
                <a:gd name="connsiteX3" fmla="*/ 188048 w 619592"/>
                <a:gd name="connsiteY3" fmla="*/ 5286 h 864582"/>
                <a:gd name="connsiteX4" fmla="*/ 288473 w 619592"/>
                <a:gd name="connsiteY4" fmla="*/ 184994 h 864582"/>
                <a:gd name="connsiteX5" fmla="*/ 330758 w 619592"/>
                <a:gd name="connsiteY5" fmla="*/ 0 h 864582"/>
                <a:gd name="connsiteX6" fmla="*/ 447040 w 619592"/>
                <a:gd name="connsiteY6" fmla="*/ 126853 h 864582"/>
                <a:gd name="connsiteX7" fmla="*/ 510466 w 619592"/>
                <a:gd name="connsiteY7" fmla="*/ 36999 h 864582"/>
                <a:gd name="connsiteX8" fmla="*/ 618742 w 619592"/>
                <a:gd name="connsiteY8" fmla="*/ 578595 h 864582"/>
                <a:gd name="connsiteX9" fmla="*/ 602413 w 619592"/>
                <a:gd name="connsiteY9" fmla="*/ 864109 h 864582"/>
                <a:gd name="connsiteX10" fmla="*/ 209190 w 619592"/>
                <a:gd name="connsiteY10" fmla="*/ 864582 h 864582"/>
                <a:gd name="connsiteX0" fmla="*/ 209190 w 620629"/>
                <a:gd name="connsiteY0" fmla="*/ 864582 h 864582"/>
                <a:gd name="connsiteX1" fmla="*/ 12162 w 620629"/>
                <a:gd name="connsiteY1" fmla="*/ 60706 h 864582"/>
                <a:gd name="connsiteX2" fmla="*/ 124621 w 620629"/>
                <a:gd name="connsiteY2" fmla="*/ 184994 h 864582"/>
                <a:gd name="connsiteX3" fmla="*/ 188048 w 620629"/>
                <a:gd name="connsiteY3" fmla="*/ 5286 h 864582"/>
                <a:gd name="connsiteX4" fmla="*/ 288473 w 620629"/>
                <a:gd name="connsiteY4" fmla="*/ 184994 h 864582"/>
                <a:gd name="connsiteX5" fmla="*/ 330758 w 620629"/>
                <a:gd name="connsiteY5" fmla="*/ 0 h 864582"/>
                <a:gd name="connsiteX6" fmla="*/ 447040 w 620629"/>
                <a:gd name="connsiteY6" fmla="*/ 126853 h 864582"/>
                <a:gd name="connsiteX7" fmla="*/ 510466 w 620629"/>
                <a:gd name="connsiteY7" fmla="*/ 36999 h 864582"/>
                <a:gd name="connsiteX8" fmla="*/ 618742 w 620629"/>
                <a:gd name="connsiteY8" fmla="*/ 578595 h 864582"/>
                <a:gd name="connsiteX9" fmla="*/ 602413 w 620629"/>
                <a:gd name="connsiteY9" fmla="*/ 864109 h 864582"/>
                <a:gd name="connsiteX10" fmla="*/ 209190 w 620629"/>
                <a:gd name="connsiteY10" fmla="*/ 864582 h 864582"/>
                <a:gd name="connsiteX0" fmla="*/ 209190 w 618743"/>
                <a:gd name="connsiteY0" fmla="*/ 864582 h 864582"/>
                <a:gd name="connsiteX1" fmla="*/ 12162 w 618743"/>
                <a:gd name="connsiteY1" fmla="*/ 60706 h 864582"/>
                <a:gd name="connsiteX2" fmla="*/ 124621 w 618743"/>
                <a:gd name="connsiteY2" fmla="*/ 184994 h 864582"/>
                <a:gd name="connsiteX3" fmla="*/ 188048 w 618743"/>
                <a:gd name="connsiteY3" fmla="*/ 5286 h 864582"/>
                <a:gd name="connsiteX4" fmla="*/ 288473 w 618743"/>
                <a:gd name="connsiteY4" fmla="*/ 184994 h 864582"/>
                <a:gd name="connsiteX5" fmla="*/ 330758 w 618743"/>
                <a:gd name="connsiteY5" fmla="*/ 0 h 864582"/>
                <a:gd name="connsiteX6" fmla="*/ 447040 w 618743"/>
                <a:gd name="connsiteY6" fmla="*/ 126853 h 864582"/>
                <a:gd name="connsiteX7" fmla="*/ 510466 w 618743"/>
                <a:gd name="connsiteY7" fmla="*/ 36999 h 864582"/>
                <a:gd name="connsiteX8" fmla="*/ 618742 w 618743"/>
                <a:gd name="connsiteY8" fmla="*/ 578595 h 864582"/>
                <a:gd name="connsiteX9" fmla="*/ 602413 w 618743"/>
                <a:gd name="connsiteY9" fmla="*/ 864109 h 864582"/>
                <a:gd name="connsiteX10" fmla="*/ 209190 w 618743"/>
                <a:gd name="connsiteY10" fmla="*/ 864582 h 864582"/>
                <a:gd name="connsiteX0" fmla="*/ 209190 w 618743"/>
                <a:gd name="connsiteY0" fmla="*/ 864582 h 864582"/>
                <a:gd name="connsiteX1" fmla="*/ 12162 w 618743"/>
                <a:gd name="connsiteY1" fmla="*/ 60706 h 864582"/>
                <a:gd name="connsiteX2" fmla="*/ 124621 w 618743"/>
                <a:gd name="connsiteY2" fmla="*/ 184994 h 864582"/>
                <a:gd name="connsiteX3" fmla="*/ 188048 w 618743"/>
                <a:gd name="connsiteY3" fmla="*/ 5286 h 864582"/>
                <a:gd name="connsiteX4" fmla="*/ 288473 w 618743"/>
                <a:gd name="connsiteY4" fmla="*/ 184994 h 864582"/>
                <a:gd name="connsiteX5" fmla="*/ 330758 w 618743"/>
                <a:gd name="connsiteY5" fmla="*/ 0 h 864582"/>
                <a:gd name="connsiteX6" fmla="*/ 447040 w 618743"/>
                <a:gd name="connsiteY6" fmla="*/ 126853 h 864582"/>
                <a:gd name="connsiteX7" fmla="*/ 510466 w 618743"/>
                <a:gd name="connsiteY7" fmla="*/ 36999 h 864582"/>
                <a:gd name="connsiteX8" fmla="*/ 618742 w 618743"/>
                <a:gd name="connsiteY8" fmla="*/ 578595 h 864582"/>
                <a:gd name="connsiteX9" fmla="*/ 602413 w 618743"/>
                <a:gd name="connsiteY9" fmla="*/ 864109 h 864582"/>
                <a:gd name="connsiteX10" fmla="*/ 209190 w 618743"/>
                <a:gd name="connsiteY10" fmla="*/ 864582 h 864582"/>
                <a:gd name="connsiteX0" fmla="*/ 209190 w 618745"/>
                <a:gd name="connsiteY0" fmla="*/ 864582 h 864582"/>
                <a:gd name="connsiteX1" fmla="*/ 12162 w 618745"/>
                <a:gd name="connsiteY1" fmla="*/ 60706 h 864582"/>
                <a:gd name="connsiteX2" fmla="*/ 124621 w 618745"/>
                <a:gd name="connsiteY2" fmla="*/ 184994 h 864582"/>
                <a:gd name="connsiteX3" fmla="*/ 188048 w 618745"/>
                <a:gd name="connsiteY3" fmla="*/ 5286 h 864582"/>
                <a:gd name="connsiteX4" fmla="*/ 288473 w 618745"/>
                <a:gd name="connsiteY4" fmla="*/ 184994 h 864582"/>
                <a:gd name="connsiteX5" fmla="*/ 330758 w 618745"/>
                <a:gd name="connsiteY5" fmla="*/ 0 h 864582"/>
                <a:gd name="connsiteX6" fmla="*/ 447040 w 618745"/>
                <a:gd name="connsiteY6" fmla="*/ 126853 h 864582"/>
                <a:gd name="connsiteX7" fmla="*/ 510466 w 618745"/>
                <a:gd name="connsiteY7" fmla="*/ 36999 h 864582"/>
                <a:gd name="connsiteX8" fmla="*/ 618742 w 618745"/>
                <a:gd name="connsiteY8" fmla="*/ 578595 h 864582"/>
                <a:gd name="connsiteX9" fmla="*/ 602413 w 618745"/>
                <a:gd name="connsiteY9" fmla="*/ 864109 h 864582"/>
                <a:gd name="connsiteX10" fmla="*/ 209190 w 618745"/>
                <a:gd name="connsiteY10" fmla="*/ 864582 h 864582"/>
                <a:gd name="connsiteX0" fmla="*/ 209190 w 618745"/>
                <a:gd name="connsiteY0" fmla="*/ 864582 h 864582"/>
                <a:gd name="connsiteX1" fmla="*/ 12162 w 618745"/>
                <a:gd name="connsiteY1" fmla="*/ 60706 h 864582"/>
                <a:gd name="connsiteX2" fmla="*/ 124621 w 618745"/>
                <a:gd name="connsiteY2" fmla="*/ 184994 h 864582"/>
                <a:gd name="connsiteX3" fmla="*/ 188048 w 618745"/>
                <a:gd name="connsiteY3" fmla="*/ 5286 h 864582"/>
                <a:gd name="connsiteX4" fmla="*/ 288473 w 618745"/>
                <a:gd name="connsiteY4" fmla="*/ 184994 h 864582"/>
                <a:gd name="connsiteX5" fmla="*/ 330758 w 618745"/>
                <a:gd name="connsiteY5" fmla="*/ 0 h 864582"/>
                <a:gd name="connsiteX6" fmla="*/ 430711 w 618745"/>
                <a:gd name="connsiteY6" fmla="*/ 121410 h 864582"/>
                <a:gd name="connsiteX7" fmla="*/ 510466 w 618745"/>
                <a:gd name="connsiteY7" fmla="*/ 36999 h 864582"/>
                <a:gd name="connsiteX8" fmla="*/ 618742 w 618745"/>
                <a:gd name="connsiteY8" fmla="*/ 578595 h 864582"/>
                <a:gd name="connsiteX9" fmla="*/ 602413 w 618745"/>
                <a:gd name="connsiteY9" fmla="*/ 864109 h 864582"/>
                <a:gd name="connsiteX10" fmla="*/ 209190 w 618745"/>
                <a:gd name="connsiteY10" fmla="*/ 864582 h 864582"/>
                <a:gd name="connsiteX0" fmla="*/ 209190 w 618745"/>
                <a:gd name="connsiteY0" fmla="*/ 864582 h 864582"/>
                <a:gd name="connsiteX1" fmla="*/ 12162 w 618745"/>
                <a:gd name="connsiteY1" fmla="*/ 60706 h 864582"/>
                <a:gd name="connsiteX2" fmla="*/ 124621 w 618745"/>
                <a:gd name="connsiteY2" fmla="*/ 184994 h 864582"/>
                <a:gd name="connsiteX3" fmla="*/ 188048 w 618745"/>
                <a:gd name="connsiteY3" fmla="*/ 5286 h 864582"/>
                <a:gd name="connsiteX4" fmla="*/ 288473 w 618745"/>
                <a:gd name="connsiteY4" fmla="*/ 184994 h 864582"/>
                <a:gd name="connsiteX5" fmla="*/ 330758 w 618745"/>
                <a:gd name="connsiteY5" fmla="*/ 0 h 864582"/>
                <a:gd name="connsiteX6" fmla="*/ 430711 w 618745"/>
                <a:gd name="connsiteY6" fmla="*/ 121410 h 864582"/>
                <a:gd name="connsiteX7" fmla="*/ 510466 w 618745"/>
                <a:gd name="connsiteY7" fmla="*/ 36999 h 864582"/>
                <a:gd name="connsiteX8" fmla="*/ 618742 w 618745"/>
                <a:gd name="connsiteY8" fmla="*/ 578595 h 864582"/>
                <a:gd name="connsiteX9" fmla="*/ 602413 w 618745"/>
                <a:gd name="connsiteY9" fmla="*/ 864109 h 864582"/>
                <a:gd name="connsiteX10" fmla="*/ 209190 w 618745"/>
                <a:gd name="connsiteY10" fmla="*/ 864582 h 864582"/>
                <a:gd name="connsiteX0" fmla="*/ 209190 w 618782"/>
                <a:gd name="connsiteY0" fmla="*/ 864582 h 864582"/>
                <a:gd name="connsiteX1" fmla="*/ 12162 w 618782"/>
                <a:gd name="connsiteY1" fmla="*/ 60706 h 864582"/>
                <a:gd name="connsiteX2" fmla="*/ 124621 w 618782"/>
                <a:gd name="connsiteY2" fmla="*/ 184994 h 864582"/>
                <a:gd name="connsiteX3" fmla="*/ 188048 w 618782"/>
                <a:gd name="connsiteY3" fmla="*/ 5286 h 864582"/>
                <a:gd name="connsiteX4" fmla="*/ 288473 w 618782"/>
                <a:gd name="connsiteY4" fmla="*/ 184994 h 864582"/>
                <a:gd name="connsiteX5" fmla="*/ 330758 w 618782"/>
                <a:gd name="connsiteY5" fmla="*/ 0 h 864582"/>
                <a:gd name="connsiteX6" fmla="*/ 430711 w 618782"/>
                <a:gd name="connsiteY6" fmla="*/ 121410 h 864582"/>
                <a:gd name="connsiteX7" fmla="*/ 510466 w 618782"/>
                <a:gd name="connsiteY7" fmla="*/ 36999 h 864582"/>
                <a:gd name="connsiteX8" fmla="*/ 618742 w 618782"/>
                <a:gd name="connsiteY8" fmla="*/ 578595 h 864582"/>
                <a:gd name="connsiteX9" fmla="*/ 602413 w 618782"/>
                <a:gd name="connsiteY9" fmla="*/ 864109 h 864582"/>
                <a:gd name="connsiteX10" fmla="*/ 209190 w 618782"/>
                <a:gd name="connsiteY10" fmla="*/ 864582 h 864582"/>
                <a:gd name="connsiteX0" fmla="*/ 209190 w 618782"/>
                <a:gd name="connsiteY0" fmla="*/ 864664 h 864664"/>
                <a:gd name="connsiteX1" fmla="*/ 12162 w 618782"/>
                <a:gd name="connsiteY1" fmla="*/ 60788 h 864664"/>
                <a:gd name="connsiteX2" fmla="*/ 124621 w 618782"/>
                <a:gd name="connsiteY2" fmla="*/ 185076 h 864664"/>
                <a:gd name="connsiteX3" fmla="*/ 188048 w 618782"/>
                <a:gd name="connsiteY3" fmla="*/ 5368 h 864664"/>
                <a:gd name="connsiteX4" fmla="*/ 288473 w 618782"/>
                <a:gd name="connsiteY4" fmla="*/ 185076 h 864664"/>
                <a:gd name="connsiteX5" fmla="*/ 330758 w 618782"/>
                <a:gd name="connsiteY5" fmla="*/ 82 h 864664"/>
                <a:gd name="connsiteX6" fmla="*/ 430711 w 618782"/>
                <a:gd name="connsiteY6" fmla="*/ 121492 h 864664"/>
                <a:gd name="connsiteX7" fmla="*/ 510466 w 618782"/>
                <a:gd name="connsiteY7" fmla="*/ 37081 h 864664"/>
                <a:gd name="connsiteX8" fmla="*/ 618742 w 618782"/>
                <a:gd name="connsiteY8" fmla="*/ 578677 h 864664"/>
                <a:gd name="connsiteX9" fmla="*/ 602413 w 618782"/>
                <a:gd name="connsiteY9" fmla="*/ 864191 h 864664"/>
                <a:gd name="connsiteX10" fmla="*/ 209190 w 618782"/>
                <a:gd name="connsiteY10" fmla="*/ 864664 h 864664"/>
                <a:gd name="connsiteX0" fmla="*/ 209190 w 618782"/>
                <a:gd name="connsiteY0" fmla="*/ 864664 h 864664"/>
                <a:gd name="connsiteX1" fmla="*/ 12162 w 618782"/>
                <a:gd name="connsiteY1" fmla="*/ 60788 h 864664"/>
                <a:gd name="connsiteX2" fmla="*/ 124621 w 618782"/>
                <a:gd name="connsiteY2" fmla="*/ 185076 h 864664"/>
                <a:gd name="connsiteX3" fmla="*/ 188048 w 618782"/>
                <a:gd name="connsiteY3" fmla="*/ 5368 h 864664"/>
                <a:gd name="connsiteX4" fmla="*/ 288473 w 618782"/>
                <a:gd name="connsiteY4" fmla="*/ 185076 h 864664"/>
                <a:gd name="connsiteX5" fmla="*/ 330758 w 618782"/>
                <a:gd name="connsiteY5" fmla="*/ 82 h 864664"/>
                <a:gd name="connsiteX6" fmla="*/ 430711 w 618782"/>
                <a:gd name="connsiteY6" fmla="*/ 121492 h 864664"/>
                <a:gd name="connsiteX7" fmla="*/ 510466 w 618782"/>
                <a:gd name="connsiteY7" fmla="*/ 37081 h 864664"/>
                <a:gd name="connsiteX8" fmla="*/ 618742 w 618782"/>
                <a:gd name="connsiteY8" fmla="*/ 578677 h 864664"/>
                <a:gd name="connsiteX9" fmla="*/ 602413 w 618782"/>
                <a:gd name="connsiteY9" fmla="*/ 864191 h 864664"/>
                <a:gd name="connsiteX10" fmla="*/ 209190 w 618782"/>
                <a:gd name="connsiteY10" fmla="*/ 864664 h 864664"/>
                <a:gd name="connsiteX0" fmla="*/ 209190 w 618782"/>
                <a:gd name="connsiteY0" fmla="*/ 864666 h 864666"/>
                <a:gd name="connsiteX1" fmla="*/ 12162 w 618782"/>
                <a:gd name="connsiteY1" fmla="*/ 60790 h 864666"/>
                <a:gd name="connsiteX2" fmla="*/ 124621 w 618782"/>
                <a:gd name="connsiteY2" fmla="*/ 185078 h 864666"/>
                <a:gd name="connsiteX3" fmla="*/ 188048 w 618782"/>
                <a:gd name="connsiteY3" fmla="*/ 5370 h 864666"/>
                <a:gd name="connsiteX4" fmla="*/ 288473 w 618782"/>
                <a:gd name="connsiteY4" fmla="*/ 185078 h 864666"/>
                <a:gd name="connsiteX5" fmla="*/ 330758 w 618782"/>
                <a:gd name="connsiteY5" fmla="*/ 84 h 864666"/>
                <a:gd name="connsiteX6" fmla="*/ 430711 w 618782"/>
                <a:gd name="connsiteY6" fmla="*/ 121494 h 864666"/>
                <a:gd name="connsiteX7" fmla="*/ 510466 w 618782"/>
                <a:gd name="connsiteY7" fmla="*/ 37083 h 864666"/>
                <a:gd name="connsiteX8" fmla="*/ 618742 w 618782"/>
                <a:gd name="connsiteY8" fmla="*/ 578679 h 864666"/>
                <a:gd name="connsiteX9" fmla="*/ 602413 w 618782"/>
                <a:gd name="connsiteY9" fmla="*/ 864193 h 864666"/>
                <a:gd name="connsiteX10" fmla="*/ 209190 w 618782"/>
                <a:gd name="connsiteY10" fmla="*/ 864666 h 864666"/>
                <a:gd name="connsiteX0" fmla="*/ 209190 w 618782"/>
                <a:gd name="connsiteY0" fmla="*/ 864666 h 864666"/>
                <a:gd name="connsiteX1" fmla="*/ 12162 w 618782"/>
                <a:gd name="connsiteY1" fmla="*/ 60790 h 864666"/>
                <a:gd name="connsiteX2" fmla="*/ 124621 w 618782"/>
                <a:gd name="connsiteY2" fmla="*/ 185078 h 864666"/>
                <a:gd name="connsiteX3" fmla="*/ 188048 w 618782"/>
                <a:gd name="connsiteY3" fmla="*/ 5370 h 864666"/>
                <a:gd name="connsiteX4" fmla="*/ 288473 w 618782"/>
                <a:gd name="connsiteY4" fmla="*/ 185078 h 864666"/>
                <a:gd name="connsiteX5" fmla="*/ 330758 w 618782"/>
                <a:gd name="connsiteY5" fmla="*/ 84 h 864666"/>
                <a:gd name="connsiteX6" fmla="*/ 430711 w 618782"/>
                <a:gd name="connsiteY6" fmla="*/ 121494 h 864666"/>
                <a:gd name="connsiteX7" fmla="*/ 510466 w 618782"/>
                <a:gd name="connsiteY7" fmla="*/ 37083 h 864666"/>
                <a:gd name="connsiteX8" fmla="*/ 618742 w 618782"/>
                <a:gd name="connsiteY8" fmla="*/ 578679 h 864666"/>
                <a:gd name="connsiteX9" fmla="*/ 602413 w 618782"/>
                <a:gd name="connsiteY9" fmla="*/ 864193 h 864666"/>
                <a:gd name="connsiteX10" fmla="*/ 209190 w 618782"/>
                <a:gd name="connsiteY10" fmla="*/ 864666 h 864666"/>
                <a:gd name="connsiteX0" fmla="*/ 209190 w 618782"/>
                <a:gd name="connsiteY0" fmla="*/ 864666 h 864666"/>
                <a:gd name="connsiteX1" fmla="*/ 12162 w 618782"/>
                <a:gd name="connsiteY1" fmla="*/ 60790 h 864666"/>
                <a:gd name="connsiteX2" fmla="*/ 124621 w 618782"/>
                <a:gd name="connsiteY2" fmla="*/ 185078 h 864666"/>
                <a:gd name="connsiteX3" fmla="*/ 188048 w 618782"/>
                <a:gd name="connsiteY3" fmla="*/ 5370 h 864666"/>
                <a:gd name="connsiteX4" fmla="*/ 285752 w 618782"/>
                <a:gd name="connsiteY4" fmla="*/ 149700 h 864666"/>
                <a:gd name="connsiteX5" fmla="*/ 330758 w 618782"/>
                <a:gd name="connsiteY5" fmla="*/ 84 h 864666"/>
                <a:gd name="connsiteX6" fmla="*/ 430711 w 618782"/>
                <a:gd name="connsiteY6" fmla="*/ 121494 h 864666"/>
                <a:gd name="connsiteX7" fmla="*/ 510466 w 618782"/>
                <a:gd name="connsiteY7" fmla="*/ 37083 h 864666"/>
                <a:gd name="connsiteX8" fmla="*/ 618742 w 618782"/>
                <a:gd name="connsiteY8" fmla="*/ 578679 h 864666"/>
                <a:gd name="connsiteX9" fmla="*/ 602413 w 618782"/>
                <a:gd name="connsiteY9" fmla="*/ 864193 h 864666"/>
                <a:gd name="connsiteX10" fmla="*/ 209190 w 618782"/>
                <a:gd name="connsiteY10" fmla="*/ 864666 h 864666"/>
                <a:gd name="connsiteX0" fmla="*/ 209190 w 618782"/>
                <a:gd name="connsiteY0" fmla="*/ 864666 h 864666"/>
                <a:gd name="connsiteX1" fmla="*/ 12162 w 618782"/>
                <a:gd name="connsiteY1" fmla="*/ 60790 h 864666"/>
                <a:gd name="connsiteX2" fmla="*/ 124621 w 618782"/>
                <a:gd name="connsiteY2" fmla="*/ 185078 h 864666"/>
                <a:gd name="connsiteX3" fmla="*/ 188048 w 618782"/>
                <a:gd name="connsiteY3" fmla="*/ 5370 h 864666"/>
                <a:gd name="connsiteX4" fmla="*/ 285752 w 618782"/>
                <a:gd name="connsiteY4" fmla="*/ 149700 h 864666"/>
                <a:gd name="connsiteX5" fmla="*/ 330758 w 618782"/>
                <a:gd name="connsiteY5" fmla="*/ 84 h 864666"/>
                <a:gd name="connsiteX6" fmla="*/ 430711 w 618782"/>
                <a:gd name="connsiteY6" fmla="*/ 121494 h 864666"/>
                <a:gd name="connsiteX7" fmla="*/ 510466 w 618782"/>
                <a:gd name="connsiteY7" fmla="*/ 37083 h 864666"/>
                <a:gd name="connsiteX8" fmla="*/ 618742 w 618782"/>
                <a:gd name="connsiteY8" fmla="*/ 578679 h 864666"/>
                <a:gd name="connsiteX9" fmla="*/ 602413 w 618782"/>
                <a:gd name="connsiteY9" fmla="*/ 864193 h 864666"/>
                <a:gd name="connsiteX10" fmla="*/ 209190 w 618782"/>
                <a:gd name="connsiteY10" fmla="*/ 864666 h 864666"/>
                <a:gd name="connsiteX0" fmla="*/ 209190 w 618782"/>
                <a:gd name="connsiteY0" fmla="*/ 864666 h 864666"/>
                <a:gd name="connsiteX1" fmla="*/ 12162 w 618782"/>
                <a:gd name="connsiteY1" fmla="*/ 60790 h 864666"/>
                <a:gd name="connsiteX2" fmla="*/ 124621 w 618782"/>
                <a:gd name="connsiteY2" fmla="*/ 185078 h 864666"/>
                <a:gd name="connsiteX3" fmla="*/ 188048 w 618782"/>
                <a:gd name="connsiteY3" fmla="*/ 5370 h 864666"/>
                <a:gd name="connsiteX4" fmla="*/ 274866 w 618782"/>
                <a:gd name="connsiteY4" fmla="*/ 144257 h 864666"/>
                <a:gd name="connsiteX5" fmla="*/ 330758 w 618782"/>
                <a:gd name="connsiteY5" fmla="*/ 84 h 864666"/>
                <a:gd name="connsiteX6" fmla="*/ 430711 w 618782"/>
                <a:gd name="connsiteY6" fmla="*/ 121494 h 864666"/>
                <a:gd name="connsiteX7" fmla="*/ 510466 w 618782"/>
                <a:gd name="connsiteY7" fmla="*/ 37083 h 864666"/>
                <a:gd name="connsiteX8" fmla="*/ 618742 w 618782"/>
                <a:gd name="connsiteY8" fmla="*/ 578679 h 864666"/>
                <a:gd name="connsiteX9" fmla="*/ 602413 w 618782"/>
                <a:gd name="connsiteY9" fmla="*/ 864193 h 864666"/>
                <a:gd name="connsiteX10" fmla="*/ 209190 w 618782"/>
                <a:gd name="connsiteY10" fmla="*/ 864666 h 864666"/>
                <a:gd name="connsiteX0" fmla="*/ 209190 w 618782"/>
                <a:gd name="connsiteY0" fmla="*/ 864666 h 864666"/>
                <a:gd name="connsiteX1" fmla="*/ 12162 w 618782"/>
                <a:gd name="connsiteY1" fmla="*/ 60790 h 864666"/>
                <a:gd name="connsiteX2" fmla="*/ 124621 w 618782"/>
                <a:gd name="connsiteY2" fmla="*/ 185078 h 864666"/>
                <a:gd name="connsiteX3" fmla="*/ 188048 w 618782"/>
                <a:gd name="connsiteY3" fmla="*/ 5370 h 864666"/>
                <a:gd name="connsiteX4" fmla="*/ 274866 w 618782"/>
                <a:gd name="connsiteY4" fmla="*/ 144257 h 864666"/>
                <a:gd name="connsiteX5" fmla="*/ 330758 w 618782"/>
                <a:gd name="connsiteY5" fmla="*/ 84 h 864666"/>
                <a:gd name="connsiteX6" fmla="*/ 430711 w 618782"/>
                <a:gd name="connsiteY6" fmla="*/ 121494 h 864666"/>
                <a:gd name="connsiteX7" fmla="*/ 510466 w 618782"/>
                <a:gd name="connsiteY7" fmla="*/ 37083 h 864666"/>
                <a:gd name="connsiteX8" fmla="*/ 618742 w 618782"/>
                <a:gd name="connsiteY8" fmla="*/ 578679 h 864666"/>
                <a:gd name="connsiteX9" fmla="*/ 602413 w 618782"/>
                <a:gd name="connsiteY9" fmla="*/ 864193 h 864666"/>
                <a:gd name="connsiteX10" fmla="*/ 209190 w 618782"/>
                <a:gd name="connsiteY10" fmla="*/ 864666 h 864666"/>
                <a:gd name="connsiteX0" fmla="*/ 209190 w 618782"/>
                <a:gd name="connsiteY0" fmla="*/ 864666 h 864666"/>
                <a:gd name="connsiteX1" fmla="*/ 12162 w 618782"/>
                <a:gd name="connsiteY1" fmla="*/ 60790 h 864666"/>
                <a:gd name="connsiteX2" fmla="*/ 124621 w 618782"/>
                <a:gd name="connsiteY2" fmla="*/ 185078 h 864666"/>
                <a:gd name="connsiteX3" fmla="*/ 188048 w 618782"/>
                <a:gd name="connsiteY3" fmla="*/ 5370 h 864666"/>
                <a:gd name="connsiteX4" fmla="*/ 274866 w 618782"/>
                <a:gd name="connsiteY4" fmla="*/ 144257 h 864666"/>
                <a:gd name="connsiteX5" fmla="*/ 330758 w 618782"/>
                <a:gd name="connsiteY5" fmla="*/ 84 h 864666"/>
                <a:gd name="connsiteX6" fmla="*/ 430711 w 618782"/>
                <a:gd name="connsiteY6" fmla="*/ 121494 h 864666"/>
                <a:gd name="connsiteX7" fmla="*/ 510466 w 618782"/>
                <a:gd name="connsiteY7" fmla="*/ 37083 h 864666"/>
                <a:gd name="connsiteX8" fmla="*/ 618742 w 618782"/>
                <a:gd name="connsiteY8" fmla="*/ 578679 h 864666"/>
                <a:gd name="connsiteX9" fmla="*/ 602413 w 618782"/>
                <a:gd name="connsiteY9" fmla="*/ 864193 h 864666"/>
                <a:gd name="connsiteX10" fmla="*/ 209190 w 618782"/>
                <a:gd name="connsiteY10" fmla="*/ 864666 h 864666"/>
                <a:gd name="connsiteX0" fmla="*/ 209190 w 618782"/>
                <a:gd name="connsiteY0" fmla="*/ 864666 h 864666"/>
                <a:gd name="connsiteX1" fmla="*/ 12162 w 618782"/>
                <a:gd name="connsiteY1" fmla="*/ 60790 h 864666"/>
                <a:gd name="connsiteX2" fmla="*/ 124621 w 618782"/>
                <a:gd name="connsiteY2" fmla="*/ 185078 h 864666"/>
                <a:gd name="connsiteX3" fmla="*/ 188048 w 618782"/>
                <a:gd name="connsiteY3" fmla="*/ 5370 h 864666"/>
                <a:gd name="connsiteX4" fmla="*/ 274866 w 618782"/>
                <a:gd name="connsiteY4" fmla="*/ 144257 h 864666"/>
                <a:gd name="connsiteX5" fmla="*/ 330758 w 618782"/>
                <a:gd name="connsiteY5" fmla="*/ 84 h 864666"/>
                <a:gd name="connsiteX6" fmla="*/ 430711 w 618782"/>
                <a:gd name="connsiteY6" fmla="*/ 121494 h 864666"/>
                <a:gd name="connsiteX7" fmla="*/ 510466 w 618782"/>
                <a:gd name="connsiteY7" fmla="*/ 37083 h 864666"/>
                <a:gd name="connsiteX8" fmla="*/ 618742 w 618782"/>
                <a:gd name="connsiteY8" fmla="*/ 578679 h 864666"/>
                <a:gd name="connsiteX9" fmla="*/ 602413 w 618782"/>
                <a:gd name="connsiteY9" fmla="*/ 864193 h 864666"/>
                <a:gd name="connsiteX10" fmla="*/ 209190 w 618782"/>
                <a:gd name="connsiteY10" fmla="*/ 864666 h 864666"/>
                <a:gd name="connsiteX0" fmla="*/ 209190 w 618782"/>
                <a:gd name="connsiteY0" fmla="*/ 864666 h 864666"/>
                <a:gd name="connsiteX1" fmla="*/ 12162 w 618782"/>
                <a:gd name="connsiteY1" fmla="*/ 60790 h 864666"/>
                <a:gd name="connsiteX2" fmla="*/ 124621 w 618782"/>
                <a:gd name="connsiteY2" fmla="*/ 185078 h 864666"/>
                <a:gd name="connsiteX3" fmla="*/ 188048 w 618782"/>
                <a:gd name="connsiteY3" fmla="*/ 5370 h 864666"/>
                <a:gd name="connsiteX4" fmla="*/ 274866 w 618782"/>
                <a:gd name="connsiteY4" fmla="*/ 144257 h 864666"/>
                <a:gd name="connsiteX5" fmla="*/ 330758 w 618782"/>
                <a:gd name="connsiteY5" fmla="*/ 84 h 864666"/>
                <a:gd name="connsiteX6" fmla="*/ 430711 w 618782"/>
                <a:gd name="connsiteY6" fmla="*/ 121494 h 864666"/>
                <a:gd name="connsiteX7" fmla="*/ 510466 w 618782"/>
                <a:gd name="connsiteY7" fmla="*/ 37083 h 864666"/>
                <a:gd name="connsiteX8" fmla="*/ 618742 w 618782"/>
                <a:gd name="connsiteY8" fmla="*/ 578679 h 864666"/>
                <a:gd name="connsiteX9" fmla="*/ 602413 w 618782"/>
                <a:gd name="connsiteY9" fmla="*/ 864193 h 864666"/>
                <a:gd name="connsiteX10" fmla="*/ 209190 w 618782"/>
                <a:gd name="connsiteY10" fmla="*/ 864666 h 864666"/>
                <a:gd name="connsiteX0" fmla="*/ 209190 w 618782"/>
                <a:gd name="connsiteY0" fmla="*/ 864666 h 864666"/>
                <a:gd name="connsiteX1" fmla="*/ 12162 w 618782"/>
                <a:gd name="connsiteY1" fmla="*/ 60790 h 864666"/>
                <a:gd name="connsiteX2" fmla="*/ 124621 w 618782"/>
                <a:gd name="connsiteY2" fmla="*/ 185078 h 864666"/>
                <a:gd name="connsiteX3" fmla="*/ 188048 w 618782"/>
                <a:gd name="connsiteY3" fmla="*/ 5370 h 864666"/>
                <a:gd name="connsiteX4" fmla="*/ 274866 w 618782"/>
                <a:gd name="connsiteY4" fmla="*/ 144257 h 864666"/>
                <a:gd name="connsiteX5" fmla="*/ 330758 w 618782"/>
                <a:gd name="connsiteY5" fmla="*/ 84 h 864666"/>
                <a:gd name="connsiteX6" fmla="*/ 430711 w 618782"/>
                <a:gd name="connsiteY6" fmla="*/ 121494 h 864666"/>
                <a:gd name="connsiteX7" fmla="*/ 510466 w 618782"/>
                <a:gd name="connsiteY7" fmla="*/ 37083 h 864666"/>
                <a:gd name="connsiteX8" fmla="*/ 618742 w 618782"/>
                <a:gd name="connsiteY8" fmla="*/ 578679 h 864666"/>
                <a:gd name="connsiteX9" fmla="*/ 602413 w 618782"/>
                <a:gd name="connsiteY9" fmla="*/ 864193 h 864666"/>
                <a:gd name="connsiteX10" fmla="*/ 209190 w 618782"/>
                <a:gd name="connsiteY10" fmla="*/ 864666 h 864666"/>
                <a:gd name="connsiteX0" fmla="*/ 209190 w 618782"/>
                <a:gd name="connsiteY0" fmla="*/ 864666 h 864666"/>
                <a:gd name="connsiteX1" fmla="*/ 12162 w 618782"/>
                <a:gd name="connsiteY1" fmla="*/ 60790 h 864666"/>
                <a:gd name="connsiteX2" fmla="*/ 124621 w 618782"/>
                <a:gd name="connsiteY2" fmla="*/ 185078 h 864666"/>
                <a:gd name="connsiteX3" fmla="*/ 188048 w 618782"/>
                <a:gd name="connsiteY3" fmla="*/ 5370 h 864666"/>
                <a:gd name="connsiteX4" fmla="*/ 274866 w 618782"/>
                <a:gd name="connsiteY4" fmla="*/ 144257 h 864666"/>
                <a:gd name="connsiteX5" fmla="*/ 330758 w 618782"/>
                <a:gd name="connsiteY5" fmla="*/ 84 h 864666"/>
                <a:gd name="connsiteX6" fmla="*/ 430711 w 618782"/>
                <a:gd name="connsiteY6" fmla="*/ 121494 h 864666"/>
                <a:gd name="connsiteX7" fmla="*/ 510466 w 618782"/>
                <a:gd name="connsiteY7" fmla="*/ 37083 h 864666"/>
                <a:gd name="connsiteX8" fmla="*/ 618742 w 618782"/>
                <a:gd name="connsiteY8" fmla="*/ 578679 h 864666"/>
                <a:gd name="connsiteX9" fmla="*/ 602413 w 618782"/>
                <a:gd name="connsiteY9" fmla="*/ 864193 h 864666"/>
                <a:gd name="connsiteX10" fmla="*/ 209190 w 618782"/>
                <a:gd name="connsiteY10" fmla="*/ 864666 h 864666"/>
                <a:gd name="connsiteX0" fmla="*/ 209190 w 618782"/>
                <a:gd name="connsiteY0" fmla="*/ 864666 h 864666"/>
                <a:gd name="connsiteX1" fmla="*/ 12162 w 618782"/>
                <a:gd name="connsiteY1" fmla="*/ 60790 h 864666"/>
                <a:gd name="connsiteX2" fmla="*/ 124621 w 618782"/>
                <a:gd name="connsiteY2" fmla="*/ 185078 h 864666"/>
                <a:gd name="connsiteX3" fmla="*/ 188048 w 618782"/>
                <a:gd name="connsiteY3" fmla="*/ 5370 h 864666"/>
                <a:gd name="connsiteX4" fmla="*/ 274866 w 618782"/>
                <a:gd name="connsiteY4" fmla="*/ 144257 h 864666"/>
                <a:gd name="connsiteX5" fmla="*/ 330758 w 618782"/>
                <a:gd name="connsiteY5" fmla="*/ 84 h 864666"/>
                <a:gd name="connsiteX6" fmla="*/ 430711 w 618782"/>
                <a:gd name="connsiteY6" fmla="*/ 121494 h 864666"/>
                <a:gd name="connsiteX7" fmla="*/ 510466 w 618782"/>
                <a:gd name="connsiteY7" fmla="*/ 37083 h 864666"/>
                <a:gd name="connsiteX8" fmla="*/ 618742 w 618782"/>
                <a:gd name="connsiteY8" fmla="*/ 578679 h 864666"/>
                <a:gd name="connsiteX9" fmla="*/ 602413 w 618782"/>
                <a:gd name="connsiteY9" fmla="*/ 864193 h 864666"/>
                <a:gd name="connsiteX10" fmla="*/ 209190 w 618782"/>
                <a:gd name="connsiteY10" fmla="*/ 864666 h 864666"/>
                <a:gd name="connsiteX0" fmla="*/ 212601 w 622193"/>
                <a:gd name="connsiteY0" fmla="*/ 864666 h 864666"/>
                <a:gd name="connsiteX1" fmla="*/ 15573 w 622193"/>
                <a:gd name="connsiteY1" fmla="*/ 60790 h 864666"/>
                <a:gd name="connsiteX2" fmla="*/ 128032 w 622193"/>
                <a:gd name="connsiteY2" fmla="*/ 185078 h 864666"/>
                <a:gd name="connsiteX3" fmla="*/ 191459 w 622193"/>
                <a:gd name="connsiteY3" fmla="*/ 5370 h 864666"/>
                <a:gd name="connsiteX4" fmla="*/ 278277 w 622193"/>
                <a:gd name="connsiteY4" fmla="*/ 144257 h 864666"/>
                <a:gd name="connsiteX5" fmla="*/ 334169 w 622193"/>
                <a:gd name="connsiteY5" fmla="*/ 84 h 864666"/>
                <a:gd name="connsiteX6" fmla="*/ 434122 w 622193"/>
                <a:gd name="connsiteY6" fmla="*/ 121494 h 864666"/>
                <a:gd name="connsiteX7" fmla="*/ 513877 w 622193"/>
                <a:gd name="connsiteY7" fmla="*/ 37083 h 864666"/>
                <a:gd name="connsiteX8" fmla="*/ 622153 w 622193"/>
                <a:gd name="connsiteY8" fmla="*/ 578679 h 864666"/>
                <a:gd name="connsiteX9" fmla="*/ 605824 w 622193"/>
                <a:gd name="connsiteY9" fmla="*/ 864193 h 864666"/>
                <a:gd name="connsiteX10" fmla="*/ 212601 w 622193"/>
                <a:gd name="connsiteY10" fmla="*/ 864666 h 864666"/>
                <a:gd name="connsiteX0" fmla="*/ 198912 w 608504"/>
                <a:gd name="connsiteY0" fmla="*/ 864666 h 864666"/>
                <a:gd name="connsiteX1" fmla="*/ 28798 w 608504"/>
                <a:gd name="connsiteY1" fmla="*/ 510643 h 864666"/>
                <a:gd name="connsiteX2" fmla="*/ 1884 w 608504"/>
                <a:gd name="connsiteY2" fmla="*/ 60790 h 864666"/>
                <a:gd name="connsiteX3" fmla="*/ 114343 w 608504"/>
                <a:gd name="connsiteY3" fmla="*/ 185078 h 864666"/>
                <a:gd name="connsiteX4" fmla="*/ 177770 w 608504"/>
                <a:gd name="connsiteY4" fmla="*/ 5370 h 864666"/>
                <a:gd name="connsiteX5" fmla="*/ 264588 w 608504"/>
                <a:gd name="connsiteY5" fmla="*/ 144257 h 864666"/>
                <a:gd name="connsiteX6" fmla="*/ 320480 w 608504"/>
                <a:gd name="connsiteY6" fmla="*/ 84 h 864666"/>
                <a:gd name="connsiteX7" fmla="*/ 420433 w 608504"/>
                <a:gd name="connsiteY7" fmla="*/ 121494 h 864666"/>
                <a:gd name="connsiteX8" fmla="*/ 500188 w 608504"/>
                <a:gd name="connsiteY8" fmla="*/ 37083 h 864666"/>
                <a:gd name="connsiteX9" fmla="*/ 608464 w 608504"/>
                <a:gd name="connsiteY9" fmla="*/ 578679 h 864666"/>
                <a:gd name="connsiteX10" fmla="*/ 592135 w 608504"/>
                <a:gd name="connsiteY10" fmla="*/ 864193 h 864666"/>
                <a:gd name="connsiteX11" fmla="*/ 198912 w 608504"/>
                <a:gd name="connsiteY11" fmla="*/ 864666 h 864666"/>
                <a:gd name="connsiteX0" fmla="*/ 201622 w 611214"/>
                <a:gd name="connsiteY0" fmla="*/ 864666 h 864666"/>
                <a:gd name="connsiteX1" fmla="*/ 31508 w 611214"/>
                <a:gd name="connsiteY1" fmla="*/ 510643 h 864666"/>
                <a:gd name="connsiteX2" fmla="*/ 4594 w 611214"/>
                <a:gd name="connsiteY2" fmla="*/ 60790 h 864666"/>
                <a:gd name="connsiteX3" fmla="*/ 117053 w 611214"/>
                <a:gd name="connsiteY3" fmla="*/ 185078 h 864666"/>
                <a:gd name="connsiteX4" fmla="*/ 180480 w 611214"/>
                <a:gd name="connsiteY4" fmla="*/ 5370 h 864666"/>
                <a:gd name="connsiteX5" fmla="*/ 267298 w 611214"/>
                <a:gd name="connsiteY5" fmla="*/ 144257 h 864666"/>
                <a:gd name="connsiteX6" fmla="*/ 323190 w 611214"/>
                <a:gd name="connsiteY6" fmla="*/ 84 h 864666"/>
                <a:gd name="connsiteX7" fmla="*/ 423143 w 611214"/>
                <a:gd name="connsiteY7" fmla="*/ 121494 h 864666"/>
                <a:gd name="connsiteX8" fmla="*/ 502898 w 611214"/>
                <a:gd name="connsiteY8" fmla="*/ 37083 h 864666"/>
                <a:gd name="connsiteX9" fmla="*/ 611174 w 611214"/>
                <a:gd name="connsiteY9" fmla="*/ 578679 h 864666"/>
                <a:gd name="connsiteX10" fmla="*/ 594845 w 611214"/>
                <a:gd name="connsiteY10" fmla="*/ 864193 h 864666"/>
                <a:gd name="connsiteX11" fmla="*/ 201622 w 611214"/>
                <a:gd name="connsiteY11" fmla="*/ 864666 h 864666"/>
                <a:gd name="connsiteX0" fmla="*/ 231567 w 641159"/>
                <a:gd name="connsiteY0" fmla="*/ 864666 h 864666"/>
                <a:gd name="connsiteX1" fmla="*/ 61453 w 641159"/>
                <a:gd name="connsiteY1" fmla="*/ 510643 h 864666"/>
                <a:gd name="connsiteX2" fmla="*/ 34539 w 641159"/>
                <a:gd name="connsiteY2" fmla="*/ 60790 h 864666"/>
                <a:gd name="connsiteX3" fmla="*/ 146998 w 641159"/>
                <a:gd name="connsiteY3" fmla="*/ 185078 h 864666"/>
                <a:gd name="connsiteX4" fmla="*/ 210425 w 641159"/>
                <a:gd name="connsiteY4" fmla="*/ 5370 h 864666"/>
                <a:gd name="connsiteX5" fmla="*/ 297243 w 641159"/>
                <a:gd name="connsiteY5" fmla="*/ 144257 h 864666"/>
                <a:gd name="connsiteX6" fmla="*/ 353135 w 641159"/>
                <a:gd name="connsiteY6" fmla="*/ 84 h 864666"/>
                <a:gd name="connsiteX7" fmla="*/ 453088 w 641159"/>
                <a:gd name="connsiteY7" fmla="*/ 121494 h 864666"/>
                <a:gd name="connsiteX8" fmla="*/ 532843 w 641159"/>
                <a:gd name="connsiteY8" fmla="*/ 37083 h 864666"/>
                <a:gd name="connsiteX9" fmla="*/ 641119 w 641159"/>
                <a:gd name="connsiteY9" fmla="*/ 578679 h 864666"/>
                <a:gd name="connsiteX10" fmla="*/ 624790 w 641159"/>
                <a:gd name="connsiteY10" fmla="*/ 864193 h 864666"/>
                <a:gd name="connsiteX11" fmla="*/ 231567 w 641159"/>
                <a:gd name="connsiteY11" fmla="*/ 864666 h 864666"/>
                <a:gd name="connsiteX0" fmla="*/ 231567 w 641159"/>
                <a:gd name="connsiteY0" fmla="*/ 864666 h 864666"/>
                <a:gd name="connsiteX1" fmla="*/ 61453 w 641159"/>
                <a:gd name="connsiteY1" fmla="*/ 510643 h 864666"/>
                <a:gd name="connsiteX2" fmla="*/ 34539 w 641159"/>
                <a:gd name="connsiteY2" fmla="*/ 60790 h 864666"/>
                <a:gd name="connsiteX3" fmla="*/ 144276 w 641159"/>
                <a:gd name="connsiteY3" fmla="*/ 138814 h 864666"/>
                <a:gd name="connsiteX4" fmla="*/ 210425 w 641159"/>
                <a:gd name="connsiteY4" fmla="*/ 5370 h 864666"/>
                <a:gd name="connsiteX5" fmla="*/ 297243 w 641159"/>
                <a:gd name="connsiteY5" fmla="*/ 144257 h 864666"/>
                <a:gd name="connsiteX6" fmla="*/ 353135 w 641159"/>
                <a:gd name="connsiteY6" fmla="*/ 84 h 864666"/>
                <a:gd name="connsiteX7" fmla="*/ 453088 w 641159"/>
                <a:gd name="connsiteY7" fmla="*/ 121494 h 864666"/>
                <a:gd name="connsiteX8" fmla="*/ 532843 w 641159"/>
                <a:gd name="connsiteY8" fmla="*/ 37083 h 864666"/>
                <a:gd name="connsiteX9" fmla="*/ 641119 w 641159"/>
                <a:gd name="connsiteY9" fmla="*/ 578679 h 864666"/>
                <a:gd name="connsiteX10" fmla="*/ 624790 w 641159"/>
                <a:gd name="connsiteY10" fmla="*/ 864193 h 864666"/>
                <a:gd name="connsiteX11" fmla="*/ 231567 w 641159"/>
                <a:gd name="connsiteY11" fmla="*/ 864666 h 864666"/>
                <a:gd name="connsiteX0" fmla="*/ 231567 w 641159"/>
                <a:gd name="connsiteY0" fmla="*/ 864666 h 864666"/>
                <a:gd name="connsiteX1" fmla="*/ 61453 w 641159"/>
                <a:gd name="connsiteY1" fmla="*/ 510643 h 864666"/>
                <a:gd name="connsiteX2" fmla="*/ 34539 w 641159"/>
                <a:gd name="connsiteY2" fmla="*/ 60790 h 864666"/>
                <a:gd name="connsiteX3" fmla="*/ 155162 w 641159"/>
                <a:gd name="connsiteY3" fmla="*/ 130650 h 864666"/>
                <a:gd name="connsiteX4" fmla="*/ 210425 w 641159"/>
                <a:gd name="connsiteY4" fmla="*/ 5370 h 864666"/>
                <a:gd name="connsiteX5" fmla="*/ 297243 w 641159"/>
                <a:gd name="connsiteY5" fmla="*/ 144257 h 864666"/>
                <a:gd name="connsiteX6" fmla="*/ 353135 w 641159"/>
                <a:gd name="connsiteY6" fmla="*/ 84 h 864666"/>
                <a:gd name="connsiteX7" fmla="*/ 453088 w 641159"/>
                <a:gd name="connsiteY7" fmla="*/ 121494 h 864666"/>
                <a:gd name="connsiteX8" fmla="*/ 532843 w 641159"/>
                <a:gd name="connsiteY8" fmla="*/ 37083 h 864666"/>
                <a:gd name="connsiteX9" fmla="*/ 641119 w 641159"/>
                <a:gd name="connsiteY9" fmla="*/ 578679 h 864666"/>
                <a:gd name="connsiteX10" fmla="*/ 624790 w 641159"/>
                <a:gd name="connsiteY10" fmla="*/ 864193 h 864666"/>
                <a:gd name="connsiteX11" fmla="*/ 231567 w 641159"/>
                <a:gd name="connsiteY11" fmla="*/ 864666 h 864666"/>
                <a:gd name="connsiteX0" fmla="*/ 231567 w 641159"/>
                <a:gd name="connsiteY0" fmla="*/ 864666 h 864666"/>
                <a:gd name="connsiteX1" fmla="*/ 61453 w 641159"/>
                <a:gd name="connsiteY1" fmla="*/ 510643 h 864666"/>
                <a:gd name="connsiteX2" fmla="*/ 34539 w 641159"/>
                <a:gd name="connsiteY2" fmla="*/ 60790 h 864666"/>
                <a:gd name="connsiteX3" fmla="*/ 155162 w 641159"/>
                <a:gd name="connsiteY3" fmla="*/ 130650 h 864666"/>
                <a:gd name="connsiteX4" fmla="*/ 210425 w 641159"/>
                <a:gd name="connsiteY4" fmla="*/ 5370 h 864666"/>
                <a:gd name="connsiteX5" fmla="*/ 297243 w 641159"/>
                <a:gd name="connsiteY5" fmla="*/ 144257 h 864666"/>
                <a:gd name="connsiteX6" fmla="*/ 353135 w 641159"/>
                <a:gd name="connsiteY6" fmla="*/ 84 h 864666"/>
                <a:gd name="connsiteX7" fmla="*/ 453088 w 641159"/>
                <a:gd name="connsiteY7" fmla="*/ 121494 h 864666"/>
                <a:gd name="connsiteX8" fmla="*/ 532843 w 641159"/>
                <a:gd name="connsiteY8" fmla="*/ 37083 h 864666"/>
                <a:gd name="connsiteX9" fmla="*/ 641119 w 641159"/>
                <a:gd name="connsiteY9" fmla="*/ 578679 h 864666"/>
                <a:gd name="connsiteX10" fmla="*/ 624790 w 641159"/>
                <a:gd name="connsiteY10" fmla="*/ 864193 h 864666"/>
                <a:gd name="connsiteX11" fmla="*/ 231567 w 641159"/>
                <a:gd name="connsiteY11" fmla="*/ 864666 h 864666"/>
                <a:gd name="connsiteX0" fmla="*/ 231567 w 641159"/>
                <a:gd name="connsiteY0" fmla="*/ 864666 h 864666"/>
                <a:gd name="connsiteX1" fmla="*/ 61453 w 641159"/>
                <a:gd name="connsiteY1" fmla="*/ 510643 h 864666"/>
                <a:gd name="connsiteX2" fmla="*/ 34539 w 641159"/>
                <a:gd name="connsiteY2" fmla="*/ 60790 h 864666"/>
                <a:gd name="connsiteX3" fmla="*/ 155162 w 641159"/>
                <a:gd name="connsiteY3" fmla="*/ 130650 h 864666"/>
                <a:gd name="connsiteX4" fmla="*/ 210425 w 641159"/>
                <a:gd name="connsiteY4" fmla="*/ 5370 h 864666"/>
                <a:gd name="connsiteX5" fmla="*/ 297243 w 641159"/>
                <a:gd name="connsiteY5" fmla="*/ 117043 h 864666"/>
                <a:gd name="connsiteX6" fmla="*/ 353135 w 641159"/>
                <a:gd name="connsiteY6" fmla="*/ 84 h 864666"/>
                <a:gd name="connsiteX7" fmla="*/ 453088 w 641159"/>
                <a:gd name="connsiteY7" fmla="*/ 121494 h 864666"/>
                <a:gd name="connsiteX8" fmla="*/ 532843 w 641159"/>
                <a:gd name="connsiteY8" fmla="*/ 37083 h 864666"/>
                <a:gd name="connsiteX9" fmla="*/ 641119 w 641159"/>
                <a:gd name="connsiteY9" fmla="*/ 578679 h 864666"/>
                <a:gd name="connsiteX10" fmla="*/ 624790 w 641159"/>
                <a:gd name="connsiteY10" fmla="*/ 864193 h 864666"/>
                <a:gd name="connsiteX11" fmla="*/ 231567 w 641159"/>
                <a:gd name="connsiteY11" fmla="*/ 864666 h 864666"/>
                <a:gd name="connsiteX0" fmla="*/ 231567 w 641159"/>
                <a:gd name="connsiteY0" fmla="*/ 864666 h 864666"/>
                <a:gd name="connsiteX1" fmla="*/ 61453 w 641159"/>
                <a:gd name="connsiteY1" fmla="*/ 510643 h 864666"/>
                <a:gd name="connsiteX2" fmla="*/ 34539 w 641159"/>
                <a:gd name="connsiteY2" fmla="*/ 60790 h 864666"/>
                <a:gd name="connsiteX3" fmla="*/ 155162 w 641159"/>
                <a:gd name="connsiteY3" fmla="*/ 130650 h 864666"/>
                <a:gd name="connsiteX4" fmla="*/ 210425 w 641159"/>
                <a:gd name="connsiteY4" fmla="*/ 5370 h 864666"/>
                <a:gd name="connsiteX5" fmla="*/ 276446 w 641159"/>
                <a:gd name="connsiteY5" fmla="*/ 64329 h 864666"/>
                <a:gd name="connsiteX6" fmla="*/ 297243 w 641159"/>
                <a:gd name="connsiteY6" fmla="*/ 117043 h 864666"/>
                <a:gd name="connsiteX7" fmla="*/ 353135 w 641159"/>
                <a:gd name="connsiteY7" fmla="*/ 84 h 864666"/>
                <a:gd name="connsiteX8" fmla="*/ 453088 w 641159"/>
                <a:gd name="connsiteY8" fmla="*/ 121494 h 864666"/>
                <a:gd name="connsiteX9" fmla="*/ 532843 w 641159"/>
                <a:gd name="connsiteY9" fmla="*/ 37083 h 864666"/>
                <a:gd name="connsiteX10" fmla="*/ 641119 w 641159"/>
                <a:gd name="connsiteY10" fmla="*/ 578679 h 864666"/>
                <a:gd name="connsiteX11" fmla="*/ 624790 w 641159"/>
                <a:gd name="connsiteY11" fmla="*/ 864193 h 864666"/>
                <a:gd name="connsiteX12" fmla="*/ 231567 w 641159"/>
                <a:gd name="connsiteY12" fmla="*/ 864666 h 864666"/>
                <a:gd name="connsiteX0" fmla="*/ 231567 w 641159"/>
                <a:gd name="connsiteY0" fmla="*/ 864666 h 864666"/>
                <a:gd name="connsiteX1" fmla="*/ 61453 w 641159"/>
                <a:gd name="connsiteY1" fmla="*/ 510643 h 864666"/>
                <a:gd name="connsiteX2" fmla="*/ 34539 w 641159"/>
                <a:gd name="connsiteY2" fmla="*/ 60790 h 864666"/>
                <a:gd name="connsiteX3" fmla="*/ 155162 w 641159"/>
                <a:gd name="connsiteY3" fmla="*/ 130650 h 864666"/>
                <a:gd name="connsiteX4" fmla="*/ 210425 w 641159"/>
                <a:gd name="connsiteY4" fmla="*/ 5370 h 864666"/>
                <a:gd name="connsiteX5" fmla="*/ 276446 w 641159"/>
                <a:gd name="connsiteY5" fmla="*/ 64329 h 864666"/>
                <a:gd name="connsiteX6" fmla="*/ 297243 w 641159"/>
                <a:gd name="connsiteY6" fmla="*/ 117043 h 864666"/>
                <a:gd name="connsiteX7" fmla="*/ 353135 w 641159"/>
                <a:gd name="connsiteY7" fmla="*/ 84 h 864666"/>
                <a:gd name="connsiteX8" fmla="*/ 453088 w 641159"/>
                <a:gd name="connsiteY8" fmla="*/ 121494 h 864666"/>
                <a:gd name="connsiteX9" fmla="*/ 532843 w 641159"/>
                <a:gd name="connsiteY9" fmla="*/ 37083 h 864666"/>
                <a:gd name="connsiteX10" fmla="*/ 641119 w 641159"/>
                <a:gd name="connsiteY10" fmla="*/ 578679 h 864666"/>
                <a:gd name="connsiteX11" fmla="*/ 624790 w 641159"/>
                <a:gd name="connsiteY11" fmla="*/ 864193 h 864666"/>
                <a:gd name="connsiteX12" fmla="*/ 231567 w 641159"/>
                <a:gd name="connsiteY12" fmla="*/ 864666 h 864666"/>
                <a:gd name="connsiteX0" fmla="*/ 231567 w 641159"/>
                <a:gd name="connsiteY0" fmla="*/ 864666 h 864666"/>
                <a:gd name="connsiteX1" fmla="*/ 61453 w 641159"/>
                <a:gd name="connsiteY1" fmla="*/ 510643 h 864666"/>
                <a:gd name="connsiteX2" fmla="*/ 34539 w 641159"/>
                <a:gd name="connsiteY2" fmla="*/ 60790 h 864666"/>
                <a:gd name="connsiteX3" fmla="*/ 155162 w 641159"/>
                <a:gd name="connsiteY3" fmla="*/ 130650 h 864666"/>
                <a:gd name="connsiteX4" fmla="*/ 210425 w 641159"/>
                <a:gd name="connsiteY4" fmla="*/ 5370 h 864666"/>
                <a:gd name="connsiteX5" fmla="*/ 276446 w 641159"/>
                <a:gd name="connsiteY5" fmla="*/ 64329 h 864666"/>
                <a:gd name="connsiteX6" fmla="*/ 297243 w 641159"/>
                <a:gd name="connsiteY6" fmla="*/ 117043 h 864666"/>
                <a:gd name="connsiteX7" fmla="*/ 353135 w 641159"/>
                <a:gd name="connsiteY7" fmla="*/ 84 h 864666"/>
                <a:gd name="connsiteX8" fmla="*/ 453088 w 641159"/>
                <a:gd name="connsiteY8" fmla="*/ 121494 h 864666"/>
                <a:gd name="connsiteX9" fmla="*/ 532843 w 641159"/>
                <a:gd name="connsiteY9" fmla="*/ 37083 h 864666"/>
                <a:gd name="connsiteX10" fmla="*/ 641119 w 641159"/>
                <a:gd name="connsiteY10" fmla="*/ 578679 h 864666"/>
                <a:gd name="connsiteX11" fmla="*/ 624790 w 641159"/>
                <a:gd name="connsiteY11" fmla="*/ 864193 h 864666"/>
                <a:gd name="connsiteX12" fmla="*/ 231567 w 641159"/>
                <a:gd name="connsiteY12" fmla="*/ 864666 h 864666"/>
                <a:gd name="connsiteX0" fmla="*/ 231567 w 641159"/>
                <a:gd name="connsiteY0" fmla="*/ 864666 h 864666"/>
                <a:gd name="connsiteX1" fmla="*/ 61453 w 641159"/>
                <a:gd name="connsiteY1" fmla="*/ 510643 h 864666"/>
                <a:gd name="connsiteX2" fmla="*/ 34539 w 641159"/>
                <a:gd name="connsiteY2" fmla="*/ 60790 h 864666"/>
                <a:gd name="connsiteX3" fmla="*/ 155162 w 641159"/>
                <a:gd name="connsiteY3" fmla="*/ 130650 h 864666"/>
                <a:gd name="connsiteX4" fmla="*/ 210425 w 641159"/>
                <a:gd name="connsiteY4" fmla="*/ 5370 h 864666"/>
                <a:gd name="connsiteX5" fmla="*/ 297243 w 641159"/>
                <a:gd name="connsiteY5" fmla="*/ 117043 h 864666"/>
                <a:gd name="connsiteX6" fmla="*/ 353135 w 641159"/>
                <a:gd name="connsiteY6" fmla="*/ 84 h 864666"/>
                <a:gd name="connsiteX7" fmla="*/ 453088 w 641159"/>
                <a:gd name="connsiteY7" fmla="*/ 121494 h 864666"/>
                <a:gd name="connsiteX8" fmla="*/ 532843 w 641159"/>
                <a:gd name="connsiteY8" fmla="*/ 37083 h 864666"/>
                <a:gd name="connsiteX9" fmla="*/ 641119 w 641159"/>
                <a:gd name="connsiteY9" fmla="*/ 578679 h 864666"/>
                <a:gd name="connsiteX10" fmla="*/ 624790 w 641159"/>
                <a:gd name="connsiteY10" fmla="*/ 864193 h 864666"/>
                <a:gd name="connsiteX11" fmla="*/ 231567 w 641159"/>
                <a:gd name="connsiteY11" fmla="*/ 864666 h 864666"/>
                <a:gd name="connsiteX0" fmla="*/ 231567 w 641159"/>
                <a:gd name="connsiteY0" fmla="*/ 864666 h 864666"/>
                <a:gd name="connsiteX1" fmla="*/ 61453 w 641159"/>
                <a:gd name="connsiteY1" fmla="*/ 510643 h 864666"/>
                <a:gd name="connsiteX2" fmla="*/ 34539 w 641159"/>
                <a:gd name="connsiteY2" fmla="*/ 60790 h 864666"/>
                <a:gd name="connsiteX3" fmla="*/ 155162 w 641159"/>
                <a:gd name="connsiteY3" fmla="*/ 130650 h 864666"/>
                <a:gd name="connsiteX4" fmla="*/ 210425 w 641159"/>
                <a:gd name="connsiteY4" fmla="*/ 5370 h 864666"/>
                <a:gd name="connsiteX5" fmla="*/ 297243 w 641159"/>
                <a:gd name="connsiteY5" fmla="*/ 117043 h 864666"/>
                <a:gd name="connsiteX6" fmla="*/ 353135 w 641159"/>
                <a:gd name="connsiteY6" fmla="*/ 84 h 864666"/>
                <a:gd name="connsiteX7" fmla="*/ 453088 w 641159"/>
                <a:gd name="connsiteY7" fmla="*/ 121494 h 864666"/>
                <a:gd name="connsiteX8" fmla="*/ 532843 w 641159"/>
                <a:gd name="connsiteY8" fmla="*/ 37083 h 864666"/>
                <a:gd name="connsiteX9" fmla="*/ 641119 w 641159"/>
                <a:gd name="connsiteY9" fmla="*/ 578679 h 864666"/>
                <a:gd name="connsiteX10" fmla="*/ 624790 w 641159"/>
                <a:gd name="connsiteY10" fmla="*/ 864193 h 864666"/>
                <a:gd name="connsiteX11" fmla="*/ 231567 w 641159"/>
                <a:gd name="connsiteY11" fmla="*/ 864666 h 864666"/>
                <a:gd name="connsiteX0" fmla="*/ 231567 w 641159"/>
                <a:gd name="connsiteY0" fmla="*/ 864666 h 864666"/>
                <a:gd name="connsiteX1" fmla="*/ 99553 w 641159"/>
                <a:gd name="connsiteY1" fmla="*/ 807279 h 864666"/>
                <a:gd name="connsiteX2" fmla="*/ 61453 w 641159"/>
                <a:gd name="connsiteY2" fmla="*/ 510643 h 864666"/>
                <a:gd name="connsiteX3" fmla="*/ 34539 w 641159"/>
                <a:gd name="connsiteY3" fmla="*/ 60790 h 864666"/>
                <a:gd name="connsiteX4" fmla="*/ 155162 w 641159"/>
                <a:gd name="connsiteY4" fmla="*/ 130650 h 864666"/>
                <a:gd name="connsiteX5" fmla="*/ 210425 w 641159"/>
                <a:gd name="connsiteY5" fmla="*/ 5370 h 864666"/>
                <a:gd name="connsiteX6" fmla="*/ 297243 w 641159"/>
                <a:gd name="connsiteY6" fmla="*/ 117043 h 864666"/>
                <a:gd name="connsiteX7" fmla="*/ 353135 w 641159"/>
                <a:gd name="connsiteY7" fmla="*/ 84 h 864666"/>
                <a:gd name="connsiteX8" fmla="*/ 453088 w 641159"/>
                <a:gd name="connsiteY8" fmla="*/ 121494 h 864666"/>
                <a:gd name="connsiteX9" fmla="*/ 532843 w 641159"/>
                <a:gd name="connsiteY9" fmla="*/ 37083 h 864666"/>
                <a:gd name="connsiteX10" fmla="*/ 641119 w 641159"/>
                <a:gd name="connsiteY10" fmla="*/ 578679 h 864666"/>
                <a:gd name="connsiteX11" fmla="*/ 624790 w 641159"/>
                <a:gd name="connsiteY11" fmla="*/ 864193 h 864666"/>
                <a:gd name="connsiteX12" fmla="*/ 231567 w 641159"/>
                <a:gd name="connsiteY12" fmla="*/ 864666 h 864666"/>
                <a:gd name="connsiteX0" fmla="*/ 231567 w 641159"/>
                <a:gd name="connsiteY0" fmla="*/ 864666 h 864666"/>
                <a:gd name="connsiteX1" fmla="*/ 99553 w 641159"/>
                <a:gd name="connsiteY1" fmla="*/ 807279 h 864666"/>
                <a:gd name="connsiteX2" fmla="*/ 61453 w 641159"/>
                <a:gd name="connsiteY2" fmla="*/ 510643 h 864666"/>
                <a:gd name="connsiteX3" fmla="*/ 34539 w 641159"/>
                <a:gd name="connsiteY3" fmla="*/ 60790 h 864666"/>
                <a:gd name="connsiteX4" fmla="*/ 155162 w 641159"/>
                <a:gd name="connsiteY4" fmla="*/ 130650 h 864666"/>
                <a:gd name="connsiteX5" fmla="*/ 210425 w 641159"/>
                <a:gd name="connsiteY5" fmla="*/ 5370 h 864666"/>
                <a:gd name="connsiteX6" fmla="*/ 297243 w 641159"/>
                <a:gd name="connsiteY6" fmla="*/ 117043 h 864666"/>
                <a:gd name="connsiteX7" fmla="*/ 353135 w 641159"/>
                <a:gd name="connsiteY7" fmla="*/ 84 h 864666"/>
                <a:gd name="connsiteX8" fmla="*/ 453088 w 641159"/>
                <a:gd name="connsiteY8" fmla="*/ 121494 h 864666"/>
                <a:gd name="connsiteX9" fmla="*/ 532843 w 641159"/>
                <a:gd name="connsiteY9" fmla="*/ 37083 h 864666"/>
                <a:gd name="connsiteX10" fmla="*/ 641119 w 641159"/>
                <a:gd name="connsiteY10" fmla="*/ 578679 h 864666"/>
                <a:gd name="connsiteX11" fmla="*/ 624790 w 641159"/>
                <a:gd name="connsiteY11" fmla="*/ 864193 h 864666"/>
                <a:gd name="connsiteX12" fmla="*/ 231567 w 641159"/>
                <a:gd name="connsiteY12" fmla="*/ 864666 h 864666"/>
                <a:gd name="connsiteX0" fmla="*/ 231567 w 641159"/>
                <a:gd name="connsiteY0" fmla="*/ 864666 h 864666"/>
                <a:gd name="connsiteX1" fmla="*/ 197525 w 641159"/>
                <a:gd name="connsiteY1" fmla="*/ 793672 h 864666"/>
                <a:gd name="connsiteX2" fmla="*/ 99553 w 641159"/>
                <a:gd name="connsiteY2" fmla="*/ 807279 h 864666"/>
                <a:gd name="connsiteX3" fmla="*/ 61453 w 641159"/>
                <a:gd name="connsiteY3" fmla="*/ 510643 h 864666"/>
                <a:gd name="connsiteX4" fmla="*/ 34539 w 641159"/>
                <a:gd name="connsiteY4" fmla="*/ 60790 h 864666"/>
                <a:gd name="connsiteX5" fmla="*/ 155162 w 641159"/>
                <a:gd name="connsiteY5" fmla="*/ 130650 h 864666"/>
                <a:gd name="connsiteX6" fmla="*/ 210425 w 641159"/>
                <a:gd name="connsiteY6" fmla="*/ 5370 h 864666"/>
                <a:gd name="connsiteX7" fmla="*/ 297243 w 641159"/>
                <a:gd name="connsiteY7" fmla="*/ 117043 h 864666"/>
                <a:gd name="connsiteX8" fmla="*/ 353135 w 641159"/>
                <a:gd name="connsiteY8" fmla="*/ 84 h 864666"/>
                <a:gd name="connsiteX9" fmla="*/ 453088 w 641159"/>
                <a:gd name="connsiteY9" fmla="*/ 121494 h 864666"/>
                <a:gd name="connsiteX10" fmla="*/ 532843 w 641159"/>
                <a:gd name="connsiteY10" fmla="*/ 37083 h 864666"/>
                <a:gd name="connsiteX11" fmla="*/ 641119 w 641159"/>
                <a:gd name="connsiteY11" fmla="*/ 578679 h 864666"/>
                <a:gd name="connsiteX12" fmla="*/ 624790 w 641159"/>
                <a:gd name="connsiteY12" fmla="*/ 864193 h 864666"/>
                <a:gd name="connsiteX13" fmla="*/ 231567 w 641159"/>
                <a:gd name="connsiteY13" fmla="*/ 864666 h 864666"/>
                <a:gd name="connsiteX0" fmla="*/ 231567 w 641159"/>
                <a:gd name="connsiteY0" fmla="*/ 864666 h 864666"/>
                <a:gd name="connsiteX1" fmla="*/ 202968 w 641159"/>
                <a:gd name="connsiteY1" fmla="*/ 801837 h 864666"/>
                <a:gd name="connsiteX2" fmla="*/ 99553 w 641159"/>
                <a:gd name="connsiteY2" fmla="*/ 807279 h 864666"/>
                <a:gd name="connsiteX3" fmla="*/ 61453 w 641159"/>
                <a:gd name="connsiteY3" fmla="*/ 510643 h 864666"/>
                <a:gd name="connsiteX4" fmla="*/ 34539 w 641159"/>
                <a:gd name="connsiteY4" fmla="*/ 60790 h 864666"/>
                <a:gd name="connsiteX5" fmla="*/ 155162 w 641159"/>
                <a:gd name="connsiteY5" fmla="*/ 130650 h 864666"/>
                <a:gd name="connsiteX6" fmla="*/ 210425 w 641159"/>
                <a:gd name="connsiteY6" fmla="*/ 5370 h 864666"/>
                <a:gd name="connsiteX7" fmla="*/ 297243 w 641159"/>
                <a:gd name="connsiteY7" fmla="*/ 117043 h 864666"/>
                <a:gd name="connsiteX8" fmla="*/ 353135 w 641159"/>
                <a:gd name="connsiteY8" fmla="*/ 84 h 864666"/>
                <a:gd name="connsiteX9" fmla="*/ 453088 w 641159"/>
                <a:gd name="connsiteY9" fmla="*/ 121494 h 864666"/>
                <a:gd name="connsiteX10" fmla="*/ 532843 w 641159"/>
                <a:gd name="connsiteY10" fmla="*/ 37083 h 864666"/>
                <a:gd name="connsiteX11" fmla="*/ 641119 w 641159"/>
                <a:gd name="connsiteY11" fmla="*/ 578679 h 864666"/>
                <a:gd name="connsiteX12" fmla="*/ 624790 w 641159"/>
                <a:gd name="connsiteY12" fmla="*/ 864193 h 864666"/>
                <a:gd name="connsiteX13" fmla="*/ 231567 w 641159"/>
                <a:gd name="connsiteY13" fmla="*/ 864666 h 864666"/>
                <a:gd name="connsiteX0" fmla="*/ 231567 w 641159"/>
                <a:gd name="connsiteY0" fmla="*/ 864666 h 864666"/>
                <a:gd name="connsiteX1" fmla="*/ 202968 w 641159"/>
                <a:gd name="connsiteY1" fmla="*/ 801837 h 864666"/>
                <a:gd name="connsiteX2" fmla="*/ 99553 w 641159"/>
                <a:gd name="connsiteY2" fmla="*/ 807279 h 864666"/>
                <a:gd name="connsiteX3" fmla="*/ 61453 w 641159"/>
                <a:gd name="connsiteY3" fmla="*/ 510643 h 864666"/>
                <a:gd name="connsiteX4" fmla="*/ 34539 w 641159"/>
                <a:gd name="connsiteY4" fmla="*/ 60790 h 864666"/>
                <a:gd name="connsiteX5" fmla="*/ 155162 w 641159"/>
                <a:gd name="connsiteY5" fmla="*/ 130650 h 864666"/>
                <a:gd name="connsiteX6" fmla="*/ 210425 w 641159"/>
                <a:gd name="connsiteY6" fmla="*/ 5370 h 864666"/>
                <a:gd name="connsiteX7" fmla="*/ 297243 w 641159"/>
                <a:gd name="connsiteY7" fmla="*/ 117043 h 864666"/>
                <a:gd name="connsiteX8" fmla="*/ 353135 w 641159"/>
                <a:gd name="connsiteY8" fmla="*/ 84 h 864666"/>
                <a:gd name="connsiteX9" fmla="*/ 453088 w 641159"/>
                <a:gd name="connsiteY9" fmla="*/ 121494 h 864666"/>
                <a:gd name="connsiteX10" fmla="*/ 532843 w 641159"/>
                <a:gd name="connsiteY10" fmla="*/ 37083 h 864666"/>
                <a:gd name="connsiteX11" fmla="*/ 641119 w 641159"/>
                <a:gd name="connsiteY11" fmla="*/ 578679 h 864666"/>
                <a:gd name="connsiteX12" fmla="*/ 624790 w 641159"/>
                <a:gd name="connsiteY12" fmla="*/ 864193 h 864666"/>
                <a:gd name="connsiteX13" fmla="*/ 231567 w 641159"/>
                <a:gd name="connsiteY13" fmla="*/ 864666 h 864666"/>
                <a:gd name="connsiteX0" fmla="*/ 231567 w 641159"/>
                <a:gd name="connsiteY0" fmla="*/ 864666 h 864666"/>
                <a:gd name="connsiteX1" fmla="*/ 202968 w 641159"/>
                <a:gd name="connsiteY1" fmla="*/ 801837 h 864666"/>
                <a:gd name="connsiteX2" fmla="*/ 99553 w 641159"/>
                <a:gd name="connsiteY2" fmla="*/ 807279 h 864666"/>
                <a:gd name="connsiteX3" fmla="*/ 61453 w 641159"/>
                <a:gd name="connsiteY3" fmla="*/ 510643 h 864666"/>
                <a:gd name="connsiteX4" fmla="*/ 34539 w 641159"/>
                <a:gd name="connsiteY4" fmla="*/ 60790 h 864666"/>
                <a:gd name="connsiteX5" fmla="*/ 155162 w 641159"/>
                <a:gd name="connsiteY5" fmla="*/ 130650 h 864666"/>
                <a:gd name="connsiteX6" fmla="*/ 210425 w 641159"/>
                <a:gd name="connsiteY6" fmla="*/ 5370 h 864666"/>
                <a:gd name="connsiteX7" fmla="*/ 297243 w 641159"/>
                <a:gd name="connsiteY7" fmla="*/ 117043 h 864666"/>
                <a:gd name="connsiteX8" fmla="*/ 353135 w 641159"/>
                <a:gd name="connsiteY8" fmla="*/ 84 h 864666"/>
                <a:gd name="connsiteX9" fmla="*/ 453088 w 641159"/>
                <a:gd name="connsiteY9" fmla="*/ 121494 h 864666"/>
                <a:gd name="connsiteX10" fmla="*/ 532843 w 641159"/>
                <a:gd name="connsiteY10" fmla="*/ 37083 h 864666"/>
                <a:gd name="connsiteX11" fmla="*/ 641119 w 641159"/>
                <a:gd name="connsiteY11" fmla="*/ 578679 h 864666"/>
                <a:gd name="connsiteX12" fmla="*/ 624790 w 641159"/>
                <a:gd name="connsiteY12" fmla="*/ 864193 h 864666"/>
                <a:gd name="connsiteX13" fmla="*/ 231567 w 641159"/>
                <a:gd name="connsiteY13" fmla="*/ 864666 h 864666"/>
                <a:gd name="connsiteX0" fmla="*/ 231567 w 641159"/>
                <a:gd name="connsiteY0" fmla="*/ 864666 h 864666"/>
                <a:gd name="connsiteX1" fmla="*/ 202968 w 641159"/>
                <a:gd name="connsiteY1" fmla="*/ 801837 h 864666"/>
                <a:gd name="connsiteX2" fmla="*/ 99553 w 641159"/>
                <a:gd name="connsiteY2" fmla="*/ 807279 h 864666"/>
                <a:gd name="connsiteX3" fmla="*/ 61453 w 641159"/>
                <a:gd name="connsiteY3" fmla="*/ 510643 h 864666"/>
                <a:gd name="connsiteX4" fmla="*/ 34539 w 641159"/>
                <a:gd name="connsiteY4" fmla="*/ 60790 h 864666"/>
                <a:gd name="connsiteX5" fmla="*/ 155162 w 641159"/>
                <a:gd name="connsiteY5" fmla="*/ 130650 h 864666"/>
                <a:gd name="connsiteX6" fmla="*/ 210425 w 641159"/>
                <a:gd name="connsiteY6" fmla="*/ 5370 h 864666"/>
                <a:gd name="connsiteX7" fmla="*/ 297243 w 641159"/>
                <a:gd name="connsiteY7" fmla="*/ 117043 h 864666"/>
                <a:gd name="connsiteX8" fmla="*/ 353135 w 641159"/>
                <a:gd name="connsiteY8" fmla="*/ 84 h 864666"/>
                <a:gd name="connsiteX9" fmla="*/ 453088 w 641159"/>
                <a:gd name="connsiteY9" fmla="*/ 121494 h 864666"/>
                <a:gd name="connsiteX10" fmla="*/ 532843 w 641159"/>
                <a:gd name="connsiteY10" fmla="*/ 37083 h 864666"/>
                <a:gd name="connsiteX11" fmla="*/ 641119 w 641159"/>
                <a:gd name="connsiteY11" fmla="*/ 578679 h 864666"/>
                <a:gd name="connsiteX12" fmla="*/ 624790 w 641159"/>
                <a:gd name="connsiteY12" fmla="*/ 864193 h 864666"/>
                <a:gd name="connsiteX13" fmla="*/ 231567 w 641159"/>
                <a:gd name="connsiteY13" fmla="*/ 864666 h 864666"/>
                <a:gd name="connsiteX0" fmla="*/ 231567 w 641159"/>
                <a:gd name="connsiteY0" fmla="*/ 864666 h 864666"/>
                <a:gd name="connsiteX1" fmla="*/ 202968 w 641159"/>
                <a:gd name="connsiteY1" fmla="*/ 801837 h 864666"/>
                <a:gd name="connsiteX2" fmla="*/ 99553 w 641159"/>
                <a:gd name="connsiteY2" fmla="*/ 807279 h 864666"/>
                <a:gd name="connsiteX3" fmla="*/ 61453 w 641159"/>
                <a:gd name="connsiteY3" fmla="*/ 510643 h 864666"/>
                <a:gd name="connsiteX4" fmla="*/ 34539 w 641159"/>
                <a:gd name="connsiteY4" fmla="*/ 60790 h 864666"/>
                <a:gd name="connsiteX5" fmla="*/ 155162 w 641159"/>
                <a:gd name="connsiteY5" fmla="*/ 130650 h 864666"/>
                <a:gd name="connsiteX6" fmla="*/ 210425 w 641159"/>
                <a:gd name="connsiteY6" fmla="*/ 5370 h 864666"/>
                <a:gd name="connsiteX7" fmla="*/ 297243 w 641159"/>
                <a:gd name="connsiteY7" fmla="*/ 117043 h 864666"/>
                <a:gd name="connsiteX8" fmla="*/ 353135 w 641159"/>
                <a:gd name="connsiteY8" fmla="*/ 84 h 864666"/>
                <a:gd name="connsiteX9" fmla="*/ 453088 w 641159"/>
                <a:gd name="connsiteY9" fmla="*/ 121494 h 864666"/>
                <a:gd name="connsiteX10" fmla="*/ 532843 w 641159"/>
                <a:gd name="connsiteY10" fmla="*/ 37083 h 864666"/>
                <a:gd name="connsiteX11" fmla="*/ 641119 w 641159"/>
                <a:gd name="connsiteY11" fmla="*/ 578679 h 864666"/>
                <a:gd name="connsiteX12" fmla="*/ 624790 w 641159"/>
                <a:gd name="connsiteY12" fmla="*/ 864193 h 864666"/>
                <a:gd name="connsiteX13" fmla="*/ 231567 w 641159"/>
                <a:gd name="connsiteY13" fmla="*/ 864666 h 864666"/>
                <a:gd name="connsiteX0" fmla="*/ 257487 w 667079"/>
                <a:gd name="connsiteY0" fmla="*/ 864666 h 864666"/>
                <a:gd name="connsiteX1" fmla="*/ 228888 w 667079"/>
                <a:gd name="connsiteY1" fmla="*/ 801837 h 864666"/>
                <a:gd name="connsiteX2" fmla="*/ 125473 w 667079"/>
                <a:gd name="connsiteY2" fmla="*/ 807279 h 864666"/>
                <a:gd name="connsiteX3" fmla="*/ 288 w 667079"/>
                <a:gd name="connsiteY3" fmla="*/ 595007 h 864666"/>
                <a:gd name="connsiteX4" fmla="*/ 87373 w 667079"/>
                <a:gd name="connsiteY4" fmla="*/ 510643 h 864666"/>
                <a:gd name="connsiteX5" fmla="*/ 60459 w 667079"/>
                <a:gd name="connsiteY5" fmla="*/ 60790 h 864666"/>
                <a:gd name="connsiteX6" fmla="*/ 181082 w 667079"/>
                <a:gd name="connsiteY6" fmla="*/ 130650 h 864666"/>
                <a:gd name="connsiteX7" fmla="*/ 236345 w 667079"/>
                <a:gd name="connsiteY7" fmla="*/ 5370 h 864666"/>
                <a:gd name="connsiteX8" fmla="*/ 323163 w 667079"/>
                <a:gd name="connsiteY8" fmla="*/ 117043 h 864666"/>
                <a:gd name="connsiteX9" fmla="*/ 379055 w 667079"/>
                <a:gd name="connsiteY9" fmla="*/ 84 h 864666"/>
                <a:gd name="connsiteX10" fmla="*/ 479008 w 667079"/>
                <a:gd name="connsiteY10" fmla="*/ 121494 h 864666"/>
                <a:gd name="connsiteX11" fmla="*/ 558763 w 667079"/>
                <a:gd name="connsiteY11" fmla="*/ 37083 h 864666"/>
                <a:gd name="connsiteX12" fmla="*/ 667039 w 667079"/>
                <a:gd name="connsiteY12" fmla="*/ 578679 h 864666"/>
                <a:gd name="connsiteX13" fmla="*/ 650710 w 667079"/>
                <a:gd name="connsiteY13" fmla="*/ 864193 h 864666"/>
                <a:gd name="connsiteX14" fmla="*/ 257487 w 667079"/>
                <a:gd name="connsiteY14" fmla="*/ 864666 h 864666"/>
                <a:gd name="connsiteX0" fmla="*/ 260201 w 669793"/>
                <a:gd name="connsiteY0" fmla="*/ 864666 h 864666"/>
                <a:gd name="connsiteX1" fmla="*/ 231602 w 669793"/>
                <a:gd name="connsiteY1" fmla="*/ 801837 h 864666"/>
                <a:gd name="connsiteX2" fmla="*/ 128187 w 669793"/>
                <a:gd name="connsiteY2" fmla="*/ 807279 h 864666"/>
                <a:gd name="connsiteX3" fmla="*/ 281 w 669793"/>
                <a:gd name="connsiteY3" fmla="*/ 526971 h 864666"/>
                <a:gd name="connsiteX4" fmla="*/ 90087 w 669793"/>
                <a:gd name="connsiteY4" fmla="*/ 510643 h 864666"/>
                <a:gd name="connsiteX5" fmla="*/ 63173 w 669793"/>
                <a:gd name="connsiteY5" fmla="*/ 60790 h 864666"/>
                <a:gd name="connsiteX6" fmla="*/ 183796 w 669793"/>
                <a:gd name="connsiteY6" fmla="*/ 130650 h 864666"/>
                <a:gd name="connsiteX7" fmla="*/ 239059 w 669793"/>
                <a:gd name="connsiteY7" fmla="*/ 5370 h 864666"/>
                <a:gd name="connsiteX8" fmla="*/ 325877 w 669793"/>
                <a:gd name="connsiteY8" fmla="*/ 117043 h 864666"/>
                <a:gd name="connsiteX9" fmla="*/ 381769 w 669793"/>
                <a:gd name="connsiteY9" fmla="*/ 84 h 864666"/>
                <a:gd name="connsiteX10" fmla="*/ 481722 w 669793"/>
                <a:gd name="connsiteY10" fmla="*/ 121494 h 864666"/>
                <a:gd name="connsiteX11" fmla="*/ 561477 w 669793"/>
                <a:gd name="connsiteY11" fmla="*/ 37083 h 864666"/>
                <a:gd name="connsiteX12" fmla="*/ 669753 w 669793"/>
                <a:gd name="connsiteY12" fmla="*/ 578679 h 864666"/>
                <a:gd name="connsiteX13" fmla="*/ 653424 w 669793"/>
                <a:gd name="connsiteY13" fmla="*/ 864193 h 864666"/>
                <a:gd name="connsiteX14" fmla="*/ 260201 w 669793"/>
                <a:gd name="connsiteY14" fmla="*/ 864666 h 864666"/>
                <a:gd name="connsiteX0" fmla="*/ 259920 w 669512"/>
                <a:gd name="connsiteY0" fmla="*/ 864666 h 864666"/>
                <a:gd name="connsiteX1" fmla="*/ 231321 w 669512"/>
                <a:gd name="connsiteY1" fmla="*/ 801837 h 864666"/>
                <a:gd name="connsiteX2" fmla="*/ 127906 w 669512"/>
                <a:gd name="connsiteY2" fmla="*/ 807279 h 864666"/>
                <a:gd name="connsiteX3" fmla="*/ 0 w 669512"/>
                <a:gd name="connsiteY3" fmla="*/ 526971 h 864666"/>
                <a:gd name="connsiteX4" fmla="*/ 89806 w 669512"/>
                <a:gd name="connsiteY4" fmla="*/ 510643 h 864666"/>
                <a:gd name="connsiteX5" fmla="*/ 62892 w 669512"/>
                <a:gd name="connsiteY5" fmla="*/ 60790 h 864666"/>
                <a:gd name="connsiteX6" fmla="*/ 183515 w 669512"/>
                <a:gd name="connsiteY6" fmla="*/ 130650 h 864666"/>
                <a:gd name="connsiteX7" fmla="*/ 238778 w 669512"/>
                <a:gd name="connsiteY7" fmla="*/ 5370 h 864666"/>
                <a:gd name="connsiteX8" fmla="*/ 325596 w 669512"/>
                <a:gd name="connsiteY8" fmla="*/ 117043 h 864666"/>
                <a:gd name="connsiteX9" fmla="*/ 381488 w 669512"/>
                <a:gd name="connsiteY9" fmla="*/ 84 h 864666"/>
                <a:gd name="connsiteX10" fmla="*/ 481441 w 669512"/>
                <a:gd name="connsiteY10" fmla="*/ 121494 h 864666"/>
                <a:gd name="connsiteX11" fmla="*/ 561196 w 669512"/>
                <a:gd name="connsiteY11" fmla="*/ 37083 h 864666"/>
                <a:gd name="connsiteX12" fmla="*/ 669472 w 669512"/>
                <a:gd name="connsiteY12" fmla="*/ 578679 h 864666"/>
                <a:gd name="connsiteX13" fmla="*/ 653143 w 669512"/>
                <a:gd name="connsiteY13" fmla="*/ 864193 h 864666"/>
                <a:gd name="connsiteX14" fmla="*/ 259920 w 669512"/>
                <a:gd name="connsiteY14" fmla="*/ 864666 h 864666"/>
                <a:gd name="connsiteX0" fmla="*/ 259920 w 669512"/>
                <a:gd name="connsiteY0" fmla="*/ 864666 h 864666"/>
                <a:gd name="connsiteX1" fmla="*/ 231321 w 669512"/>
                <a:gd name="connsiteY1" fmla="*/ 801837 h 864666"/>
                <a:gd name="connsiteX2" fmla="*/ 127906 w 669512"/>
                <a:gd name="connsiteY2" fmla="*/ 807279 h 864666"/>
                <a:gd name="connsiteX3" fmla="*/ 0 w 669512"/>
                <a:gd name="connsiteY3" fmla="*/ 526971 h 864666"/>
                <a:gd name="connsiteX4" fmla="*/ 89806 w 669512"/>
                <a:gd name="connsiteY4" fmla="*/ 510643 h 864666"/>
                <a:gd name="connsiteX5" fmla="*/ 62892 w 669512"/>
                <a:gd name="connsiteY5" fmla="*/ 60790 h 864666"/>
                <a:gd name="connsiteX6" fmla="*/ 183515 w 669512"/>
                <a:gd name="connsiteY6" fmla="*/ 130650 h 864666"/>
                <a:gd name="connsiteX7" fmla="*/ 238778 w 669512"/>
                <a:gd name="connsiteY7" fmla="*/ 5370 h 864666"/>
                <a:gd name="connsiteX8" fmla="*/ 325596 w 669512"/>
                <a:gd name="connsiteY8" fmla="*/ 117043 h 864666"/>
                <a:gd name="connsiteX9" fmla="*/ 381488 w 669512"/>
                <a:gd name="connsiteY9" fmla="*/ 84 h 864666"/>
                <a:gd name="connsiteX10" fmla="*/ 481441 w 669512"/>
                <a:gd name="connsiteY10" fmla="*/ 121494 h 864666"/>
                <a:gd name="connsiteX11" fmla="*/ 561196 w 669512"/>
                <a:gd name="connsiteY11" fmla="*/ 37083 h 864666"/>
                <a:gd name="connsiteX12" fmla="*/ 669472 w 669512"/>
                <a:gd name="connsiteY12" fmla="*/ 578679 h 864666"/>
                <a:gd name="connsiteX13" fmla="*/ 653143 w 669512"/>
                <a:gd name="connsiteY13" fmla="*/ 864193 h 864666"/>
                <a:gd name="connsiteX14" fmla="*/ 259920 w 669512"/>
                <a:gd name="connsiteY14" fmla="*/ 864666 h 864666"/>
                <a:gd name="connsiteX0" fmla="*/ 259920 w 669512"/>
                <a:gd name="connsiteY0" fmla="*/ 864666 h 864666"/>
                <a:gd name="connsiteX1" fmla="*/ 231321 w 669512"/>
                <a:gd name="connsiteY1" fmla="*/ 801837 h 864666"/>
                <a:gd name="connsiteX2" fmla="*/ 127906 w 669512"/>
                <a:gd name="connsiteY2" fmla="*/ 807279 h 864666"/>
                <a:gd name="connsiteX3" fmla="*/ 0 w 669512"/>
                <a:gd name="connsiteY3" fmla="*/ 526971 h 864666"/>
                <a:gd name="connsiteX4" fmla="*/ 89806 w 669512"/>
                <a:gd name="connsiteY4" fmla="*/ 510643 h 864666"/>
                <a:gd name="connsiteX5" fmla="*/ 62892 w 669512"/>
                <a:gd name="connsiteY5" fmla="*/ 60790 h 864666"/>
                <a:gd name="connsiteX6" fmla="*/ 183515 w 669512"/>
                <a:gd name="connsiteY6" fmla="*/ 130650 h 864666"/>
                <a:gd name="connsiteX7" fmla="*/ 238778 w 669512"/>
                <a:gd name="connsiteY7" fmla="*/ 5370 h 864666"/>
                <a:gd name="connsiteX8" fmla="*/ 325596 w 669512"/>
                <a:gd name="connsiteY8" fmla="*/ 117043 h 864666"/>
                <a:gd name="connsiteX9" fmla="*/ 381488 w 669512"/>
                <a:gd name="connsiteY9" fmla="*/ 84 h 864666"/>
                <a:gd name="connsiteX10" fmla="*/ 481441 w 669512"/>
                <a:gd name="connsiteY10" fmla="*/ 121494 h 864666"/>
                <a:gd name="connsiteX11" fmla="*/ 561196 w 669512"/>
                <a:gd name="connsiteY11" fmla="*/ 37083 h 864666"/>
                <a:gd name="connsiteX12" fmla="*/ 669472 w 669512"/>
                <a:gd name="connsiteY12" fmla="*/ 578679 h 864666"/>
                <a:gd name="connsiteX13" fmla="*/ 653143 w 669512"/>
                <a:gd name="connsiteY13" fmla="*/ 864193 h 864666"/>
                <a:gd name="connsiteX14" fmla="*/ 259920 w 669512"/>
                <a:gd name="connsiteY14" fmla="*/ 864666 h 86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69512" h="864666">
                  <a:moveTo>
                    <a:pt x="259920" y="864666"/>
                  </a:moveTo>
                  <a:cubicBezTo>
                    <a:pt x="237695" y="826606"/>
                    <a:pt x="245159" y="825008"/>
                    <a:pt x="231321" y="801837"/>
                  </a:cubicBezTo>
                  <a:cubicBezTo>
                    <a:pt x="184826" y="794994"/>
                    <a:pt x="202292" y="803651"/>
                    <a:pt x="127906" y="807279"/>
                  </a:cubicBezTo>
                  <a:cubicBezTo>
                    <a:pt x="107042" y="780972"/>
                    <a:pt x="6350" y="576410"/>
                    <a:pt x="0" y="526971"/>
                  </a:cubicBezTo>
                  <a:cubicBezTo>
                    <a:pt x="58964" y="502024"/>
                    <a:pt x="28977" y="523479"/>
                    <a:pt x="89806" y="510643"/>
                  </a:cubicBezTo>
                  <a:cubicBezTo>
                    <a:pt x="46082" y="333121"/>
                    <a:pt x="-8516" y="81486"/>
                    <a:pt x="62892" y="60790"/>
                  </a:cubicBezTo>
                  <a:cubicBezTo>
                    <a:pt x="138478" y="39627"/>
                    <a:pt x="162358" y="62006"/>
                    <a:pt x="183515" y="130650"/>
                  </a:cubicBezTo>
                  <a:cubicBezTo>
                    <a:pt x="185607" y="62583"/>
                    <a:pt x="163207" y="19009"/>
                    <a:pt x="238778" y="5370"/>
                  </a:cubicBezTo>
                  <a:cubicBezTo>
                    <a:pt x="335937" y="-2341"/>
                    <a:pt x="301811" y="117924"/>
                    <a:pt x="325596" y="117043"/>
                  </a:cubicBezTo>
                  <a:cubicBezTo>
                    <a:pt x="328806" y="55378"/>
                    <a:pt x="299358" y="7320"/>
                    <a:pt x="381488" y="84"/>
                  </a:cubicBezTo>
                  <a:cubicBezTo>
                    <a:pt x="488285" y="-2989"/>
                    <a:pt x="459008" y="78303"/>
                    <a:pt x="481441" y="121494"/>
                  </a:cubicBezTo>
                  <a:cubicBezTo>
                    <a:pt x="497140" y="80657"/>
                    <a:pt x="482904" y="31655"/>
                    <a:pt x="561196" y="37083"/>
                  </a:cubicBezTo>
                  <a:cubicBezTo>
                    <a:pt x="672580" y="39816"/>
                    <a:pt x="669666" y="488862"/>
                    <a:pt x="669472" y="578679"/>
                  </a:cubicBezTo>
                  <a:cubicBezTo>
                    <a:pt x="666751" y="690178"/>
                    <a:pt x="672193" y="766300"/>
                    <a:pt x="653143" y="864193"/>
                  </a:cubicBezTo>
                  <a:cubicBezTo>
                    <a:pt x="514812" y="859815"/>
                    <a:pt x="460845" y="856509"/>
                    <a:pt x="259920" y="864666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0202E8DD-C4A7-4D01-BA91-4F9FC6787D11}"/>
              </a:ext>
            </a:extLst>
          </p:cNvPr>
          <p:cNvGrpSpPr/>
          <p:nvPr/>
        </p:nvGrpSpPr>
        <p:grpSpPr>
          <a:xfrm>
            <a:off x="730402" y="1216499"/>
            <a:ext cx="4135765" cy="1640349"/>
            <a:chOff x="796223" y="3262952"/>
            <a:chExt cx="2067074" cy="1640346"/>
          </a:xfrm>
        </p:grpSpPr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408286C7-A018-4876-921B-27818911B1A8}"/>
                </a:ext>
              </a:extLst>
            </p:cNvPr>
            <p:cNvSpPr txBox="1"/>
            <p:nvPr/>
          </p:nvSpPr>
          <p:spPr>
            <a:xfrm>
              <a:off x="803640" y="3579862"/>
              <a:ext cx="2059657" cy="13234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/>
                <a:t>Data-informed decisions </a:t>
              </a:r>
              <a:r>
                <a:rPr lang="en-US" sz="1600" dirty="0"/>
                <a:t>use data along with human judgment, experience, and context. This creates balanced, accurate, and practical decisions—especially important in HR and project environments.</a:t>
              </a:r>
              <a:endPara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ea typeface="+mj-ea"/>
                <a:cs typeface="Arial" pitchFamily="34" charset="0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5F89422B-0A89-4AA1-BD8F-43F01DF32F79}"/>
                </a:ext>
              </a:extLst>
            </p:cNvPr>
            <p:cNvSpPr txBox="1"/>
            <p:nvPr/>
          </p:nvSpPr>
          <p:spPr>
            <a:xfrm>
              <a:off x="796223" y="3262952"/>
              <a:ext cx="2059657" cy="338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ko-KR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ea typeface="+mj-ea"/>
                <a:cs typeface="Arial" pitchFamily="34" charset="0"/>
              </a:endParaRP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CA069E2D-64EF-4CF7-A88A-0341EEEB7267}"/>
              </a:ext>
            </a:extLst>
          </p:cNvPr>
          <p:cNvGrpSpPr/>
          <p:nvPr/>
        </p:nvGrpSpPr>
        <p:grpSpPr>
          <a:xfrm>
            <a:off x="7334857" y="1942759"/>
            <a:ext cx="3670314" cy="494026"/>
            <a:chOff x="803640" y="3362835"/>
            <a:chExt cx="2059657" cy="494026"/>
          </a:xfrm>
        </p:grpSpPr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CEDDF003-F5D2-43D3-A9E4-8C00BCB08EDE}"/>
                </a:ext>
              </a:extLst>
            </p:cNvPr>
            <p:cNvSpPr txBox="1"/>
            <p:nvPr/>
          </p:nvSpPr>
          <p:spPr>
            <a:xfrm>
              <a:off x="803640" y="3579862"/>
              <a:ext cx="2059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 algn="r">
                <a:buFont typeface="Arial" panose="020B0604020202020204" pitchFamily="34" charset="0"/>
                <a:buChar char="•"/>
              </a:pPr>
              <a:r>
                <a:rPr lang="en-US" sz="1200" b="1" dirty="0"/>
                <a:t>Strengthens Risk Management</a:t>
              </a:r>
              <a:endParaRPr lang="ko-KR" altLang="en-US" sz="1200" b="1" dirty="0">
                <a:solidFill>
                  <a:schemeClr val="bg1"/>
                </a:solidFill>
                <a:ea typeface="+mj-ea"/>
                <a:cs typeface="Arial" pitchFamily="34" charset="0"/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DEB037AA-CF05-44F3-AE85-5D84DA310DF9}"/>
                </a:ext>
              </a:extLst>
            </p:cNvPr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 algn="r">
                <a:buFont typeface="Arial" panose="020B0604020202020204" pitchFamily="34" charset="0"/>
                <a:buChar char="•"/>
              </a:pPr>
              <a:r>
                <a:rPr lang="en-US" sz="1200" b="1" dirty="0"/>
                <a:t>Improves Planning &amp; Forecasting</a:t>
              </a:r>
              <a:endParaRPr lang="ko-KR" altLang="en-US" sz="1200" b="1" dirty="0">
                <a:solidFill>
                  <a:schemeClr val="bg1"/>
                </a:solidFill>
                <a:ea typeface="+mj-ea"/>
                <a:cs typeface="Arial" pitchFamily="34" charset="0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A979D313-9EFF-4E62-BE4A-386CAF48A0DF}"/>
              </a:ext>
            </a:extLst>
          </p:cNvPr>
          <p:cNvGrpSpPr/>
          <p:nvPr/>
        </p:nvGrpSpPr>
        <p:grpSpPr>
          <a:xfrm>
            <a:off x="7334857" y="3045821"/>
            <a:ext cx="3670314" cy="494026"/>
            <a:chOff x="803640" y="3362835"/>
            <a:chExt cx="2059657" cy="494026"/>
          </a:xfrm>
        </p:grpSpPr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072891BC-9504-4012-B1AF-D81983F68CC8}"/>
                </a:ext>
              </a:extLst>
            </p:cNvPr>
            <p:cNvSpPr txBox="1"/>
            <p:nvPr/>
          </p:nvSpPr>
          <p:spPr>
            <a:xfrm>
              <a:off x="803640" y="3579862"/>
              <a:ext cx="202528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 algn="r">
                <a:buFont typeface="Arial" panose="020B0604020202020204" pitchFamily="34" charset="0"/>
                <a:buChar char="•"/>
              </a:pPr>
              <a:r>
                <a:rPr lang="en-US" sz="1200" b="1" dirty="0"/>
                <a:t>Enhances Decision Quality</a:t>
              </a:r>
              <a:r>
                <a:rPr lang="en-US" altLang="ko-KR" sz="1200" b="1" dirty="0">
                  <a:solidFill>
                    <a:schemeClr val="bg1"/>
                  </a:solidFill>
                  <a:ea typeface="+mj-ea"/>
                  <a:cs typeface="Arial" pitchFamily="34" charset="0"/>
                </a:rPr>
                <a:t>.      </a:t>
              </a:r>
              <a:endParaRPr lang="ko-KR" altLang="en-US" sz="1200" b="1" dirty="0">
                <a:solidFill>
                  <a:schemeClr val="bg1"/>
                </a:solidFill>
                <a:ea typeface="+mj-ea"/>
                <a:cs typeface="Arial" pitchFamily="34" charset="0"/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D5BB5C99-4D56-486B-9175-FA93F1392CC1}"/>
                </a:ext>
              </a:extLst>
            </p:cNvPr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 algn="r">
                <a:buFont typeface="Arial" panose="020B0604020202020204" pitchFamily="34" charset="0"/>
                <a:buChar char="•"/>
              </a:pPr>
              <a:r>
                <a:rPr lang="en-US" sz="1200" b="1" dirty="0"/>
                <a:t>Better Resource Allocation</a:t>
              </a:r>
              <a:endParaRPr lang="ko-KR" altLang="en-US" sz="1200" b="1" dirty="0">
                <a:solidFill>
                  <a:schemeClr val="bg1"/>
                </a:solidFill>
                <a:ea typeface="+mj-ea"/>
                <a:cs typeface="Arial" pitchFamily="34" charset="0"/>
              </a:endParaRP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1C718E77-D954-4A09-8F54-CB9796D55F98}"/>
              </a:ext>
            </a:extLst>
          </p:cNvPr>
          <p:cNvGrpSpPr/>
          <p:nvPr/>
        </p:nvGrpSpPr>
        <p:grpSpPr>
          <a:xfrm>
            <a:off x="7334857" y="4148882"/>
            <a:ext cx="3670314" cy="678692"/>
            <a:chOff x="803640" y="3362835"/>
            <a:chExt cx="2059657" cy="678692"/>
          </a:xfrm>
        </p:grpSpPr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FC502F3C-720A-4E39-B146-6CDB1307A3DB}"/>
                </a:ext>
              </a:extLst>
            </p:cNvPr>
            <p:cNvSpPr txBox="1"/>
            <p:nvPr/>
          </p:nvSpPr>
          <p:spPr>
            <a:xfrm>
              <a:off x="803640" y="3579862"/>
              <a:ext cx="20596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 algn="r">
                <a:buFont typeface="Arial" panose="020B0604020202020204" pitchFamily="34" charset="0"/>
                <a:buChar char="•"/>
              </a:pPr>
              <a:r>
                <a:rPr lang="en-US" sz="1200" b="1" dirty="0"/>
                <a:t>Increases Project Success Rate</a:t>
              </a:r>
            </a:p>
            <a:p>
              <a:pPr marL="171450" indent="-171450" algn="r">
                <a:buFont typeface="Arial" panose="020B0604020202020204" pitchFamily="34" charset="0"/>
                <a:buChar char="•"/>
              </a:pPr>
              <a:endParaRPr lang="ko-KR" altLang="en-US" sz="1200" dirty="0">
                <a:solidFill>
                  <a:schemeClr val="bg1"/>
                </a:solidFill>
                <a:ea typeface="+mj-ea"/>
                <a:cs typeface="Arial" pitchFamily="34" charset="0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8C74FED1-B649-4468-8CC1-640A21BC5400}"/>
                </a:ext>
              </a:extLst>
            </p:cNvPr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 algn="r">
                <a:buFont typeface="Arial" panose="020B0604020202020204" pitchFamily="34" charset="0"/>
                <a:buChar char="•"/>
              </a:pPr>
              <a:r>
                <a:rPr lang="en-US" sz="1200" b="1" dirty="0"/>
                <a:t>Supports Stakeholder Communication</a:t>
              </a:r>
              <a:endParaRPr lang="ko-KR" altLang="en-US" sz="1200" b="1" dirty="0">
                <a:solidFill>
                  <a:schemeClr val="bg1"/>
                </a:solidFill>
                <a:ea typeface="+mj-ea"/>
                <a:cs typeface="Arial" pitchFamily="34" charset="0"/>
              </a:endParaRP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BB5ECE31-9454-49D4-89A1-49C488E8EC31}"/>
              </a:ext>
            </a:extLst>
          </p:cNvPr>
          <p:cNvGrpSpPr/>
          <p:nvPr/>
        </p:nvGrpSpPr>
        <p:grpSpPr>
          <a:xfrm>
            <a:off x="7334857" y="5251943"/>
            <a:ext cx="3670314" cy="678692"/>
            <a:chOff x="803640" y="3362835"/>
            <a:chExt cx="2059657" cy="678692"/>
          </a:xfrm>
        </p:grpSpPr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885A8F0C-0798-4F2F-8560-EBEE91CF5611}"/>
                </a:ext>
              </a:extLst>
            </p:cNvPr>
            <p:cNvSpPr txBox="1"/>
            <p:nvPr/>
          </p:nvSpPr>
          <p:spPr>
            <a:xfrm>
              <a:off x="803640" y="3579862"/>
              <a:ext cx="20596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bg1"/>
                  </a:solidFill>
                  <a:ea typeface="+mj-ea"/>
                  <a:cs typeface="Arial" pitchFamily="34" charset="0"/>
                </a:rPr>
                <a:t>You can simply impress your audience and add a unique zing and appeal to your Presentations.      </a:t>
              </a:r>
              <a:endParaRPr lang="ko-KR" altLang="en-US" sz="1200" dirty="0">
                <a:solidFill>
                  <a:schemeClr val="bg1"/>
                </a:solidFill>
                <a:ea typeface="+mj-ea"/>
                <a:cs typeface="Arial" pitchFamily="34" charset="0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AD582210-181F-400C-B674-447A39D5D369}"/>
                </a:ext>
              </a:extLst>
            </p:cNvPr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bg1"/>
                  </a:solidFill>
                  <a:ea typeface="+mj-ea"/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bg1"/>
                </a:solidFill>
                <a:ea typeface="+mj-ea"/>
                <a:cs typeface="Arial" pitchFamily="34" charset="0"/>
              </a:endParaRPr>
            </a:p>
          </p:txBody>
        </p:sp>
      </p:grpSp>
      <p:sp>
        <p:nvSpPr>
          <p:cNvPr id="60" name="Rounded Rectangle 1">
            <a:extLst>
              <a:ext uri="{FF2B5EF4-FFF2-40B4-BE49-F238E27FC236}">
                <a16:creationId xmlns:a16="http://schemas.microsoft.com/office/drawing/2014/main" id="{CFEA3D81-60EC-4BA3-9F5B-CBA49F213CE6}"/>
              </a:ext>
            </a:extLst>
          </p:cNvPr>
          <p:cNvSpPr>
            <a:spLocks noChangeAspect="1"/>
          </p:cNvSpPr>
          <p:nvPr/>
        </p:nvSpPr>
        <p:spPr>
          <a:xfrm>
            <a:off x="6496798" y="4217373"/>
            <a:ext cx="597192" cy="540000"/>
          </a:xfrm>
          <a:custGeom>
            <a:avLst/>
            <a:gdLst>
              <a:gd name="connsiteX0" fmla="*/ 2848679 w 3986472"/>
              <a:gd name="connsiteY0" fmla="*/ 0 h 3604689"/>
              <a:gd name="connsiteX1" fmla="*/ 3971074 w 3986472"/>
              <a:gd name="connsiteY1" fmla="*/ 0 h 3604689"/>
              <a:gd name="connsiteX2" fmla="*/ 2561353 w 3986472"/>
              <a:gd name="connsiteY2" fmla="*/ 1342303 h 3604689"/>
              <a:gd name="connsiteX3" fmla="*/ 3986472 w 3986472"/>
              <a:gd name="connsiteY3" fmla="*/ 1342303 h 3604689"/>
              <a:gd name="connsiteX4" fmla="*/ 3866557 w 3986472"/>
              <a:gd name="connsiteY4" fmla="*/ 1448924 h 3604689"/>
              <a:gd name="connsiteX5" fmla="*/ 3372472 w 3986472"/>
              <a:gd name="connsiteY5" fmla="*/ 1943009 h 3604689"/>
              <a:gd name="connsiteX6" fmla="*/ 3737586 w 3986472"/>
              <a:gd name="connsiteY6" fmla="*/ 2520272 h 3604689"/>
              <a:gd name="connsiteX7" fmla="*/ 3749916 w 3986472"/>
              <a:gd name="connsiteY7" fmla="*/ 2520646 h 3604689"/>
              <a:gd name="connsiteX8" fmla="*/ 3739535 w 3986472"/>
              <a:gd name="connsiteY8" fmla="*/ 2531027 h 3604689"/>
              <a:gd name="connsiteX9" fmla="*/ 3741790 w 3986472"/>
              <a:gd name="connsiteY9" fmla="*/ 2543468 h 3604689"/>
              <a:gd name="connsiteX10" fmla="*/ 2667555 w 3986472"/>
              <a:gd name="connsiteY10" fmla="*/ 3603007 h 3604689"/>
              <a:gd name="connsiteX11" fmla="*/ 1617559 w 3986472"/>
              <a:gd name="connsiteY11" fmla="*/ 3571118 h 3604689"/>
              <a:gd name="connsiteX12" fmla="*/ 2628063 w 3986472"/>
              <a:gd name="connsiteY12" fmla="*/ 2560614 h 3604689"/>
              <a:gd name="connsiteX13" fmla="*/ 1908216 w 3986472"/>
              <a:gd name="connsiteY13" fmla="*/ 2538753 h 3604689"/>
              <a:gd name="connsiteX14" fmla="*/ 2569809 w 3986472"/>
              <a:gd name="connsiteY14" fmla="*/ 1877159 h 3604689"/>
              <a:gd name="connsiteX15" fmla="*/ 1999634 w 3986472"/>
              <a:gd name="connsiteY15" fmla="*/ 1877159 h 3604689"/>
              <a:gd name="connsiteX16" fmla="*/ 185337 w 3986472"/>
              <a:gd name="connsiteY16" fmla="*/ 3604689 h 3604689"/>
              <a:gd name="connsiteX17" fmla="*/ 185337 w 3986472"/>
              <a:gd name="connsiteY17" fmla="*/ 2751226 h 3604689"/>
              <a:gd name="connsiteX18" fmla="*/ 185337 w 3986472"/>
              <a:gd name="connsiteY18" fmla="*/ 2535971 h 3604689"/>
              <a:gd name="connsiteX19" fmla="*/ 185337 w 3986472"/>
              <a:gd name="connsiteY19" fmla="*/ 302954 h 3604689"/>
              <a:gd name="connsiteX20" fmla="*/ 116958 w 3986472"/>
              <a:gd name="connsiteY20" fmla="*/ 302954 h 3604689"/>
              <a:gd name="connsiteX21" fmla="*/ 0 w 3986472"/>
              <a:gd name="connsiteY21" fmla="*/ 185996 h 3604689"/>
              <a:gd name="connsiteX22" fmla="*/ 0 w 3986472"/>
              <a:gd name="connsiteY22" fmla="*/ 131880 h 3604689"/>
              <a:gd name="connsiteX23" fmla="*/ 116958 w 3986472"/>
              <a:gd name="connsiteY23" fmla="*/ 14922 h 3604689"/>
              <a:gd name="connsiteX24" fmla="*/ 1076491 w 3986472"/>
              <a:gd name="connsiteY24" fmla="*/ 14922 h 3604689"/>
              <a:gd name="connsiteX25" fmla="*/ 1193449 w 3986472"/>
              <a:gd name="connsiteY25" fmla="*/ 131880 h 3604689"/>
              <a:gd name="connsiteX26" fmla="*/ 1193449 w 3986472"/>
              <a:gd name="connsiteY26" fmla="*/ 185996 h 3604689"/>
              <a:gd name="connsiteX27" fmla="*/ 1076491 w 3986472"/>
              <a:gd name="connsiteY27" fmla="*/ 302954 h 3604689"/>
              <a:gd name="connsiteX28" fmla="*/ 1028167 w 3986472"/>
              <a:gd name="connsiteY28" fmla="*/ 302954 h 3604689"/>
              <a:gd name="connsiteX29" fmla="*/ 1028167 w 3986472"/>
              <a:gd name="connsiteY29" fmla="*/ 1733448 h 3604689"/>
              <a:gd name="connsiteX30" fmla="*/ 2848679 w 3986472"/>
              <a:gd name="connsiteY30" fmla="*/ 0 h 3604689"/>
              <a:gd name="connsiteX0" fmla="*/ 2848679 w 3986472"/>
              <a:gd name="connsiteY0" fmla="*/ 0 h 3604689"/>
              <a:gd name="connsiteX1" fmla="*/ 3971074 w 3986472"/>
              <a:gd name="connsiteY1" fmla="*/ 0 h 3604689"/>
              <a:gd name="connsiteX2" fmla="*/ 2561353 w 3986472"/>
              <a:gd name="connsiteY2" fmla="*/ 1342303 h 3604689"/>
              <a:gd name="connsiteX3" fmla="*/ 3986472 w 3986472"/>
              <a:gd name="connsiteY3" fmla="*/ 1342303 h 3604689"/>
              <a:gd name="connsiteX4" fmla="*/ 3866557 w 3986472"/>
              <a:gd name="connsiteY4" fmla="*/ 1448924 h 3604689"/>
              <a:gd name="connsiteX5" fmla="*/ 3372472 w 3986472"/>
              <a:gd name="connsiteY5" fmla="*/ 1943009 h 3604689"/>
              <a:gd name="connsiteX6" fmla="*/ 3737586 w 3986472"/>
              <a:gd name="connsiteY6" fmla="*/ 2520272 h 3604689"/>
              <a:gd name="connsiteX7" fmla="*/ 3749916 w 3986472"/>
              <a:gd name="connsiteY7" fmla="*/ 2520646 h 3604689"/>
              <a:gd name="connsiteX8" fmla="*/ 3741790 w 3986472"/>
              <a:gd name="connsiteY8" fmla="*/ 2543468 h 3604689"/>
              <a:gd name="connsiteX9" fmla="*/ 2667555 w 3986472"/>
              <a:gd name="connsiteY9" fmla="*/ 3603007 h 3604689"/>
              <a:gd name="connsiteX10" fmla="*/ 1617559 w 3986472"/>
              <a:gd name="connsiteY10" fmla="*/ 3571118 h 3604689"/>
              <a:gd name="connsiteX11" fmla="*/ 2628063 w 3986472"/>
              <a:gd name="connsiteY11" fmla="*/ 2560614 h 3604689"/>
              <a:gd name="connsiteX12" fmla="*/ 1908216 w 3986472"/>
              <a:gd name="connsiteY12" fmla="*/ 2538753 h 3604689"/>
              <a:gd name="connsiteX13" fmla="*/ 2569809 w 3986472"/>
              <a:gd name="connsiteY13" fmla="*/ 1877159 h 3604689"/>
              <a:gd name="connsiteX14" fmla="*/ 1999634 w 3986472"/>
              <a:gd name="connsiteY14" fmla="*/ 1877159 h 3604689"/>
              <a:gd name="connsiteX15" fmla="*/ 185337 w 3986472"/>
              <a:gd name="connsiteY15" fmla="*/ 3604689 h 3604689"/>
              <a:gd name="connsiteX16" fmla="*/ 185337 w 3986472"/>
              <a:gd name="connsiteY16" fmla="*/ 2751226 h 3604689"/>
              <a:gd name="connsiteX17" fmla="*/ 185337 w 3986472"/>
              <a:gd name="connsiteY17" fmla="*/ 2535971 h 3604689"/>
              <a:gd name="connsiteX18" fmla="*/ 185337 w 3986472"/>
              <a:gd name="connsiteY18" fmla="*/ 302954 h 3604689"/>
              <a:gd name="connsiteX19" fmla="*/ 116958 w 3986472"/>
              <a:gd name="connsiteY19" fmla="*/ 302954 h 3604689"/>
              <a:gd name="connsiteX20" fmla="*/ 0 w 3986472"/>
              <a:gd name="connsiteY20" fmla="*/ 185996 h 3604689"/>
              <a:gd name="connsiteX21" fmla="*/ 0 w 3986472"/>
              <a:gd name="connsiteY21" fmla="*/ 131880 h 3604689"/>
              <a:gd name="connsiteX22" fmla="*/ 116958 w 3986472"/>
              <a:gd name="connsiteY22" fmla="*/ 14922 h 3604689"/>
              <a:gd name="connsiteX23" fmla="*/ 1076491 w 3986472"/>
              <a:gd name="connsiteY23" fmla="*/ 14922 h 3604689"/>
              <a:gd name="connsiteX24" fmla="*/ 1193449 w 3986472"/>
              <a:gd name="connsiteY24" fmla="*/ 131880 h 3604689"/>
              <a:gd name="connsiteX25" fmla="*/ 1193449 w 3986472"/>
              <a:gd name="connsiteY25" fmla="*/ 185996 h 3604689"/>
              <a:gd name="connsiteX26" fmla="*/ 1076491 w 3986472"/>
              <a:gd name="connsiteY26" fmla="*/ 302954 h 3604689"/>
              <a:gd name="connsiteX27" fmla="*/ 1028167 w 3986472"/>
              <a:gd name="connsiteY27" fmla="*/ 302954 h 3604689"/>
              <a:gd name="connsiteX28" fmla="*/ 1028167 w 3986472"/>
              <a:gd name="connsiteY28" fmla="*/ 1733448 h 3604689"/>
              <a:gd name="connsiteX29" fmla="*/ 2848679 w 3986472"/>
              <a:gd name="connsiteY29" fmla="*/ 0 h 3604689"/>
              <a:gd name="connsiteX0" fmla="*/ 2848679 w 3986472"/>
              <a:gd name="connsiteY0" fmla="*/ 0 h 3604689"/>
              <a:gd name="connsiteX1" fmla="*/ 3971074 w 3986472"/>
              <a:gd name="connsiteY1" fmla="*/ 0 h 3604689"/>
              <a:gd name="connsiteX2" fmla="*/ 2561353 w 3986472"/>
              <a:gd name="connsiteY2" fmla="*/ 1342303 h 3604689"/>
              <a:gd name="connsiteX3" fmla="*/ 3986472 w 3986472"/>
              <a:gd name="connsiteY3" fmla="*/ 1342303 h 3604689"/>
              <a:gd name="connsiteX4" fmla="*/ 3866557 w 3986472"/>
              <a:gd name="connsiteY4" fmla="*/ 1448924 h 3604689"/>
              <a:gd name="connsiteX5" fmla="*/ 3372472 w 3986472"/>
              <a:gd name="connsiteY5" fmla="*/ 1943009 h 3604689"/>
              <a:gd name="connsiteX6" fmla="*/ 3737586 w 3986472"/>
              <a:gd name="connsiteY6" fmla="*/ 2520272 h 3604689"/>
              <a:gd name="connsiteX7" fmla="*/ 3749916 w 3986472"/>
              <a:gd name="connsiteY7" fmla="*/ 2520646 h 3604689"/>
              <a:gd name="connsiteX8" fmla="*/ 2667555 w 3986472"/>
              <a:gd name="connsiteY8" fmla="*/ 3603007 h 3604689"/>
              <a:gd name="connsiteX9" fmla="*/ 1617559 w 3986472"/>
              <a:gd name="connsiteY9" fmla="*/ 3571118 h 3604689"/>
              <a:gd name="connsiteX10" fmla="*/ 2628063 w 3986472"/>
              <a:gd name="connsiteY10" fmla="*/ 2560614 h 3604689"/>
              <a:gd name="connsiteX11" fmla="*/ 1908216 w 3986472"/>
              <a:gd name="connsiteY11" fmla="*/ 2538753 h 3604689"/>
              <a:gd name="connsiteX12" fmla="*/ 2569809 w 3986472"/>
              <a:gd name="connsiteY12" fmla="*/ 1877159 h 3604689"/>
              <a:gd name="connsiteX13" fmla="*/ 1999634 w 3986472"/>
              <a:gd name="connsiteY13" fmla="*/ 1877159 h 3604689"/>
              <a:gd name="connsiteX14" fmla="*/ 185337 w 3986472"/>
              <a:gd name="connsiteY14" fmla="*/ 3604689 h 3604689"/>
              <a:gd name="connsiteX15" fmla="*/ 185337 w 3986472"/>
              <a:gd name="connsiteY15" fmla="*/ 2751226 h 3604689"/>
              <a:gd name="connsiteX16" fmla="*/ 185337 w 3986472"/>
              <a:gd name="connsiteY16" fmla="*/ 2535971 h 3604689"/>
              <a:gd name="connsiteX17" fmla="*/ 185337 w 3986472"/>
              <a:gd name="connsiteY17" fmla="*/ 302954 h 3604689"/>
              <a:gd name="connsiteX18" fmla="*/ 116958 w 3986472"/>
              <a:gd name="connsiteY18" fmla="*/ 302954 h 3604689"/>
              <a:gd name="connsiteX19" fmla="*/ 0 w 3986472"/>
              <a:gd name="connsiteY19" fmla="*/ 185996 h 3604689"/>
              <a:gd name="connsiteX20" fmla="*/ 0 w 3986472"/>
              <a:gd name="connsiteY20" fmla="*/ 131880 h 3604689"/>
              <a:gd name="connsiteX21" fmla="*/ 116958 w 3986472"/>
              <a:gd name="connsiteY21" fmla="*/ 14922 h 3604689"/>
              <a:gd name="connsiteX22" fmla="*/ 1076491 w 3986472"/>
              <a:gd name="connsiteY22" fmla="*/ 14922 h 3604689"/>
              <a:gd name="connsiteX23" fmla="*/ 1193449 w 3986472"/>
              <a:gd name="connsiteY23" fmla="*/ 131880 h 3604689"/>
              <a:gd name="connsiteX24" fmla="*/ 1193449 w 3986472"/>
              <a:gd name="connsiteY24" fmla="*/ 185996 h 3604689"/>
              <a:gd name="connsiteX25" fmla="*/ 1076491 w 3986472"/>
              <a:gd name="connsiteY25" fmla="*/ 302954 h 3604689"/>
              <a:gd name="connsiteX26" fmla="*/ 1028167 w 3986472"/>
              <a:gd name="connsiteY26" fmla="*/ 302954 h 3604689"/>
              <a:gd name="connsiteX27" fmla="*/ 1028167 w 3986472"/>
              <a:gd name="connsiteY27" fmla="*/ 1733448 h 3604689"/>
              <a:gd name="connsiteX28" fmla="*/ 2848679 w 3986472"/>
              <a:gd name="connsiteY28" fmla="*/ 0 h 3604689"/>
              <a:gd name="connsiteX0" fmla="*/ 2848679 w 3986472"/>
              <a:gd name="connsiteY0" fmla="*/ 0 h 3604689"/>
              <a:gd name="connsiteX1" fmla="*/ 3971074 w 3986472"/>
              <a:gd name="connsiteY1" fmla="*/ 0 h 3604689"/>
              <a:gd name="connsiteX2" fmla="*/ 2561353 w 3986472"/>
              <a:gd name="connsiteY2" fmla="*/ 1342303 h 3604689"/>
              <a:gd name="connsiteX3" fmla="*/ 3986472 w 3986472"/>
              <a:gd name="connsiteY3" fmla="*/ 1342303 h 3604689"/>
              <a:gd name="connsiteX4" fmla="*/ 3866557 w 3986472"/>
              <a:gd name="connsiteY4" fmla="*/ 1448924 h 3604689"/>
              <a:gd name="connsiteX5" fmla="*/ 3372472 w 3986472"/>
              <a:gd name="connsiteY5" fmla="*/ 1943009 h 3604689"/>
              <a:gd name="connsiteX6" fmla="*/ 3737586 w 3986472"/>
              <a:gd name="connsiteY6" fmla="*/ 2520272 h 3604689"/>
              <a:gd name="connsiteX7" fmla="*/ 2667555 w 3986472"/>
              <a:gd name="connsiteY7" fmla="*/ 3603007 h 3604689"/>
              <a:gd name="connsiteX8" fmla="*/ 1617559 w 3986472"/>
              <a:gd name="connsiteY8" fmla="*/ 3571118 h 3604689"/>
              <a:gd name="connsiteX9" fmla="*/ 2628063 w 3986472"/>
              <a:gd name="connsiteY9" fmla="*/ 2560614 h 3604689"/>
              <a:gd name="connsiteX10" fmla="*/ 1908216 w 3986472"/>
              <a:gd name="connsiteY10" fmla="*/ 2538753 h 3604689"/>
              <a:gd name="connsiteX11" fmla="*/ 2569809 w 3986472"/>
              <a:gd name="connsiteY11" fmla="*/ 1877159 h 3604689"/>
              <a:gd name="connsiteX12" fmla="*/ 1999634 w 3986472"/>
              <a:gd name="connsiteY12" fmla="*/ 1877159 h 3604689"/>
              <a:gd name="connsiteX13" fmla="*/ 185337 w 3986472"/>
              <a:gd name="connsiteY13" fmla="*/ 3604689 h 3604689"/>
              <a:gd name="connsiteX14" fmla="*/ 185337 w 3986472"/>
              <a:gd name="connsiteY14" fmla="*/ 2751226 h 3604689"/>
              <a:gd name="connsiteX15" fmla="*/ 185337 w 3986472"/>
              <a:gd name="connsiteY15" fmla="*/ 2535971 h 3604689"/>
              <a:gd name="connsiteX16" fmla="*/ 185337 w 3986472"/>
              <a:gd name="connsiteY16" fmla="*/ 302954 h 3604689"/>
              <a:gd name="connsiteX17" fmla="*/ 116958 w 3986472"/>
              <a:gd name="connsiteY17" fmla="*/ 302954 h 3604689"/>
              <a:gd name="connsiteX18" fmla="*/ 0 w 3986472"/>
              <a:gd name="connsiteY18" fmla="*/ 185996 h 3604689"/>
              <a:gd name="connsiteX19" fmla="*/ 0 w 3986472"/>
              <a:gd name="connsiteY19" fmla="*/ 131880 h 3604689"/>
              <a:gd name="connsiteX20" fmla="*/ 116958 w 3986472"/>
              <a:gd name="connsiteY20" fmla="*/ 14922 h 3604689"/>
              <a:gd name="connsiteX21" fmla="*/ 1076491 w 3986472"/>
              <a:gd name="connsiteY21" fmla="*/ 14922 h 3604689"/>
              <a:gd name="connsiteX22" fmla="*/ 1193449 w 3986472"/>
              <a:gd name="connsiteY22" fmla="*/ 131880 h 3604689"/>
              <a:gd name="connsiteX23" fmla="*/ 1193449 w 3986472"/>
              <a:gd name="connsiteY23" fmla="*/ 185996 h 3604689"/>
              <a:gd name="connsiteX24" fmla="*/ 1076491 w 3986472"/>
              <a:gd name="connsiteY24" fmla="*/ 302954 h 3604689"/>
              <a:gd name="connsiteX25" fmla="*/ 1028167 w 3986472"/>
              <a:gd name="connsiteY25" fmla="*/ 302954 h 3604689"/>
              <a:gd name="connsiteX26" fmla="*/ 1028167 w 3986472"/>
              <a:gd name="connsiteY26" fmla="*/ 1733448 h 3604689"/>
              <a:gd name="connsiteX27" fmla="*/ 2848679 w 3986472"/>
              <a:gd name="connsiteY27" fmla="*/ 0 h 3604689"/>
              <a:gd name="connsiteX0" fmla="*/ 2848679 w 3986472"/>
              <a:gd name="connsiteY0" fmla="*/ 0 h 3604689"/>
              <a:gd name="connsiteX1" fmla="*/ 3971074 w 3986472"/>
              <a:gd name="connsiteY1" fmla="*/ 0 h 3604689"/>
              <a:gd name="connsiteX2" fmla="*/ 2561353 w 3986472"/>
              <a:gd name="connsiteY2" fmla="*/ 1342303 h 3604689"/>
              <a:gd name="connsiteX3" fmla="*/ 3986472 w 3986472"/>
              <a:gd name="connsiteY3" fmla="*/ 1342303 h 3604689"/>
              <a:gd name="connsiteX4" fmla="*/ 3866557 w 3986472"/>
              <a:gd name="connsiteY4" fmla="*/ 1448924 h 3604689"/>
              <a:gd name="connsiteX5" fmla="*/ 3372472 w 3986472"/>
              <a:gd name="connsiteY5" fmla="*/ 1943009 h 3604689"/>
              <a:gd name="connsiteX6" fmla="*/ 3695056 w 3986472"/>
              <a:gd name="connsiteY6" fmla="*/ 2520272 h 3604689"/>
              <a:gd name="connsiteX7" fmla="*/ 2667555 w 3986472"/>
              <a:gd name="connsiteY7" fmla="*/ 3603007 h 3604689"/>
              <a:gd name="connsiteX8" fmla="*/ 1617559 w 3986472"/>
              <a:gd name="connsiteY8" fmla="*/ 3571118 h 3604689"/>
              <a:gd name="connsiteX9" fmla="*/ 2628063 w 3986472"/>
              <a:gd name="connsiteY9" fmla="*/ 2560614 h 3604689"/>
              <a:gd name="connsiteX10" fmla="*/ 1908216 w 3986472"/>
              <a:gd name="connsiteY10" fmla="*/ 2538753 h 3604689"/>
              <a:gd name="connsiteX11" fmla="*/ 2569809 w 3986472"/>
              <a:gd name="connsiteY11" fmla="*/ 1877159 h 3604689"/>
              <a:gd name="connsiteX12" fmla="*/ 1999634 w 3986472"/>
              <a:gd name="connsiteY12" fmla="*/ 1877159 h 3604689"/>
              <a:gd name="connsiteX13" fmla="*/ 185337 w 3986472"/>
              <a:gd name="connsiteY13" fmla="*/ 3604689 h 3604689"/>
              <a:gd name="connsiteX14" fmla="*/ 185337 w 3986472"/>
              <a:gd name="connsiteY14" fmla="*/ 2751226 h 3604689"/>
              <a:gd name="connsiteX15" fmla="*/ 185337 w 3986472"/>
              <a:gd name="connsiteY15" fmla="*/ 2535971 h 3604689"/>
              <a:gd name="connsiteX16" fmla="*/ 185337 w 3986472"/>
              <a:gd name="connsiteY16" fmla="*/ 302954 h 3604689"/>
              <a:gd name="connsiteX17" fmla="*/ 116958 w 3986472"/>
              <a:gd name="connsiteY17" fmla="*/ 302954 h 3604689"/>
              <a:gd name="connsiteX18" fmla="*/ 0 w 3986472"/>
              <a:gd name="connsiteY18" fmla="*/ 185996 h 3604689"/>
              <a:gd name="connsiteX19" fmla="*/ 0 w 3986472"/>
              <a:gd name="connsiteY19" fmla="*/ 131880 h 3604689"/>
              <a:gd name="connsiteX20" fmla="*/ 116958 w 3986472"/>
              <a:gd name="connsiteY20" fmla="*/ 14922 h 3604689"/>
              <a:gd name="connsiteX21" fmla="*/ 1076491 w 3986472"/>
              <a:gd name="connsiteY21" fmla="*/ 14922 h 3604689"/>
              <a:gd name="connsiteX22" fmla="*/ 1193449 w 3986472"/>
              <a:gd name="connsiteY22" fmla="*/ 131880 h 3604689"/>
              <a:gd name="connsiteX23" fmla="*/ 1193449 w 3986472"/>
              <a:gd name="connsiteY23" fmla="*/ 185996 h 3604689"/>
              <a:gd name="connsiteX24" fmla="*/ 1076491 w 3986472"/>
              <a:gd name="connsiteY24" fmla="*/ 302954 h 3604689"/>
              <a:gd name="connsiteX25" fmla="*/ 1028167 w 3986472"/>
              <a:gd name="connsiteY25" fmla="*/ 302954 h 3604689"/>
              <a:gd name="connsiteX26" fmla="*/ 1028167 w 3986472"/>
              <a:gd name="connsiteY26" fmla="*/ 1733448 h 3604689"/>
              <a:gd name="connsiteX27" fmla="*/ 2848679 w 3986472"/>
              <a:gd name="connsiteY27" fmla="*/ 0 h 3604689"/>
              <a:gd name="connsiteX0" fmla="*/ 2848679 w 3986472"/>
              <a:gd name="connsiteY0" fmla="*/ 0 h 3604689"/>
              <a:gd name="connsiteX1" fmla="*/ 3971074 w 3986472"/>
              <a:gd name="connsiteY1" fmla="*/ 0 h 3604689"/>
              <a:gd name="connsiteX2" fmla="*/ 2561353 w 3986472"/>
              <a:gd name="connsiteY2" fmla="*/ 1342303 h 3604689"/>
              <a:gd name="connsiteX3" fmla="*/ 3986472 w 3986472"/>
              <a:gd name="connsiteY3" fmla="*/ 1342303 h 3604689"/>
              <a:gd name="connsiteX4" fmla="*/ 3866557 w 3986472"/>
              <a:gd name="connsiteY4" fmla="*/ 1448924 h 3604689"/>
              <a:gd name="connsiteX5" fmla="*/ 3372472 w 3986472"/>
              <a:gd name="connsiteY5" fmla="*/ 1943009 h 3604689"/>
              <a:gd name="connsiteX6" fmla="*/ 3695056 w 3986472"/>
              <a:gd name="connsiteY6" fmla="*/ 2520272 h 3604689"/>
              <a:gd name="connsiteX7" fmla="*/ 2667555 w 3986472"/>
              <a:gd name="connsiteY7" fmla="*/ 3603007 h 3604689"/>
              <a:gd name="connsiteX8" fmla="*/ 1617559 w 3986472"/>
              <a:gd name="connsiteY8" fmla="*/ 3571118 h 3604689"/>
              <a:gd name="connsiteX9" fmla="*/ 2628063 w 3986472"/>
              <a:gd name="connsiteY9" fmla="*/ 2560614 h 3604689"/>
              <a:gd name="connsiteX10" fmla="*/ 1908216 w 3986472"/>
              <a:gd name="connsiteY10" fmla="*/ 2538753 h 3604689"/>
              <a:gd name="connsiteX11" fmla="*/ 2569809 w 3986472"/>
              <a:gd name="connsiteY11" fmla="*/ 1877159 h 3604689"/>
              <a:gd name="connsiteX12" fmla="*/ 1999634 w 3986472"/>
              <a:gd name="connsiteY12" fmla="*/ 1877159 h 3604689"/>
              <a:gd name="connsiteX13" fmla="*/ 185337 w 3986472"/>
              <a:gd name="connsiteY13" fmla="*/ 3604689 h 3604689"/>
              <a:gd name="connsiteX14" fmla="*/ 185337 w 3986472"/>
              <a:gd name="connsiteY14" fmla="*/ 2751226 h 3604689"/>
              <a:gd name="connsiteX15" fmla="*/ 185337 w 3986472"/>
              <a:gd name="connsiteY15" fmla="*/ 2535971 h 3604689"/>
              <a:gd name="connsiteX16" fmla="*/ 185337 w 3986472"/>
              <a:gd name="connsiteY16" fmla="*/ 302954 h 3604689"/>
              <a:gd name="connsiteX17" fmla="*/ 116958 w 3986472"/>
              <a:gd name="connsiteY17" fmla="*/ 302954 h 3604689"/>
              <a:gd name="connsiteX18" fmla="*/ 0 w 3986472"/>
              <a:gd name="connsiteY18" fmla="*/ 185996 h 3604689"/>
              <a:gd name="connsiteX19" fmla="*/ 0 w 3986472"/>
              <a:gd name="connsiteY19" fmla="*/ 131880 h 3604689"/>
              <a:gd name="connsiteX20" fmla="*/ 116958 w 3986472"/>
              <a:gd name="connsiteY20" fmla="*/ 14922 h 3604689"/>
              <a:gd name="connsiteX21" fmla="*/ 1076491 w 3986472"/>
              <a:gd name="connsiteY21" fmla="*/ 14922 h 3604689"/>
              <a:gd name="connsiteX22" fmla="*/ 1193449 w 3986472"/>
              <a:gd name="connsiteY22" fmla="*/ 131880 h 3604689"/>
              <a:gd name="connsiteX23" fmla="*/ 1193449 w 3986472"/>
              <a:gd name="connsiteY23" fmla="*/ 185996 h 3604689"/>
              <a:gd name="connsiteX24" fmla="*/ 1076491 w 3986472"/>
              <a:gd name="connsiteY24" fmla="*/ 302954 h 3604689"/>
              <a:gd name="connsiteX25" fmla="*/ 1028167 w 3986472"/>
              <a:gd name="connsiteY25" fmla="*/ 302954 h 3604689"/>
              <a:gd name="connsiteX26" fmla="*/ 1028167 w 3986472"/>
              <a:gd name="connsiteY26" fmla="*/ 1733448 h 3604689"/>
              <a:gd name="connsiteX27" fmla="*/ 2848679 w 3986472"/>
              <a:gd name="connsiteY27" fmla="*/ 0 h 3604689"/>
              <a:gd name="connsiteX0" fmla="*/ 2848679 w 3986472"/>
              <a:gd name="connsiteY0" fmla="*/ 0 h 3604689"/>
              <a:gd name="connsiteX1" fmla="*/ 3971074 w 3986472"/>
              <a:gd name="connsiteY1" fmla="*/ 0 h 3604689"/>
              <a:gd name="connsiteX2" fmla="*/ 2561353 w 3986472"/>
              <a:gd name="connsiteY2" fmla="*/ 1342303 h 3604689"/>
              <a:gd name="connsiteX3" fmla="*/ 3986472 w 3986472"/>
              <a:gd name="connsiteY3" fmla="*/ 1342303 h 3604689"/>
              <a:gd name="connsiteX4" fmla="*/ 3866557 w 3986472"/>
              <a:gd name="connsiteY4" fmla="*/ 1448924 h 3604689"/>
              <a:gd name="connsiteX5" fmla="*/ 3372472 w 3986472"/>
              <a:gd name="connsiteY5" fmla="*/ 1943009 h 3604689"/>
              <a:gd name="connsiteX6" fmla="*/ 3695056 w 3986472"/>
              <a:gd name="connsiteY6" fmla="*/ 2520272 h 3604689"/>
              <a:gd name="connsiteX7" fmla="*/ 2667555 w 3986472"/>
              <a:gd name="connsiteY7" fmla="*/ 3603007 h 3604689"/>
              <a:gd name="connsiteX8" fmla="*/ 1617559 w 3986472"/>
              <a:gd name="connsiteY8" fmla="*/ 3571118 h 3604689"/>
              <a:gd name="connsiteX9" fmla="*/ 2628063 w 3986472"/>
              <a:gd name="connsiteY9" fmla="*/ 2560614 h 3604689"/>
              <a:gd name="connsiteX10" fmla="*/ 1908216 w 3986472"/>
              <a:gd name="connsiteY10" fmla="*/ 2538753 h 3604689"/>
              <a:gd name="connsiteX11" fmla="*/ 2569809 w 3986472"/>
              <a:gd name="connsiteY11" fmla="*/ 1877159 h 3604689"/>
              <a:gd name="connsiteX12" fmla="*/ 1999634 w 3986472"/>
              <a:gd name="connsiteY12" fmla="*/ 1877159 h 3604689"/>
              <a:gd name="connsiteX13" fmla="*/ 185337 w 3986472"/>
              <a:gd name="connsiteY13" fmla="*/ 3604689 h 3604689"/>
              <a:gd name="connsiteX14" fmla="*/ 185337 w 3986472"/>
              <a:gd name="connsiteY14" fmla="*/ 2751226 h 3604689"/>
              <a:gd name="connsiteX15" fmla="*/ 185337 w 3986472"/>
              <a:gd name="connsiteY15" fmla="*/ 2535971 h 3604689"/>
              <a:gd name="connsiteX16" fmla="*/ 185337 w 3986472"/>
              <a:gd name="connsiteY16" fmla="*/ 302954 h 3604689"/>
              <a:gd name="connsiteX17" fmla="*/ 116958 w 3986472"/>
              <a:gd name="connsiteY17" fmla="*/ 302954 h 3604689"/>
              <a:gd name="connsiteX18" fmla="*/ 0 w 3986472"/>
              <a:gd name="connsiteY18" fmla="*/ 185996 h 3604689"/>
              <a:gd name="connsiteX19" fmla="*/ 0 w 3986472"/>
              <a:gd name="connsiteY19" fmla="*/ 131880 h 3604689"/>
              <a:gd name="connsiteX20" fmla="*/ 116958 w 3986472"/>
              <a:gd name="connsiteY20" fmla="*/ 14922 h 3604689"/>
              <a:gd name="connsiteX21" fmla="*/ 1076491 w 3986472"/>
              <a:gd name="connsiteY21" fmla="*/ 14922 h 3604689"/>
              <a:gd name="connsiteX22" fmla="*/ 1193449 w 3986472"/>
              <a:gd name="connsiteY22" fmla="*/ 131880 h 3604689"/>
              <a:gd name="connsiteX23" fmla="*/ 1193449 w 3986472"/>
              <a:gd name="connsiteY23" fmla="*/ 185996 h 3604689"/>
              <a:gd name="connsiteX24" fmla="*/ 1076491 w 3986472"/>
              <a:gd name="connsiteY24" fmla="*/ 302954 h 3604689"/>
              <a:gd name="connsiteX25" fmla="*/ 1028167 w 3986472"/>
              <a:gd name="connsiteY25" fmla="*/ 302954 h 3604689"/>
              <a:gd name="connsiteX26" fmla="*/ 1028167 w 3986472"/>
              <a:gd name="connsiteY26" fmla="*/ 1733448 h 3604689"/>
              <a:gd name="connsiteX27" fmla="*/ 2848679 w 3986472"/>
              <a:gd name="connsiteY27" fmla="*/ 0 h 3604689"/>
              <a:gd name="connsiteX0" fmla="*/ 2848679 w 3986472"/>
              <a:gd name="connsiteY0" fmla="*/ 0 h 3604689"/>
              <a:gd name="connsiteX1" fmla="*/ 3971074 w 3986472"/>
              <a:gd name="connsiteY1" fmla="*/ 0 h 3604689"/>
              <a:gd name="connsiteX2" fmla="*/ 2561353 w 3986472"/>
              <a:gd name="connsiteY2" fmla="*/ 1342303 h 3604689"/>
              <a:gd name="connsiteX3" fmla="*/ 3986472 w 3986472"/>
              <a:gd name="connsiteY3" fmla="*/ 1342303 h 3604689"/>
              <a:gd name="connsiteX4" fmla="*/ 3372472 w 3986472"/>
              <a:gd name="connsiteY4" fmla="*/ 1943009 h 3604689"/>
              <a:gd name="connsiteX5" fmla="*/ 3695056 w 3986472"/>
              <a:gd name="connsiteY5" fmla="*/ 2520272 h 3604689"/>
              <a:gd name="connsiteX6" fmla="*/ 2667555 w 3986472"/>
              <a:gd name="connsiteY6" fmla="*/ 3603007 h 3604689"/>
              <a:gd name="connsiteX7" fmla="*/ 1617559 w 3986472"/>
              <a:gd name="connsiteY7" fmla="*/ 3571118 h 3604689"/>
              <a:gd name="connsiteX8" fmla="*/ 2628063 w 3986472"/>
              <a:gd name="connsiteY8" fmla="*/ 2560614 h 3604689"/>
              <a:gd name="connsiteX9" fmla="*/ 1908216 w 3986472"/>
              <a:gd name="connsiteY9" fmla="*/ 2538753 h 3604689"/>
              <a:gd name="connsiteX10" fmla="*/ 2569809 w 3986472"/>
              <a:gd name="connsiteY10" fmla="*/ 1877159 h 3604689"/>
              <a:gd name="connsiteX11" fmla="*/ 1999634 w 3986472"/>
              <a:gd name="connsiteY11" fmla="*/ 1877159 h 3604689"/>
              <a:gd name="connsiteX12" fmla="*/ 185337 w 3986472"/>
              <a:gd name="connsiteY12" fmla="*/ 3604689 h 3604689"/>
              <a:gd name="connsiteX13" fmla="*/ 185337 w 3986472"/>
              <a:gd name="connsiteY13" fmla="*/ 2751226 h 3604689"/>
              <a:gd name="connsiteX14" fmla="*/ 185337 w 3986472"/>
              <a:gd name="connsiteY14" fmla="*/ 2535971 h 3604689"/>
              <a:gd name="connsiteX15" fmla="*/ 185337 w 3986472"/>
              <a:gd name="connsiteY15" fmla="*/ 302954 h 3604689"/>
              <a:gd name="connsiteX16" fmla="*/ 116958 w 3986472"/>
              <a:gd name="connsiteY16" fmla="*/ 302954 h 3604689"/>
              <a:gd name="connsiteX17" fmla="*/ 0 w 3986472"/>
              <a:gd name="connsiteY17" fmla="*/ 185996 h 3604689"/>
              <a:gd name="connsiteX18" fmla="*/ 0 w 3986472"/>
              <a:gd name="connsiteY18" fmla="*/ 131880 h 3604689"/>
              <a:gd name="connsiteX19" fmla="*/ 116958 w 3986472"/>
              <a:gd name="connsiteY19" fmla="*/ 14922 h 3604689"/>
              <a:gd name="connsiteX20" fmla="*/ 1076491 w 3986472"/>
              <a:gd name="connsiteY20" fmla="*/ 14922 h 3604689"/>
              <a:gd name="connsiteX21" fmla="*/ 1193449 w 3986472"/>
              <a:gd name="connsiteY21" fmla="*/ 131880 h 3604689"/>
              <a:gd name="connsiteX22" fmla="*/ 1193449 w 3986472"/>
              <a:gd name="connsiteY22" fmla="*/ 185996 h 3604689"/>
              <a:gd name="connsiteX23" fmla="*/ 1076491 w 3986472"/>
              <a:gd name="connsiteY23" fmla="*/ 302954 h 3604689"/>
              <a:gd name="connsiteX24" fmla="*/ 1028167 w 3986472"/>
              <a:gd name="connsiteY24" fmla="*/ 302954 h 3604689"/>
              <a:gd name="connsiteX25" fmla="*/ 1028167 w 3986472"/>
              <a:gd name="connsiteY25" fmla="*/ 1733448 h 3604689"/>
              <a:gd name="connsiteX26" fmla="*/ 2848679 w 3986472"/>
              <a:gd name="connsiteY26" fmla="*/ 0 h 3604689"/>
              <a:gd name="connsiteX0" fmla="*/ 2848679 w 3986472"/>
              <a:gd name="connsiteY0" fmla="*/ 0 h 3604689"/>
              <a:gd name="connsiteX1" fmla="*/ 3971074 w 3986472"/>
              <a:gd name="connsiteY1" fmla="*/ 0 h 3604689"/>
              <a:gd name="connsiteX2" fmla="*/ 2561353 w 3986472"/>
              <a:gd name="connsiteY2" fmla="*/ 1342303 h 3604689"/>
              <a:gd name="connsiteX3" fmla="*/ 3986472 w 3986472"/>
              <a:gd name="connsiteY3" fmla="*/ 1342303 h 3604689"/>
              <a:gd name="connsiteX4" fmla="*/ 3372472 w 3986472"/>
              <a:gd name="connsiteY4" fmla="*/ 1943009 h 3604689"/>
              <a:gd name="connsiteX5" fmla="*/ 3695056 w 3986472"/>
              <a:gd name="connsiteY5" fmla="*/ 2520272 h 3604689"/>
              <a:gd name="connsiteX6" fmla="*/ 2667555 w 3986472"/>
              <a:gd name="connsiteY6" fmla="*/ 3603007 h 3604689"/>
              <a:gd name="connsiteX7" fmla="*/ 1617559 w 3986472"/>
              <a:gd name="connsiteY7" fmla="*/ 3571118 h 3604689"/>
              <a:gd name="connsiteX8" fmla="*/ 2628063 w 3986472"/>
              <a:gd name="connsiteY8" fmla="*/ 2560614 h 3604689"/>
              <a:gd name="connsiteX9" fmla="*/ 1908216 w 3986472"/>
              <a:gd name="connsiteY9" fmla="*/ 2538753 h 3604689"/>
              <a:gd name="connsiteX10" fmla="*/ 2569809 w 3986472"/>
              <a:gd name="connsiteY10" fmla="*/ 1877159 h 3604689"/>
              <a:gd name="connsiteX11" fmla="*/ 1999634 w 3986472"/>
              <a:gd name="connsiteY11" fmla="*/ 1877159 h 3604689"/>
              <a:gd name="connsiteX12" fmla="*/ 185337 w 3986472"/>
              <a:gd name="connsiteY12" fmla="*/ 3604689 h 3604689"/>
              <a:gd name="connsiteX13" fmla="*/ 185337 w 3986472"/>
              <a:gd name="connsiteY13" fmla="*/ 2751226 h 3604689"/>
              <a:gd name="connsiteX14" fmla="*/ 185337 w 3986472"/>
              <a:gd name="connsiteY14" fmla="*/ 2535971 h 3604689"/>
              <a:gd name="connsiteX15" fmla="*/ 185337 w 3986472"/>
              <a:gd name="connsiteY15" fmla="*/ 302954 h 3604689"/>
              <a:gd name="connsiteX16" fmla="*/ 116958 w 3986472"/>
              <a:gd name="connsiteY16" fmla="*/ 302954 h 3604689"/>
              <a:gd name="connsiteX17" fmla="*/ 0 w 3986472"/>
              <a:gd name="connsiteY17" fmla="*/ 185996 h 3604689"/>
              <a:gd name="connsiteX18" fmla="*/ 0 w 3986472"/>
              <a:gd name="connsiteY18" fmla="*/ 131880 h 3604689"/>
              <a:gd name="connsiteX19" fmla="*/ 116958 w 3986472"/>
              <a:gd name="connsiteY19" fmla="*/ 14922 h 3604689"/>
              <a:gd name="connsiteX20" fmla="*/ 1076491 w 3986472"/>
              <a:gd name="connsiteY20" fmla="*/ 14922 h 3604689"/>
              <a:gd name="connsiteX21" fmla="*/ 1193449 w 3986472"/>
              <a:gd name="connsiteY21" fmla="*/ 131880 h 3604689"/>
              <a:gd name="connsiteX22" fmla="*/ 1193449 w 3986472"/>
              <a:gd name="connsiteY22" fmla="*/ 185996 h 3604689"/>
              <a:gd name="connsiteX23" fmla="*/ 1076491 w 3986472"/>
              <a:gd name="connsiteY23" fmla="*/ 302954 h 3604689"/>
              <a:gd name="connsiteX24" fmla="*/ 1028167 w 3986472"/>
              <a:gd name="connsiteY24" fmla="*/ 302954 h 3604689"/>
              <a:gd name="connsiteX25" fmla="*/ 1028167 w 3986472"/>
              <a:gd name="connsiteY25" fmla="*/ 1733448 h 3604689"/>
              <a:gd name="connsiteX26" fmla="*/ 2848679 w 3986472"/>
              <a:gd name="connsiteY26" fmla="*/ 0 h 3604689"/>
              <a:gd name="connsiteX0" fmla="*/ 2848679 w 3986472"/>
              <a:gd name="connsiteY0" fmla="*/ 0 h 3604689"/>
              <a:gd name="connsiteX1" fmla="*/ 3971074 w 3986472"/>
              <a:gd name="connsiteY1" fmla="*/ 0 h 3604689"/>
              <a:gd name="connsiteX2" fmla="*/ 2561353 w 3986472"/>
              <a:gd name="connsiteY2" fmla="*/ 1342303 h 3604689"/>
              <a:gd name="connsiteX3" fmla="*/ 3986472 w 3986472"/>
              <a:gd name="connsiteY3" fmla="*/ 1342303 h 3604689"/>
              <a:gd name="connsiteX4" fmla="*/ 3372472 w 3986472"/>
              <a:gd name="connsiteY4" fmla="*/ 1943009 h 3604689"/>
              <a:gd name="connsiteX5" fmla="*/ 3652526 w 3986472"/>
              <a:gd name="connsiteY5" fmla="*/ 2541537 h 3604689"/>
              <a:gd name="connsiteX6" fmla="*/ 2667555 w 3986472"/>
              <a:gd name="connsiteY6" fmla="*/ 3603007 h 3604689"/>
              <a:gd name="connsiteX7" fmla="*/ 1617559 w 3986472"/>
              <a:gd name="connsiteY7" fmla="*/ 3571118 h 3604689"/>
              <a:gd name="connsiteX8" fmla="*/ 2628063 w 3986472"/>
              <a:gd name="connsiteY8" fmla="*/ 2560614 h 3604689"/>
              <a:gd name="connsiteX9" fmla="*/ 1908216 w 3986472"/>
              <a:gd name="connsiteY9" fmla="*/ 2538753 h 3604689"/>
              <a:gd name="connsiteX10" fmla="*/ 2569809 w 3986472"/>
              <a:gd name="connsiteY10" fmla="*/ 1877159 h 3604689"/>
              <a:gd name="connsiteX11" fmla="*/ 1999634 w 3986472"/>
              <a:gd name="connsiteY11" fmla="*/ 1877159 h 3604689"/>
              <a:gd name="connsiteX12" fmla="*/ 185337 w 3986472"/>
              <a:gd name="connsiteY12" fmla="*/ 3604689 h 3604689"/>
              <a:gd name="connsiteX13" fmla="*/ 185337 w 3986472"/>
              <a:gd name="connsiteY13" fmla="*/ 2751226 h 3604689"/>
              <a:gd name="connsiteX14" fmla="*/ 185337 w 3986472"/>
              <a:gd name="connsiteY14" fmla="*/ 2535971 h 3604689"/>
              <a:gd name="connsiteX15" fmla="*/ 185337 w 3986472"/>
              <a:gd name="connsiteY15" fmla="*/ 302954 h 3604689"/>
              <a:gd name="connsiteX16" fmla="*/ 116958 w 3986472"/>
              <a:gd name="connsiteY16" fmla="*/ 302954 h 3604689"/>
              <a:gd name="connsiteX17" fmla="*/ 0 w 3986472"/>
              <a:gd name="connsiteY17" fmla="*/ 185996 h 3604689"/>
              <a:gd name="connsiteX18" fmla="*/ 0 w 3986472"/>
              <a:gd name="connsiteY18" fmla="*/ 131880 h 3604689"/>
              <a:gd name="connsiteX19" fmla="*/ 116958 w 3986472"/>
              <a:gd name="connsiteY19" fmla="*/ 14922 h 3604689"/>
              <a:gd name="connsiteX20" fmla="*/ 1076491 w 3986472"/>
              <a:gd name="connsiteY20" fmla="*/ 14922 h 3604689"/>
              <a:gd name="connsiteX21" fmla="*/ 1193449 w 3986472"/>
              <a:gd name="connsiteY21" fmla="*/ 131880 h 3604689"/>
              <a:gd name="connsiteX22" fmla="*/ 1193449 w 3986472"/>
              <a:gd name="connsiteY22" fmla="*/ 185996 h 3604689"/>
              <a:gd name="connsiteX23" fmla="*/ 1076491 w 3986472"/>
              <a:gd name="connsiteY23" fmla="*/ 302954 h 3604689"/>
              <a:gd name="connsiteX24" fmla="*/ 1028167 w 3986472"/>
              <a:gd name="connsiteY24" fmla="*/ 302954 h 3604689"/>
              <a:gd name="connsiteX25" fmla="*/ 1028167 w 3986472"/>
              <a:gd name="connsiteY25" fmla="*/ 1733448 h 3604689"/>
              <a:gd name="connsiteX26" fmla="*/ 2848679 w 3986472"/>
              <a:gd name="connsiteY26" fmla="*/ 0 h 3604689"/>
              <a:gd name="connsiteX0" fmla="*/ 2848679 w 3986472"/>
              <a:gd name="connsiteY0" fmla="*/ 0 h 3604689"/>
              <a:gd name="connsiteX1" fmla="*/ 3971074 w 3986472"/>
              <a:gd name="connsiteY1" fmla="*/ 0 h 3604689"/>
              <a:gd name="connsiteX2" fmla="*/ 2561353 w 3986472"/>
              <a:gd name="connsiteY2" fmla="*/ 1342303 h 3604689"/>
              <a:gd name="connsiteX3" fmla="*/ 3986472 w 3986472"/>
              <a:gd name="connsiteY3" fmla="*/ 1342303 h 3604689"/>
              <a:gd name="connsiteX4" fmla="*/ 3372472 w 3986472"/>
              <a:gd name="connsiteY4" fmla="*/ 1943009 h 3604689"/>
              <a:gd name="connsiteX5" fmla="*/ 3652526 w 3986472"/>
              <a:gd name="connsiteY5" fmla="*/ 2541537 h 3604689"/>
              <a:gd name="connsiteX6" fmla="*/ 2667555 w 3986472"/>
              <a:gd name="connsiteY6" fmla="*/ 3603007 h 3604689"/>
              <a:gd name="connsiteX7" fmla="*/ 1617559 w 3986472"/>
              <a:gd name="connsiteY7" fmla="*/ 3571118 h 3604689"/>
              <a:gd name="connsiteX8" fmla="*/ 2628063 w 3986472"/>
              <a:gd name="connsiteY8" fmla="*/ 2560614 h 3604689"/>
              <a:gd name="connsiteX9" fmla="*/ 1908216 w 3986472"/>
              <a:gd name="connsiteY9" fmla="*/ 2538753 h 3604689"/>
              <a:gd name="connsiteX10" fmla="*/ 2569809 w 3986472"/>
              <a:gd name="connsiteY10" fmla="*/ 1877159 h 3604689"/>
              <a:gd name="connsiteX11" fmla="*/ 1999634 w 3986472"/>
              <a:gd name="connsiteY11" fmla="*/ 1877159 h 3604689"/>
              <a:gd name="connsiteX12" fmla="*/ 185337 w 3986472"/>
              <a:gd name="connsiteY12" fmla="*/ 3604689 h 3604689"/>
              <a:gd name="connsiteX13" fmla="*/ 185337 w 3986472"/>
              <a:gd name="connsiteY13" fmla="*/ 2751226 h 3604689"/>
              <a:gd name="connsiteX14" fmla="*/ 185337 w 3986472"/>
              <a:gd name="connsiteY14" fmla="*/ 2535971 h 3604689"/>
              <a:gd name="connsiteX15" fmla="*/ 185337 w 3986472"/>
              <a:gd name="connsiteY15" fmla="*/ 302954 h 3604689"/>
              <a:gd name="connsiteX16" fmla="*/ 116958 w 3986472"/>
              <a:gd name="connsiteY16" fmla="*/ 302954 h 3604689"/>
              <a:gd name="connsiteX17" fmla="*/ 0 w 3986472"/>
              <a:gd name="connsiteY17" fmla="*/ 185996 h 3604689"/>
              <a:gd name="connsiteX18" fmla="*/ 0 w 3986472"/>
              <a:gd name="connsiteY18" fmla="*/ 131880 h 3604689"/>
              <a:gd name="connsiteX19" fmla="*/ 116958 w 3986472"/>
              <a:gd name="connsiteY19" fmla="*/ 14922 h 3604689"/>
              <a:gd name="connsiteX20" fmla="*/ 1076491 w 3986472"/>
              <a:gd name="connsiteY20" fmla="*/ 14922 h 3604689"/>
              <a:gd name="connsiteX21" fmla="*/ 1193449 w 3986472"/>
              <a:gd name="connsiteY21" fmla="*/ 131880 h 3604689"/>
              <a:gd name="connsiteX22" fmla="*/ 1193449 w 3986472"/>
              <a:gd name="connsiteY22" fmla="*/ 185996 h 3604689"/>
              <a:gd name="connsiteX23" fmla="*/ 1076491 w 3986472"/>
              <a:gd name="connsiteY23" fmla="*/ 302954 h 3604689"/>
              <a:gd name="connsiteX24" fmla="*/ 1028167 w 3986472"/>
              <a:gd name="connsiteY24" fmla="*/ 302954 h 3604689"/>
              <a:gd name="connsiteX25" fmla="*/ 1028167 w 3986472"/>
              <a:gd name="connsiteY25" fmla="*/ 1733448 h 3604689"/>
              <a:gd name="connsiteX26" fmla="*/ 2848679 w 3986472"/>
              <a:gd name="connsiteY26" fmla="*/ 0 h 3604689"/>
              <a:gd name="connsiteX0" fmla="*/ 2848679 w 3986472"/>
              <a:gd name="connsiteY0" fmla="*/ 0 h 3604689"/>
              <a:gd name="connsiteX1" fmla="*/ 3971074 w 3986472"/>
              <a:gd name="connsiteY1" fmla="*/ 0 h 3604689"/>
              <a:gd name="connsiteX2" fmla="*/ 2561353 w 3986472"/>
              <a:gd name="connsiteY2" fmla="*/ 1342303 h 3604689"/>
              <a:gd name="connsiteX3" fmla="*/ 3986472 w 3986472"/>
              <a:gd name="connsiteY3" fmla="*/ 1342303 h 3604689"/>
              <a:gd name="connsiteX4" fmla="*/ 3372472 w 3986472"/>
              <a:gd name="connsiteY4" fmla="*/ 1943009 h 3604689"/>
              <a:gd name="connsiteX5" fmla="*/ 3652526 w 3986472"/>
              <a:gd name="connsiteY5" fmla="*/ 2541537 h 3604689"/>
              <a:gd name="connsiteX6" fmla="*/ 2667555 w 3986472"/>
              <a:gd name="connsiteY6" fmla="*/ 3603007 h 3604689"/>
              <a:gd name="connsiteX7" fmla="*/ 1617559 w 3986472"/>
              <a:gd name="connsiteY7" fmla="*/ 3571118 h 3604689"/>
              <a:gd name="connsiteX8" fmla="*/ 2628063 w 3986472"/>
              <a:gd name="connsiteY8" fmla="*/ 2560614 h 3604689"/>
              <a:gd name="connsiteX9" fmla="*/ 1908216 w 3986472"/>
              <a:gd name="connsiteY9" fmla="*/ 2538753 h 3604689"/>
              <a:gd name="connsiteX10" fmla="*/ 2569809 w 3986472"/>
              <a:gd name="connsiteY10" fmla="*/ 1877159 h 3604689"/>
              <a:gd name="connsiteX11" fmla="*/ 1999634 w 3986472"/>
              <a:gd name="connsiteY11" fmla="*/ 1877159 h 3604689"/>
              <a:gd name="connsiteX12" fmla="*/ 185337 w 3986472"/>
              <a:gd name="connsiteY12" fmla="*/ 3604689 h 3604689"/>
              <a:gd name="connsiteX13" fmla="*/ 185337 w 3986472"/>
              <a:gd name="connsiteY13" fmla="*/ 2751226 h 3604689"/>
              <a:gd name="connsiteX14" fmla="*/ 185337 w 3986472"/>
              <a:gd name="connsiteY14" fmla="*/ 302954 h 3604689"/>
              <a:gd name="connsiteX15" fmla="*/ 116958 w 3986472"/>
              <a:gd name="connsiteY15" fmla="*/ 302954 h 3604689"/>
              <a:gd name="connsiteX16" fmla="*/ 0 w 3986472"/>
              <a:gd name="connsiteY16" fmla="*/ 185996 h 3604689"/>
              <a:gd name="connsiteX17" fmla="*/ 0 w 3986472"/>
              <a:gd name="connsiteY17" fmla="*/ 131880 h 3604689"/>
              <a:gd name="connsiteX18" fmla="*/ 116958 w 3986472"/>
              <a:gd name="connsiteY18" fmla="*/ 14922 h 3604689"/>
              <a:gd name="connsiteX19" fmla="*/ 1076491 w 3986472"/>
              <a:gd name="connsiteY19" fmla="*/ 14922 h 3604689"/>
              <a:gd name="connsiteX20" fmla="*/ 1193449 w 3986472"/>
              <a:gd name="connsiteY20" fmla="*/ 131880 h 3604689"/>
              <a:gd name="connsiteX21" fmla="*/ 1193449 w 3986472"/>
              <a:gd name="connsiteY21" fmla="*/ 185996 h 3604689"/>
              <a:gd name="connsiteX22" fmla="*/ 1076491 w 3986472"/>
              <a:gd name="connsiteY22" fmla="*/ 302954 h 3604689"/>
              <a:gd name="connsiteX23" fmla="*/ 1028167 w 3986472"/>
              <a:gd name="connsiteY23" fmla="*/ 302954 h 3604689"/>
              <a:gd name="connsiteX24" fmla="*/ 1028167 w 3986472"/>
              <a:gd name="connsiteY24" fmla="*/ 1733448 h 3604689"/>
              <a:gd name="connsiteX25" fmla="*/ 2848679 w 3986472"/>
              <a:gd name="connsiteY25" fmla="*/ 0 h 3604689"/>
              <a:gd name="connsiteX0" fmla="*/ 2848679 w 3986472"/>
              <a:gd name="connsiteY0" fmla="*/ 0 h 3604689"/>
              <a:gd name="connsiteX1" fmla="*/ 3971074 w 3986472"/>
              <a:gd name="connsiteY1" fmla="*/ 0 h 3604689"/>
              <a:gd name="connsiteX2" fmla="*/ 2561353 w 3986472"/>
              <a:gd name="connsiteY2" fmla="*/ 1342303 h 3604689"/>
              <a:gd name="connsiteX3" fmla="*/ 3986472 w 3986472"/>
              <a:gd name="connsiteY3" fmla="*/ 1342303 h 3604689"/>
              <a:gd name="connsiteX4" fmla="*/ 3372472 w 3986472"/>
              <a:gd name="connsiteY4" fmla="*/ 1943009 h 3604689"/>
              <a:gd name="connsiteX5" fmla="*/ 3652526 w 3986472"/>
              <a:gd name="connsiteY5" fmla="*/ 2541537 h 3604689"/>
              <a:gd name="connsiteX6" fmla="*/ 2667555 w 3986472"/>
              <a:gd name="connsiteY6" fmla="*/ 3603007 h 3604689"/>
              <a:gd name="connsiteX7" fmla="*/ 1617559 w 3986472"/>
              <a:gd name="connsiteY7" fmla="*/ 3571118 h 3604689"/>
              <a:gd name="connsiteX8" fmla="*/ 2628063 w 3986472"/>
              <a:gd name="connsiteY8" fmla="*/ 2560614 h 3604689"/>
              <a:gd name="connsiteX9" fmla="*/ 1908216 w 3986472"/>
              <a:gd name="connsiteY9" fmla="*/ 2538753 h 3604689"/>
              <a:gd name="connsiteX10" fmla="*/ 2569809 w 3986472"/>
              <a:gd name="connsiteY10" fmla="*/ 1877159 h 3604689"/>
              <a:gd name="connsiteX11" fmla="*/ 1999634 w 3986472"/>
              <a:gd name="connsiteY11" fmla="*/ 1877159 h 3604689"/>
              <a:gd name="connsiteX12" fmla="*/ 185337 w 3986472"/>
              <a:gd name="connsiteY12" fmla="*/ 3604689 h 3604689"/>
              <a:gd name="connsiteX13" fmla="*/ 185337 w 3986472"/>
              <a:gd name="connsiteY13" fmla="*/ 302954 h 3604689"/>
              <a:gd name="connsiteX14" fmla="*/ 116958 w 3986472"/>
              <a:gd name="connsiteY14" fmla="*/ 302954 h 3604689"/>
              <a:gd name="connsiteX15" fmla="*/ 0 w 3986472"/>
              <a:gd name="connsiteY15" fmla="*/ 185996 h 3604689"/>
              <a:gd name="connsiteX16" fmla="*/ 0 w 3986472"/>
              <a:gd name="connsiteY16" fmla="*/ 131880 h 3604689"/>
              <a:gd name="connsiteX17" fmla="*/ 116958 w 3986472"/>
              <a:gd name="connsiteY17" fmla="*/ 14922 h 3604689"/>
              <a:gd name="connsiteX18" fmla="*/ 1076491 w 3986472"/>
              <a:gd name="connsiteY18" fmla="*/ 14922 h 3604689"/>
              <a:gd name="connsiteX19" fmla="*/ 1193449 w 3986472"/>
              <a:gd name="connsiteY19" fmla="*/ 131880 h 3604689"/>
              <a:gd name="connsiteX20" fmla="*/ 1193449 w 3986472"/>
              <a:gd name="connsiteY20" fmla="*/ 185996 h 3604689"/>
              <a:gd name="connsiteX21" fmla="*/ 1076491 w 3986472"/>
              <a:gd name="connsiteY21" fmla="*/ 302954 h 3604689"/>
              <a:gd name="connsiteX22" fmla="*/ 1028167 w 3986472"/>
              <a:gd name="connsiteY22" fmla="*/ 302954 h 3604689"/>
              <a:gd name="connsiteX23" fmla="*/ 1028167 w 3986472"/>
              <a:gd name="connsiteY23" fmla="*/ 1733448 h 3604689"/>
              <a:gd name="connsiteX24" fmla="*/ 2848679 w 3986472"/>
              <a:gd name="connsiteY24" fmla="*/ 0 h 3604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3986472" h="3604689">
                <a:moveTo>
                  <a:pt x="2848679" y="0"/>
                </a:moveTo>
                <a:lnTo>
                  <a:pt x="3971074" y="0"/>
                </a:lnTo>
                <a:lnTo>
                  <a:pt x="2561353" y="1342303"/>
                </a:lnTo>
                <a:lnTo>
                  <a:pt x="3986472" y="1342303"/>
                </a:lnTo>
                <a:lnTo>
                  <a:pt x="3372472" y="1943009"/>
                </a:lnTo>
                <a:cubicBezTo>
                  <a:pt x="3620560" y="2058727"/>
                  <a:pt x="3779978" y="2367682"/>
                  <a:pt x="3652526" y="2541537"/>
                </a:cubicBezTo>
                <a:lnTo>
                  <a:pt x="2667555" y="3603007"/>
                </a:lnTo>
                <a:lnTo>
                  <a:pt x="1617559" y="3571118"/>
                </a:lnTo>
                <a:lnTo>
                  <a:pt x="2628063" y="2560614"/>
                </a:lnTo>
                <a:lnTo>
                  <a:pt x="1908216" y="2538753"/>
                </a:lnTo>
                <a:lnTo>
                  <a:pt x="2569809" y="1877159"/>
                </a:lnTo>
                <a:lnTo>
                  <a:pt x="1999634" y="1877159"/>
                </a:lnTo>
                <a:lnTo>
                  <a:pt x="185337" y="3604689"/>
                </a:lnTo>
                <a:lnTo>
                  <a:pt x="185337" y="302954"/>
                </a:lnTo>
                <a:lnTo>
                  <a:pt x="116958" y="302954"/>
                </a:lnTo>
                <a:cubicBezTo>
                  <a:pt x="52364" y="302954"/>
                  <a:pt x="0" y="250590"/>
                  <a:pt x="0" y="185996"/>
                </a:cubicBezTo>
                <a:lnTo>
                  <a:pt x="0" y="131880"/>
                </a:lnTo>
                <a:cubicBezTo>
                  <a:pt x="0" y="67286"/>
                  <a:pt x="52364" y="14922"/>
                  <a:pt x="116958" y="14922"/>
                </a:cubicBezTo>
                <a:lnTo>
                  <a:pt x="1076491" y="14922"/>
                </a:lnTo>
                <a:cubicBezTo>
                  <a:pt x="1141085" y="14922"/>
                  <a:pt x="1193449" y="67286"/>
                  <a:pt x="1193449" y="131880"/>
                </a:cubicBezTo>
                <a:lnTo>
                  <a:pt x="1193449" y="185996"/>
                </a:lnTo>
                <a:cubicBezTo>
                  <a:pt x="1193449" y="250590"/>
                  <a:pt x="1141085" y="302954"/>
                  <a:pt x="1076491" y="302954"/>
                </a:cubicBezTo>
                <a:lnTo>
                  <a:pt x="1028167" y="302954"/>
                </a:lnTo>
                <a:lnTo>
                  <a:pt x="1028167" y="1733448"/>
                </a:lnTo>
                <a:lnTo>
                  <a:pt x="2848679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1">
              <a:solidFill>
                <a:schemeClr val="tx1"/>
              </a:solidFill>
              <a:ea typeface="+mj-ea"/>
            </a:endParaRPr>
          </a:p>
        </p:txBody>
      </p:sp>
      <p:sp>
        <p:nvSpPr>
          <p:cNvPr id="61" name="Freeform 43">
            <a:extLst>
              <a:ext uri="{FF2B5EF4-FFF2-40B4-BE49-F238E27FC236}">
                <a16:creationId xmlns:a16="http://schemas.microsoft.com/office/drawing/2014/main" id="{3CFC5711-D020-4E3B-9E9B-08923E86394C}"/>
              </a:ext>
            </a:extLst>
          </p:cNvPr>
          <p:cNvSpPr>
            <a:spLocks noChangeAspect="1"/>
          </p:cNvSpPr>
          <p:nvPr/>
        </p:nvSpPr>
        <p:spPr>
          <a:xfrm>
            <a:off x="6526799" y="3078739"/>
            <a:ext cx="537190" cy="612000"/>
          </a:xfrm>
          <a:custGeom>
            <a:avLst/>
            <a:gdLst/>
            <a:ahLst/>
            <a:cxnLst/>
            <a:rect l="l" t="t" r="r" b="b"/>
            <a:pathLst>
              <a:path w="3456727" h="3938119">
                <a:moveTo>
                  <a:pt x="1728364" y="1961325"/>
                </a:moveTo>
                <a:cubicBezTo>
                  <a:pt x="1726089" y="2407152"/>
                  <a:pt x="1737463" y="2812034"/>
                  <a:pt x="1735188" y="3257861"/>
                </a:cubicBezTo>
                <a:cubicBezTo>
                  <a:pt x="2394830" y="3057694"/>
                  <a:pt x="2610919" y="2352560"/>
                  <a:pt x="2765594" y="1981796"/>
                </a:cubicBezTo>
                <a:close/>
                <a:moveTo>
                  <a:pt x="1728362" y="682044"/>
                </a:moveTo>
                <a:cubicBezTo>
                  <a:pt x="1355324" y="868563"/>
                  <a:pt x="1166530" y="952725"/>
                  <a:pt x="609247" y="1002767"/>
                </a:cubicBezTo>
                <a:cubicBezTo>
                  <a:pt x="606972" y="1330312"/>
                  <a:pt x="631992" y="1623739"/>
                  <a:pt x="704780" y="1964933"/>
                </a:cubicBezTo>
                <a:lnTo>
                  <a:pt x="1728363" y="1971757"/>
                </a:lnTo>
                <a:cubicBezTo>
                  <a:pt x="1728363" y="1541853"/>
                  <a:pt x="1728362" y="1111948"/>
                  <a:pt x="1728362" y="682044"/>
                </a:cubicBezTo>
                <a:close/>
                <a:moveTo>
                  <a:pt x="1723409" y="487996"/>
                </a:moveTo>
                <a:cubicBezTo>
                  <a:pt x="1725062" y="488690"/>
                  <a:pt x="1726712" y="489384"/>
                  <a:pt x="1728363" y="490064"/>
                </a:cubicBezTo>
                <a:cubicBezTo>
                  <a:pt x="1730015" y="489384"/>
                  <a:pt x="1731666" y="488690"/>
                  <a:pt x="1733319" y="487996"/>
                </a:cubicBezTo>
                <a:lnTo>
                  <a:pt x="1733319" y="492131"/>
                </a:lnTo>
                <a:cubicBezTo>
                  <a:pt x="2179467" y="679460"/>
                  <a:pt x="2405896" y="769409"/>
                  <a:pt x="2817789" y="813808"/>
                </a:cubicBezTo>
                <a:cubicBezTo>
                  <a:pt x="2971516" y="823489"/>
                  <a:pt x="3036247" y="875307"/>
                  <a:pt x="3033236" y="1061333"/>
                </a:cubicBezTo>
                <a:cubicBezTo>
                  <a:pt x="3015439" y="2441328"/>
                  <a:pt x="2363638" y="3359629"/>
                  <a:pt x="1733319" y="3448048"/>
                </a:cubicBezTo>
                <a:lnTo>
                  <a:pt x="1733319" y="3450123"/>
                </a:lnTo>
                <a:lnTo>
                  <a:pt x="1728363" y="3449086"/>
                </a:lnTo>
                <a:lnTo>
                  <a:pt x="1723409" y="3450123"/>
                </a:lnTo>
                <a:lnTo>
                  <a:pt x="1723409" y="3448048"/>
                </a:lnTo>
                <a:cubicBezTo>
                  <a:pt x="1093089" y="3359629"/>
                  <a:pt x="441289" y="2441328"/>
                  <a:pt x="423491" y="1061333"/>
                </a:cubicBezTo>
                <a:cubicBezTo>
                  <a:pt x="420479" y="875307"/>
                  <a:pt x="485211" y="823489"/>
                  <a:pt x="638937" y="813808"/>
                </a:cubicBezTo>
                <a:cubicBezTo>
                  <a:pt x="1050832" y="769409"/>
                  <a:pt x="1277261" y="679460"/>
                  <a:pt x="1723409" y="492131"/>
                </a:cubicBezTo>
                <a:close/>
                <a:moveTo>
                  <a:pt x="1722802" y="306889"/>
                </a:moveTo>
                <a:lnTo>
                  <a:pt x="1722802" y="311530"/>
                </a:lnTo>
                <a:cubicBezTo>
                  <a:pt x="1222099" y="521767"/>
                  <a:pt x="967982" y="622713"/>
                  <a:pt x="505720" y="672542"/>
                </a:cubicBezTo>
                <a:cubicBezTo>
                  <a:pt x="333196" y="683408"/>
                  <a:pt x="260550" y="741561"/>
                  <a:pt x="263929" y="950334"/>
                </a:cubicBezTo>
                <a:cubicBezTo>
                  <a:pt x="283902" y="2499079"/>
                  <a:pt x="1015407" y="3529669"/>
                  <a:pt x="1722802" y="3628902"/>
                </a:cubicBezTo>
                <a:lnTo>
                  <a:pt x="1722802" y="3631230"/>
                </a:lnTo>
                <a:lnTo>
                  <a:pt x="1728365" y="3630065"/>
                </a:lnTo>
                <a:lnTo>
                  <a:pt x="1733925" y="3631230"/>
                </a:lnTo>
                <a:lnTo>
                  <a:pt x="1733925" y="3628902"/>
                </a:lnTo>
                <a:cubicBezTo>
                  <a:pt x="2441322" y="3529669"/>
                  <a:pt x="3172826" y="2499079"/>
                  <a:pt x="3192800" y="950334"/>
                </a:cubicBezTo>
                <a:cubicBezTo>
                  <a:pt x="3196179" y="741561"/>
                  <a:pt x="3123532" y="683408"/>
                  <a:pt x="2951007" y="672542"/>
                </a:cubicBezTo>
                <a:cubicBezTo>
                  <a:pt x="2488747" y="622713"/>
                  <a:pt x="2234630" y="521767"/>
                  <a:pt x="1733925" y="311530"/>
                </a:cubicBezTo>
                <a:lnTo>
                  <a:pt x="1733925" y="306889"/>
                </a:lnTo>
                <a:cubicBezTo>
                  <a:pt x="1732071" y="307669"/>
                  <a:pt x="1730218" y="308445"/>
                  <a:pt x="1728365" y="309209"/>
                </a:cubicBezTo>
                <a:cubicBezTo>
                  <a:pt x="1726510" y="308445"/>
                  <a:pt x="1724659" y="307669"/>
                  <a:pt x="1722802" y="306889"/>
                </a:cubicBezTo>
                <a:close/>
                <a:moveTo>
                  <a:pt x="1721800" y="0"/>
                </a:moveTo>
                <a:cubicBezTo>
                  <a:pt x="1723991" y="923"/>
                  <a:pt x="1726176" y="1844"/>
                  <a:pt x="1728363" y="2749"/>
                </a:cubicBezTo>
                <a:cubicBezTo>
                  <a:pt x="1730551" y="1844"/>
                  <a:pt x="1732737" y="923"/>
                  <a:pt x="1734926" y="0"/>
                </a:cubicBezTo>
                <a:lnTo>
                  <a:pt x="1734926" y="5497"/>
                </a:lnTo>
                <a:cubicBezTo>
                  <a:pt x="2325825" y="254550"/>
                  <a:pt x="2625718" y="374136"/>
                  <a:pt x="3171248" y="433164"/>
                </a:cubicBezTo>
                <a:cubicBezTo>
                  <a:pt x="3374850" y="446035"/>
                  <a:pt x="3460584" y="514926"/>
                  <a:pt x="3456595" y="762245"/>
                </a:cubicBezTo>
                <a:cubicBezTo>
                  <a:pt x="3433024" y="2596936"/>
                  <a:pt x="2569749" y="3817807"/>
                  <a:pt x="1734926" y="3935360"/>
                </a:cubicBezTo>
                <a:lnTo>
                  <a:pt x="1734926" y="3938119"/>
                </a:lnTo>
                <a:lnTo>
                  <a:pt x="1728363" y="3936740"/>
                </a:lnTo>
                <a:lnTo>
                  <a:pt x="1721800" y="3938119"/>
                </a:lnTo>
                <a:lnTo>
                  <a:pt x="1721800" y="3935360"/>
                </a:lnTo>
                <a:cubicBezTo>
                  <a:pt x="886977" y="3817807"/>
                  <a:pt x="23703" y="2596936"/>
                  <a:pt x="132" y="762245"/>
                </a:cubicBezTo>
                <a:cubicBezTo>
                  <a:pt x="-3858" y="514926"/>
                  <a:pt x="81876" y="446035"/>
                  <a:pt x="285478" y="433164"/>
                </a:cubicBezTo>
                <a:cubicBezTo>
                  <a:pt x="831010" y="374136"/>
                  <a:pt x="1130903" y="254550"/>
                  <a:pt x="1721800" y="54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1">
              <a:solidFill>
                <a:schemeClr val="tx1"/>
              </a:solidFill>
              <a:ea typeface="+mj-ea"/>
            </a:endParaRPr>
          </a:p>
        </p:txBody>
      </p:sp>
      <p:sp>
        <p:nvSpPr>
          <p:cNvPr id="62" name="Rounded Rectangle 1">
            <a:extLst>
              <a:ext uri="{FF2B5EF4-FFF2-40B4-BE49-F238E27FC236}">
                <a16:creationId xmlns:a16="http://schemas.microsoft.com/office/drawing/2014/main" id="{36268439-D577-44DA-887F-21ADCD262285}"/>
              </a:ext>
            </a:extLst>
          </p:cNvPr>
          <p:cNvSpPr>
            <a:spLocks noChangeAspect="1"/>
          </p:cNvSpPr>
          <p:nvPr/>
        </p:nvSpPr>
        <p:spPr>
          <a:xfrm rot="2648398">
            <a:off x="6668710" y="1958106"/>
            <a:ext cx="253371" cy="648000"/>
          </a:xfrm>
          <a:custGeom>
            <a:avLst/>
            <a:gdLst/>
            <a:ahLst/>
            <a:cxnLst/>
            <a:rect l="l" t="t" r="r" b="b"/>
            <a:pathLst>
              <a:path w="1862952" h="4764557">
                <a:moveTo>
                  <a:pt x="289679" y="2004751"/>
                </a:moveTo>
                <a:cubicBezTo>
                  <a:pt x="458860" y="1838972"/>
                  <a:pt x="691283" y="1737733"/>
                  <a:pt x="946849" y="1740329"/>
                </a:cubicBezTo>
                <a:cubicBezTo>
                  <a:pt x="982916" y="1740695"/>
                  <a:pt x="1018481" y="1743119"/>
                  <a:pt x="1053366" y="1748014"/>
                </a:cubicBezTo>
                <a:cubicBezTo>
                  <a:pt x="1317748" y="1888655"/>
                  <a:pt x="1203170" y="2165630"/>
                  <a:pt x="978473" y="2204473"/>
                </a:cubicBezTo>
                <a:cubicBezTo>
                  <a:pt x="966642" y="2201190"/>
                  <a:pt x="954470" y="2200566"/>
                  <a:pt x="942176" y="2200441"/>
                </a:cubicBezTo>
                <a:cubicBezTo>
                  <a:pt x="697403" y="2197955"/>
                  <a:pt x="496962" y="2394367"/>
                  <a:pt x="494475" y="2639137"/>
                </a:cubicBezTo>
                <a:lnTo>
                  <a:pt x="482110" y="3856696"/>
                </a:lnTo>
                <a:cubicBezTo>
                  <a:pt x="479624" y="4101467"/>
                  <a:pt x="676035" y="4301910"/>
                  <a:pt x="920807" y="4304396"/>
                </a:cubicBezTo>
                <a:cubicBezTo>
                  <a:pt x="1043193" y="4305639"/>
                  <a:pt x="1154496" y="4257158"/>
                  <a:pt x="1235513" y="4177768"/>
                </a:cubicBezTo>
                <a:cubicBezTo>
                  <a:pt x="1316531" y="4098380"/>
                  <a:pt x="1367262" y="3988084"/>
                  <a:pt x="1368506" y="3865699"/>
                </a:cubicBezTo>
                <a:lnTo>
                  <a:pt x="1375662" y="3161156"/>
                </a:lnTo>
                <a:cubicBezTo>
                  <a:pt x="1504082" y="3167548"/>
                  <a:pt x="1792622" y="2981572"/>
                  <a:pt x="1861834" y="2783546"/>
                </a:cubicBezTo>
                <a:lnTo>
                  <a:pt x="1851019" y="3848423"/>
                </a:lnTo>
                <a:cubicBezTo>
                  <a:pt x="1848423" y="4103989"/>
                  <a:pt x="1742485" y="4334308"/>
                  <a:pt x="1573304" y="4500088"/>
                </a:cubicBezTo>
                <a:cubicBezTo>
                  <a:pt x="1404123" y="4665866"/>
                  <a:pt x="1171700" y="4767105"/>
                  <a:pt x="916134" y="4764509"/>
                </a:cubicBezTo>
                <a:cubicBezTo>
                  <a:pt x="405002" y="4759318"/>
                  <a:pt x="-5143" y="4340756"/>
                  <a:pt x="48" y="3829624"/>
                </a:cubicBezTo>
                <a:lnTo>
                  <a:pt x="11964" y="2656415"/>
                </a:lnTo>
                <a:cubicBezTo>
                  <a:pt x="14559" y="2400849"/>
                  <a:pt x="120498" y="2170529"/>
                  <a:pt x="289679" y="2004751"/>
                </a:cubicBezTo>
                <a:close/>
                <a:moveTo>
                  <a:pt x="282968" y="271082"/>
                </a:moveTo>
                <a:cubicBezTo>
                  <a:pt x="450457" y="103594"/>
                  <a:pt x="681840" y="0"/>
                  <a:pt x="937419" y="0"/>
                </a:cubicBezTo>
                <a:cubicBezTo>
                  <a:pt x="1448577" y="0"/>
                  <a:pt x="1862952" y="414375"/>
                  <a:pt x="1862952" y="925533"/>
                </a:cubicBezTo>
                <a:lnTo>
                  <a:pt x="1862952" y="2098803"/>
                </a:lnTo>
                <a:cubicBezTo>
                  <a:pt x="1862952" y="2609961"/>
                  <a:pt x="1448577" y="3024336"/>
                  <a:pt x="937419" y="3024336"/>
                </a:cubicBezTo>
                <a:cubicBezTo>
                  <a:pt x="901350" y="3024336"/>
                  <a:pt x="865762" y="3022273"/>
                  <a:pt x="830829" y="3017733"/>
                </a:cubicBezTo>
                <a:cubicBezTo>
                  <a:pt x="565032" y="2879784"/>
                  <a:pt x="676792" y="2601660"/>
                  <a:pt x="901083" y="2560538"/>
                </a:cubicBezTo>
                <a:cubicBezTo>
                  <a:pt x="912947" y="2563700"/>
                  <a:pt x="925124" y="2564200"/>
                  <a:pt x="937419" y="2564200"/>
                </a:cubicBezTo>
                <a:cubicBezTo>
                  <a:pt x="1182204" y="2564200"/>
                  <a:pt x="1380640" y="2365763"/>
                  <a:pt x="1380641" y="2120980"/>
                </a:cubicBezTo>
                <a:lnTo>
                  <a:pt x="1380640" y="903358"/>
                </a:lnTo>
                <a:cubicBezTo>
                  <a:pt x="1380640" y="658574"/>
                  <a:pt x="1182204" y="460137"/>
                  <a:pt x="937419" y="460137"/>
                </a:cubicBezTo>
                <a:cubicBezTo>
                  <a:pt x="815027" y="460137"/>
                  <a:pt x="704222" y="509746"/>
                  <a:pt x="624015" y="589954"/>
                </a:cubicBezTo>
                <a:cubicBezTo>
                  <a:pt x="543808" y="670161"/>
                  <a:pt x="494199" y="780966"/>
                  <a:pt x="494199" y="903358"/>
                </a:cubicBezTo>
                <a:lnTo>
                  <a:pt x="494198" y="1607937"/>
                </a:lnTo>
                <a:cubicBezTo>
                  <a:pt x="365720" y="1602850"/>
                  <a:pt x="79084" y="1791747"/>
                  <a:pt x="11886" y="1990465"/>
                </a:cubicBezTo>
                <a:lnTo>
                  <a:pt x="11886" y="925533"/>
                </a:lnTo>
                <a:cubicBezTo>
                  <a:pt x="11886" y="669954"/>
                  <a:pt x="115480" y="438571"/>
                  <a:pt x="282968" y="27108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1">
              <a:solidFill>
                <a:schemeClr val="tx1"/>
              </a:solidFill>
              <a:ea typeface="+mj-ea"/>
            </a:endParaRPr>
          </a:p>
        </p:txBody>
      </p:sp>
      <p:sp>
        <p:nvSpPr>
          <p:cNvPr id="63" name="Rectangle 1">
            <a:extLst>
              <a:ext uri="{FF2B5EF4-FFF2-40B4-BE49-F238E27FC236}">
                <a16:creationId xmlns:a16="http://schemas.microsoft.com/office/drawing/2014/main" id="{0D2B6920-1AE7-45CA-A505-7D798FFCE887}"/>
              </a:ext>
            </a:extLst>
          </p:cNvPr>
          <p:cNvSpPr>
            <a:spLocks noChangeAspect="1"/>
          </p:cNvSpPr>
          <p:nvPr/>
        </p:nvSpPr>
        <p:spPr>
          <a:xfrm>
            <a:off x="6515656" y="5315691"/>
            <a:ext cx="559474" cy="551206"/>
          </a:xfrm>
          <a:custGeom>
            <a:avLst/>
            <a:gdLst/>
            <a:ahLst/>
            <a:cxnLst/>
            <a:rect l="l" t="t" r="r" b="b"/>
            <a:pathLst>
              <a:path w="3994694" h="3935658">
                <a:moveTo>
                  <a:pt x="3059053" y="3287658"/>
                </a:moveTo>
                <a:lnTo>
                  <a:pt x="3994694" y="3287658"/>
                </a:lnTo>
                <a:lnTo>
                  <a:pt x="3994694" y="3935658"/>
                </a:lnTo>
                <a:lnTo>
                  <a:pt x="3059053" y="3935658"/>
                </a:lnTo>
                <a:close/>
                <a:moveTo>
                  <a:pt x="1259497" y="3287658"/>
                </a:moveTo>
                <a:lnTo>
                  <a:pt x="2915681" y="3287658"/>
                </a:lnTo>
                <a:lnTo>
                  <a:pt x="2915681" y="3935658"/>
                </a:lnTo>
                <a:lnTo>
                  <a:pt x="1259497" y="3935658"/>
                </a:lnTo>
                <a:close/>
                <a:moveTo>
                  <a:pt x="0" y="3287658"/>
                </a:moveTo>
                <a:lnTo>
                  <a:pt x="1116124" y="3287658"/>
                </a:lnTo>
                <a:lnTo>
                  <a:pt x="1116124" y="3935658"/>
                </a:lnTo>
                <a:lnTo>
                  <a:pt x="0" y="3935658"/>
                </a:lnTo>
                <a:close/>
                <a:moveTo>
                  <a:pt x="3886694" y="2470824"/>
                </a:moveTo>
                <a:lnTo>
                  <a:pt x="3994694" y="2470824"/>
                </a:lnTo>
                <a:lnTo>
                  <a:pt x="3994694" y="3118824"/>
                </a:lnTo>
                <a:lnTo>
                  <a:pt x="3886694" y="3118824"/>
                </a:lnTo>
                <a:close/>
                <a:moveTo>
                  <a:pt x="2123068" y="2470824"/>
                </a:moveTo>
                <a:lnTo>
                  <a:pt x="3779252" y="2470824"/>
                </a:lnTo>
                <a:lnTo>
                  <a:pt x="3779252" y="3118824"/>
                </a:lnTo>
                <a:lnTo>
                  <a:pt x="2123068" y="3118824"/>
                </a:lnTo>
                <a:close/>
                <a:moveTo>
                  <a:pt x="359442" y="2470824"/>
                </a:moveTo>
                <a:lnTo>
                  <a:pt x="2015626" y="2470824"/>
                </a:lnTo>
                <a:lnTo>
                  <a:pt x="2015626" y="3118824"/>
                </a:lnTo>
                <a:lnTo>
                  <a:pt x="359442" y="3118824"/>
                </a:lnTo>
                <a:close/>
                <a:moveTo>
                  <a:pt x="0" y="2470824"/>
                </a:moveTo>
                <a:lnTo>
                  <a:pt x="252000" y="2470824"/>
                </a:lnTo>
                <a:lnTo>
                  <a:pt x="252000" y="3118824"/>
                </a:lnTo>
                <a:lnTo>
                  <a:pt x="0" y="3118824"/>
                </a:lnTo>
                <a:close/>
                <a:moveTo>
                  <a:pt x="3059053" y="1635982"/>
                </a:moveTo>
                <a:lnTo>
                  <a:pt x="3994694" y="1635982"/>
                </a:lnTo>
                <a:lnTo>
                  <a:pt x="3994694" y="2283982"/>
                </a:lnTo>
                <a:lnTo>
                  <a:pt x="3059053" y="2283982"/>
                </a:lnTo>
                <a:close/>
                <a:moveTo>
                  <a:pt x="1259496" y="1635982"/>
                </a:moveTo>
                <a:lnTo>
                  <a:pt x="2915680" y="1635982"/>
                </a:lnTo>
                <a:lnTo>
                  <a:pt x="2915680" y="2283982"/>
                </a:lnTo>
                <a:lnTo>
                  <a:pt x="1259496" y="2283982"/>
                </a:lnTo>
                <a:close/>
                <a:moveTo>
                  <a:pt x="0" y="1635982"/>
                </a:moveTo>
                <a:lnTo>
                  <a:pt x="1116124" y="1635982"/>
                </a:lnTo>
                <a:lnTo>
                  <a:pt x="1116124" y="2283982"/>
                </a:lnTo>
                <a:lnTo>
                  <a:pt x="0" y="2283982"/>
                </a:lnTo>
                <a:close/>
                <a:moveTo>
                  <a:pt x="3886694" y="836400"/>
                </a:moveTo>
                <a:lnTo>
                  <a:pt x="3994694" y="836400"/>
                </a:lnTo>
                <a:lnTo>
                  <a:pt x="3994694" y="1484400"/>
                </a:lnTo>
                <a:lnTo>
                  <a:pt x="3886694" y="1484400"/>
                </a:lnTo>
                <a:close/>
                <a:moveTo>
                  <a:pt x="2123068" y="820634"/>
                </a:moveTo>
                <a:lnTo>
                  <a:pt x="3779252" y="820634"/>
                </a:lnTo>
                <a:lnTo>
                  <a:pt x="3779252" y="1468634"/>
                </a:lnTo>
                <a:lnTo>
                  <a:pt x="2123068" y="1468634"/>
                </a:lnTo>
                <a:close/>
                <a:moveTo>
                  <a:pt x="359442" y="820634"/>
                </a:moveTo>
                <a:lnTo>
                  <a:pt x="2015626" y="820634"/>
                </a:lnTo>
                <a:lnTo>
                  <a:pt x="2015626" y="1468634"/>
                </a:lnTo>
                <a:lnTo>
                  <a:pt x="359442" y="1468634"/>
                </a:lnTo>
                <a:close/>
                <a:moveTo>
                  <a:pt x="0" y="820634"/>
                </a:moveTo>
                <a:lnTo>
                  <a:pt x="252000" y="820634"/>
                </a:lnTo>
                <a:lnTo>
                  <a:pt x="252000" y="1468634"/>
                </a:lnTo>
                <a:lnTo>
                  <a:pt x="0" y="1468634"/>
                </a:lnTo>
                <a:close/>
                <a:moveTo>
                  <a:pt x="3059053" y="0"/>
                </a:moveTo>
                <a:lnTo>
                  <a:pt x="3994694" y="0"/>
                </a:lnTo>
                <a:lnTo>
                  <a:pt x="3994694" y="648000"/>
                </a:lnTo>
                <a:lnTo>
                  <a:pt x="3059053" y="648000"/>
                </a:lnTo>
                <a:close/>
                <a:moveTo>
                  <a:pt x="1259496" y="0"/>
                </a:moveTo>
                <a:lnTo>
                  <a:pt x="2915680" y="0"/>
                </a:lnTo>
                <a:lnTo>
                  <a:pt x="2915680" y="648000"/>
                </a:lnTo>
                <a:lnTo>
                  <a:pt x="1259496" y="648000"/>
                </a:lnTo>
                <a:close/>
                <a:moveTo>
                  <a:pt x="0" y="0"/>
                </a:moveTo>
                <a:lnTo>
                  <a:pt x="1116124" y="0"/>
                </a:lnTo>
                <a:lnTo>
                  <a:pt x="1116124" y="648000"/>
                </a:lnTo>
                <a:lnTo>
                  <a:pt x="0" y="64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1">
              <a:solidFill>
                <a:schemeClr val="tx1"/>
              </a:solidFill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2012780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Types of HR Data Used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48138EE-5ABF-4C84-8CF8-214D79241782}"/>
              </a:ext>
            </a:extLst>
          </p:cNvPr>
          <p:cNvSpPr/>
          <p:nvPr/>
        </p:nvSpPr>
        <p:spPr>
          <a:xfrm>
            <a:off x="1126156" y="1996796"/>
            <a:ext cx="1787800" cy="1787800"/>
          </a:xfrm>
          <a:prstGeom prst="roundRect">
            <a:avLst>
              <a:gd name="adj" fmla="val 6167"/>
            </a:avLst>
          </a:prstGeom>
          <a:solidFill>
            <a:schemeClr val="bg1"/>
          </a:solidFill>
          <a:ln w="3492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0269E4F-827D-4B7E-8079-4AEDD75F6DE8}"/>
              </a:ext>
            </a:extLst>
          </p:cNvPr>
          <p:cNvSpPr/>
          <p:nvPr/>
        </p:nvSpPr>
        <p:spPr>
          <a:xfrm>
            <a:off x="3134520" y="1996796"/>
            <a:ext cx="1787800" cy="1787800"/>
          </a:xfrm>
          <a:prstGeom prst="roundRect">
            <a:avLst>
              <a:gd name="adj" fmla="val 6167"/>
            </a:avLst>
          </a:prstGeom>
          <a:solidFill>
            <a:schemeClr val="accent1"/>
          </a:solidFill>
          <a:ln w="349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50F6FEA-4ACE-4A0B-BC7A-22E8077B80D0}"/>
              </a:ext>
            </a:extLst>
          </p:cNvPr>
          <p:cNvSpPr/>
          <p:nvPr/>
        </p:nvSpPr>
        <p:spPr>
          <a:xfrm>
            <a:off x="1126156" y="3988555"/>
            <a:ext cx="1787800" cy="1787800"/>
          </a:xfrm>
          <a:prstGeom prst="roundRect">
            <a:avLst>
              <a:gd name="adj" fmla="val 6167"/>
            </a:avLst>
          </a:prstGeom>
          <a:solidFill>
            <a:schemeClr val="bg1"/>
          </a:solidFill>
          <a:ln w="349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0D7EE22-D245-49BB-9CA1-5E4C11599645}"/>
              </a:ext>
            </a:extLst>
          </p:cNvPr>
          <p:cNvSpPr/>
          <p:nvPr/>
        </p:nvSpPr>
        <p:spPr>
          <a:xfrm>
            <a:off x="3134520" y="3988555"/>
            <a:ext cx="1787800" cy="1787800"/>
          </a:xfrm>
          <a:prstGeom prst="roundRect">
            <a:avLst>
              <a:gd name="adj" fmla="val 6167"/>
            </a:avLst>
          </a:prstGeom>
          <a:solidFill>
            <a:schemeClr val="bg1"/>
          </a:solidFill>
          <a:ln w="349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9">
            <a:extLst>
              <a:ext uri="{FF2B5EF4-FFF2-40B4-BE49-F238E27FC236}">
                <a16:creationId xmlns:a16="http://schemas.microsoft.com/office/drawing/2014/main" id="{3E2E2119-E38A-4B22-80C5-85518B8DF3F1}"/>
              </a:ext>
            </a:extLst>
          </p:cNvPr>
          <p:cNvSpPr>
            <a:spLocks/>
          </p:cNvSpPr>
          <p:nvPr/>
        </p:nvSpPr>
        <p:spPr>
          <a:xfrm>
            <a:off x="1842559" y="2294633"/>
            <a:ext cx="354995" cy="354995"/>
          </a:xfrm>
          <a:custGeom>
            <a:avLst/>
            <a:gdLst/>
            <a:ahLst/>
            <a:cxnLst/>
            <a:rect l="l" t="t" r="r" b="b"/>
            <a:pathLst>
              <a:path w="3960440" h="3960000">
                <a:moveTo>
                  <a:pt x="1588743" y="1414211"/>
                </a:moveTo>
                <a:cubicBezTo>
                  <a:pt x="1540407" y="1411706"/>
                  <a:pt x="1506842" y="1440258"/>
                  <a:pt x="1506842" y="1478573"/>
                </a:cubicBezTo>
                <a:lnTo>
                  <a:pt x="1506842" y="2462752"/>
                </a:lnTo>
                <a:cubicBezTo>
                  <a:pt x="1506842" y="2484086"/>
                  <a:pt x="1516471" y="2503171"/>
                  <a:pt x="1532201" y="2515206"/>
                </a:cubicBezTo>
                <a:cubicBezTo>
                  <a:pt x="1552351" y="2541621"/>
                  <a:pt x="1589483" y="2548946"/>
                  <a:pt x="1619199" y="2531790"/>
                </a:cubicBezTo>
                <a:lnTo>
                  <a:pt x="2471524" y="2039700"/>
                </a:lnTo>
                <a:cubicBezTo>
                  <a:pt x="2509339" y="2017643"/>
                  <a:pt x="2509577" y="1945490"/>
                  <a:pt x="2464719" y="1913406"/>
                </a:cubicBezTo>
                <a:cubicBezTo>
                  <a:pt x="2315501" y="1808322"/>
                  <a:pt x="1748389" y="1486683"/>
                  <a:pt x="1588743" y="1414211"/>
                </a:cubicBezTo>
                <a:close/>
                <a:moveTo>
                  <a:pt x="1982320" y="904379"/>
                </a:moveTo>
                <a:cubicBezTo>
                  <a:pt x="2575020" y="904379"/>
                  <a:pt x="3055498" y="1384857"/>
                  <a:pt x="3055498" y="1977557"/>
                </a:cubicBezTo>
                <a:cubicBezTo>
                  <a:pt x="3055498" y="2570257"/>
                  <a:pt x="2575020" y="3050735"/>
                  <a:pt x="1982320" y="3050735"/>
                </a:cubicBezTo>
                <a:cubicBezTo>
                  <a:pt x="1389620" y="3050735"/>
                  <a:pt x="909142" y="2570257"/>
                  <a:pt x="909142" y="1977557"/>
                </a:cubicBezTo>
                <a:cubicBezTo>
                  <a:pt x="909142" y="1384857"/>
                  <a:pt x="1389620" y="904379"/>
                  <a:pt x="1982320" y="904379"/>
                </a:cubicBezTo>
                <a:close/>
                <a:moveTo>
                  <a:pt x="1982320" y="537397"/>
                </a:moveTo>
                <a:cubicBezTo>
                  <a:pt x="1186942" y="537397"/>
                  <a:pt x="542160" y="1182179"/>
                  <a:pt x="542160" y="1977557"/>
                </a:cubicBezTo>
                <a:cubicBezTo>
                  <a:pt x="542160" y="2772935"/>
                  <a:pt x="1186942" y="3417717"/>
                  <a:pt x="1982320" y="3417717"/>
                </a:cubicBezTo>
                <a:cubicBezTo>
                  <a:pt x="2777698" y="3417717"/>
                  <a:pt x="3422480" y="2772935"/>
                  <a:pt x="3422480" y="1977557"/>
                </a:cubicBezTo>
                <a:cubicBezTo>
                  <a:pt x="3422480" y="1182179"/>
                  <a:pt x="2777698" y="537397"/>
                  <a:pt x="1982320" y="537397"/>
                </a:cubicBezTo>
                <a:close/>
                <a:moveTo>
                  <a:pt x="436907" y="0"/>
                </a:moveTo>
                <a:lnTo>
                  <a:pt x="3523533" y="0"/>
                </a:lnTo>
                <a:cubicBezTo>
                  <a:pt x="3764830" y="0"/>
                  <a:pt x="3960440" y="195610"/>
                  <a:pt x="3960440" y="436907"/>
                </a:cubicBezTo>
                <a:lnTo>
                  <a:pt x="3960440" y="3523093"/>
                </a:lnTo>
                <a:cubicBezTo>
                  <a:pt x="3960440" y="3764390"/>
                  <a:pt x="3764830" y="3960000"/>
                  <a:pt x="3523533" y="3960000"/>
                </a:cubicBezTo>
                <a:lnTo>
                  <a:pt x="436907" y="3960000"/>
                </a:lnTo>
                <a:cubicBezTo>
                  <a:pt x="195610" y="3960000"/>
                  <a:pt x="0" y="3764390"/>
                  <a:pt x="0" y="3523093"/>
                </a:cubicBezTo>
                <a:lnTo>
                  <a:pt x="0" y="436907"/>
                </a:lnTo>
                <a:cubicBezTo>
                  <a:pt x="0" y="195610"/>
                  <a:pt x="195610" y="0"/>
                  <a:pt x="43690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8" name="Donut 6">
            <a:extLst>
              <a:ext uri="{FF2B5EF4-FFF2-40B4-BE49-F238E27FC236}">
                <a16:creationId xmlns:a16="http://schemas.microsoft.com/office/drawing/2014/main" id="{C9C0FFDE-15BE-494D-A62E-8941025499B0}"/>
              </a:ext>
            </a:extLst>
          </p:cNvPr>
          <p:cNvSpPr>
            <a:spLocks noChangeAspect="1"/>
          </p:cNvSpPr>
          <p:nvPr/>
        </p:nvSpPr>
        <p:spPr>
          <a:xfrm>
            <a:off x="3834669" y="4320293"/>
            <a:ext cx="387502" cy="387502"/>
          </a:xfrm>
          <a:custGeom>
            <a:avLst/>
            <a:gdLst/>
            <a:ahLst/>
            <a:cxnLst/>
            <a:rect l="l" t="t" r="r" b="b"/>
            <a:pathLst>
              <a:path w="3960000" h="3960000">
                <a:moveTo>
                  <a:pt x="1980000" y="1260000"/>
                </a:moveTo>
                <a:cubicBezTo>
                  <a:pt x="2377645" y="1260000"/>
                  <a:pt x="2700000" y="1582355"/>
                  <a:pt x="2700000" y="1980000"/>
                </a:cubicBezTo>
                <a:cubicBezTo>
                  <a:pt x="2700000" y="2377645"/>
                  <a:pt x="2377645" y="2700000"/>
                  <a:pt x="1980000" y="2700000"/>
                </a:cubicBezTo>
                <a:cubicBezTo>
                  <a:pt x="1582355" y="2700000"/>
                  <a:pt x="1260000" y="2377645"/>
                  <a:pt x="1260000" y="1980000"/>
                </a:cubicBezTo>
                <a:cubicBezTo>
                  <a:pt x="1260000" y="1582355"/>
                  <a:pt x="1582355" y="1260000"/>
                  <a:pt x="1980000" y="1260000"/>
                </a:cubicBezTo>
                <a:close/>
                <a:moveTo>
                  <a:pt x="2490424" y="1258488"/>
                </a:moveTo>
                <a:lnTo>
                  <a:pt x="3822407" y="1258488"/>
                </a:lnTo>
                <a:cubicBezTo>
                  <a:pt x="3911854" y="1481555"/>
                  <a:pt x="3960000" y="1725155"/>
                  <a:pt x="3960000" y="1980000"/>
                </a:cubicBezTo>
                <a:cubicBezTo>
                  <a:pt x="3960000" y="3073524"/>
                  <a:pt x="3073524" y="3960000"/>
                  <a:pt x="1980000" y="3960000"/>
                </a:cubicBezTo>
                <a:lnTo>
                  <a:pt x="1852759" y="3953575"/>
                </a:lnTo>
                <a:lnTo>
                  <a:pt x="2729076" y="2455486"/>
                </a:lnTo>
                <a:lnTo>
                  <a:pt x="2726868" y="2454194"/>
                </a:lnTo>
                <a:cubicBezTo>
                  <a:pt x="2814857" y="2317465"/>
                  <a:pt x="2865416" y="2154637"/>
                  <a:pt x="2865416" y="1980000"/>
                </a:cubicBezTo>
                <a:cubicBezTo>
                  <a:pt x="2865416" y="1681504"/>
                  <a:pt x="2717708" y="1417508"/>
                  <a:pt x="2490424" y="1258488"/>
                </a:cubicBezTo>
                <a:close/>
                <a:moveTo>
                  <a:pt x="334727" y="878603"/>
                </a:moveTo>
                <a:lnTo>
                  <a:pt x="1154753" y="2298930"/>
                </a:lnTo>
                <a:cubicBezTo>
                  <a:pt x="1281989" y="2630497"/>
                  <a:pt x="1603560" y="2865416"/>
                  <a:pt x="1980000" y="2865416"/>
                </a:cubicBezTo>
                <a:cubicBezTo>
                  <a:pt x="2123408" y="2865416"/>
                  <a:pt x="2258854" y="2831322"/>
                  <a:pt x="2378271" y="2770003"/>
                </a:cubicBezTo>
                <a:lnTo>
                  <a:pt x="1695481" y="3937251"/>
                </a:lnTo>
                <a:cubicBezTo>
                  <a:pt x="736579" y="3801546"/>
                  <a:pt x="0" y="2976792"/>
                  <a:pt x="0" y="1980000"/>
                </a:cubicBezTo>
                <a:cubicBezTo>
                  <a:pt x="0" y="1572291"/>
                  <a:pt x="123228" y="1193364"/>
                  <a:pt x="334727" y="878603"/>
                </a:cubicBezTo>
                <a:close/>
                <a:moveTo>
                  <a:pt x="1980000" y="0"/>
                </a:moveTo>
                <a:cubicBezTo>
                  <a:pt x="2762762" y="0"/>
                  <a:pt x="3439434" y="454224"/>
                  <a:pt x="3758731" y="1114488"/>
                </a:cubicBezTo>
                <a:lnTo>
                  <a:pt x="2165892" y="1114488"/>
                </a:lnTo>
                <a:cubicBezTo>
                  <a:pt x="2106002" y="1101330"/>
                  <a:pt x="2043789" y="1094584"/>
                  <a:pt x="1980000" y="1094584"/>
                </a:cubicBezTo>
                <a:cubicBezTo>
                  <a:pt x="1916211" y="1094584"/>
                  <a:pt x="1853998" y="1101330"/>
                  <a:pt x="1794108" y="1114488"/>
                </a:cubicBezTo>
                <a:lnTo>
                  <a:pt x="1774506" y="1114488"/>
                </a:lnTo>
                <a:lnTo>
                  <a:pt x="1774506" y="1119528"/>
                </a:lnTo>
                <a:cubicBezTo>
                  <a:pt x="1405645" y="1206316"/>
                  <a:pt x="1126346" y="1524537"/>
                  <a:pt x="1097987" y="1912608"/>
                </a:cubicBezTo>
                <a:lnTo>
                  <a:pt x="428214" y="752526"/>
                </a:lnTo>
                <a:cubicBezTo>
                  <a:pt x="789694" y="293724"/>
                  <a:pt x="1350545" y="0"/>
                  <a:pt x="198000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50C078F8-B49A-4B18-B40B-9AE6D5BFE482}"/>
              </a:ext>
            </a:extLst>
          </p:cNvPr>
          <p:cNvSpPr>
            <a:spLocks noChangeAspect="1"/>
          </p:cNvSpPr>
          <p:nvPr/>
        </p:nvSpPr>
        <p:spPr>
          <a:xfrm>
            <a:off x="3843561" y="2251411"/>
            <a:ext cx="369718" cy="369009"/>
          </a:xfrm>
          <a:custGeom>
            <a:avLst/>
            <a:gdLst/>
            <a:ahLst/>
            <a:cxnLst/>
            <a:rect l="l" t="t" r="r" b="b"/>
            <a:pathLst>
              <a:path w="4020621" h="4012920">
                <a:moveTo>
                  <a:pt x="780213" y="3724888"/>
                </a:moveTo>
                <a:lnTo>
                  <a:pt x="2868445" y="3724888"/>
                </a:lnTo>
                <a:lnTo>
                  <a:pt x="2868445" y="4012920"/>
                </a:lnTo>
                <a:lnTo>
                  <a:pt x="780213" y="4012920"/>
                </a:lnTo>
                <a:close/>
                <a:moveTo>
                  <a:pt x="4020621" y="2152587"/>
                </a:moveTo>
                <a:lnTo>
                  <a:pt x="4020621" y="3448731"/>
                </a:lnTo>
                <a:lnTo>
                  <a:pt x="3903908" y="3386593"/>
                </a:lnTo>
                <a:lnTo>
                  <a:pt x="3903908" y="2214725"/>
                </a:lnTo>
                <a:close/>
                <a:moveTo>
                  <a:pt x="1582587" y="1544569"/>
                </a:moveTo>
                <a:cubicBezTo>
                  <a:pt x="1525677" y="1652847"/>
                  <a:pt x="1434945" y="1739939"/>
                  <a:pt x="1324158" y="1792547"/>
                </a:cubicBezTo>
                <a:lnTo>
                  <a:pt x="1790243" y="1792547"/>
                </a:lnTo>
                <a:cubicBezTo>
                  <a:pt x="1708293" y="1721838"/>
                  <a:pt x="1638004" y="1638154"/>
                  <a:pt x="1582587" y="1544569"/>
                </a:cubicBezTo>
                <a:close/>
                <a:moveTo>
                  <a:pt x="1238323" y="1312673"/>
                </a:moveTo>
                <a:cubicBezTo>
                  <a:pt x="1173622" y="1312673"/>
                  <a:pt x="1121172" y="1365123"/>
                  <a:pt x="1121172" y="1429824"/>
                </a:cubicBezTo>
                <a:cubicBezTo>
                  <a:pt x="1121172" y="1494525"/>
                  <a:pt x="1173622" y="1546975"/>
                  <a:pt x="1238323" y="1546975"/>
                </a:cubicBezTo>
                <a:cubicBezTo>
                  <a:pt x="1303024" y="1546975"/>
                  <a:pt x="1355474" y="1494525"/>
                  <a:pt x="1355474" y="1429824"/>
                </a:cubicBezTo>
                <a:cubicBezTo>
                  <a:pt x="1355474" y="1365123"/>
                  <a:pt x="1303024" y="1312673"/>
                  <a:pt x="1238323" y="1312673"/>
                </a:cubicBezTo>
                <a:close/>
                <a:moveTo>
                  <a:pt x="870057" y="1312673"/>
                </a:moveTo>
                <a:cubicBezTo>
                  <a:pt x="805356" y="1312673"/>
                  <a:pt x="752906" y="1365123"/>
                  <a:pt x="752906" y="1429824"/>
                </a:cubicBezTo>
                <a:cubicBezTo>
                  <a:pt x="752906" y="1494525"/>
                  <a:pt x="805356" y="1546975"/>
                  <a:pt x="870057" y="1546975"/>
                </a:cubicBezTo>
                <a:cubicBezTo>
                  <a:pt x="934758" y="1546975"/>
                  <a:pt x="987208" y="1494525"/>
                  <a:pt x="987208" y="1429824"/>
                </a:cubicBezTo>
                <a:cubicBezTo>
                  <a:pt x="987208" y="1365123"/>
                  <a:pt x="934758" y="1312673"/>
                  <a:pt x="870057" y="1312673"/>
                </a:cubicBezTo>
                <a:close/>
                <a:moveTo>
                  <a:pt x="2775838" y="1127627"/>
                </a:moveTo>
                <a:cubicBezTo>
                  <a:pt x="2666578" y="1127627"/>
                  <a:pt x="2578006" y="1216199"/>
                  <a:pt x="2578006" y="1325459"/>
                </a:cubicBezTo>
                <a:cubicBezTo>
                  <a:pt x="2578006" y="1434719"/>
                  <a:pt x="2666578" y="1523291"/>
                  <a:pt x="2775838" y="1523291"/>
                </a:cubicBezTo>
                <a:cubicBezTo>
                  <a:pt x="2885098" y="1523291"/>
                  <a:pt x="2973670" y="1434719"/>
                  <a:pt x="2973670" y="1325459"/>
                </a:cubicBezTo>
                <a:cubicBezTo>
                  <a:pt x="2973670" y="1216199"/>
                  <a:pt x="2885098" y="1127627"/>
                  <a:pt x="2775838" y="1127627"/>
                </a:cubicBezTo>
                <a:close/>
                <a:moveTo>
                  <a:pt x="2153949" y="1127627"/>
                </a:moveTo>
                <a:cubicBezTo>
                  <a:pt x="2044689" y="1127627"/>
                  <a:pt x="1956117" y="1216199"/>
                  <a:pt x="1956117" y="1325459"/>
                </a:cubicBezTo>
                <a:cubicBezTo>
                  <a:pt x="1956117" y="1434719"/>
                  <a:pt x="2044689" y="1523291"/>
                  <a:pt x="2153949" y="1523291"/>
                </a:cubicBezTo>
                <a:cubicBezTo>
                  <a:pt x="2263209" y="1523291"/>
                  <a:pt x="2351781" y="1434719"/>
                  <a:pt x="2351781" y="1325459"/>
                </a:cubicBezTo>
                <a:cubicBezTo>
                  <a:pt x="2351781" y="1216199"/>
                  <a:pt x="2263209" y="1127627"/>
                  <a:pt x="2153949" y="1127627"/>
                </a:cubicBezTo>
                <a:close/>
                <a:moveTo>
                  <a:pt x="1238323" y="956510"/>
                </a:moveTo>
                <a:cubicBezTo>
                  <a:pt x="1173622" y="956510"/>
                  <a:pt x="1121172" y="1008960"/>
                  <a:pt x="1121172" y="1073661"/>
                </a:cubicBezTo>
                <a:cubicBezTo>
                  <a:pt x="1121172" y="1138362"/>
                  <a:pt x="1173622" y="1190812"/>
                  <a:pt x="1238323" y="1190812"/>
                </a:cubicBezTo>
                <a:cubicBezTo>
                  <a:pt x="1303024" y="1190812"/>
                  <a:pt x="1355474" y="1138362"/>
                  <a:pt x="1355474" y="1073661"/>
                </a:cubicBezTo>
                <a:cubicBezTo>
                  <a:pt x="1355474" y="1008960"/>
                  <a:pt x="1303024" y="956510"/>
                  <a:pt x="1238323" y="956510"/>
                </a:cubicBezTo>
                <a:close/>
                <a:moveTo>
                  <a:pt x="870057" y="956510"/>
                </a:moveTo>
                <a:cubicBezTo>
                  <a:pt x="805356" y="956510"/>
                  <a:pt x="752906" y="1008960"/>
                  <a:pt x="752906" y="1073661"/>
                </a:cubicBezTo>
                <a:cubicBezTo>
                  <a:pt x="752906" y="1138362"/>
                  <a:pt x="805356" y="1190812"/>
                  <a:pt x="870057" y="1190812"/>
                </a:cubicBezTo>
                <a:cubicBezTo>
                  <a:pt x="934758" y="1190812"/>
                  <a:pt x="987208" y="1138362"/>
                  <a:pt x="987208" y="1073661"/>
                </a:cubicBezTo>
                <a:cubicBezTo>
                  <a:pt x="987208" y="1008960"/>
                  <a:pt x="934758" y="956510"/>
                  <a:pt x="870057" y="956510"/>
                </a:cubicBezTo>
                <a:close/>
                <a:moveTo>
                  <a:pt x="2775838" y="526176"/>
                </a:moveTo>
                <a:cubicBezTo>
                  <a:pt x="2666578" y="526176"/>
                  <a:pt x="2578006" y="614748"/>
                  <a:pt x="2578006" y="724008"/>
                </a:cubicBezTo>
                <a:cubicBezTo>
                  <a:pt x="2578006" y="833268"/>
                  <a:pt x="2666578" y="921840"/>
                  <a:pt x="2775838" y="921840"/>
                </a:cubicBezTo>
                <a:cubicBezTo>
                  <a:pt x="2885098" y="921840"/>
                  <a:pt x="2973670" y="833268"/>
                  <a:pt x="2973670" y="724008"/>
                </a:cubicBezTo>
                <a:cubicBezTo>
                  <a:pt x="2973670" y="614748"/>
                  <a:pt x="2885098" y="526176"/>
                  <a:pt x="2775838" y="526176"/>
                </a:cubicBezTo>
                <a:close/>
                <a:moveTo>
                  <a:pt x="2153949" y="526176"/>
                </a:moveTo>
                <a:cubicBezTo>
                  <a:pt x="2044689" y="526176"/>
                  <a:pt x="1956117" y="614748"/>
                  <a:pt x="1956117" y="724008"/>
                </a:cubicBezTo>
                <a:cubicBezTo>
                  <a:pt x="1956117" y="833268"/>
                  <a:pt x="2044689" y="921840"/>
                  <a:pt x="2153949" y="921840"/>
                </a:cubicBezTo>
                <a:cubicBezTo>
                  <a:pt x="2263209" y="921840"/>
                  <a:pt x="2351781" y="833268"/>
                  <a:pt x="2351781" y="724008"/>
                </a:cubicBezTo>
                <a:cubicBezTo>
                  <a:pt x="2351781" y="614748"/>
                  <a:pt x="2263209" y="526176"/>
                  <a:pt x="2153949" y="526176"/>
                </a:cubicBezTo>
                <a:close/>
                <a:moveTo>
                  <a:pt x="2464893" y="0"/>
                </a:moveTo>
                <a:cubicBezTo>
                  <a:pt x="3030837" y="0"/>
                  <a:pt x="3489626" y="458789"/>
                  <a:pt x="3489626" y="1024733"/>
                </a:cubicBezTo>
                <a:cubicBezTo>
                  <a:pt x="3489626" y="1442455"/>
                  <a:pt x="3239684" y="1801800"/>
                  <a:pt x="2880320" y="1959209"/>
                </a:cubicBezTo>
                <a:lnTo>
                  <a:pt x="2880320" y="2008571"/>
                </a:lnTo>
                <a:lnTo>
                  <a:pt x="3250857" y="2008571"/>
                </a:lnTo>
                <a:lnTo>
                  <a:pt x="3250857" y="2359970"/>
                </a:lnTo>
                <a:lnTo>
                  <a:pt x="3437294" y="2359970"/>
                </a:lnTo>
                <a:lnTo>
                  <a:pt x="3437294" y="2360694"/>
                </a:lnTo>
                <a:lnTo>
                  <a:pt x="3852060" y="2233461"/>
                </a:lnTo>
                <a:lnTo>
                  <a:pt x="3852060" y="3367858"/>
                </a:lnTo>
                <a:lnTo>
                  <a:pt x="3437294" y="3240624"/>
                </a:lnTo>
                <a:lnTo>
                  <a:pt x="3437294" y="3241349"/>
                </a:lnTo>
                <a:lnTo>
                  <a:pt x="3250857" y="3241349"/>
                </a:lnTo>
                <a:lnTo>
                  <a:pt x="3250857" y="3633063"/>
                </a:lnTo>
                <a:lnTo>
                  <a:pt x="298529" y="3633063"/>
                </a:lnTo>
                <a:lnTo>
                  <a:pt x="298529" y="2431730"/>
                </a:lnTo>
                <a:lnTo>
                  <a:pt x="0" y="2008571"/>
                </a:lnTo>
                <a:lnTo>
                  <a:pt x="298529" y="2008571"/>
                </a:lnTo>
                <a:lnTo>
                  <a:pt x="792088" y="2008571"/>
                </a:lnTo>
                <a:lnTo>
                  <a:pt x="792088" y="1796817"/>
                </a:lnTo>
                <a:cubicBezTo>
                  <a:pt x="587745" y="1700755"/>
                  <a:pt x="447370" y="1492642"/>
                  <a:pt x="447370" y="1251742"/>
                </a:cubicBezTo>
                <a:cubicBezTo>
                  <a:pt x="447370" y="916605"/>
                  <a:pt x="719053" y="644923"/>
                  <a:pt x="1054190" y="644923"/>
                </a:cubicBezTo>
                <a:cubicBezTo>
                  <a:pt x="1212753" y="644923"/>
                  <a:pt x="1357112" y="705740"/>
                  <a:pt x="1463939" y="806702"/>
                </a:cubicBezTo>
                <a:cubicBezTo>
                  <a:pt x="1563407" y="345444"/>
                  <a:pt x="1973809" y="0"/>
                  <a:pt x="246489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10" name="Rounded Rectangle 24">
            <a:extLst>
              <a:ext uri="{FF2B5EF4-FFF2-40B4-BE49-F238E27FC236}">
                <a16:creationId xmlns:a16="http://schemas.microsoft.com/office/drawing/2014/main" id="{1BC6606F-9194-427C-BBE4-CC66DD4444F9}"/>
              </a:ext>
            </a:extLst>
          </p:cNvPr>
          <p:cNvSpPr>
            <a:spLocks noChangeAspect="1"/>
          </p:cNvSpPr>
          <p:nvPr/>
        </p:nvSpPr>
        <p:spPr>
          <a:xfrm>
            <a:off x="1815664" y="4252078"/>
            <a:ext cx="408784" cy="316294"/>
          </a:xfrm>
          <a:custGeom>
            <a:avLst/>
            <a:gdLst/>
            <a:ahLst/>
            <a:cxnLst/>
            <a:rect l="l" t="t" r="r" b="b"/>
            <a:pathLst>
              <a:path w="3960000" h="3064028">
                <a:moveTo>
                  <a:pt x="1955333" y="1285185"/>
                </a:moveTo>
                <a:cubicBezTo>
                  <a:pt x="2192176" y="1285185"/>
                  <a:pt x="2384176" y="1477185"/>
                  <a:pt x="2384176" y="1714028"/>
                </a:cubicBezTo>
                <a:cubicBezTo>
                  <a:pt x="2384176" y="1950871"/>
                  <a:pt x="2192176" y="2142871"/>
                  <a:pt x="1955333" y="2142871"/>
                </a:cubicBezTo>
                <a:cubicBezTo>
                  <a:pt x="1718490" y="2142871"/>
                  <a:pt x="1526490" y="1950871"/>
                  <a:pt x="1526490" y="1714028"/>
                </a:cubicBezTo>
                <a:cubicBezTo>
                  <a:pt x="1526490" y="1477185"/>
                  <a:pt x="1718490" y="1285185"/>
                  <a:pt x="1955333" y="1285185"/>
                </a:cubicBezTo>
                <a:close/>
                <a:moveTo>
                  <a:pt x="1955333" y="1074136"/>
                </a:moveTo>
                <a:cubicBezTo>
                  <a:pt x="1601930" y="1074136"/>
                  <a:pt x="1315441" y="1360625"/>
                  <a:pt x="1315441" y="1714028"/>
                </a:cubicBezTo>
                <a:cubicBezTo>
                  <a:pt x="1315441" y="2067431"/>
                  <a:pt x="1601930" y="2353920"/>
                  <a:pt x="1955333" y="2353920"/>
                </a:cubicBezTo>
                <a:cubicBezTo>
                  <a:pt x="2308736" y="2353920"/>
                  <a:pt x="2595225" y="2067431"/>
                  <a:pt x="2595225" y="1714028"/>
                </a:cubicBezTo>
                <a:cubicBezTo>
                  <a:pt x="2595225" y="1360625"/>
                  <a:pt x="2308736" y="1074136"/>
                  <a:pt x="1955333" y="1074136"/>
                </a:cubicBezTo>
                <a:close/>
                <a:moveTo>
                  <a:pt x="1955333" y="849503"/>
                </a:moveTo>
                <a:cubicBezTo>
                  <a:pt x="2432797" y="849503"/>
                  <a:pt x="2819858" y="1236564"/>
                  <a:pt x="2819858" y="1714028"/>
                </a:cubicBezTo>
                <a:cubicBezTo>
                  <a:pt x="2819858" y="2191492"/>
                  <a:pt x="2432797" y="2578553"/>
                  <a:pt x="1955333" y="2578553"/>
                </a:cubicBezTo>
                <a:cubicBezTo>
                  <a:pt x="1477869" y="2578553"/>
                  <a:pt x="1090808" y="2191492"/>
                  <a:pt x="1090808" y="1714028"/>
                </a:cubicBezTo>
                <a:cubicBezTo>
                  <a:pt x="1090808" y="1236564"/>
                  <a:pt x="1477869" y="849503"/>
                  <a:pt x="1955333" y="849503"/>
                </a:cubicBezTo>
                <a:close/>
                <a:moveTo>
                  <a:pt x="3253503" y="756254"/>
                </a:moveTo>
                <a:cubicBezTo>
                  <a:pt x="3162525" y="756254"/>
                  <a:pt x="3088773" y="830006"/>
                  <a:pt x="3088773" y="920984"/>
                </a:cubicBezTo>
                <a:cubicBezTo>
                  <a:pt x="3088773" y="1011962"/>
                  <a:pt x="3162525" y="1085714"/>
                  <a:pt x="3253503" y="1085714"/>
                </a:cubicBezTo>
                <a:cubicBezTo>
                  <a:pt x="3344481" y="1085714"/>
                  <a:pt x="3418233" y="1011962"/>
                  <a:pt x="3418233" y="920984"/>
                </a:cubicBezTo>
                <a:cubicBezTo>
                  <a:pt x="3418233" y="830006"/>
                  <a:pt x="3344481" y="756254"/>
                  <a:pt x="3253503" y="756254"/>
                </a:cubicBezTo>
                <a:close/>
                <a:moveTo>
                  <a:pt x="1955333" y="744677"/>
                </a:moveTo>
                <a:cubicBezTo>
                  <a:pt x="1419975" y="744677"/>
                  <a:pt x="985982" y="1178670"/>
                  <a:pt x="985982" y="1714028"/>
                </a:cubicBezTo>
                <a:cubicBezTo>
                  <a:pt x="985982" y="2249386"/>
                  <a:pt x="1419975" y="2683379"/>
                  <a:pt x="1955333" y="2683379"/>
                </a:cubicBezTo>
                <a:cubicBezTo>
                  <a:pt x="2490691" y="2683379"/>
                  <a:pt x="2924684" y="2249386"/>
                  <a:pt x="2924684" y="1714028"/>
                </a:cubicBezTo>
                <a:cubicBezTo>
                  <a:pt x="2924684" y="1178670"/>
                  <a:pt x="2490691" y="744677"/>
                  <a:pt x="1955333" y="744677"/>
                </a:cubicBezTo>
                <a:close/>
                <a:moveTo>
                  <a:pt x="1333922" y="0"/>
                </a:moveTo>
                <a:lnTo>
                  <a:pt x="2626078" y="0"/>
                </a:lnTo>
                <a:lnTo>
                  <a:pt x="2717085" y="364028"/>
                </a:lnTo>
                <a:lnTo>
                  <a:pt x="3699990" y="364028"/>
                </a:lnTo>
                <a:cubicBezTo>
                  <a:pt x="3843590" y="364028"/>
                  <a:pt x="3960000" y="480438"/>
                  <a:pt x="3960000" y="624038"/>
                </a:cubicBezTo>
                <a:lnTo>
                  <a:pt x="3960000" y="2804018"/>
                </a:lnTo>
                <a:cubicBezTo>
                  <a:pt x="3960000" y="2947618"/>
                  <a:pt x="3843590" y="3064028"/>
                  <a:pt x="3699990" y="3064028"/>
                </a:cubicBezTo>
                <a:lnTo>
                  <a:pt x="260010" y="3064028"/>
                </a:lnTo>
                <a:cubicBezTo>
                  <a:pt x="116410" y="3064028"/>
                  <a:pt x="0" y="2947618"/>
                  <a:pt x="0" y="2804018"/>
                </a:cubicBezTo>
                <a:lnTo>
                  <a:pt x="0" y="624038"/>
                </a:lnTo>
                <a:cubicBezTo>
                  <a:pt x="0" y="480438"/>
                  <a:pt x="116410" y="364028"/>
                  <a:pt x="260010" y="364028"/>
                </a:cubicBezTo>
                <a:lnTo>
                  <a:pt x="443165" y="364028"/>
                </a:lnTo>
                <a:lnTo>
                  <a:pt x="443165" y="237982"/>
                </a:lnTo>
                <a:cubicBezTo>
                  <a:pt x="443165" y="195266"/>
                  <a:pt x="477794" y="160637"/>
                  <a:pt x="520510" y="160637"/>
                </a:cubicBezTo>
                <a:lnTo>
                  <a:pt x="1049896" y="160637"/>
                </a:lnTo>
                <a:cubicBezTo>
                  <a:pt x="1092612" y="160637"/>
                  <a:pt x="1127241" y="195266"/>
                  <a:pt x="1127241" y="237982"/>
                </a:cubicBezTo>
                <a:lnTo>
                  <a:pt x="1127241" y="364028"/>
                </a:lnTo>
                <a:lnTo>
                  <a:pt x="1242915" y="36402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11" name="Chevron 13">
            <a:extLst>
              <a:ext uri="{FF2B5EF4-FFF2-40B4-BE49-F238E27FC236}">
                <a16:creationId xmlns:a16="http://schemas.microsoft.com/office/drawing/2014/main" id="{E2A5BE4C-0413-4E8C-B0C5-4B761F90C260}"/>
              </a:ext>
            </a:extLst>
          </p:cNvPr>
          <p:cNvSpPr/>
          <p:nvPr/>
        </p:nvSpPr>
        <p:spPr>
          <a:xfrm>
            <a:off x="5795518" y="1961854"/>
            <a:ext cx="400199" cy="513159"/>
          </a:xfrm>
          <a:prstGeom prst="chevr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>
              <a:solidFill>
                <a:schemeClr val="tx1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37C5408-D68F-4A29-9D16-00DF6E4EED9E}"/>
              </a:ext>
            </a:extLst>
          </p:cNvPr>
          <p:cNvGrpSpPr/>
          <p:nvPr/>
        </p:nvGrpSpPr>
        <p:grpSpPr>
          <a:xfrm>
            <a:off x="6612790" y="1783795"/>
            <a:ext cx="4928976" cy="759218"/>
            <a:chOff x="3767934" y="1617132"/>
            <a:chExt cx="4896544" cy="759218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6E3BCF5-AE6F-4184-91FE-B4928E447A7F}"/>
                </a:ext>
              </a:extLst>
            </p:cNvPr>
            <p:cNvSpPr txBox="1"/>
            <p:nvPr/>
          </p:nvSpPr>
          <p:spPr>
            <a:xfrm>
              <a:off x="3767934" y="1883907"/>
              <a:ext cx="4896544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Employee performance data</a:t>
              </a:r>
            </a:p>
            <a:p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439D08F-B2CA-4EE9-A26F-B57756733313}"/>
                </a:ext>
              </a:extLst>
            </p:cNvPr>
            <p:cNvSpPr txBox="1"/>
            <p:nvPr/>
          </p:nvSpPr>
          <p:spPr>
            <a:xfrm>
              <a:off x="3767934" y="1617132"/>
              <a:ext cx="489654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15" name="Chevron 21">
            <a:extLst>
              <a:ext uri="{FF2B5EF4-FFF2-40B4-BE49-F238E27FC236}">
                <a16:creationId xmlns:a16="http://schemas.microsoft.com/office/drawing/2014/main" id="{BD1FEB42-3168-40FC-BFEB-07AB903B7AC8}"/>
              </a:ext>
            </a:extLst>
          </p:cNvPr>
          <p:cNvSpPr/>
          <p:nvPr/>
        </p:nvSpPr>
        <p:spPr>
          <a:xfrm>
            <a:off x="5795518" y="3057833"/>
            <a:ext cx="400199" cy="513159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>
              <a:solidFill>
                <a:schemeClr val="tx1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5E67DD6-FD48-4A15-A5B8-F08E7A0F5AAA}"/>
              </a:ext>
            </a:extLst>
          </p:cNvPr>
          <p:cNvGrpSpPr/>
          <p:nvPr/>
        </p:nvGrpSpPr>
        <p:grpSpPr>
          <a:xfrm>
            <a:off x="6624848" y="2994326"/>
            <a:ext cx="4928977" cy="523220"/>
            <a:chOff x="3779912" y="1717580"/>
            <a:chExt cx="4896545" cy="523220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550399B-4F1A-42B8-8A5C-39C33D96B40C}"/>
                </a:ext>
              </a:extLst>
            </p:cNvPr>
            <p:cNvSpPr txBox="1"/>
            <p:nvPr/>
          </p:nvSpPr>
          <p:spPr>
            <a:xfrm>
              <a:off x="3779913" y="1924294"/>
              <a:ext cx="489654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B1F72BA-E389-47A8-8A7F-04A417EF3961}"/>
                </a:ext>
              </a:extLst>
            </p:cNvPr>
            <p:cNvSpPr txBox="1"/>
            <p:nvPr/>
          </p:nvSpPr>
          <p:spPr>
            <a:xfrm>
              <a:off x="3779912" y="1717580"/>
              <a:ext cx="489654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Recruitment metrics (time-to-hire, cost-per-hire)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Attrition rates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19" name="Chevron 29">
            <a:extLst>
              <a:ext uri="{FF2B5EF4-FFF2-40B4-BE49-F238E27FC236}">
                <a16:creationId xmlns:a16="http://schemas.microsoft.com/office/drawing/2014/main" id="{FCC622AD-9ECF-430A-9BF4-07D28C775801}"/>
              </a:ext>
            </a:extLst>
          </p:cNvPr>
          <p:cNvSpPr/>
          <p:nvPr/>
        </p:nvSpPr>
        <p:spPr>
          <a:xfrm>
            <a:off x="5795518" y="4177086"/>
            <a:ext cx="400199" cy="513159"/>
          </a:xfrm>
          <a:prstGeom prst="chevr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>
              <a:solidFill>
                <a:schemeClr val="tx1"/>
              </a:solidFill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D80BBC6-3A64-4FD4-80B8-9708E931B059}"/>
              </a:ext>
            </a:extLst>
          </p:cNvPr>
          <p:cNvGrpSpPr/>
          <p:nvPr/>
        </p:nvGrpSpPr>
        <p:grpSpPr>
          <a:xfrm>
            <a:off x="6624848" y="4113579"/>
            <a:ext cx="4928977" cy="523220"/>
            <a:chOff x="3779912" y="1717580"/>
            <a:chExt cx="4896545" cy="523220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20289EC-AA46-46C5-96D8-83E4B9C57B0F}"/>
                </a:ext>
              </a:extLst>
            </p:cNvPr>
            <p:cNvSpPr txBox="1"/>
            <p:nvPr/>
          </p:nvSpPr>
          <p:spPr>
            <a:xfrm>
              <a:off x="3779913" y="1924294"/>
              <a:ext cx="489654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E5E09C4-C781-41AE-A6F7-9AF74BC5EA71}"/>
                </a:ext>
              </a:extLst>
            </p:cNvPr>
            <p:cNvSpPr txBox="1"/>
            <p:nvPr/>
          </p:nvSpPr>
          <p:spPr>
            <a:xfrm>
              <a:off x="3779912" y="1717580"/>
              <a:ext cx="489654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Training effectiveness data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Engagement &amp; satisfaction scores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23" name="Chevron 37">
            <a:extLst>
              <a:ext uri="{FF2B5EF4-FFF2-40B4-BE49-F238E27FC236}">
                <a16:creationId xmlns:a16="http://schemas.microsoft.com/office/drawing/2014/main" id="{0B6B9429-1037-4650-8C18-DAD715733886}"/>
              </a:ext>
            </a:extLst>
          </p:cNvPr>
          <p:cNvSpPr/>
          <p:nvPr/>
        </p:nvSpPr>
        <p:spPr>
          <a:xfrm>
            <a:off x="5795518" y="5319612"/>
            <a:ext cx="400199" cy="513159"/>
          </a:xfrm>
          <a:prstGeom prst="chevr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 dirty="0">
              <a:solidFill>
                <a:schemeClr val="tx1"/>
              </a:solidFill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9D5E629-7F39-4E25-ADCE-324096EBE215}"/>
              </a:ext>
            </a:extLst>
          </p:cNvPr>
          <p:cNvGrpSpPr/>
          <p:nvPr/>
        </p:nvGrpSpPr>
        <p:grpSpPr>
          <a:xfrm>
            <a:off x="6624848" y="5242001"/>
            <a:ext cx="4928977" cy="483713"/>
            <a:chOff x="3779912" y="1717580"/>
            <a:chExt cx="4896545" cy="483713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7A295F4A-5572-4F4E-8624-7D89AE4F6DB9}"/>
                </a:ext>
              </a:extLst>
            </p:cNvPr>
            <p:cNvSpPr txBox="1"/>
            <p:nvPr/>
          </p:nvSpPr>
          <p:spPr>
            <a:xfrm>
              <a:off x="3779913" y="1924294"/>
              <a:ext cx="489654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FCABEC3F-CE52-4A7B-90E7-37CC5A6F8C39}"/>
                </a:ext>
              </a:extLst>
            </p:cNvPr>
            <p:cNvSpPr txBox="1"/>
            <p:nvPr/>
          </p:nvSpPr>
          <p:spPr>
            <a:xfrm>
              <a:off x="3779912" y="1717580"/>
              <a:ext cx="489654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Competency assessment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573097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Sources Of HR Data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3B495BC-1A08-4BE8-B112-E6C58CE87981}"/>
              </a:ext>
            </a:extLst>
          </p:cNvPr>
          <p:cNvGrpSpPr/>
          <p:nvPr/>
        </p:nvGrpSpPr>
        <p:grpSpPr>
          <a:xfrm>
            <a:off x="7372515" y="5410389"/>
            <a:ext cx="4062015" cy="987706"/>
            <a:chOff x="3017859" y="4283314"/>
            <a:chExt cx="2579765" cy="987705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E7728B38-BBAF-4116-88FB-41584C9FC8AB}"/>
                </a:ext>
              </a:extLst>
            </p:cNvPr>
            <p:cNvSpPr txBox="1"/>
            <p:nvPr/>
          </p:nvSpPr>
          <p:spPr>
            <a:xfrm>
              <a:off x="3021855" y="4560313"/>
              <a:ext cx="2575769" cy="7107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15000"/>
                </a:lnSpc>
                <a:spcAft>
                  <a:spcPts val="800"/>
                </a:spcAft>
                <a:buFont typeface="Arial" panose="020B0604020202020204" pitchFamily="34" charset="0"/>
                <a:buChar char="•"/>
              </a:pPr>
              <a:r>
                <a:rPr lang="en-PK" sz="1800" kern="100" dirty="0">
                  <a:effectLst/>
                  <a:latin typeface="Aptos"/>
                  <a:ea typeface="Aptos"/>
                  <a:cs typeface="Arial" panose="020B0604020202020204" pitchFamily="34" charset="0"/>
                </a:rPr>
                <a:t>External benchmarks (market salary data, turnover trends)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8DE45C6-3A34-4E73-B944-14767D6DB4CC}"/>
                </a:ext>
              </a:extLst>
            </p:cNvPr>
            <p:cNvSpPr txBox="1"/>
            <p:nvPr/>
          </p:nvSpPr>
          <p:spPr>
            <a:xfrm>
              <a:off x="3017859" y="4283314"/>
              <a:ext cx="255387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610B40F-1D24-4D89-BBE1-40BAE51538A4}"/>
              </a:ext>
            </a:extLst>
          </p:cNvPr>
          <p:cNvGrpSpPr/>
          <p:nvPr/>
        </p:nvGrpSpPr>
        <p:grpSpPr>
          <a:xfrm>
            <a:off x="7338037" y="747663"/>
            <a:ext cx="4055723" cy="2048637"/>
            <a:chOff x="2995962" y="3329175"/>
            <a:chExt cx="2575769" cy="2048634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6153518-74D1-4C43-9E39-E22F0DE4AC25}"/>
                </a:ext>
              </a:extLst>
            </p:cNvPr>
            <p:cNvSpPr txBox="1"/>
            <p:nvPr/>
          </p:nvSpPr>
          <p:spPr>
            <a:xfrm>
              <a:off x="2995962" y="4269815"/>
              <a:ext cx="2575769" cy="11079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PK" sz="1800" kern="100" dirty="0">
                  <a:effectLst/>
                  <a:latin typeface="Aptos"/>
                  <a:ea typeface="Aptos"/>
                  <a:cs typeface="Arial" panose="020B0604020202020204" pitchFamily="34" charset="0"/>
                </a:rPr>
                <a:t>HRIS</a:t>
              </a:r>
              <a:r>
                <a:rPr lang="en-US" sz="1800" kern="100" dirty="0">
                  <a:effectLst/>
                  <a:latin typeface="Aptos"/>
                  <a:ea typeface="Aptos"/>
                  <a:cs typeface="Arial" panose="020B0604020202020204" pitchFamily="34" charset="0"/>
                </a:rPr>
                <a:t> (HR information System)</a:t>
              </a:r>
              <a:r>
                <a:rPr lang="en-PK" sz="1800" kern="100" dirty="0">
                  <a:effectLst/>
                  <a:latin typeface="Aptos"/>
                  <a:ea typeface="Aptos"/>
                  <a:cs typeface="Arial" panose="020B0604020202020204" pitchFamily="34" charset="0"/>
                </a:rPr>
                <a:t> &amp; HRMS</a:t>
              </a:r>
              <a:r>
                <a:rPr lang="en-US" sz="1800" kern="100" dirty="0">
                  <a:effectLst/>
                  <a:latin typeface="Aptos"/>
                  <a:ea typeface="Aptos"/>
                  <a:cs typeface="Arial" panose="020B0604020202020204" pitchFamily="34" charset="0"/>
                </a:rPr>
                <a:t> (HR Management System)</a:t>
              </a:r>
              <a:endParaRPr lang="en-PK" sz="1800" kern="100" dirty="0">
                <a:effectLst/>
                <a:latin typeface="Aptos"/>
                <a:ea typeface="Aptos"/>
                <a:cs typeface="Arial" panose="020B0604020202020204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PK" sz="1800" kern="100" dirty="0">
                  <a:effectLst/>
                  <a:latin typeface="Aptos"/>
                  <a:ea typeface="Aptos"/>
                  <a:cs typeface="Arial" panose="020B0604020202020204" pitchFamily="34" charset="0"/>
                </a:rPr>
                <a:t>Payroll systems</a:t>
              </a:r>
            </a:p>
            <a:p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DA01D9F-F804-488B-8799-EA89D1976DF8}"/>
                </a:ext>
              </a:extLst>
            </p:cNvPr>
            <p:cNvSpPr txBox="1"/>
            <p:nvPr/>
          </p:nvSpPr>
          <p:spPr>
            <a:xfrm>
              <a:off x="3208149" y="3329175"/>
              <a:ext cx="2173290" cy="830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1800" kern="100" dirty="0">
                <a:effectLst/>
                <a:latin typeface="Aptos"/>
                <a:ea typeface="Aptos"/>
                <a:cs typeface="Arial" panose="020B0604020202020204" pitchFamily="34" charset="0"/>
              </a:endParaRPr>
            </a:p>
            <a:p>
              <a:endParaRPr lang="en-PK" sz="1800" kern="100" dirty="0">
                <a:effectLst/>
                <a:latin typeface="Aptos"/>
                <a:ea typeface="Aptos"/>
                <a:cs typeface="Arial" panose="020B0604020202020204" pitchFamily="34" charset="0"/>
              </a:endParaRPr>
            </a:p>
            <a:p>
              <a:endParaRPr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F8CA5F65-D5AA-4678-BC38-D9C2EEEEB467}"/>
              </a:ext>
            </a:extLst>
          </p:cNvPr>
          <p:cNvGrpSpPr/>
          <p:nvPr/>
        </p:nvGrpSpPr>
        <p:grpSpPr>
          <a:xfrm>
            <a:off x="7372515" y="2744859"/>
            <a:ext cx="4062015" cy="553999"/>
            <a:chOff x="3017859" y="4283314"/>
            <a:chExt cx="2579765" cy="553998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5180E9B-D7A5-478E-8B66-A12CF0A330ED}"/>
                </a:ext>
              </a:extLst>
            </p:cNvPr>
            <p:cNvSpPr txBox="1"/>
            <p:nvPr/>
          </p:nvSpPr>
          <p:spPr>
            <a:xfrm>
              <a:off x="3021855" y="4560313"/>
              <a:ext cx="25757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EDBC88F-8C54-4777-9C76-902AB91944EE}"/>
                </a:ext>
              </a:extLst>
            </p:cNvPr>
            <p:cNvSpPr txBox="1"/>
            <p:nvPr/>
          </p:nvSpPr>
          <p:spPr>
            <a:xfrm>
              <a:off x="3017859" y="4283314"/>
              <a:ext cx="2553872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PK" sz="1800" kern="100" dirty="0">
                  <a:effectLst/>
                  <a:latin typeface="Aptos"/>
                  <a:ea typeface="Aptos"/>
                  <a:cs typeface="Arial" panose="020B0604020202020204" pitchFamily="34" charset="0"/>
                </a:rPr>
                <a:t>Performance appraisal systems</a:t>
              </a:r>
            </a:p>
            <a:p>
              <a:endParaRPr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07A2096-F4F8-45BC-9FE2-6A6202155181}"/>
              </a:ext>
            </a:extLst>
          </p:cNvPr>
          <p:cNvGrpSpPr/>
          <p:nvPr/>
        </p:nvGrpSpPr>
        <p:grpSpPr>
          <a:xfrm>
            <a:off x="7381757" y="3645127"/>
            <a:ext cx="4062015" cy="562978"/>
            <a:chOff x="3017859" y="4274335"/>
            <a:chExt cx="2579765" cy="562977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90D56B7-0A7E-41A2-9ED9-3907CAC7CA1C}"/>
                </a:ext>
              </a:extLst>
            </p:cNvPr>
            <p:cNvSpPr txBox="1"/>
            <p:nvPr/>
          </p:nvSpPr>
          <p:spPr>
            <a:xfrm>
              <a:off x="3021855" y="4560313"/>
              <a:ext cx="25757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C8A31C7-87EF-4112-86A7-8513C05F2495}"/>
                </a:ext>
              </a:extLst>
            </p:cNvPr>
            <p:cNvSpPr txBox="1"/>
            <p:nvPr/>
          </p:nvSpPr>
          <p:spPr>
            <a:xfrm>
              <a:off x="3017859" y="4274335"/>
              <a:ext cx="2553872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PK" sz="1800" kern="100" dirty="0">
                  <a:effectLst/>
                  <a:latin typeface="Aptos"/>
                  <a:ea typeface="Aptos"/>
                  <a:cs typeface="Arial" panose="020B0604020202020204" pitchFamily="34" charset="0"/>
                </a:rPr>
                <a:t>Surveys &amp; feedback</a:t>
              </a:r>
            </a:p>
            <a:p>
              <a:endParaRPr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2003517-9359-4359-A210-983DC1247E01}"/>
              </a:ext>
            </a:extLst>
          </p:cNvPr>
          <p:cNvGrpSpPr/>
          <p:nvPr/>
        </p:nvGrpSpPr>
        <p:grpSpPr>
          <a:xfrm>
            <a:off x="7372515" y="4483245"/>
            <a:ext cx="4062015" cy="553999"/>
            <a:chOff x="3017859" y="4283314"/>
            <a:chExt cx="2579765" cy="553998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9349C9F-7D20-43A7-A3C4-92A65241ADD7}"/>
                </a:ext>
              </a:extLst>
            </p:cNvPr>
            <p:cNvSpPr txBox="1"/>
            <p:nvPr/>
          </p:nvSpPr>
          <p:spPr>
            <a:xfrm>
              <a:off x="3021855" y="4560313"/>
              <a:ext cx="25757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. 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EEF9525-3095-4E61-A531-F496FDC81331}"/>
                </a:ext>
              </a:extLst>
            </p:cNvPr>
            <p:cNvSpPr txBox="1"/>
            <p:nvPr/>
          </p:nvSpPr>
          <p:spPr>
            <a:xfrm>
              <a:off x="3017859" y="4283314"/>
              <a:ext cx="2553872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PK" sz="1800" kern="100" dirty="0">
                  <a:effectLst/>
                  <a:latin typeface="Aptos"/>
                  <a:ea typeface="Aptos"/>
                  <a:cs typeface="Arial" panose="020B0604020202020204" pitchFamily="34" charset="0"/>
                </a:rPr>
                <a:t>Attendance systems</a:t>
              </a:r>
            </a:p>
            <a:p>
              <a:endParaRPr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C2236C3-6D91-4C39-8AEF-62B59F976C6E}"/>
              </a:ext>
            </a:extLst>
          </p:cNvPr>
          <p:cNvGrpSpPr/>
          <p:nvPr/>
        </p:nvGrpSpPr>
        <p:grpSpPr>
          <a:xfrm rot="10800000" flipH="1">
            <a:off x="610098" y="2848602"/>
            <a:ext cx="2127533" cy="2127533"/>
            <a:chOff x="6876256" y="3063517"/>
            <a:chExt cx="1944216" cy="1944216"/>
          </a:xfrm>
          <a:scene3d>
            <a:camera prst="perspectiveLeft">
              <a:rot lat="0" lon="3900000" rev="0"/>
            </a:camera>
            <a:lightRig rig="threePt" dir="t"/>
          </a:scene3d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E5D91D10-2E82-4E26-BE2C-FB245387843D}"/>
                </a:ext>
              </a:extLst>
            </p:cNvPr>
            <p:cNvSpPr/>
            <p:nvPr/>
          </p:nvSpPr>
          <p:spPr>
            <a:xfrm>
              <a:off x="6876256" y="3063517"/>
              <a:ext cx="1944216" cy="1944216"/>
            </a:xfrm>
            <a:prstGeom prst="ellipse">
              <a:avLst/>
            </a:prstGeom>
            <a:solidFill>
              <a:schemeClr val="bg1"/>
            </a:solidFill>
            <a:ln w="165100">
              <a:solidFill>
                <a:schemeClr val="tx1">
                  <a:lumMod val="85000"/>
                  <a:lumOff val="15000"/>
                </a:schemeClr>
              </a:solidFill>
            </a:ln>
            <a:sp3d extrusionH="171450" contourW="12700">
              <a:extrusionClr>
                <a:schemeClr val="bg1"/>
              </a:extrusionClr>
              <a:contourClr>
                <a:schemeClr val="tx1">
                  <a:lumMod val="50000"/>
                  <a:lumOff val="50000"/>
                </a:schemeClr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500C7F7E-E3E2-4473-8865-2D815BBF4B2B}"/>
                </a:ext>
              </a:extLst>
            </p:cNvPr>
            <p:cNvSpPr/>
            <p:nvPr/>
          </p:nvSpPr>
          <p:spPr>
            <a:xfrm>
              <a:off x="7165759" y="3353020"/>
              <a:ext cx="1365211" cy="1365211"/>
            </a:xfrm>
            <a:prstGeom prst="ellipse">
              <a:avLst/>
            </a:prstGeom>
            <a:solidFill>
              <a:schemeClr val="bg1"/>
            </a:solidFill>
            <a:ln w="165100">
              <a:solidFill>
                <a:schemeClr val="tx1">
                  <a:lumMod val="85000"/>
                  <a:lumOff val="15000"/>
                </a:schemeClr>
              </a:solidFill>
            </a:ln>
            <a:sp3d extrusionH="171450" contourW="12700">
              <a:extrusionClr>
                <a:schemeClr val="bg1"/>
              </a:extrusionClr>
              <a:contourClr>
                <a:schemeClr val="tx1">
                  <a:lumMod val="50000"/>
                  <a:lumOff val="50000"/>
                </a:schemeClr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417D228D-F8EE-4EF6-BF19-E5ED36B07CF8}"/>
                </a:ext>
              </a:extLst>
            </p:cNvPr>
            <p:cNvSpPr/>
            <p:nvPr/>
          </p:nvSpPr>
          <p:spPr>
            <a:xfrm>
              <a:off x="7487073" y="3674334"/>
              <a:ext cx="722583" cy="722583"/>
            </a:xfrm>
            <a:prstGeom prst="ellipse">
              <a:avLst/>
            </a:prstGeom>
            <a:solidFill>
              <a:schemeClr val="accent4"/>
            </a:solidFill>
            <a:ln w="165100">
              <a:solidFill>
                <a:schemeClr val="tx1">
                  <a:lumMod val="85000"/>
                  <a:lumOff val="15000"/>
                </a:schemeClr>
              </a:solidFill>
            </a:ln>
            <a:sp3d extrusionH="171450" contourW="12700">
              <a:extrusionClr>
                <a:schemeClr val="bg1"/>
              </a:extrusionClr>
              <a:contourClr>
                <a:schemeClr val="tx1">
                  <a:lumMod val="50000"/>
                  <a:lumOff val="50000"/>
                </a:schemeClr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8E8AD252-B15C-4FAA-AFCD-2D068116B006}"/>
              </a:ext>
            </a:extLst>
          </p:cNvPr>
          <p:cNvSpPr/>
          <p:nvPr/>
        </p:nvSpPr>
        <p:spPr>
          <a:xfrm>
            <a:off x="6656598" y="4549699"/>
            <a:ext cx="594864" cy="5948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1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34729A2-AA5C-4386-8FB7-AFF9099D5026}"/>
              </a:ext>
            </a:extLst>
          </p:cNvPr>
          <p:cNvSpPr/>
          <p:nvPr/>
        </p:nvSpPr>
        <p:spPr>
          <a:xfrm>
            <a:off x="6656598" y="3626846"/>
            <a:ext cx="594864" cy="59486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1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EAF33D4-53C6-4654-87DF-FA3200BD8091}"/>
              </a:ext>
            </a:extLst>
          </p:cNvPr>
          <p:cNvSpPr/>
          <p:nvPr/>
        </p:nvSpPr>
        <p:spPr>
          <a:xfrm>
            <a:off x="6656598" y="2703994"/>
            <a:ext cx="594864" cy="59486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1"/>
          </a:p>
        </p:txBody>
      </p:sp>
      <p:sp>
        <p:nvSpPr>
          <p:cNvPr id="25" name="Parallelogram 24">
            <a:extLst>
              <a:ext uri="{FF2B5EF4-FFF2-40B4-BE49-F238E27FC236}">
                <a16:creationId xmlns:a16="http://schemas.microsoft.com/office/drawing/2014/main" id="{DBBE4F95-770A-4C8F-A922-29D7F9EBD886}"/>
              </a:ext>
            </a:extLst>
          </p:cNvPr>
          <p:cNvSpPr/>
          <p:nvPr/>
        </p:nvSpPr>
        <p:spPr>
          <a:xfrm rot="10800000">
            <a:off x="3615054" y="3654339"/>
            <a:ext cx="1400486" cy="276883"/>
          </a:xfrm>
          <a:prstGeom prst="parallelogram">
            <a:avLst>
              <a:gd name="adj" fmla="val 192227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1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A548837-27F3-44D8-9806-70D9BA2390BD}"/>
              </a:ext>
            </a:extLst>
          </p:cNvPr>
          <p:cNvSpPr/>
          <p:nvPr/>
        </p:nvSpPr>
        <p:spPr>
          <a:xfrm>
            <a:off x="6656598" y="5472554"/>
            <a:ext cx="594864" cy="59486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1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F467687-5868-4CEC-849B-B81581D8C59F}"/>
              </a:ext>
            </a:extLst>
          </p:cNvPr>
          <p:cNvSpPr/>
          <p:nvPr/>
        </p:nvSpPr>
        <p:spPr>
          <a:xfrm>
            <a:off x="6656598" y="1781141"/>
            <a:ext cx="594864" cy="594864"/>
          </a:xfrm>
          <a:prstGeom prst="rect">
            <a:avLst/>
          </a:prstGeom>
          <a:solidFill>
            <a:schemeClr val="accent4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1"/>
          </a:p>
        </p:txBody>
      </p:sp>
      <p:sp>
        <p:nvSpPr>
          <p:cNvPr id="28" name="Down Arrow 1">
            <a:extLst>
              <a:ext uri="{FF2B5EF4-FFF2-40B4-BE49-F238E27FC236}">
                <a16:creationId xmlns:a16="http://schemas.microsoft.com/office/drawing/2014/main" id="{24D05BE8-37D4-4260-BE8B-5F88FDF27FA8}"/>
              </a:ext>
            </a:extLst>
          </p:cNvPr>
          <p:cNvSpPr/>
          <p:nvPr/>
        </p:nvSpPr>
        <p:spPr>
          <a:xfrm rot="10800000" flipH="1">
            <a:off x="6766719" y="5560009"/>
            <a:ext cx="373963" cy="419960"/>
          </a:xfrm>
          <a:custGeom>
            <a:avLst/>
            <a:gdLst/>
            <a:ahLst/>
            <a:cxnLst/>
            <a:rect l="l" t="t" r="r" b="b"/>
            <a:pathLst>
              <a:path w="3496146" h="3926159">
                <a:moveTo>
                  <a:pt x="1476067" y="1782198"/>
                </a:moveTo>
                <a:lnTo>
                  <a:pt x="2085005" y="1782198"/>
                </a:lnTo>
                <a:lnTo>
                  <a:pt x="2085005" y="560436"/>
                </a:lnTo>
                <a:lnTo>
                  <a:pt x="2389473" y="560436"/>
                </a:lnTo>
                <a:lnTo>
                  <a:pt x="1780536" y="0"/>
                </a:lnTo>
                <a:lnTo>
                  <a:pt x="1171598" y="560436"/>
                </a:lnTo>
                <a:lnTo>
                  <a:pt x="1476067" y="560436"/>
                </a:lnTo>
                <a:close/>
                <a:moveTo>
                  <a:pt x="2794909" y="2376264"/>
                </a:moveTo>
                <a:lnTo>
                  <a:pt x="3403846" y="1815828"/>
                </a:lnTo>
                <a:lnTo>
                  <a:pt x="3099377" y="1815828"/>
                </a:lnTo>
                <a:lnTo>
                  <a:pt x="3099377" y="594066"/>
                </a:lnTo>
                <a:lnTo>
                  <a:pt x="2490440" y="594066"/>
                </a:lnTo>
                <a:lnTo>
                  <a:pt x="2490440" y="1815828"/>
                </a:lnTo>
                <a:lnTo>
                  <a:pt x="2185971" y="1815828"/>
                </a:lnTo>
                <a:close/>
                <a:moveTo>
                  <a:pt x="1738539" y="2704452"/>
                </a:moveTo>
                <a:cubicBezTo>
                  <a:pt x="2025742" y="2708651"/>
                  <a:pt x="2249289" y="2617027"/>
                  <a:pt x="2474392" y="2519294"/>
                </a:cubicBezTo>
                <a:cubicBezTo>
                  <a:pt x="2631335" y="2431624"/>
                  <a:pt x="2641220" y="2356014"/>
                  <a:pt x="2614641" y="2282563"/>
                </a:cubicBezTo>
                <a:cubicBezTo>
                  <a:pt x="2582745" y="2203226"/>
                  <a:pt x="2511446" y="2141129"/>
                  <a:pt x="2374721" y="2203680"/>
                </a:cubicBezTo>
                <a:cubicBezTo>
                  <a:pt x="2195292" y="2350932"/>
                  <a:pt x="1621166" y="2470817"/>
                  <a:pt x="1266317" y="2262320"/>
                </a:cubicBezTo>
                <a:cubicBezTo>
                  <a:pt x="1169173" y="2191011"/>
                  <a:pt x="970584" y="2135007"/>
                  <a:pt x="918755" y="2260582"/>
                </a:cubicBezTo>
                <a:cubicBezTo>
                  <a:pt x="905798" y="2301917"/>
                  <a:pt x="901034" y="2336556"/>
                  <a:pt x="904186" y="2366667"/>
                </a:cubicBezTo>
                <a:cubicBezTo>
                  <a:pt x="913642" y="2457000"/>
                  <a:pt x="994333" y="2506589"/>
                  <a:pt x="1138739" y="2574025"/>
                </a:cubicBezTo>
                <a:cubicBezTo>
                  <a:pt x="1370979" y="2664916"/>
                  <a:pt x="1566218" y="2701932"/>
                  <a:pt x="1738539" y="2704452"/>
                </a:cubicBezTo>
                <a:close/>
                <a:moveTo>
                  <a:pt x="1709810" y="3318171"/>
                </a:moveTo>
                <a:cubicBezTo>
                  <a:pt x="2287461" y="3321186"/>
                  <a:pt x="2747532" y="3089987"/>
                  <a:pt x="2907033" y="2982480"/>
                </a:cubicBezTo>
                <a:cubicBezTo>
                  <a:pt x="3019837" y="2919930"/>
                  <a:pt x="3127019" y="2830470"/>
                  <a:pt x="3047283" y="2692494"/>
                </a:cubicBezTo>
                <a:cubicBezTo>
                  <a:pt x="2931427" y="2583612"/>
                  <a:pt x="2859428" y="2623285"/>
                  <a:pt x="2747560" y="2705958"/>
                </a:cubicBezTo>
                <a:cubicBezTo>
                  <a:pt x="2476410" y="2811508"/>
                  <a:pt x="1878339" y="3347087"/>
                  <a:pt x="714142" y="2686413"/>
                </a:cubicBezTo>
                <a:cubicBezTo>
                  <a:pt x="581403" y="2592588"/>
                  <a:pt x="478211" y="2639047"/>
                  <a:pt x="434354" y="2730111"/>
                </a:cubicBezTo>
                <a:cubicBezTo>
                  <a:pt x="423118" y="2754726"/>
                  <a:pt x="419107" y="2778362"/>
                  <a:pt x="421326" y="2801084"/>
                </a:cubicBezTo>
                <a:cubicBezTo>
                  <a:pt x="427982" y="2869247"/>
                  <a:pt x="490703" y="2929162"/>
                  <a:pt x="582577" y="2982481"/>
                </a:cubicBezTo>
                <a:cubicBezTo>
                  <a:pt x="974299" y="3230234"/>
                  <a:pt x="1363219" y="3316361"/>
                  <a:pt x="1709810" y="3318171"/>
                </a:cubicBezTo>
                <a:close/>
                <a:moveTo>
                  <a:pt x="1650124" y="3925606"/>
                </a:moveTo>
                <a:cubicBezTo>
                  <a:pt x="2273556" y="3938577"/>
                  <a:pt x="2858828" y="3722251"/>
                  <a:pt x="3329308" y="3414392"/>
                </a:cubicBezTo>
                <a:cubicBezTo>
                  <a:pt x="3434138" y="3367480"/>
                  <a:pt x="3549293" y="3215474"/>
                  <a:pt x="3469556" y="3100952"/>
                </a:cubicBezTo>
                <a:cubicBezTo>
                  <a:pt x="3361675" y="3005103"/>
                  <a:pt x="3225886" y="3077348"/>
                  <a:pt x="3149901" y="3145689"/>
                </a:cubicBezTo>
                <a:cubicBezTo>
                  <a:pt x="2987266" y="3247333"/>
                  <a:pt x="1796029" y="4146474"/>
                  <a:pt x="297808" y="3098777"/>
                </a:cubicBezTo>
                <a:cubicBezTo>
                  <a:pt x="177029" y="2997135"/>
                  <a:pt x="65861" y="3063139"/>
                  <a:pt x="18020" y="3134657"/>
                </a:cubicBezTo>
                <a:cubicBezTo>
                  <a:pt x="4124" y="3161552"/>
                  <a:pt x="-1298" y="3188690"/>
                  <a:pt x="257" y="3215218"/>
                </a:cubicBezTo>
                <a:cubicBezTo>
                  <a:pt x="4919" y="3294803"/>
                  <a:pt x="72375" y="3368892"/>
                  <a:pt x="162256" y="3414392"/>
                </a:cubicBezTo>
                <a:cubicBezTo>
                  <a:pt x="657258" y="3766720"/>
                  <a:pt x="1165233" y="3915518"/>
                  <a:pt x="1650124" y="392560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1">
              <a:solidFill>
                <a:schemeClr val="tx1"/>
              </a:solidFill>
            </a:endParaRPr>
          </a:p>
        </p:txBody>
      </p:sp>
      <p:sp>
        <p:nvSpPr>
          <p:cNvPr id="29" name="Donut 15">
            <a:extLst>
              <a:ext uri="{FF2B5EF4-FFF2-40B4-BE49-F238E27FC236}">
                <a16:creationId xmlns:a16="http://schemas.microsoft.com/office/drawing/2014/main" id="{E4E7B5C9-70D5-4620-A227-DCED17EA7890}"/>
              </a:ext>
            </a:extLst>
          </p:cNvPr>
          <p:cNvSpPr/>
          <p:nvPr/>
        </p:nvSpPr>
        <p:spPr>
          <a:xfrm>
            <a:off x="6781332" y="1905484"/>
            <a:ext cx="344733" cy="346182"/>
          </a:xfrm>
          <a:custGeom>
            <a:avLst/>
            <a:gdLst/>
            <a:ahLst/>
            <a:cxnLst/>
            <a:rect l="l" t="t" r="r" b="b"/>
            <a:pathLst>
              <a:path w="3821708" h="3795110">
                <a:moveTo>
                  <a:pt x="1910854" y="903842"/>
                </a:moveTo>
                <a:lnTo>
                  <a:pt x="1793831" y="1129420"/>
                </a:lnTo>
                <a:lnTo>
                  <a:pt x="1791613" y="1129420"/>
                </a:lnTo>
                <a:lnTo>
                  <a:pt x="1791892" y="1133157"/>
                </a:lnTo>
                <a:lnTo>
                  <a:pt x="1791613" y="1133695"/>
                </a:lnTo>
                <a:lnTo>
                  <a:pt x="1791933" y="1133695"/>
                </a:lnTo>
                <a:lnTo>
                  <a:pt x="1833002" y="1683464"/>
                </a:lnTo>
                <a:cubicBezTo>
                  <a:pt x="1744939" y="1714584"/>
                  <a:pt x="1682254" y="1798749"/>
                  <a:pt x="1682254" y="1897555"/>
                </a:cubicBezTo>
                <a:cubicBezTo>
                  <a:pt x="1682254" y="2023808"/>
                  <a:pt x="1784602" y="2126156"/>
                  <a:pt x="1910855" y="2126156"/>
                </a:cubicBezTo>
                <a:cubicBezTo>
                  <a:pt x="1975561" y="2126156"/>
                  <a:pt x="2033988" y="2099273"/>
                  <a:pt x="2075304" y="2055803"/>
                </a:cubicBezTo>
                <a:lnTo>
                  <a:pt x="2443125" y="2288080"/>
                </a:lnTo>
                <a:lnTo>
                  <a:pt x="2443003" y="2288309"/>
                </a:lnTo>
                <a:lnTo>
                  <a:pt x="2443494" y="2288314"/>
                </a:lnTo>
                <a:lnTo>
                  <a:pt x="2446061" y="2289935"/>
                </a:lnTo>
                <a:lnTo>
                  <a:pt x="2446904" y="2288348"/>
                </a:lnTo>
                <a:lnTo>
                  <a:pt x="2652725" y="2290436"/>
                </a:lnTo>
                <a:lnTo>
                  <a:pt x="2535900" y="2120971"/>
                </a:lnTo>
                <a:lnTo>
                  <a:pt x="2536744" y="2119385"/>
                </a:lnTo>
                <a:lnTo>
                  <a:pt x="2533964" y="2118163"/>
                </a:lnTo>
                <a:lnTo>
                  <a:pt x="2533686" y="2117759"/>
                </a:lnTo>
                <a:lnTo>
                  <a:pt x="2533565" y="2117988"/>
                </a:lnTo>
                <a:lnTo>
                  <a:pt x="2134900" y="1942755"/>
                </a:lnTo>
                <a:cubicBezTo>
                  <a:pt x="2137918" y="1928156"/>
                  <a:pt x="2139456" y="1913035"/>
                  <a:pt x="2139456" y="1897555"/>
                </a:cubicBezTo>
                <a:cubicBezTo>
                  <a:pt x="2139456" y="1798748"/>
                  <a:pt x="2076770" y="1714583"/>
                  <a:pt x="1988706" y="1683463"/>
                </a:cubicBezTo>
                <a:lnTo>
                  <a:pt x="2029775" y="1133695"/>
                </a:lnTo>
                <a:lnTo>
                  <a:pt x="2030094" y="1133695"/>
                </a:lnTo>
                <a:lnTo>
                  <a:pt x="2029815" y="1133157"/>
                </a:lnTo>
                <a:lnTo>
                  <a:pt x="2030094" y="1129420"/>
                </a:lnTo>
                <a:lnTo>
                  <a:pt x="2027877" y="1129420"/>
                </a:lnTo>
                <a:close/>
                <a:moveTo>
                  <a:pt x="1910854" y="565406"/>
                </a:moveTo>
                <a:cubicBezTo>
                  <a:pt x="2646579" y="565406"/>
                  <a:pt x="3243002" y="1161829"/>
                  <a:pt x="3243002" y="1897554"/>
                </a:cubicBezTo>
                <a:cubicBezTo>
                  <a:pt x="3243002" y="2633279"/>
                  <a:pt x="2646579" y="3229702"/>
                  <a:pt x="1910854" y="3229702"/>
                </a:cubicBezTo>
                <a:cubicBezTo>
                  <a:pt x="1175129" y="3229702"/>
                  <a:pt x="578706" y="2633279"/>
                  <a:pt x="578706" y="1897554"/>
                </a:cubicBezTo>
                <a:cubicBezTo>
                  <a:pt x="578706" y="1161829"/>
                  <a:pt x="1175129" y="565406"/>
                  <a:pt x="1910854" y="565406"/>
                </a:cubicBezTo>
                <a:close/>
                <a:moveTo>
                  <a:pt x="1766837" y="367010"/>
                </a:moveTo>
                <a:cubicBezTo>
                  <a:pt x="1050362" y="432397"/>
                  <a:pt x="475174" y="981146"/>
                  <a:pt x="377476" y="1681610"/>
                </a:cubicBezTo>
                <a:lnTo>
                  <a:pt x="426306" y="1681610"/>
                </a:lnTo>
                <a:cubicBezTo>
                  <a:pt x="510474" y="1681610"/>
                  <a:pt x="578706" y="1746088"/>
                  <a:pt x="578706" y="1825626"/>
                </a:cubicBezTo>
                <a:cubicBezTo>
                  <a:pt x="578706" y="1905164"/>
                  <a:pt x="510474" y="1969642"/>
                  <a:pt x="426306" y="1969642"/>
                </a:cubicBezTo>
                <a:lnTo>
                  <a:pt x="364094" y="1969642"/>
                </a:lnTo>
                <a:cubicBezTo>
                  <a:pt x="398055" y="2738400"/>
                  <a:pt x="1003246" y="3359660"/>
                  <a:pt x="1769417" y="3427809"/>
                </a:cubicBezTo>
                <a:lnTo>
                  <a:pt x="1769417" y="3382101"/>
                </a:lnTo>
                <a:cubicBezTo>
                  <a:pt x="1769417" y="3297933"/>
                  <a:pt x="1833895" y="3229701"/>
                  <a:pt x="1913433" y="3229701"/>
                </a:cubicBezTo>
                <a:cubicBezTo>
                  <a:pt x="1992971" y="3229701"/>
                  <a:pt x="2057449" y="3297933"/>
                  <a:pt x="2057449" y="3382101"/>
                </a:cubicBezTo>
                <a:lnTo>
                  <a:pt x="2057449" y="3427707"/>
                </a:lnTo>
                <a:cubicBezTo>
                  <a:pt x="2804164" y="3358467"/>
                  <a:pt x="3396856" y="2764020"/>
                  <a:pt x="3455018" y="2020616"/>
                </a:cubicBezTo>
                <a:lnTo>
                  <a:pt x="3395402" y="2020616"/>
                </a:lnTo>
                <a:cubicBezTo>
                  <a:pt x="3311234" y="2020616"/>
                  <a:pt x="3243002" y="1956138"/>
                  <a:pt x="3243002" y="1876600"/>
                </a:cubicBezTo>
                <a:cubicBezTo>
                  <a:pt x="3243002" y="1797062"/>
                  <a:pt x="3311234" y="1732584"/>
                  <a:pt x="3395402" y="1732584"/>
                </a:cubicBezTo>
                <a:lnTo>
                  <a:pt x="3451747" y="1732584"/>
                </a:lnTo>
                <a:cubicBezTo>
                  <a:pt x="3374444" y="1008025"/>
                  <a:pt x="2788738" y="434055"/>
                  <a:pt x="2054869" y="367632"/>
                </a:cubicBezTo>
                <a:lnTo>
                  <a:pt x="2054869" y="407296"/>
                </a:lnTo>
                <a:cubicBezTo>
                  <a:pt x="2054869" y="491464"/>
                  <a:pt x="1990391" y="559696"/>
                  <a:pt x="1910853" y="559696"/>
                </a:cubicBezTo>
                <a:cubicBezTo>
                  <a:pt x="1831315" y="559696"/>
                  <a:pt x="1766837" y="491464"/>
                  <a:pt x="1766837" y="407296"/>
                </a:cubicBezTo>
                <a:close/>
                <a:moveTo>
                  <a:pt x="1910854" y="0"/>
                </a:moveTo>
                <a:cubicBezTo>
                  <a:pt x="2966190" y="0"/>
                  <a:pt x="3821708" y="849564"/>
                  <a:pt x="3821708" y="1897555"/>
                </a:cubicBezTo>
                <a:cubicBezTo>
                  <a:pt x="3821708" y="2945546"/>
                  <a:pt x="2966190" y="3795110"/>
                  <a:pt x="1910854" y="3795110"/>
                </a:cubicBezTo>
                <a:cubicBezTo>
                  <a:pt x="855518" y="3795110"/>
                  <a:pt x="0" y="2945546"/>
                  <a:pt x="0" y="1897555"/>
                </a:cubicBezTo>
                <a:cubicBezTo>
                  <a:pt x="0" y="849564"/>
                  <a:pt x="855518" y="0"/>
                  <a:pt x="191085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1">
              <a:solidFill>
                <a:schemeClr val="tx1"/>
              </a:solidFill>
            </a:endParaRPr>
          </a:p>
        </p:txBody>
      </p:sp>
      <p:sp>
        <p:nvSpPr>
          <p:cNvPr id="30" name="Rectangle 1">
            <a:extLst>
              <a:ext uri="{FF2B5EF4-FFF2-40B4-BE49-F238E27FC236}">
                <a16:creationId xmlns:a16="http://schemas.microsoft.com/office/drawing/2014/main" id="{3F61F607-3EEE-4B4B-BA72-66B6D4FB8220}"/>
              </a:ext>
            </a:extLst>
          </p:cNvPr>
          <p:cNvSpPr>
            <a:spLocks noChangeAspect="1"/>
          </p:cNvSpPr>
          <p:nvPr/>
        </p:nvSpPr>
        <p:spPr>
          <a:xfrm>
            <a:off x="6784782" y="4645996"/>
            <a:ext cx="352355" cy="351677"/>
          </a:xfrm>
          <a:custGeom>
            <a:avLst/>
            <a:gdLst/>
            <a:ahLst/>
            <a:cxnLst/>
            <a:rect l="l" t="t" r="r" b="b"/>
            <a:pathLst>
              <a:path w="4020621" h="4012920">
                <a:moveTo>
                  <a:pt x="780213" y="3724888"/>
                </a:moveTo>
                <a:lnTo>
                  <a:pt x="2868445" y="3724888"/>
                </a:lnTo>
                <a:lnTo>
                  <a:pt x="2868445" y="4012920"/>
                </a:lnTo>
                <a:lnTo>
                  <a:pt x="780213" y="4012920"/>
                </a:lnTo>
                <a:close/>
                <a:moveTo>
                  <a:pt x="4020621" y="2152587"/>
                </a:moveTo>
                <a:lnTo>
                  <a:pt x="4020621" y="3448731"/>
                </a:lnTo>
                <a:lnTo>
                  <a:pt x="3903908" y="3386593"/>
                </a:lnTo>
                <a:lnTo>
                  <a:pt x="3903908" y="2214725"/>
                </a:lnTo>
                <a:close/>
                <a:moveTo>
                  <a:pt x="1582587" y="1544569"/>
                </a:moveTo>
                <a:cubicBezTo>
                  <a:pt x="1525677" y="1652847"/>
                  <a:pt x="1434945" y="1739939"/>
                  <a:pt x="1324158" y="1792547"/>
                </a:cubicBezTo>
                <a:lnTo>
                  <a:pt x="1790243" y="1792547"/>
                </a:lnTo>
                <a:cubicBezTo>
                  <a:pt x="1708293" y="1721838"/>
                  <a:pt x="1638004" y="1638154"/>
                  <a:pt x="1582587" y="1544569"/>
                </a:cubicBezTo>
                <a:close/>
                <a:moveTo>
                  <a:pt x="1238323" y="1312673"/>
                </a:moveTo>
                <a:cubicBezTo>
                  <a:pt x="1173622" y="1312673"/>
                  <a:pt x="1121172" y="1365123"/>
                  <a:pt x="1121172" y="1429824"/>
                </a:cubicBezTo>
                <a:cubicBezTo>
                  <a:pt x="1121172" y="1494525"/>
                  <a:pt x="1173622" y="1546975"/>
                  <a:pt x="1238323" y="1546975"/>
                </a:cubicBezTo>
                <a:cubicBezTo>
                  <a:pt x="1303024" y="1546975"/>
                  <a:pt x="1355474" y="1494525"/>
                  <a:pt x="1355474" y="1429824"/>
                </a:cubicBezTo>
                <a:cubicBezTo>
                  <a:pt x="1355474" y="1365123"/>
                  <a:pt x="1303024" y="1312673"/>
                  <a:pt x="1238323" y="1312673"/>
                </a:cubicBezTo>
                <a:close/>
                <a:moveTo>
                  <a:pt x="870057" y="1312673"/>
                </a:moveTo>
                <a:cubicBezTo>
                  <a:pt x="805356" y="1312673"/>
                  <a:pt x="752906" y="1365123"/>
                  <a:pt x="752906" y="1429824"/>
                </a:cubicBezTo>
                <a:cubicBezTo>
                  <a:pt x="752906" y="1494525"/>
                  <a:pt x="805356" y="1546975"/>
                  <a:pt x="870057" y="1546975"/>
                </a:cubicBezTo>
                <a:cubicBezTo>
                  <a:pt x="934758" y="1546975"/>
                  <a:pt x="987208" y="1494525"/>
                  <a:pt x="987208" y="1429824"/>
                </a:cubicBezTo>
                <a:cubicBezTo>
                  <a:pt x="987208" y="1365123"/>
                  <a:pt x="934758" y="1312673"/>
                  <a:pt x="870057" y="1312673"/>
                </a:cubicBezTo>
                <a:close/>
                <a:moveTo>
                  <a:pt x="2775838" y="1127627"/>
                </a:moveTo>
                <a:cubicBezTo>
                  <a:pt x="2666578" y="1127627"/>
                  <a:pt x="2578006" y="1216199"/>
                  <a:pt x="2578006" y="1325459"/>
                </a:cubicBezTo>
                <a:cubicBezTo>
                  <a:pt x="2578006" y="1434719"/>
                  <a:pt x="2666578" y="1523291"/>
                  <a:pt x="2775838" y="1523291"/>
                </a:cubicBezTo>
                <a:cubicBezTo>
                  <a:pt x="2885098" y="1523291"/>
                  <a:pt x="2973670" y="1434719"/>
                  <a:pt x="2973670" y="1325459"/>
                </a:cubicBezTo>
                <a:cubicBezTo>
                  <a:pt x="2973670" y="1216199"/>
                  <a:pt x="2885098" y="1127627"/>
                  <a:pt x="2775838" y="1127627"/>
                </a:cubicBezTo>
                <a:close/>
                <a:moveTo>
                  <a:pt x="2153949" y="1127627"/>
                </a:moveTo>
                <a:cubicBezTo>
                  <a:pt x="2044689" y="1127627"/>
                  <a:pt x="1956117" y="1216199"/>
                  <a:pt x="1956117" y="1325459"/>
                </a:cubicBezTo>
                <a:cubicBezTo>
                  <a:pt x="1956117" y="1434719"/>
                  <a:pt x="2044689" y="1523291"/>
                  <a:pt x="2153949" y="1523291"/>
                </a:cubicBezTo>
                <a:cubicBezTo>
                  <a:pt x="2263209" y="1523291"/>
                  <a:pt x="2351781" y="1434719"/>
                  <a:pt x="2351781" y="1325459"/>
                </a:cubicBezTo>
                <a:cubicBezTo>
                  <a:pt x="2351781" y="1216199"/>
                  <a:pt x="2263209" y="1127627"/>
                  <a:pt x="2153949" y="1127627"/>
                </a:cubicBezTo>
                <a:close/>
                <a:moveTo>
                  <a:pt x="1238323" y="956510"/>
                </a:moveTo>
                <a:cubicBezTo>
                  <a:pt x="1173622" y="956510"/>
                  <a:pt x="1121172" y="1008960"/>
                  <a:pt x="1121172" y="1073661"/>
                </a:cubicBezTo>
                <a:cubicBezTo>
                  <a:pt x="1121172" y="1138362"/>
                  <a:pt x="1173622" y="1190812"/>
                  <a:pt x="1238323" y="1190812"/>
                </a:cubicBezTo>
                <a:cubicBezTo>
                  <a:pt x="1303024" y="1190812"/>
                  <a:pt x="1355474" y="1138362"/>
                  <a:pt x="1355474" y="1073661"/>
                </a:cubicBezTo>
                <a:cubicBezTo>
                  <a:pt x="1355474" y="1008960"/>
                  <a:pt x="1303024" y="956510"/>
                  <a:pt x="1238323" y="956510"/>
                </a:cubicBezTo>
                <a:close/>
                <a:moveTo>
                  <a:pt x="870057" y="956510"/>
                </a:moveTo>
                <a:cubicBezTo>
                  <a:pt x="805356" y="956510"/>
                  <a:pt x="752906" y="1008960"/>
                  <a:pt x="752906" y="1073661"/>
                </a:cubicBezTo>
                <a:cubicBezTo>
                  <a:pt x="752906" y="1138362"/>
                  <a:pt x="805356" y="1190812"/>
                  <a:pt x="870057" y="1190812"/>
                </a:cubicBezTo>
                <a:cubicBezTo>
                  <a:pt x="934758" y="1190812"/>
                  <a:pt x="987208" y="1138362"/>
                  <a:pt x="987208" y="1073661"/>
                </a:cubicBezTo>
                <a:cubicBezTo>
                  <a:pt x="987208" y="1008960"/>
                  <a:pt x="934758" y="956510"/>
                  <a:pt x="870057" y="956510"/>
                </a:cubicBezTo>
                <a:close/>
                <a:moveTo>
                  <a:pt x="2775838" y="526176"/>
                </a:moveTo>
                <a:cubicBezTo>
                  <a:pt x="2666578" y="526176"/>
                  <a:pt x="2578006" y="614748"/>
                  <a:pt x="2578006" y="724008"/>
                </a:cubicBezTo>
                <a:cubicBezTo>
                  <a:pt x="2578006" y="833268"/>
                  <a:pt x="2666578" y="921840"/>
                  <a:pt x="2775838" y="921840"/>
                </a:cubicBezTo>
                <a:cubicBezTo>
                  <a:pt x="2885098" y="921840"/>
                  <a:pt x="2973670" y="833268"/>
                  <a:pt x="2973670" y="724008"/>
                </a:cubicBezTo>
                <a:cubicBezTo>
                  <a:pt x="2973670" y="614748"/>
                  <a:pt x="2885098" y="526176"/>
                  <a:pt x="2775838" y="526176"/>
                </a:cubicBezTo>
                <a:close/>
                <a:moveTo>
                  <a:pt x="2153949" y="526176"/>
                </a:moveTo>
                <a:cubicBezTo>
                  <a:pt x="2044689" y="526176"/>
                  <a:pt x="1956117" y="614748"/>
                  <a:pt x="1956117" y="724008"/>
                </a:cubicBezTo>
                <a:cubicBezTo>
                  <a:pt x="1956117" y="833268"/>
                  <a:pt x="2044689" y="921840"/>
                  <a:pt x="2153949" y="921840"/>
                </a:cubicBezTo>
                <a:cubicBezTo>
                  <a:pt x="2263209" y="921840"/>
                  <a:pt x="2351781" y="833268"/>
                  <a:pt x="2351781" y="724008"/>
                </a:cubicBezTo>
                <a:cubicBezTo>
                  <a:pt x="2351781" y="614748"/>
                  <a:pt x="2263209" y="526176"/>
                  <a:pt x="2153949" y="526176"/>
                </a:cubicBezTo>
                <a:close/>
                <a:moveTo>
                  <a:pt x="2464893" y="0"/>
                </a:moveTo>
                <a:cubicBezTo>
                  <a:pt x="3030837" y="0"/>
                  <a:pt x="3489626" y="458789"/>
                  <a:pt x="3489626" y="1024733"/>
                </a:cubicBezTo>
                <a:cubicBezTo>
                  <a:pt x="3489626" y="1442455"/>
                  <a:pt x="3239684" y="1801800"/>
                  <a:pt x="2880320" y="1959209"/>
                </a:cubicBezTo>
                <a:lnTo>
                  <a:pt x="2880320" y="2008571"/>
                </a:lnTo>
                <a:lnTo>
                  <a:pt x="3250857" y="2008571"/>
                </a:lnTo>
                <a:lnTo>
                  <a:pt x="3250857" y="2359970"/>
                </a:lnTo>
                <a:lnTo>
                  <a:pt x="3437294" y="2359970"/>
                </a:lnTo>
                <a:lnTo>
                  <a:pt x="3437294" y="2360694"/>
                </a:lnTo>
                <a:lnTo>
                  <a:pt x="3852060" y="2233461"/>
                </a:lnTo>
                <a:lnTo>
                  <a:pt x="3852060" y="3367858"/>
                </a:lnTo>
                <a:lnTo>
                  <a:pt x="3437294" y="3240624"/>
                </a:lnTo>
                <a:lnTo>
                  <a:pt x="3437294" y="3241349"/>
                </a:lnTo>
                <a:lnTo>
                  <a:pt x="3250857" y="3241349"/>
                </a:lnTo>
                <a:lnTo>
                  <a:pt x="3250857" y="3633063"/>
                </a:lnTo>
                <a:lnTo>
                  <a:pt x="298529" y="3633063"/>
                </a:lnTo>
                <a:lnTo>
                  <a:pt x="298529" y="2431730"/>
                </a:lnTo>
                <a:lnTo>
                  <a:pt x="0" y="2008571"/>
                </a:lnTo>
                <a:lnTo>
                  <a:pt x="298529" y="2008571"/>
                </a:lnTo>
                <a:lnTo>
                  <a:pt x="792088" y="2008571"/>
                </a:lnTo>
                <a:lnTo>
                  <a:pt x="792088" y="1796817"/>
                </a:lnTo>
                <a:cubicBezTo>
                  <a:pt x="587745" y="1700755"/>
                  <a:pt x="447370" y="1492642"/>
                  <a:pt x="447370" y="1251742"/>
                </a:cubicBezTo>
                <a:cubicBezTo>
                  <a:pt x="447370" y="916605"/>
                  <a:pt x="719053" y="644923"/>
                  <a:pt x="1054190" y="644923"/>
                </a:cubicBezTo>
                <a:cubicBezTo>
                  <a:pt x="1212753" y="644923"/>
                  <a:pt x="1357112" y="705740"/>
                  <a:pt x="1463939" y="806702"/>
                </a:cubicBezTo>
                <a:cubicBezTo>
                  <a:pt x="1563407" y="345444"/>
                  <a:pt x="1973809" y="0"/>
                  <a:pt x="246489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1" name="Rounded Rectangle 24">
            <a:extLst>
              <a:ext uri="{FF2B5EF4-FFF2-40B4-BE49-F238E27FC236}">
                <a16:creationId xmlns:a16="http://schemas.microsoft.com/office/drawing/2014/main" id="{FF5BADD0-89AC-4A36-8899-0A3C2FB1B811}"/>
              </a:ext>
            </a:extLst>
          </p:cNvPr>
          <p:cNvSpPr>
            <a:spLocks noChangeAspect="1"/>
          </p:cNvSpPr>
          <p:nvPr/>
        </p:nvSpPr>
        <p:spPr>
          <a:xfrm>
            <a:off x="6788799" y="3793801"/>
            <a:ext cx="337264" cy="260957"/>
          </a:xfrm>
          <a:custGeom>
            <a:avLst/>
            <a:gdLst/>
            <a:ahLst/>
            <a:cxnLst/>
            <a:rect l="l" t="t" r="r" b="b"/>
            <a:pathLst>
              <a:path w="3960000" h="3064028">
                <a:moveTo>
                  <a:pt x="1955333" y="1285185"/>
                </a:moveTo>
                <a:cubicBezTo>
                  <a:pt x="2192176" y="1285185"/>
                  <a:pt x="2384176" y="1477185"/>
                  <a:pt x="2384176" y="1714028"/>
                </a:cubicBezTo>
                <a:cubicBezTo>
                  <a:pt x="2384176" y="1950871"/>
                  <a:pt x="2192176" y="2142871"/>
                  <a:pt x="1955333" y="2142871"/>
                </a:cubicBezTo>
                <a:cubicBezTo>
                  <a:pt x="1718490" y="2142871"/>
                  <a:pt x="1526490" y="1950871"/>
                  <a:pt x="1526490" y="1714028"/>
                </a:cubicBezTo>
                <a:cubicBezTo>
                  <a:pt x="1526490" y="1477185"/>
                  <a:pt x="1718490" y="1285185"/>
                  <a:pt x="1955333" y="1285185"/>
                </a:cubicBezTo>
                <a:close/>
                <a:moveTo>
                  <a:pt x="1955333" y="1074136"/>
                </a:moveTo>
                <a:cubicBezTo>
                  <a:pt x="1601930" y="1074136"/>
                  <a:pt x="1315441" y="1360625"/>
                  <a:pt x="1315441" y="1714028"/>
                </a:cubicBezTo>
                <a:cubicBezTo>
                  <a:pt x="1315441" y="2067431"/>
                  <a:pt x="1601930" y="2353920"/>
                  <a:pt x="1955333" y="2353920"/>
                </a:cubicBezTo>
                <a:cubicBezTo>
                  <a:pt x="2308736" y="2353920"/>
                  <a:pt x="2595225" y="2067431"/>
                  <a:pt x="2595225" y="1714028"/>
                </a:cubicBezTo>
                <a:cubicBezTo>
                  <a:pt x="2595225" y="1360625"/>
                  <a:pt x="2308736" y="1074136"/>
                  <a:pt x="1955333" y="1074136"/>
                </a:cubicBezTo>
                <a:close/>
                <a:moveTo>
                  <a:pt x="1955333" y="849503"/>
                </a:moveTo>
                <a:cubicBezTo>
                  <a:pt x="2432797" y="849503"/>
                  <a:pt x="2819858" y="1236564"/>
                  <a:pt x="2819858" y="1714028"/>
                </a:cubicBezTo>
                <a:cubicBezTo>
                  <a:pt x="2819858" y="2191492"/>
                  <a:pt x="2432797" y="2578553"/>
                  <a:pt x="1955333" y="2578553"/>
                </a:cubicBezTo>
                <a:cubicBezTo>
                  <a:pt x="1477869" y="2578553"/>
                  <a:pt x="1090808" y="2191492"/>
                  <a:pt x="1090808" y="1714028"/>
                </a:cubicBezTo>
                <a:cubicBezTo>
                  <a:pt x="1090808" y="1236564"/>
                  <a:pt x="1477869" y="849503"/>
                  <a:pt x="1955333" y="849503"/>
                </a:cubicBezTo>
                <a:close/>
                <a:moveTo>
                  <a:pt x="3253503" y="756254"/>
                </a:moveTo>
                <a:cubicBezTo>
                  <a:pt x="3162525" y="756254"/>
                  <a:pt x="3088773" y="830006"/>
                  <a:pt x="3088773" y="920984"/>
                </a:cubicBezTo>
                <a:cubicBezTo>
                  <a:pt x="3088773" y="1011962"/>
                  <a:pt x="3162525" y="1085714"/>
                  <a:pt x="3253503" y="1085714"/>
                </a:cubicBezTo>
                <a:cubicBezTo>
                  <a:pt x="3344481" y="1085714"/>
                  <a:pt x="3418233" y="1011962"/>
                  <a:pt x="3418233" y="920984"/>
                </a:cubicBezTo>
                <a:cubicBezTo>
                  <a:pt x="3418233" y="830006"/>
                  <a:pt x="3344481" y="756254"/>
                  <a:pt x="3253503" y="756254"/>
                </a:cubicBezTo>
                <a:close/>
                <a:moveTo>
                  <a:pt x="1955333" y="744677"/>
                </a:moveTo>
                <a:cubicBezTo>
                  <a:pt x="1419975" y="744677"/>
                  <a:pt x="985982" y="1178670"/>
                  <a:pt x="985982" y="1714028"/>
                </a:cubicBezTo>
                <a:cubicBezTo>
                  <a:pt x="985982" y="2249386"/>
                  <a:pt x="1419975" y="2683379"/>
                  <a:pt x="1955333" y="2683379"/>
                </a:cubicBezTo>
                <a:cubicBezTo>
                  <a:pt x="2490691" y="2683379"/>
                  <a:pt x="2924684" y="2249386"/>
                  <a:pt x="2924684" y="1714028"/>
                </a:cubicBezTo>
                <a:cubicBezTo>
                  <a:pt x="2924684" y="1178670"/>
                  <a:pt x="2490691" y="744677"/>
                  <a:pt x="1955333" y="744677"/>
                </a:cubicBezTo>
                <a:close/>
                <a:moveTo>
                  <a:pt x="1333922" y="0"/>
                </a:moveTo>
                <a:lnTo>
                  <a:pt x="2626078" y="0"/>
                </a:lnTo>
                <a:lnTo>
                  <a:pt x="2717085" y="364028"/>
                </a:lnTo>
                <a:lnTo>
                  <a:pt x="3699990" y="364028"/>
                </a:lnTo>
                <a:cubicBezTo>
                  <a:pt x="3843590" y="364028"/>
                  <a:pt x="3960000" y="480438"/>
                  <a:pt x="3960000" y="624038"/>
                </a:cubicBezTo>
                <a:lnTo>
                  <a:pt x="3960000" y="2804018"/>
                </a:lnTo>
                <a:cubicBezTo>
                  <a:pt x="3960000" y="2947618"/>
                  <a:pt x="3843590" y="3064028"/>
                  <a:pt x="3699990" y="3064028"/>
                </a:cubicBezTo>
                <a:lnTo>
                  <a:pt x="260010" y="3064028"/>
                </a:lnTo>
                <a:cubicBezTo>
                  <a:pt x="116410" y="3064028"/>
                  <a:pt x="0" y="2947618"/>
                  <a:pt x="0" y="2804018"/>
                </a:cubicBezTo>
                <a:lnTo>
                  <a:pt x="0" y="624038"/>
                </a:lnTo>
                <a:cubicBezTo>
                  <a:pt x="0" y="480438"/>
                  <a:pt x="116410" y="364028"/>
                  <a:pt x="260010" y="364028"/>
                </a:cubicBezTo>
                <a:lnTo>
                  <a:pt x="443165" y="364028"/>
                </a:lnTo>
                <a:lnTo>
                  <a:pt x="443165" y="237982"/>
                </a:lnTo>
                <a:cubicBezTo>
                  <a:pt x="443165" y="195266"/>
                  <a:pt x="477794" y="160637"/>
                  <a:pt x="520510" y="160637"/>
                </a:cubicBezTo>
                <a:lnTo>
                  <a:pt x="1049896" y="160637"/>
                </a:lnTo>
                <a:cubicBezTo>
                  <a:pt x="1092612" y="160637"/>
                  <a:pt x="1127241" y="195266"/>
                  <a:pt x="1127241" y="237982"/>
                </a:cubicBezTo>
                <a:lnTo>
                  <a:pt x="1127241" y="364028"/>
                </a:lnTo>
                <a:lnTo>
                  <a:pt x="1242915" y="36402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2" name="Freeform 35">
            <a:extLst>
              <a:ext uri="{FF2B5EF4-FFF2-40B4-BE49-F238E27FC236}">
                <a16:creationId xmlns:a16="http://schemas.microsoft.com/office/drawing/2014/main" id="{74830E45-35D2-4A53-88E6-8F7E5B63EA62}"/>
              </a:ext>
            </a:extLst>
          </p:cNvPr>
          <p:cNvSpPr>
            <a:spLocks noChangeAspect="1"/>
          </p:cNvSpPr>
          <p:nvPr/>
        </p:nvSpPr>
        <p:spPr>
          <a:xfrm rot="8580000">
            <a:off x="6788325" y="2836159"/>
            <a:ext cx="331419" cy="330536"/>
          </a:xfrm>
          <a:custGeom>
            <a:avLst/>
            <a:gdLst/>
            <a:ahLst/>
            <a:cxnLst/>
            <a:rect l="l" t="t" r="r" b="b"/>
            <a:pathLst>
              <a:path w="3872365" h="3862045">
                <a:moveTo>
                  <a:pt x="1786489" y="808318"/>
                </a:moveTo>
                <a:cubicBezTo>
                  <a:pt x="1525809" y="610106"/>
                  <a:pt x="1257124" y="397966"/>
                  <a:pt x="1040385" y="230829"/>
                </a:cubicBezTo>
                <a:cubicBezTo>
                  <a:pt x="1905215" y="-194386"/>
                  <a:pt x="2650439" y="24572"/>
                  <a:pt x="3162062" y="429660"/>
                </a:cubicBezTo>
                <a:cubicBezTo>
                  <a:pt x="3007351" y="875340"/>
                  <a:pt x="2905932" y="1443216"/>
                  <a:pt x="2745609" y="1410478"/>
                </a:cubicBezTo>
                <a:cubicBezTo>
                  <a:pt x="2633182" y="1430335"/>
                  <a:pt x="2220955" y="1138671"/>
                  <a:pt x="1786489" y="808318"/>
                </a:cubicBezTo>
                <a:close/>
                <a:moveTo>
                  <a:pt x="2701004" y="2590217"/>
                </a:moveTo>
                <a:cubicBezTo>
                  <a:pt x="2682933" y="2576481"/>
                  <a:pt x="2672282" y="2559744"/>
                  <a:pt x="2670336" y="2539383"/>
                </a:cubicBezTo>
                <a:cubicBezTo>
                  <a:pt x="2587360" y="2376647"/>
                  <a:pt x="3042640" y="1246798"/>
                  <a:pt x="3299881" y="563773"/>
                </a:cubicBezTo>
                <a:cubicBezTo>
                  <a:pt x="3959368" y="1266493"/>
                  <a:pt x="3967860" y="2043171"/>
                  <a:pt x="3730056" y="2650875"/>
                </a:cubicBezTo>
                <a:cubicBezTo>
                  <a:pt x="3317547" y="2635434"/>
                  <a:pt x="2827499" y="2686366"/>
                  <a:pt x="2701004" y="2590217"/>
                </a:cubicBezTo>
                <a:close/>
                <a:moveTo>
                  <a:pt x="19691" y="2248546"/>
                </a:moveTo>
                <a:cubicBezTo>
                  <a:pt x="-100797" y="1292396"/>
                  <a:pt x="348853" y="659059"/>
                  <a:pt x="898439" y="307194"/>
                </a:cubicBezTo>
                <a:cubicBezTo>
                  <a:pt x="1269469" y="598575"/>
                  <a:pt x="1773388" y="879352"/>
                  <a:pt x="1690237" y="1020281"/>
                </a:cubicBezTo>
                <a:cubicBezTo>
                  <a:pt x="1661713" y="1200709"/>
                  <a:pt x="629275" y="1847170"/>
                  <a:pt x="19691" y="2248546"/>
                </a:cubicBezTo>
                <a:close/>
                <a:moveTo>
                  <a:pt x="1805382" y="3858278"/>
                </a:moveTo>
                <a:cubicBezTo>
                  <a:pt x="1676483" y="3404460"/>
                  <a:pt x="1433840" y="2881111"/>
                  <a:pt x="1583946" y="2815971"/>
                </a:cubicBezTo>
                <a:cubicBezTo>
                  <a:pt x="1713076" y="2686769"/>
                  <a:pt x="2928316" y="2770622"/>
                  <a:pt x="3657403" y="2804207"/>
                </a:cubicBezTo>
                <a:cubicBezTo>
                  <a:pt x="3192869" y="3648569"/>
                  <a:pt x="2456828" y="3896652"/>
                  <a:pt x="1805382" y="3858278"/>
                </a:cubicBezTo>
                <a:close/>
                <a:moveTo>
                  <a:pt x="762284" y="3480575"/>
                </a:moveTo>
                <a:cubicBezTo>
                  <a:pt x="380940" y="3198297"/>
                  <a:pt x="161300" y="2806810"/>
                  <a:pt x="58293" y="2412172"/>
                </a:cubicBezTo>
                <a:cubicBezTo>
                  <a:pt x="450067" y="2149344"/>
                  <a:pt x="872820" y="1756853"/>
                  <a:pt x="981158" y="1879484"/>
                </a:cubicBezTo>
                <a:cubicBezTo>
                  <a:pt x="1143940" y="1962367"/>
                  <a:pt x="1439720" y="3144041"/>
                  <a:pt x="1633080" y="3847823"/>
                </a:cubicBezTo>
                <a:cubicBezTo>
                  <a:pt x="1278110" y="3779994"/>
                  <a:pt x="991090" y="3649942"/>
                  <a:pt x="762284" y="348057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74F7E98-9A6A-427D-A8EA-B6A10396F1AB}"/>
              </a:ext>
            </a:extLst>
          </p:cNvPr>
          <p:cNvSpPr/>
          <p:nvPr/>
        </p:nvSpPr>
        <p:spPr>
          <a:xfrm>
            <a:off x="4488662" y="3741945"/>
            <a:ext cx="966653" cy="5576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1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5446436-1FA1-478D-981E-09C894613D9A}"/>
              </a:ext>
            </a:extLst>
          </p:cNvPr>
          <p:cNvSpPr/>
          <p:nvPr/>
        </p:nvSpPr>
        <p:spPr>
          <a:xfrm>
            <a:off x="4488662" y="3819197"/>
            <a:ext cx="966653" cy="5576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1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DDFF66C-24F9-46F2-8E3D-53D4E7D98F92}"/>
              </a:ext>
            </a:extLst>
          </p:cNvPr>
          <p:cNvSpPr/>
          <p:nvPr/>
        </p:nvSpPr>
        <p:spPr>
          <a:xfrm>
            <a:off x="4488662" y="3896449"/>
            <a:ext cx="966653" cy="55762"/>
          </a:xfrm>
          <a:prstGeom prst="rect">
            <a:avLst/>
          </a:pr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1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FCFAC98-5DCC-47AC-B08E-0B868BD29A1F}"/>
              </a:ext>
            </a:extLst>
          </p:cNvPr>
          <p:cNvSpPr/>
          <p:nvPr/>
        </p:nvSpPr>
        <p:spPr>
          <a:xfrm>
            <a:off x="4488662" y="3973701"/>
            <a:ext cx="966653" cy="5576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1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BDA5CBF-2F27-456E-AC50-585DF26538D4}"/>
              </a:ext>
            </a:extLst>
          </p:cNvPr>
          <p:cNvSpPr/>
          <p:nvPr/>
        </p:nvSpPr>
        <p:spPr>
          <a:xfrm>
            <a:off x="4488662" y="4050952"/>
            <a:ext cx="966653" cy="5576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1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B0B72B4C-E60B-4521-A784-1C75CD960E35}"/>
              </a:ext>
            </a:extLst>
          </p:cNvPr>
          <p:cNvGrpSpPr/>
          <p:nvPr/>
        </p:nvGrpSpPr>
        <p:grpSpPr>
          <a:xfrm>
            <a:off x="1673863" y="3262299"/>
            <a:ext cx="3404656" cy="1346565"/>
            <a:chOff x="903886" y="3331350"/>
            <a:chExt cx="3297058" cy="1304009"/>
          </a:xfrm>
        </p:grpSpPr>
        <p:sp>
          <p:nvSpPr>
            <p:cNvPr id="39" name="Rectangle 34">
              <a:extLst>
                <a:ext uri="{FF2B5EF4-FFF2-40B4-BE49-F238E27FC236}">
                  <a16:creationId xmlns:a16="http://schemas.microsoft.com/office/drawing/2014/main" id="{922B958C-B1A1-40A4-877D-E3D05D8A5670}"/>
                </a:ext>
              </a:extLst>
            </p:cNvPr>
            <p:cNvSpPr/>
            <p:nvPr/>
          </p:nvSpPr>
          <p:spPr>
            <a:xfrm>
              <a:off x="903886" y="3968006"/>
              <a:ext cx="704227" cy="36000"/>
            </a:xfrm>
            <a:custGeom>
              <a:avLst/>
              <a:gdLst/>
              <a:ahLst/>
              <a:cxnLst/>
              <a:rect l="l" t="t" r="r" b="b"/>
              <a:pathLst>
                <a:path w="704227" h="36000">
                  <a:moveTo>
                    <a:pt x="0" y="0"/>
                  </a:moveTo>
                  <a:lnTo>
                    <a:pt x="704227" y="0"/>
                  </a:lnTo>
                  <a:lnTo>
                    <a:pt x="704227" y="36000"/>
                  </a:lnTo>
                  <a:lnTo>
                    <a:pt x="0" y="36000"/>
                  </a:ln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C2FB8D89-2299-4885-9D5E-78AFAB6FF7C5}"/>
                </a:ext>
              </a:extLst>
            </p:cNvPr>
            <p:cNvGrpSpPr/>
            <p:nvPr/>
          </p:nvGrpSpPr>
          <p:grpSpPr>
            <a:xfrm>
              <a:off x="1475656" y="3331350"/>
              <a:ext cx="2725288" cy="1304009"/>
              <a:chOff x="1475656" y="3331350"/>
              <a:chExt cx="2725288" cy="1304009"/>
            </a:xfrm>
          </p:grpSpPr>
          <p:sp>
            <p:nvSpPr>
              <p:cNvPr id="41" name="Parallelogram 40">
                <a:extLst>
                  <a:ext uri="{FF2B5EF4-FFF2-40B4-BE49-F238E27FC236}">
                    <a16:creationId xmlns:a16="http://schemas.microsoft.com/office/drawing/2014/main" id="{8E4075BB-606B-44C0-9F81-99A2EC74363C}"/>
                  </a:ext>
                </a:extLst>
              </p:cNvPr>
              <p:cNvSpPr/>
              <p:nvPr/>
            </p:nvSpPr>
            <p:spPr>
              <a:xfrm rot="10680000" flipH="1">
                <a:off x="2793780" y="4038224"/>
                <a:ext cx="1201835" cy="597135"/>
              </a:xfrm>
              <a:prstGeom prst="parallelogram">
                <a:avLst>
                  <a:gd name="adj" fmla="val 62269"/>
                </a:avLst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42" name="Parallelogram 41">
                <a:extLst>
                  <a:ext uri="{FF2B5EF4-FFF2-40B4-BE49-F238E27FC236}">
                    <a16:creationId xmlns:a16="http://schemas.microsoft.com/office/drawing/2014/main" id="{D33FFA48-F6CB-42C9-ACED-1B300A112AC0}"/>
                  </a:ext>
                </a:extLst>
              </p:cNvPr>
              <p:cNvSpPr/>
              <p:nvPr/>
            </p:nvSpPr>
            <p:spPr>
              <a:xfrm rot="10920000">
                <a:off x="2793780" y="3331350"/>
                <a:ext cx="1201835" cy="597135"/>
              </a:xfrm>
              <a:prstGeom prst="parallelogram">
                <a:avLst>
                  <a:gd name="adj" fmla="val 62269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grpSp>
            <p:nvGrpSpPr>
              <p:cNvPr id="43" name="Group 42">
                <a:extLst>
                  <a:ext uri="{FF2B5EF4-FFF2-40B4-BE49-F238E27FC236}">
                    <a16:creationId xmlns:a16="http://schemas.microsoft.com/office/drawing/2014/main" id="{A22E7544-78AC-4E4A-A980-F8A9B1B1C971}"/>
                  </a:ext>
                </a:extLst>
              </p:cNvPr>
              <p:cNvGrpSpPr/>
              <p:nvPr/>
            </p:nvGrpSpPr>
            <p:grpSpPr>
              <a:xfrm>
                <a:off x="1475656" y="3862961"/>
                <a:ext cx="2152334" cy="246090"/>
                <a:chOff x="1688158" y="3440846"/>
                <a:chExt cx="1659706" cy="379529"/>
              </a:xfrm>
            </p:grpSpPr>
            <p:sp>
              <p:nvSpPr>
                <p:cNvPr id="45" name="Trapezoid 33">
                  <a:extLst>
                    <a:ext uri="{FF2B5EF4-FFF2-40B4-BE49-F238E27FC236}">
                      <a16:creationId xmlns:a16="http://schemas.microsoft.com/office/drawing/2014/main" id="{5BA960D9-1A94-429D-97B9-0195421D0955}"/>
                    </a:ext>
                  </a:extLst>
                </p:cNvPr>
                <p:cNvSpPr/>
                <p:nvPr/>
              </p:nvSpPr>
              <p:spPr>
                <a:xfrm rot="5400000" flipH="1">
                  <a:off x="2653493" y="3090551"/>
                  <a:ext cx="308621" cy="10801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8621" h="1080120">
                      <a:moveTo>
                        <a:pt x="308621" y="1080120"/>
                      </a:moveTo>
                      <a:lnTo>
                        <a:pt x="232649" y="0"/>
                      </a:lnTo>
                      <a:lnTo>
                        <a:pt x="75972" y="0"/>
                      </a:lnTo>
                      <a:lnTo>
                        <a:pt x="0" y="1080120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1"/>
                </a:p>
              </p:txBody>
            </p:sp>
            <p:sp>
              <p:nvSpPr>
                <p:cNvPr id="46" name="Chord 45">
                  <a:extLst>
                    <a:ext uri="{FF2B5EF4-FFF2-40B4-BE49-F238E27FC236}">
                      <a16:creationId xmlns:a16="http://schemas.microsoft.com/office/drawing/2014/main" id="{1A74EF70-4054-4842-B0C9-00B5E04A7916}"/>
                    </a:ext>
                  </a:extLst>
                </p:cNvPr>
                <p:cNvSpPr/>
                <p:nvPr/>
              </p:nvSpPr>
              <p:spPr>
                <a:xfrm>
                  <a:off x="1688158" y="3454556"/>
                  <a:ext cx="155575" cy="352111"/>
                </a:xfrm>
                <a:prstGeom prst="chord">
                  <a:avLst>
                    <a:gd name="adj1" fmla="val 5391179"/>
                    <a:gd name="adj2" fmla="val 16200000"/>
                  </a:avLst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1"/>
                </a:p>
              </p:txBody>
            </p:sp>
            <p:sp>
              <p:nvSpPr>
                <p:cNvPr id="47" name="Trapezoid 37">
                  <a:extLst>
                    <a:ext uri="{FF2B5EF4-FFF2-40B4-BE49-F238E27FC236}">
                      <a16:creationId xmlns:a16="http://schemas.microsoft.com/office/drawing/2014/main" id="{38EC9F45-8A0B-4ED1-A2D4-6276796CD6C6}"/>
                    </a:ext>
                  </a:extLst>
                </p:cNvPr>
                <p:cNvSpPr/>
                <p:nvPr/>
              </p:nvSpPr>
              <p:spPr>
                <a:xfrm rot="5400000" flipH="1">
                  <a:off x="1825951" y="3378583"/>
                  <a:ext cx="379529" cy="5040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9529" h="504056">
                      <a:moveTo>
                        <a:pt x="379529" y="504056"/>
                      </a:moveTo>
                      <a:lnTo>
                        <a:pt x="344075" y="0"/>
                      </a:lnTo>
                      <a:lnTo>
                        <a:pt x="35454" y="0"/>
                      </a:lnTo>
                      <a:lnTo>
                        <a:pt x="0" y="504056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1"/>
                </a:p>
              </p:txBody>
            </p:sp>
          </p:grpSp>
          <p:sp>
            <p:nvSpPr>
              <p:cNvPr id="44" name="Parallelogram 43">
                <a:extLst>
                  <a:ext uri="{FF2B5EF4-FFF2-40B4-BE49-F238E27FC236}">
                    <a16:creationId xmlns:a16="http://schemas.microsoft.com/office/drawing/2014/main" id="{F5C54F3C-2F67-483B-B0CA-0F73D0294A30}"/>
                  </a:ext>
                </a:extLst>
              </p:cNvPr>
              <p:cNvSpPr/>
              <p:nvPr/>
            </p:nvSpPr>
            <p:spPr>
              <a:xfrm rot="10800000" flipH="1">
                <a:off x="2788579" y="3979133"/>
                <a:ext cx="1412365" cy="268133"/>
              </a:xfrm>
              <a:prstGeom prst="parallelogram">
                <a:avLst>
                  <a:gd name="adj" fmla="val 205867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</p:grpSp>
      </p:grpSp>
      <p:sp>
        <p:nvSpPr>
          <p:cNvPr id="48" name="Freeform 47">
            <a:extLst>
              <a:ext uri="{FF2B5EF4-FFF2-40B4-BE49-F238E27FC236}">
                <a16:creationId xmlns:a16="http://schemas.microsoft.com/office/drawing/2014/main" id="{1C008D6D-6049-4FB5-B9AD-3C7E6C897275}"/>
              </a:ext>
            </a:extLst>
          </p:cNvPr>
          <p:cNvSpPr/>
          <p:nvPr/>
        </p:nvSpPr>
        <p:spPr>
          <a:xfrm>
            <a:off x="5453688" y="1781144"/>
            <a:ext cx="1204814" cy="2019981"/>
          </a:xfrm>
          <a:custGeom>
            <a:avLst/>
            <a:gdLst>
              <a:gd name="connsiteX0" fmla="*/ 0 w 1177747"/>
              <a:gd name="connsiteY0" fmla="*/ 1945843 h 1945843"/>
              <a:gd name="connsiteX1" fmla="*/ 1177747 w 1177747"/>
              <a:gd name="connsiteY1" fmla="*/ 0 h 1945843"/>
              <a:gd name="connsiteX2" fmla="*/ 1177747 w 1177747"/>
              <a:gd name="connsiteY2" fmla="*/ 563270 h 1945843"/>
              <a:gd name="connsiteX3" fmla="*/ 0 w 1177747"/>
              <a:gd name="connsiteY3" fmla="*/ 1945843 h 1945843"/>
              <a:gd name="connsiteX0" fmla="*/ 0 w 1177747"/>
              <a:gd name="connsiteY0" fmla="*/ 1945843 h 2001427"/>
              <a:gd name="connsiteX1" fmla="*/ 1177747 w 1177747"/>
              <a:gd name="connsiteY1" fmla="*/ 0 h 2001427"/>
              <a:gd name="connsiteX2" fmla="*/ 1177747 w 1177747"/>
              <a:gd name="connsiteY2" fmla="*/ 563270 h 2001427"/>
              <a:gd name="connsiteX3" fmla="*/ 4432 w 1177747"/>
              <a:gd name="connsiteY3" fmla="*/ 2001427 h 2001427"/>
              <a:gd name="connsiteX4" fmla="*/ 0 w 1177747"/>
              <a:gd name="connsiteY4" fmla="*/ 1945843 h 2001427"/>
              <a:gd name="connsiteX0" fmla="*/ 0 w 1177747"/>
              <a:gd name="connsiteY0" fmla="*/ 1905052 h 2001427"/>
              <a:gd name="connsiteX1" fmla="*/ 1177747 w 1177747"/>
              <a:gd name="connsiteY1" fmla="*/ 0 h 2001427"/>
              <a:gd name="connsiteX2" fmla="*/ 1177747 w 1177747"/>
              <a:gd name="connsiteY2" fmla="*/ 563270 h 2001427"/>
              <a:gd name="connsiteX3" fmla="*/ 4432 w 1177747"/>
              <a:gd name="connsiteY3" fmla="*/ 2001427 h 2001427"/>
              <a:gd name="connsiteX4" fmla="*/ 0 w 1177747"/>
              <a:gd name="connsiteY4" fmla="*/ 1905052 h 2001427"/>
              <a:gd name="connsiteX0" fmla="*/ 0 w 1177747"/>
              <a:gd name="connsiteY0" fmla="*/ 1905052 h 1967434"/>
              <a:gd name="connsiteX1" fmla="*/ 1177747 w 1177747"/>
              <a:gd name="connsiteY1" fmla="*/ 0 h 1967434"/>
              <a:gd name="connsiteX2" fmla="*/ 1177747 w 1177747"/>
              <a:gd name="connsiteY2" fmla="*/ 563270 h 1967434"/>
              <a:gd name="connsiteX3" fmla="*/ 4432 w 1177747"/>
              <a:gd name="connsiteY3" fmla="*/ 1967434 h 1967434"/>
              <a:gd name="connsiteX4" fmla="*/ 0 w 1177747"/>
              <a:gd name="connsiteY4" fmla="*/ 1905052 h 1967434"/>
              <a:gd name="connsiteX0" fmla="*/ 0 w 1181147"/>
              <a:gd name="connsiteY0" fmla="*/ 1905052 h 1967434"/>
              <a:gd name="connsiteX1" fmla="*/ 1177747 w 1181147"/>
              <a:gd name="connsiteY1" fmla="*/ 0 h 1967434"/>
              <a:gd name="connsiteX2" fmla="*/ 1181147 w 1181147"/>
              <a:gd name="connsiteY2" fmla="*/ 580267 h 1967434"/>
              <a:gd name="connsiteX3" fmla="*/ 4432 w 1181147"/>
              <a:gd name="connsiteY3" fmla="*/ 1967434 h 1967434"/>
              <a:gd name="connsiteX4" fmla="*/ 0 w 1181147"/>
              <a:gd name="connsiteY4" fmla="*/ 1905052 h 1967434"/>
              <a:gd name="connsiteX0" fmla="*/ 0 w 1181147"/>
              <a:gd name="connsiteY0" fmla="*/ 1891455 h 1953837"/>
              <a:gd name="connsiteX1" fmla="*/ 1174347 w 1181147"/>
              <a:gd name="connsiteY1" fmla="*/ 0 h 1953837"/>
              <a:gd name="connsiteX2" fmla="*/ 1181147 w 1181147"/>
              <a:gd name="connsiteY2" fmla="*/ 566670 h 1953837"/>
              <a:gd name="connsiteX3" fmla="*/ 4432 w 1181147"/>
              <a:gd name="connsiteY3" fmla="*/ 1953837 h 1953837"/>
              <a:gd name="connsiteX4" fmla="*/ 0 w 1181147"/>
              <a:gd name="connsiteY4" fmla="*/ 1891455 h 1953837"/>
              <a:gd name="connsiteX0" fmla="*/ 0 w 1184694"/>
              <a:gd name="connsiteY0" fmla="*/ 1891455 h 1953837"/>
              <a:gd name="connsiteX1" fmla="*/ 1184544 w 1184694"/>
              <a:gd name="connsiteY1" fmla="*/ 0 h 1953837"/>
              <a:gd name="connsiteX2" fmla="*/ 1181147 w 1184694"/>
              <a:gd name="connsiteY2" fmla="*/ 566670 h 1953837"/>
              <a:gd name="connsiteX3" fmla="*/ 4432 w 1184694"/>
              <a:gd name="connsiteY3" fmla="*/ 1953837 h 1953837"/>
              <a:gd name="connsiteX4" fmla="*/ 0 w 1184694"/>
              <a:gd name="connsiteY4" fmla="*/ 1891455 h 1953837"/>
              <a:gd name="connsiteX0" fmla="*/ 0 w 1184694"/>
              <a:gd name="connsiteY0" fmla="*/ 1891455 h 1953837"/>
              <a:gd name="connsiteX1" fmla="*/ 1184544 w 1184694"/>
              <a:gd name="connsiteY1" fmla="*/ 0 h 1953837"/>
              <a:gd name="connsiteX2" fmla="*/ 1181147 w 1184694"/>
              <a:gd name="connsiteY2" fmla="*/ 573468 h 1953837"/>
              <a:gd name="connsiteX3" fmla="*/ 4432 w 1184694"/>
              <a:gd name="connsiteY3" fmla="*/ 1953837 h 1953837"/>
              <a:gd name="connsiteX4" fmla="*/ 0 w 1184694"/>
              <a:gd name="connsiteY4" fmla="*/ 1891455 h 1953837"/>
              <a:gd name="connsiteX0" fmla="*/ 457 w 1180262"/>
              <a:gd name="connsiteY0" fmla="*/ 1903679 h 1953837"/>
              <a:gd name="connsiteX1" fmla="*/ 1180112 w 1180262"/>
              <a:gd name="connsiteY1" fmla="*/ 0 h 1953837"/>
              <a:gd name="connsiteX2" fmla="*/ 1176715 w 1180262"/>
              <a:gd name="connsiteY2" fmla="*/ 573468 h 1953837"/>
              <a:gd name="connsiteX3" fmla="*/ 0 w 1180262"/>
              <a:gd name="connsiteY3" fmla="*/ 1953837 h 1953837"/>
              <a:gd name="connsiteX4" fmla="*/ 457 w 1180262"/>
              <a:gd name="connsiteY4" fmla="*/ 1903679 h 1953837"/>
              <a:gd name="connsiteX0" fmla="*/ 457 w 1183065"/>
              <a:gd name="connsiteY0" fmla="*/ 1903679 h 1953837"/>
              <a:gd name="connsiteX1" fmla="*/ 1180112 w 1183065"/>
              <a:gd name="connsiteY1" fmla="*/ 0 h 1953837"/>
              <a:gd name="connsiteX2" fmla="*/ 1183065 w 1183065"/>
              <a:gd name="connsiteY2" fmla="*/ 567118 h 1953837"/>
              <a:gd name="connsiteX3" fmla="*/ 0 w 1183065"/>
              <a:gd name="connsiteY3" fmla="*/ 1953837 h 1953837"/>
              <a:gd name="connsiteX4" fmla="*/ 457 w 1183065"/>
              <a:gd name="connsiteY4" fmla="*/ 1903679 h 1953837"/>
              <a:gd name="connsiteX0" fmla="*/ 457 w 1183065"/>
              <a:gd name="connsiteY0" fmla="*/ 1903679 h 1953837"/>
              <a:gd name="connsiteX1" fmla="*/ 1180112 w 1183065"/>
              <a:gd name="connsiteY1" fmla="*/ 0 h 1953837"/>
              <a:gd name="connsiteX2" fmla="*/ 1183065 w 1183065"/>
              <a:gd name="connsiteY2" fmla="*/ 569785 h 1953837"/>
              <a:gd name="connsiteX3" fmla="*/ 0 w 1183065"/>
              <a:gd name="connsiteY3" fmla="*/ 1953837 h 1953837"/>
              <a:gd name="connsiteX4" fmla="*/ 457 w 1183065"/>
              <a:gd name="connsiteY4" fmla="*/ 1903679 h 1953837"/>
              <a:gd name="connsiteX0" fmla="*/ 457 w 1183065"/>
              <a:gd name="connsiteY0" fmla="*/ 1903679 h 1953837"/>
              <a:gd name="connsiteX1" fmla="*/ 1180112 w 1183065"/>
              <a:gd name="connsiteY1" fmla="*/ 0 h 1953837"/>
              <a:gd name="connsiteX2" fmla="*/ 1183065 w 1183065"/>
              <a:gd name="connsiteY2" fmla="*/ 572452 h 1953837"/>
              <a:gd name="connsiteX3" fmla="*/ 0 w 1183065"/>
              <a:gd name="connsiteY3" fmla="*/ 1953837 h 1953837"/>
              <a:gd name="connsiteX4" fmla="*/ 457 w 1183065"/>
              <a:gd name="connsiteY4" fmla="*/ 1903679 h 1953837"/>
              <a:gd name="connsiteX0" fmla="*/ 457 w 1183065"/>
              <a:gd name="connsiteY0" fmla="*/ 1901373 h 1953837"/>
              <a:gd name="connsiteX1" fmla="*/ 1180112 w 1183065"/>
              <a:gd name="connsiteY1" fmla="*/ 0 h 1953837"/>
              <a:gd name="connsiteX2" fmla="*/ 1183065 w 1183065"/>
              <a:gd name="connsiteY2" fmla="*/ 572452 h 1953837"/>
              <a:gd name="connsiteX3" fmla="*/ 0 w 1183065"/>
              <a:gd name="connsiteY3" fmla="*/ 1953837 h 1953837"/>
              <a:gd name="connsiteX4" fmla="*/ 457 w 1183065"/>
              <a:gd name="connsiteY4" fmla="*/ 1901373 h 1953837"/>
              <a:gd name="connsiteX0" fmla="*/ 457 w 1183065"/>
              <a:gd name="connsiteY0" fmla="*/ 1901373 h 1956143"/>
              <a:gd name="connsiteX1" fmla="*/ 1180112 w 1183065"/>
              <a:gd name="connsiteY1" fmla="*/ 0 h 1956143"/>
              <a:gd name="connsiteX2" fmla="*/ 1183065 w 1183065"/>
              <a:gd name="connsiteY2" fmla="*/ 572452 h 1956143"/>
              <a:gd name="connsiteX3" fmla="*/ 0 w 1183065"/>
              <a:gd name="connsiteY3" fmla="*/ 1956143 h 1956143"/>
              <a:gd name="connsiteX4" fmla="*/ 457 w 1183065"/>
              <a:gd name="connsiteY4" fmla="*/ 1901373 h 1956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83065" h="1956143">
                <a:moveTo>
                  <a:pt x="457" y="1901373"/>
                </a:moveTo>
                <a:lnTo>
                  <a:pt x="1180112" y="0"/>
                </a:lnTo>
                <a:cubicBezTo>
                  <a:pt x="1181245" y="193422"/>
                  <a:pt x="1181932" y="379030"/>
                  <a:pt x="1183065" y="572452"/>
                </a:cubicBezTo>
                <a:lnTo>
                  <a:pt x="0" y="1956143"/>
                </a:lnTo>
                <a:cubicBezTo>
                  <a:pt x="152" y="1939424"/>
                  <a:pt x="305" y="1918092"/>
                  <a:pt x="457" y="1901373"/>
                </a:cubicBezTo>
                <a:close/>
              </a:path>
            </a:pathLst>
          </a:custGeom>
          <a:solidFill>
            <a:schemeClr val="accent4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1"/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D19C6EB6-581D-4266-97BE-766EF9A6C8EC}"/>
              </a:ext>
            </a:extLst>
          </p:cNvPr>
          <p:cNvSpPr/>
          <p:nvPr/>
        </p:nvSpPr>
        <p:spPr>
          <a:xfrm>
            <a:off x="5453785" y="2703994"/>
            <a:ext cx="1204719" cy="1171728"/>
          </a:xfrm>
          <a:custGeom>
            <a:avLst/>
            <a:gdLst>
              <a:gd name="connsiteX0" fmla="*/ 3399 w 1186340"/>
              <a:gd name="connsiteY0" fmla="*/ 1104759 h 1159147"/>
              <a:gd name="connsiteX1" fmla="*/ 1182941 w 1186340"/>
              <a:gd name="connsiteY1" fmla="*/ 0 h 1159147"/>
              <a:gd name="connsiteX2" fmla="*/ 1186340 w 1186340"/>
              <a:gd name="connsiteY2" fmla="*/ 554079 h 1159147"/>
              <a:gd name="connsiteX3" fmla="*/ 0 w 1186340"/>
              <a:gd name="connsiteY3" fmla="*/ 1159147 h 1159147"/>
              <a:gd name="connsiteX4" fmla="*/ 3399 w 1186340"/>
              <a:gd name="connsiteY4" fmla="*/ 1104759 h 1159147"/>
              <a:gd name="connsiteX0" fmla="*/ 3399 w 1187831"/>
              <a:gd name="connsiteY0" fmla="*/ 1104759 h 1159147"/>
              <a:gd name="connsiteX1" fmla="*/ 1187831 w 1187831"/>
              <a:gd name="connsiteY1" fmla="*/ 0 h 1159147"/>
              <a:gd name="connsiteX2" fmla="*/ 1186340 w 1187831"/>
              <a:gd name="connsiteY2" fmla="*/ 554079 h 1159147"/>
              <a:gd name="connsiteX3" fmla="*/ 0 w 1187831"/>
              <a:gd name="connsiteY3" fmla="*/ 1159147 h 1159147"/>
              <a:gd name="connsiteX4" fmla="*/ 3399 w 1187831"/>
              <a:gd name="connsiteY4" fmla="*/ 1104759 h 1159147"/>
              <a:gd name="connsiteX0" fmla="*/ 3399 w 1187831"/>
              <a:gd name="connsiteY0" fmla="*/ 1104759 h 1159147"/>
              <a:gd name="connsiteX1" fmla="*/ 1187831 w 1187831"/>
              <a:gd name="connsiteY1" fmla="*/ 0 h 1159147"/>
              <a:gd name="connsiteX2" fmla="*/ 1183895 w 1187831"/>
              <a:gd name="connsiteY2" fmla="*/ 566304 h 1159147"/>
              <a:gd name="connsiteX3" fmla="*/ 0 w 1187831"/>
              <a:gd name="connsiteY3" fmla="*/ 1159147 h 1159147"/>
              <a:gd name="connsiteX4" fmla="*/ 3399 w 1187831"/>
              <a:gd name="connsiteY4" fmla="*/ 1104759 h 1159147"/>
              <a:gd name="connsiteX0" fmla="*/ 13179 w 1187831"/>
              <a:gd name="connsiteY0" fmla="*/ 1080310 h 1159147"/>
              <a:gd name="connsiteX1" fmla="*/ 1187831 w 1187831"/>
              <a:gd name="connsiteY1" fmla="*/ 0 h 1159147"/>
              <a:gd name="connsiteX2" fmla="*/ 1183895 w 1187831"/>
              <a:gd name="connsiteY2" fmla="*/ 566304 h 1159147"/>
              <a:gd name="connsiteX3" fmla="*/ 0 w 1187831"/>
              <a:gd name="connsiteY3" fmla="*/ 1159147 h 1159147"/>
              <a:gd name="connsiteX4" fmla="*/ 13179 w 1187831"/>
              <a:gd name="connsiteY4" fmla="*/ 1080310 h 1159147"/>
              <a:gd name="connsiteX0" fmla="*/ 955 w 1175607"/>
              <a:gd name="connsiteY0" fmla="*/ 1080310 h 1134698"/>
              <a:gd name="connsiteX1" fmla="*/ 1175607 w 1175607"/>
              <a:gd name="connsiteY1" fmla="*/ 0 h 1134698"/>
              <a:gd name="connsiteX2" fmla="*/ 1171671 w 1175607"/>
              <a:gd name="connsiteY2" fmla="*/ 566304 h 1134698"/>
              <a:gd name="connsiteX3" fmla="*/ 0 w 1175607"/>
              <a:gd name="connsiteY3" fmla="*/ 1134698 h 1134698"/>
              <a:gd name="connsiteX4" fmla="*/ 955 w 1175607"/>
              <a:gd name="connsiteY4" fmla="*/ 1080310 h 1134698"/>
              <a:gd name="connsiteX0" fmla="*/ 10 w 1181997"/>
              <a:gd name="connsiteY0" fmla="*/ 1082755 h 1134698"/>
              <a:gd name="connsiteX1" fmla="*/ 1181997 w 1181997"/>
              <a:gd name="connsiteY1" fmla="*/ 0 h 1134698"/>
              <a:gd name="connsiteX2" fmla="*/ 1178061 w 1181997"/>
              <a:gd name="connsiteY2" fmla="*/ 566304 h 1134698"/>
              <a:gd name="connsiteX3" fmla="*/ 6390 w 1181997"/>
              <a:gd name="connsiteY3" fmla="*/ 1134698 h 1134698"/>
              <a:gd name="connsiteX4" fmla="*/ 10 w 1181997"/>
              <a:gd name="connsiteY4" fmla="*/ 1082755 h 1134698"/>
              <a:gd name="connsiteX0" fmla="*/ 32 w 1182019"/>
              <a:gd name="connsiteY0" fmla="*/ 1082755 h 1134698"/>
              <a:gd name="connsiteX1" fmla="*/ 1182019 w 1182019"/>
              <a:gd name="connsiteY1" fmla="*/ 0 h 1134698"/>
              <a:gd name="connsiteX2" fmla="*/ 1178083 w 1182019"/>
              <a:gd name="connsiteY2" fmla="*/ 566304 h 1134698"/>
              <a:gd name="connsiteX3" fmla="*/ 1522 w 1182019"/>
              <a:gd name="connsiteY3" fmla="*/ 1134698 h 1134698"/>
              <a:gd name="connsiteX4" fmla="*/ 32 w 1182019"/>
              <a:gd name="connsiteY4" fmla="*/ 1082755 h 1134698"/>
              <a:gd name="connsiteX0" fmla="*/ 32 w 1182019"/>
              <a:gd name="connsiteY0" fmla="*/ 1082755 h 1134698"/>
              <a:gd name="connsiteX1" fmla="*/ 1182019 w 1182019"/>
              <a:gd name="connsiteY1" fmla="*/ 0 h 1134698"/>
              <a:gd name="connsiteX2" fmla="*/ 1173193 w 1182019"/>
              <a:gd name="connsiteY2" fmla="*/ 573639 h 1134698"/>
              <a:gd name="connsiteX3" fmla="*/ 1522 w 1182019"/>
              <a:gd name="connsiteY3" fmla="*/ 1134698 h 1134698"/>
              <a:gd name="connsiteX4" fmla="*/ 32 w 1182019"/>
              <a:gd name="connsiteY4" fmla="*/ 1082755 h 1134698"/>
              <a:gd name="connsiteX0" fmla="*/ 32 w 1182019"/>
              <a:gd name="connsiteY0" fmla="*/ 1082755 h 1134698"/>
              <a:gd name="connsiteX1" fmla="*/ 1182019 w 1182019"/>
              <a:gd name="connsiteY1" fmla="*/ 0 h 1134698"/>
              <a:gd name="connsiteX2" fmla="*/ 1175638 w 1182019"/>
              <a:gd name="connsiteY2" fmla="*/ 573639 h 1134698"/>
              <a:gd name="connsiteX3" fmla="*/ 1522 w 1182019"/>
              <a:gd name="connsiteY3" fmla="*/ 1134698 h 1134698"/>
              <a:gd name="connsiteX4" fmla="*/ 32 w 1182019"/>
              <a:gd name="connsiteY4" fmla="*/ 1082755 h 1134698"/>
              <a:gd name="connsiteX0" fmla="*/ 32 w 1182972"/>
              <a:gd name="connsiteY0" fmla="*/ 1082755 h 1134698"/>
              <a:gd name="connsiteX1" fmla="*/ 1182019 w 1182972"/>
              <a:gd name="connsiteY1" fmla="*/ 0 h 1134698"/>
              <a:gd name="connsiteX2" fmla="*/ 1182972 w 1182972"/>
              <a:gd name="connsiteY2" fmla="*/ 573639 h 1134698"/>
              <a:gd name="connsiteX3" fmla="*/ 1522 w 1182972"/>
              <a:gd name="connsiteY3" fmla="*/ 1134698 h 1134698"/>
              <a:gd name="connsiteX4" fmla="*/ 32 w 1182972"/>
              <a:gd name="connsiteY4" fmla="*/ 1082755 h 1134698"/>
              <a:gd name="connsiteX0" fmla="*/ 32 w 1182972"/>
              <a:gd name="connsiteY0" fmla="*/ 1082755 h 1134698"/>
              <a:gd name="connsiteX1" fmla="*/ 1182019 w 1182972"/>
              <a:gd name="connsiteY1" fmla="*/ 0 h 1134698"/>
              <a:gd name="connsiteX2" fmla="*/ 1182972 w 1182972"/>
              <a:gd name="connsiteY2" fmla="*/ 578973 h 1134698"/>
              <a:gd name="connsiteX3" fmla="*/ 1522 w 1182972"/>
              <a:gd name="connsiteY3" fmla="*/ 1134698 h 1134698"/>
              <a:gd name="connsiteX4" fmla="*/ 32 w 1182972"/>
              <a:gd name="connsiteY4" fmla="*/ 1082755 h 11346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82972" h="1134698">
                <a:moveTo>
                  <a:pt x="32" y="1082755"/>
                </a:moveTo>
                <a:lnTo>
                  <a:pt x="1182019" y="0"/>
                </a:lnTo>
                <a:cubicBezTo>
                  <a:pt x="1182337" y="191213"/>
                  <a:pt x="1182654" y="387760"/>
                  <a:pt x="1182972" y="578973"/>
                </a:cubicBezTo>
                <a:lnTo>
                  <a:pt x="1522" y="1134698"/>
                </a:lnTo>
                <a:cubicBezTo>
                  <a:pt x="1840" y="1116569"/>
                  <a:pt x="-286" y="1100884"/>
                  <a:pt x="32" y="1082755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1"/>
          </a:p>
        </p:txBody>
      </p:sp>
      <p:sp>
        <p:nvSpPr>
          <p:cNvPr id="50" name="Freeform 49">
            <a:extLst>
              <a:ext uri="{FF2B5EF4-FFF2-40B4-BE49-F238E27FC236}">
                <a16:creationId xmlns:a16="http://schemas.microsoft.com/office/drawing/2014/main" id="{2C410D4A-D4BC-44E9-9156-F50DB20350B1}"/>
              </a:ext>
            </a:extLst>
          </p:cNvPr>
          <p:cNvSpPr/>
          <p:nvPr/>
        </p:nvSpPr>
        <p:spPr>
          <a:xfrm>
            <a:off x="5453727" y="3626724"/>
            <a:ext cx="1204775" cy="594533"/>
          </a:xfrm>
          <a:custGeom>
            <a:avLst/>
            <a:gdLst>
              <a:gd name="connsiteX0" fmla="*/ 0 w 1182941"/>
              <a:gd name="connsiteY0" fmla="*/ 339925 h 571075"/>
              <a:gd name="connsiteX1" fmla="*/ 1182941 w 1182941"/>
              <a:gd name="connsiteY1" fmla="*/ 571075 h 571075"/>
              <a:gd name="connsiteX2" fmla="*/ 1182941 w 1182941"/>
              <a:gd name="connsiteY2" fmla="*/ 0 h 571075"/>
              <a:gd name="connsiteX3" fmla="*/ 0 w 1182941"/>
              <a:gd name="connsiteY3" fmla="*/ 339925 h 571075"/>
              <a:gd name="connsiteX0" fmla="*/ 0 w 1182941"/>
              <a:gd name="connsiteY0" fmla="*/ 259242 h 571075"/>
              <a:gd name="connsiteX1" fmla="*/ 1182941 w 1182941"/>
              <a:gd name="connsiteY1" fmla="*/ 571075 h 571075"/>
              <a:gd name="connsiteX2" fmla="*/ 1182941 w 1182941"/>
              <a:gd name="connsiteY2" fmla="*/ 0 h 571075"/>
              <a:gd name="connsiteX3" fmla="*/ 0 w 1182941"/>
              <a:gd name="connsiteY3" fmla="*/ 259242 h 571075"/>
              <a:gd name="connsiteX0" fmla="*/ 576 w 1183517"/>
              <a:gd name="connsiteY0" fmla="*/ 259242 h 571075"/>
              <a:gd name="connsiteX1" fmla="*/ 9283 w 1183517"/>
              <a:gd name="connsiteY1" fmla="*/ 305851 h 571075"/>
              <a:gd name="connsiteX2" fmla="*/ 1183517 w 1183517"/>
              <a:gd name="connsiteY2" fmla="*/ 571075 h 571075"/>
              <a:gd name="connsiteX3" fmla="*/ 1183517 w 1183517"/>
              <a:gd name="connsiteY3" fmla="*/ 0 h 571075"/>
              <a:gd name="connsiteX4" fmla="*/ 576 w 1183517"/>
              <a:gd name="connsiteY4" fmla="*/ 259242 h 571075"/>
              <a:gd name="connsiteX0" fmla="*/ 0 w 1182941"/>
              <a:gd name="connsiteY0" fmla="*/ 259242 h 571075"/>
              <a:gd name="connsiteX1" fmla="*/ 8707 w 1182941"/>
              <a:gd name="connsiteY1" fmla="*/ 305851 h 571075"/>
              <a:gd name="connsiteX2" fmla="*/ 1182941 w 1182941"/>
              <a:gd name="connsiteY2" fmla="*/ 571075 h 571075"/>
              <a:gd name="connsiteX3" fmla="*/ 1182941 w 1182941"/>
              <a:gd name="connsiteY3" fmla="*/ 0 h 571075"/>
              <a:gd name="connsiteX4" fmla="*/ 0 w 1182941"/>
              <a:gd name="connsiteY4" fmla="*/ 259242 h 571075"/>
              <a:gd name="connsiteX0" fmla="*/ 0 w 1182941"/>
              <a:gd name="connsiteY0" fmla="*/ 259242 h 571075"/>
              <a:gd name="connsiteX1" fmla="*/ 8707 w 1182941"/>
              <a:gd name="connsiteY1" fmla="*/ 305851 h 571075"/>
              <a:gd name="connsiteX2" fmla="*/ 1182941 w 1182941"/>
              <a:gd name="connsiteY2" fmla="*/ 571075 h 571075"/>
              <a:gd name="connsiteX3" fmla="*/ 1182941 w 1182941"/>
              <a:gd name="connsiteY3" fmla="*/ 0 h 571075"/>
              <a:gd name="connsiteX4" fmla="*/ 0 w 1182941"/>
              <a:gd name="connsiteY4" fmla="*/ 259242 h 571075"/>
              <a:gd name="connsiteX0" fmla="*/ 1610 w 1184551"/>
              <a:gd name="connsiteY0" fmla="*/ 259242 h 571075"/>
              <a:gd name="connsiteX1" fmla="*/ 2982 w 1184551"/>
              <a:gd name="connsiteY1" fmla="*/ 303406 h 571075"/>
              <a:gd name="connsiteX2" fmla="*/ 1184551 w 1184551"/>
              <a:gd name="connsiteY2" fmla="*/ 571075 h 571075"/>
              <a:gd name="connsiteX3" fmla="*/ 1184551 w 1184551"/>
              <a:gd name="connsiteY3" fmla="*/ 0 h 571075"/>
              <a:gd name="connsiteX4" fmla="*/ 1610 w 1184551"/>
              <a:gd name="connsiteY4" fmla="*/ 259242 h 571075"/>
              <a:gd name="connsiteX0" fmla="*/ 0 w 1182941"/>
              <a:gd name="connsiteY0" fmla="*/ 259242 h 571075"/>
              <a:gd name="connsiteX1" fmla="*/ 1372 w 1182941"/>
              <a:gd name="connsiteY1" fmla="*/ 303406 h 571075"/>
              <a:gd name="connsiteX2" fmla="*/ 1182941 w 1182941"/>
              <a:gd name="connsiteY2" fmla="*/ 571075 h 571075"/>
              <a:gd name="connsiteX3" fmla="*/ 1182941 w 1182941"/>
              <a:gd name="connsiteY3" fmla="*/ 0 h 571075"/>
              <a:gd name="connsiteX4" fmla="*/ 0 w 1182941"/>
              <a:gd name="connsiteY4" fmla="*/ 259242 h 571075"/>
              <a:gd name="connsiteX0" fmla="*/ 0 w 1182941"/>
              <a:gd name="connsiteY0" fmla="*/ 266577 h 578410"/>
              <a:gd name="connsiteX1" fmla="*/ 1372 w 1182941"/>
              <a:gd name="connsiteY1" fmla="*/ 310741 h 578410"/>
              <a:gd name="connsiteX2" fmla="*/ 1182941 w 1182941"/>
              <a:gd name="connsiteY2" fmla="*/ 578410 h 578410"/>
              <a:gd name="connsiteX3" fmla="*/ 1180496 w 1182941"/>
              <a:gd name="connsiteY3" fmla="*/ 0 h 578410"/>
              <a:gd name="connsiteX4" fmla="*/ 0 w 1182941"/>
              <a:gd name="connsiteY4" fmla="*/ 266577 h 578410"/>
              <a:gd name="connsiteX0" fmla="*/ 0 w 1182941"/>
              <a:gd name="connsiteY0" fmla="*/ 266577 h 575743"/>
              <a:gd name="connsiteX1" fmla="*/ 1372 w 1182941"/>
              <a:gd name="connsiteY1" fmla="*/ 310741 h 575743"/>
              <a:gd name="connsiteX2" fmla="*/ 1182941 w 1182941"/>
              <a:gd name="connsiteY2" fmla="*/ 575743 h 575743"/>
              <a:gd name="connsiteX3" fmla="*/ 1180496 w 1182941"/>
              <a:gd name="connsiteY3" fmla="*/ 0 h 575743"/>
              <a:gd name="connsiteX4" fmla="*/ 0 w 1182941"/>
              <a:gd name="connsiteY4" fmla="*/ 266577 h 575743"/>
              <a:gd name="connsiteX0" fmla="*/ 0 w 1182941"/>
              <a:gd name="connsiteY0" fmla="*/ 261965 h 575743"/>
              <a:gd name="connsiteX1" fmla="*/ 1372 w 1182941"/>
              <a:gd name="connsiteY1" fmla="*/ 310741 h 575743"/>
              <a:gd name="connsiteX2" fmla="*/ 1182941 w 1182941"/>
              <a:gd name="connsiteY2" fmla="*/ 575743 h 575743"/>
              <a:gd name="connsiteX3" fmla="*/ 1180496 w 1182941"/>
              <a:gd name="connsiteY3" fmla="*/ 0 h 575743"/>
              <a:gd name="connsiteX4" fmla="*/ 0 w 1182941"/>
              <a:gd name="connsiteY4" fmla="*/ 261965 h 575743"/>
              <a:gd name="connsiteX0" fmla="*/ 0 w 1182941"/>
              <a:gd name="connsiteY0" fmla="*/ 261965 h 575743"/>
              <a:gd name="connsiteX1" fmla="*/ 1372 w 1182941"/>
              <a:gd name="connsiteY1" fmla="*/ 317659 h 575743"/>
              <a:gd name="connsiteX2" fmla="*/ 1182941 w 1182941"/>
              <a:gd name="connsiteY2" fmla="*/ 575743 h 575743"/>
              <a:gd name="connsiteX3" fmla="*/ 1180496 w 1182941"/>
              <a:gd name="connsiteY3" fmla="*/ 0 h 575743"/>
              <a:gd name="connsiteX4" fmla="*/ 0 w 1182941"/>
              <a:gd name="connsiteY4" fmla="*/ 261965 h 575743"/>
              <a:gd name="connsiteX0" fmla="*/ 966 w 1181569"/>
              <a:gd name="connsiteY0" fmla="*/ 261965 h 575743"/>
              <a:gd name="connsiteX1" fmla="*/ 0 w 1181569"/>
              <a:gd name="connsiteY1" fmla="*/ 317659 h 575743"/>
              <a:gd name="connsiteX2" fmla="*/ 1181569 w 1181569"/>
              <a:gd name="connsiteY2" fmla="*/ 575743 h 575743"/>
              <a:gd name="connsiteX3" fmla="*/ 1179124 w 1181569"/>
              <a:gd name="connsiteY3" fmla="*/ 0 h 575743"/>
              <a:gd name="connsiteX4" fmla="*/ 966 w 1181569"/>
              <a:gd name="connsiteY4" fmla="*/ 261965 h 575743"/>
              <a:gd name="connsiteX0" fmla="*/ 966 w 1181569"/>
              <a:gd name="connsiteY0" fmla="*/ 261965 h 575743"/>
              <a:gd name="connsiteX1" fmla="*/ 0 w 1181569"/>
              <a:gd name="connsiteY1" fmla="*/ 317659 h 575743"/>
              <a:gd name="connsiteX2" fmla="*/ 1181569 w 1181569"/>
              <a:gd name="connsiteY2" fmla="*/ 575743 h 575743"/>
              <a:gd name="connsiteX3" fmla="*/ 1179124 w 1181569"/>
              <a:gd name="connsiteY3" fmla="*/ 0 h 575743"/>
              <a:gd name="connsiteX4" fmla="*/ 966 w 1181569"/>
              <a:gd name="connsiteY4" fmla="*/ 261965 h 575743"/>
              <a:gd name="connsiteX0" fmla="*/ 1982 w 1182585"/>
              <a:gd name="connsiteY0" fmla="*/ 261965 h 575743"/>
              <a:gd name="connsiteX1" fmla="*/ 1016 w 1182585"/>
              <a:gd name="connsiteY1" fmla="*/ 317659 h 575743"/>
              <a:gd name="connsiteX2" fmla="*/ 1182585 w 1182585"/>
              <a:gd name="connsiteY2" fmla="*/ 575743 h 575743"/>
              <a:gd name="connsiteX3" fmla="*/ 1180140 w 1182585"/>
              <a:gd name="connsiteY3" fmla="*/ 0 h 575743"/>
              <a:gd name="connsiteX4" fmla="*/ 1982 w 1182585"/>
              <a:gd name="connsiteY4" fmla="*/ 261965 h 575743"/>
              <a:gd name="connsiteX0" fmla="*/ 2423 w 1183026"/>
              <a:gd name="connsiteY0" fmla="*/ 261965 h 575743"/>
              <a:gd name="connsiteX1" fmla="*/ 1457 w 1183026"/>
              <a:gd name="connsiteY1" fmla="*/ 317659 h 575743"/>
              <a:gd name="connsiteX2" fmla="*/ 1183026 w 1183026"/>
              <a:gd name="connsiteY2" fmla="*/ 575743 h 575743"/>
              <a:gd name="connsiteX3" fmla="*/ 1180581 w 1183026"/>
              <a:gd name="connsiteY3" fmla="*/ 0 h 575743"/>
              <a:gd name="connsiteX4" fmla="*/ 2423 w 1183026"/>
              <a:gd name="connsiteY4" fmla="*/ 261965 h 575743"/>
              <a:gd name="connsiteX0" fmla="*/ 1940 w 1182543"/>
              <a:gd name="connsiteY0" fmla="*/ 261965 h 575743"/>
              <a:gd name="connsiteX1" fmla="*/ 3312 w 1182543"/>
              <a:gd name="connsiteY1" fmla="*/ 317659 h 575743"/>
              <a:gd name="connsiteX2" fmla="*/ 1182543 w 1182543"/>
              <a:gd name="connsiteY2" fmla="*/ 575743 h 575743"/>
              <a:gd name="connsiteX3" fmla="*/ 1180098 w 1182543"/>
              <a:gd name="connsiteY3" fmla="*/ 0 h 575743"/>
              <a:gd name="connsiteX4" fmla="*/ 1940 w 1182543"/>
              <a:gd name="connsiteY4" fmla="*/ 261965 h 575743"/>
              <a:gd name="connsiteX0" fmla="*/ 2423 w 1183026"/>
              <a:gd name="connsiteY0" fmla="*/ 261965 h 575743"/>
              <a:gd name="connsiteX1" fmla="*/ 1457 w 1183026"/>
              <a:gd name="connsiteY1" fmla="*/ 315354 h 575743"/>
              <a:gd name="connsiteX2" fmla="*/ 1183026 w 1183026"/>
              <a:gd name="connsiteY2" fmla="*/ 575743 h 575743"/>
              <a:gd name="connsiteX3" fmla="*/ 1180581 w 1183026"/>
              <a:gd name="connsiteY3" fmla="*/ 0 h 575743"/>
              <a:gd name="connsiteX4" fmla="*/ 2423 w 1183026"/>
              <a:gd name="connsiteY4" fmla="*/ 261965 h 57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83026" h="575743">
                <a:moveTo>
                  <a:pt x="2423" y="261965"/>
                </a:moveTo>
                <a:cubicBezTo>
                  <a:pt x="-3106" y="295430"/>
                  <a:pt x="2736" y="276999"/>
                  <a:pt x="1457" y="315354"/>
                </a:cubicBezTo>
                <a:lnTo>
                  <a:pt x="1183026" y="575743"/>
                </a:lnTo>
                <a:lnTo>
                  <a:pt x="1180581" y="0"/>
                </a:lnTo>
                <a:lnTo>
                  <a:pt x="2423" y="26196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1"/>
          </a:p>
        </p:txBody>
      </p:sp>
      <p:sp>
        <p:nvSpPr>
          <p:cNvPr id="51" name="Freeform 50">
            <a:extLst>
              <a:ext uri="{FF2B5EF4-FFF2-40B4-BE49-F238E27FC236}">
                <a16:creationId xmlns:a16="http://schemas.microsoft.com/office/drawing/2014/main" id="{9606E935-F4B5-497D-A4EE-7D02170D005F}"/>
              </a:ext>
            </a:extLst>
          </p:cNvPr>
          <p:cNvSpPr/>
          <p:nvPr/>
        </p:nvSpPr>
        <p:spPr>
          <a:xfrm flipV="1">
            <a:off x="5455871" y="4050099"/>
            <a:ext cx="1202632" cy="2016763"/>
          </a:xfrm>
          <a:custGeom>
            <a:avLst/>
            <a:gdLst>
              <a:gd name="connsiteX0" fmla="*/ 0 w 1177747"/>
              <a:gd name="connsiteY0" fmla="*/ 1945843 h 1945843"/>
              <a:gd name="connsiteX1" fmla="*/ 1177747 w 1177747"/>
              <a:gd name="connsiteY1" fmla="*/ 0 h 1945843"/>
              <a:gd name="connsiteX2" fmla="*/ 1177747 w 1177747"/>
              <a:gd name="connsiteY2" fmla="*/ 563270 h 1945843"/>
              <a:gd name="connsiteX3" fmla="*/ 0 w 1177747"/>
              <a:gd name="connsiteY3" fmla="*/ 1945843 h 1945843"/>
              <a:gd name="connsiteX0" fmla="*/ 0 w 1177747"/>
              <a:gd name="connsiteY0" fmla="*/ 1945843 h 2001427"/>
              <a:gd name="connsiteX1" fmla="*/ 1177747 w 1177747"/>
              <a:gd name="connsiteY1" fmla="*/ 0 h 2001427"/>
              <a:gd name="connsiteX2" fmla="*/ 1177747 w 1177747"/>
              <a:gd name="connsiteY2" fmla="*/ 563270 h 2001427"/>
              <a:gd name="connsiteX3" fmla="*/ 4432 w 1177747"/>
              <a:gd name="connsiteY3" fmla="*/ 2001427 h 2001427"/>
              <a:gd name="connsiteX4" fmla="*/ 0 w 1177747"/>
              <a:gd name="connsiteY4" fmla="*/ 1945843 h 2001427"/>
              <a:gd name="connsiteX0" fmla="*/ 0 w 1177747"/>
              <a:gd name="connsiteY0" fmla="*/ 1905052 h 2001427"/>
              <a:gd name="connsiteX1" fmla="*/ 1177747 w 1177747"/>
              <a:gd name="connsiteY1" fmla="*/ 0 h 2001427"/>
              <a:gd name="connsiteX2" fmla="*/ 1177747 w 1177747"/>
              <a:gd name="connsiteY2" fmla="*/ 563270 h 2001427"/>
              <a:gd name="connsiteX3" fmla="*/ 4432 w 1177747"/>
              <a:gd name="connsiteY3" fmla="*/ 2001427 h 2001427"/>
              <a:gd name="connsiteX4" fmla="*/ 0 w 1177747"/>
              <a:gd name="connsiteY4" fmla="*/ 1905052 h 2001427"/>
              <a:gd name="connsiteX0" fmla="*/ 0 w 1177747"/>
              <a:gd name="connsiteY0" fmla="*/ 1905052 h 1967434"/>
              <a:gd name="connsiteX1" fmla="*/ 1177747 w 1177747"/>
              <a:gd name="connsiteY1" fmla="*/ 0 h 1967434"/>
              <a:gd name="connsiteX2" fmla="*/ 1177747 w 1177747"/>
              <a:gd name="connsiteY2" fmla="*/ 563270 h 1967434"/>
              <a:gd name="connsiteX3" fmla="*/ 4432 w 1177747"/>
              <a:gd name="connsiteY3" fmla="*/ 1967434 h 1967434"/>
              <a:gd name="connsiteX4" fmla="*/ 0 w 1177747"/>
              <a:gd name="connsiteY4" fmla="*/ 1905052 h 1967434"/>
              <a:gd name="connsiteX0" fmla="*/ 0 w 1181147"/>
              <a:gd name="connsiteY0" fmla="*/ 1905052 h 1967434"/>
              <a:gd name="connsiteX1" fmla="*/ 1177747 w 1181147"/>
              <a:gd name="connsiteY1" fmla="*/ 0 h 1967434"/>
              <a:gd name="connsiteX2" fmla="*/ 1181147 w 1181147"/>
              <a:gd name="connsiteY2" fmla="*/ 580267 h 1967434"/>
              <a:gd name="connsiteX3" fmla="*/ 4432 w 1181147"/>
              <a:gd name="connsiteY3" fmla="*/ 1967434 h 1967434"/>
              <a:gd name="connsiteX4" fmla="*/ 0 w 1181147"/>
              <a:gd name="connsiteY4" fmla="*/ 1905052 h 1967434"/>
              <a:gd name="connsiteX0" fmla="*/ 0 w 1181147"/>
              <a:gd name="connsiteY0" fmla="*/ 1891455 h 1953837"/>
              <a:gd name="connsiteX1" fmla="*/ 1174347 w 1181147"/>
              <a:gd name="connsiteY1" fmla="*/ 0 h 1953837"/>
              <a:gd name="connsiteX2" fmla="*/ 1181147 w 1181147"/>
              <a:gd name="connsiteY2" fmla="*/ 566670 h 1953837"/>
              <a:gd name="connsiteX3" fmla="*/ 4432 w 1181147"/>
              <a:gd name="connsiteY3" fmla="*/ 1953837 h 1953837"/>
              <a:gd name="connsiteX4" fmla="*/ 0 w 1181147"/>
              <a:gd name="connsiteY4" fmla="*/ 1891455 h 1953837"/>
              <a:gd name="connsiteX0" fmla="*/ 0 w 1184694"/>
              <a:gd name="connsiteY0" fmla="*/ 1891455 h 1953837"/>
              <a:gd name="connsiteX1" fmla="*/ 1184544 w 1184694"/>
              <a:gd name="connsiteY1" fmla="*/ 0 h 1953837"/>
              <a:gd name="connsiteX2" fmla="*/ 1181147 w 1184694"/>
              <a:gd name="connsiteY2" fmla="*/ 566670 h 1953837"/>
              <a:gd name="connsiteX3" fmla="*/ 4432 w 1184694"/>
              <a:gd name="connsiteY3" fmla="*/ 1953837 h 1953837"/>
              <a:gd name="connsiteX4" fmla="*/ 0 w 1184694"/>
              <a:gd name="connsiteY4" fmla="*/ 1891455 h 1953837"/>
              <a:gd name="connsiteX0" fmla="*/ 0 w 1184694"/>
              <a:gd name="connsiteY0" fmla="*/ 1891455 h 1953837"/>
              <a:gd name="connsiteX1" fmla="*/ 1184544 w 1184694"/>
              <a:gd name="connsiteY1" fmla="*/ 0 h 1953837"/>
              <a:gd name="connsiteX2" fmla="*/ 1181147 w 1184694"/>
              <a:gd name="connsiteY2" fmla="*/ 573468 h 1953837"/>
              <a:gd name="connsiteX3" fmla="*/ 4432 w 1184694"/>
              <a:gd name="connsiteY3" fmla="*/ 1953837 h 1953837"/>
              <a:gd name="connsiteX4" fmla="*/ 0 w 1184694"/>
              <a:gd name="connsiteY4" fmla="*/ 1891455 h 1953837"/>
              <a:gd name="connsiteX0" fmla="*/ 457 w 1180262"/>
              <a:gd name="connsiteY0" fmla="*/ 1903679 h 1953837"/>
              <a:gd name="connsiteX1" fmla="*/ 1180112 w 1180262"/>
              <a:gd name="connsiteY1" fmla="*/ 0 h 1953837"/>
              <a:gd name="connsiteX2" fmla="*/ 1176715 w 1180262"/>
              <a:gd name="connsiteY2" fmla="*/ 573468 h 1953837"/>
              <a:gd name="connsiteX3" fmla="*/ 0 w 1180262"/>
              <a:gd name="connsiteY3" fmla="*/ 1953837 h 1953837"/>
              <a:gd name="connsiteX4" fmla="*/ 457 w 1180262"/>
              <a:gd name="connsiteY4" fmla="*/ 1903679 h 1953837"/>
              <a:gd name="connsiteX0" fmla="*/ 457 w 1183065"/>
              <a:gd name="connsiteY0" fmla="*/ 1903679 h 1953837"/>
              <a:gd name="connsiteX1" fmla="*/ 1180112 w 1183065"/>
              <a:gd name="connsiteY1" fmla="*/ 0 h 1953837"/>
              <a:gd name="connsiteX2" fmla="*/ 1183065 w 1183065"/>
              <a:gd name="connsiteY2" fmla="*/ 560768 h 1953837"/>
              <a:gd name="connsiteX3" fmla="*/ 0 w 1183065"/>
              <a:gd name="connsiteY3" fmla="*/ 1953837 h 1953837"/>
              <a:gd name="connsiteX4" fmla="*/ 457 w 1183065"/>
              <a:gd name="connsiteY4" fmla="*/ 1903679 h 1953837"/>
              <a:gd name="connsiteX0" fmla="*/ 457 w 1186612"/>
              <a:gd name="connsiteY0" fmla="*/ 1903679 h 1953837"/>
              <a:gd name="connsiteX1" fmla="*/ 1186462 w 1186612"/>
              <a:gd name="connsiteY1" fmla="*/ 0 h 1953837"/>
              <a:gd name="connsiteX2" fmla="*/ 1183065 w 1186612"/>
              <a:gd name="connsiteY2" fmla="*/ 560768 h 1953837"/>
              <a:gd name="connsiteX3" fmla="*/ 0 w 1186612"/>
              <a:gd name="connsiteY3" fmla="*/ 1953837 h 1953837"/>
              <a:gd name="connsiteX4" fmla="*/ 457 w 1186612"/>
              <a:gd name="connsiteY4" fmla="*/ 1903679 h 1953837"/>
              <a:gd name="connsiteX0" fmla="*/ 457 w 1183065"/>
              <a:gd name="connsiteY0" fmla="*/ 1903679 h 1953837"/>
              <a:gd name="connsiteX1" fmla="*/ 1180112 w 1183065"/>
              <a:gd name="connsiteY1" fmla="*/ 0 h 1953837"/>
              <a:gd name="connsiteX2" fmla="*/ 1183065 w 1183065"/>
              <a:gd name="connsiteY2" fmla="*/ 560768 h 1953837"/>
              <a:gd name="connsiteX3" fmla="*/ 0 w 1183065"/>
              <a:gd name="connsiteY3" fmla="*/ 1953837 h 1953837"/>
              <a:gd name="connsiteX4" fmla="*/ 457 w 1183065"/>
              <a:gd name="connsiteY4" fmla="*/ 1903679 h 1953837"/>
              <a:gd name="connsiteX0" fmla="*/ 457 w 1183262"/>
              <a:gd name="connsiteY0" fmla="*/ 1912094 h 1962252"/>
              <a:gd name="connsiteX1" fmla="*/ 1182917 w 1183262"/>
              <a:gd name="connsiteY1" fmla="*/ 0 h 1962252"/>
              <a:gd name="connsiteX2" fmla="*/ 1183065 w 1183262"/>
              <a:gd name="connsiteY2" fmla="*/ 569183 h 1962252"/>
              <a:gd name="connsiteX3" fmla="*/ 0 w 1183262"/>
              <a:gd name="connsiteY3" fmla="*/ 1962252 h 1962252"/>
              <a:gd name="connsiteX4" fmla="*/ 457 w 1183262"/>
              <a:gd name="connsiteY4" fmla="*/ 1912094 h 1962252"/>
              <a:gd name="connsiteX0" fmla="*/ 457 w 1183262"/>
              <a:gd name="connsiteY0" fmla="*/ 1912094 h 1962252"/>
              <a:gd name="connsiteX1" fmla="*/ 1182917 w 1183262"/>
              <a:gd name="connsiteY1" fmla="*/ 0 h 1962252"/>
              <a:gd name="connsiteX2" fmla="*/ 1183065 w 1183262"/>
              <a:gd name="connsiteY2" fmla="*/ 574518 h 1962252"/>
              <a:gd name="connsiteX3" fmla="*/ 0 w 1183262"/>
              <a:gd name="connsiteY3" fmla="*/ 1962252 h 1962252"/>
              <a:gd name="connsiteX4" fmla="*/ 457 w 1183262"/>
              <a:gd name="connsiteY4" fmla="*/ 1912094 h 1962252"/>
              <a:gd name="connsiteX0" fmla="*/ 3 w 1182808"/>
              <a:gd name="connsiteY0" fmla="*/ 1912094 h 1946110"/>
              <a:gd name="connsiteX1" fmla="*/ 1182463 w 1182808"/>
              <a:gd name="connsiteY1" fmla="*/ 0 h 1946110"/>
              <a:gd name="connsiteX2" fmla="*/ 1182611 w 1182808"/>
              <a:gd name="connsiteY2" fmla="*/ 574518 h 1946110"/>
              <a:gd name="connsiteX3" fmla="*/ 6561 w 1182808"/>
              <a:gd name="connsiteY3" fmla="*/ 1946110 h 1946110"/>
              <a:gd name="connsiteX4" fmla="*/ 3 w 1182808"/>
              <a:gd name="connsiteY4" fmla="*/ 1912094 h 1946110"/>
              <a:gd name="connsiteX0" fmla="*/ 8 w 1178136"/>
              <a:gd name="connsiteY0" fmla="*/ 1895953 h 1946110"/>
              <a:gd name="connsiteX1" fmla="*/ 1177791 w 1178136"/>
              <a:gd name="connsiteY1" fmla="*/ 0 h 1946110"/>
              <a:gd name="connsiteX2" fmla="*/ 1177939 w 1178136"/>
              <a:gd name="connsiteY2" fmla="*/ 574518 h 1946110"/>
              <a:gd name="connsiteX3" fmla="*/ 1889 w 1178136"/>
              <a:gd name="connsiteY3" fmla="*/ 1946110 h 1946110"/>
              <a:gd name="connsiteX4" fmla="*/ 8 w 1178136"/>
              <a:gd name="connsiteY4" fmla="*/ 1895953 h 1946110"/>
              <a:gd name="connsiteX0" fmla="*/ 457 w 1178585"/>
              <a:gd name="connsiteY0" fmla="*/ 1895953 h 1953027"/>
              <a:gd name="connsiteX1" fmla="*/ 1178240 w 1178585"/>
              <a:gd name="connsiteY1" fmla="*/ 0 h 1953027"/>
              <a:gd name="connsiteX2" fmla="*/ 1178388 w 1178585"/>
              <a:gd name="connsiteY2" fmla="*/ 574518 h 1953027"/>
              <a:gd name="connsiteX3" fmla="*/ 0 w 1178585"/>
              <a:gd name="connsiteY3" fmla="*/ 1953027 h 1953027"/>
              <a:gd name="connsiteX4" fmla="*/ 457 w 1178585"/>
              <a:gd name="connsiteY4" fmla="*/ 1895953 h 1953027"/>
              <a:gd name="connsiteX0" fmla="*/ 457 w 1178585"/>
              <a:gd name="connsiteY0" fmla="*/ 1895953 h 1953027"/>
              <a:gd name="connsiteX1" fmla="*/ 1178240 w 1178585"/>
              <a:gd name="connsiteY1" fmla="*/ 0 h 1953027"/>
              <a:gd name="connsiteX2" fmla="*/ 1178388 w 1178585"/>
              <a:gd name="connsiteY2" fmla="*/ 574518 h 1953027"/>
              <a:gd name="connsiteX3" fmla="*/ 0 w 1178585"/>
              <a:gd name="connsiteY3" fmla="*/ 1953027 h 1953027"/>
              <a:gd name="connsiteX4" fmla="*/ 457 w 1178585"/>
              <a:gd name="connsiteY4" fmla="*/ 1895953 h 1953027"/>
              <a:gd name="connsiteX0" fmla="*/ 2795 w 1180923"/>
              <a:gd name="connsiteY0" fmla="*/ 1895953 h 1948415"/>
              <a:gd name="connsiteX1" fmla="*/ 1180578 w 1180923"/>
              <a:gd name="connsiteY1" fmla="*/ 0 h 1948415"/>
              <a:gd name="connsiteX2" fmla="*/ 1180726 w 1180923"/>
              <a:gd name="connsiteY2" fmla="*/ 574518 h 1948415"/>
              <a:gd name="connsiteX3" fmla="*/ 0 w 1180923"/>
              <a:gd name="connsiteY3" fmla="*/ 1948415 h 1948415"/>
              <a:gd name="connsiteX4" fmla="*/ 2795 w 1180923"/>
              <a:gd name="connsiteY4" fmla="*/ 1895953 h 1948415"/>
              <a:gd name="connsiteX0" fmla="*/ 2795 w 1180923"/>
              <a:gd name="connsiteY0" fmla="*/ 1895953 h 1953027"/>
              <a:gd name="connsiteX1" fmla="*/ 1180578 w 1180923"/>
              <a:gd name="connsiteY1" fmla="*/ 0 h 1953027"/>
              <a:gd name="connsiteX2" fmla="*/ 1180726 w 1180923"/>
              <a:gd name="connsiteY2" fmla="*/ 574518 h 1953027"/>
              <a:gd name="connsiteX3" fmla="*/ 0 w 1180923"/>
              <a:gd name="connsiteY3" fmla="*/ 1953027 h 1953027"/>
              <a:gd name="connsiteX4" fmla="*/ 2795 w 1180923"/>
              <a:gd name="connsiteY4" fmla="*/ 1895953 h 1953027"/>
              <a:gd name="connsiteX0" fmla="*/ 456 w 1180923"/>
              <a:gd name="connsiteY0" fmla="*/ 1895953 h 1953027"/>
              <a:gd name="connsiteX1" fmla="*/ 1180578 w 1180923"/>
              <a:gd name="connsiteY1" fmla="*/ 0 h 1953027"/>
              <a:gd name="connsiteX2" fmla="*/ 1180726 w 1180923"/>
              <a:gd name="connsiteY2" fmla="*/ 574518 h 1953027"/>
              <a:gd name="connsiteX3" fmla="*/ 0 w 1180923"/>
              <a:gd name="connsiteY3" fmla="*/ 1953027 h 1953027"/>
              <a:gd name="connsiteX4" fmla="*/ 456 w 1180923"/>
              <a:gd name="connsiteY4" fmla="*/ 1895953 h 1953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80923" h="1953027">
                <a:moveTo>
                  <a:pt x="456" y="1895953"/>
                </a:moveTo>
                <a:lnTo>
                  <a:pt x="1180578" y="0"/>
                </a:lnTo>
                <a:cubicBezTo>
                  <a:pt x="1181711" y="193422"/>
                  <a:pt x="1179593" y="381096"/>
                  <a:pt x="1180726" y="574518"/>
                </a:cubicBezTo>
                <a:lnTo>
                  <a:pt x="0" y="1953027"/>
                </a:lnTo>
                <a:cubicBezTo>
                  <a:pt x="152" y="1936308"/>
                  <a:pt x="304" y="1912672"/>
                  <a:pt x="456" y="1895953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1"/>
          </a:p>
        </p:txBody>
      </p:sp>
      <p:sp>
        <p:nvSpPr>
          <p:cNvPr id="52" name="Freeform 51">
            <a:extLst>
              <a:ext uri="{FF2B5EF4-FFF2-40B4-BE49-F238E27FC236}">
                <a16:creationId xmlns:a16="http://schemas.microsoft.com/office/drawing/2014/main" id="{DD1A63AE-E941-42BA-A15F-F673A9456BFE}"/>
              </a:ext>
            </a:extLst>
          </p:cNvPr>
          <p:cNvSpPr/>
          <p:nvPr/>
        </p:nvSpPr>
        <p:spPr>
          <a:xfrm flipV="1">
            <a:off x="5453785" y="3973701"/>
            <a:ext cx="1204719" cy="1174482"/>
          </a:xfrm>
          <a:custGeom>
            <a:avLst/>
            <a:gdLst>
              <a:gd name="connsiteX0" fmla="*/ 3399 w 1186340"/>
              <a:gd name="connsiteY0" fmla="*/ 1104759 h 1159147"/>
              <a:gd name="connsiteX1" fmla="*/ 1182941 w 1186340"/>
              <a:gd name="connsiteY1" fmla="*/ 0 h 1159147"/>
              <a:gd name="connsiteX2" fmla="*/ 1186340 w 1186340"/>
              <a:gd name="connsiteY2" fmla="*/ 554079 h 1159147"/>
              <a:gd name="connsiteX3" fmla="*/ 0 w 1186340"/>
              <a:gd name="connsiteY3" fmla="*/ 1159147 h 1159147"/>
              <a:gd name="connsiteX4" fmla="*/ 3399 w 1186340"/>
              <a:gd name="connsiteY4" fmla="*/ 1104759 h 1159147"/>
              <a:gd name="connsiteX0" fmla="*/ 3399 w 1187831"/>
              <a:gd name="connsiteY0" fmla="*/ 1104759 h 1159147"/>
              <a:gd name="connsiteX1" fmla="*/ 1187831 w 1187831"/>
              <a:gd name="connsiteY1" fmla="*/ 0 h 1159147"/>
              <a:gd name="connsiteX2" fmla="*/ 1186340 w 1187831"/>
              <a:gd name="connsiteY2" fmla="*/ 554079 h 1159147"/>
              <a:gd name="connsiteX3" fmla="*/ 0 w 1187831"/>
              <a:gd name="connsiteY3" fmla="*/ 1159147 h 1159147"/>
              <a:gd name="connsiteX4" fmla="*/ 3399 w 1187831"/>
              <a:gd name="connsiteY4" fmla="*/ 1104759 h 1159147"/>
              <a:gd name="connsiteX0" fmla="*/ 3399 w 1187831"/>
              <a:gd name="connsiteY0" fmla="*/ 1104759 h 1159147"/>
              <a:gd name="connsiteX1" fmla="*/ 1187831 w 1187831"/>
              <a:gd name="connsiteY1" fmla="*/ 0 h 1159147"/>
              <a:gd name="connsiteX2" fmla="*/ 1183895 w 1187831"/>
              <a:gd name="connsiteY2" fmla="*/ 566304 h 1159147"/>
              <a:gd name="connsiteX3" fmla="*/ 0 w 1187831"/>
              <a:gd name="connsiteY3" fmla="*/ 1159147 h 1159147"/>
              <a:gd name="connsiteX4" fmla="*/ 3399 w 1187831"/>
              <a:gd name="connsiteY4" fmla="*/ 1104759 h 1159147"/>
              <a:gd name="connsiteX0" fmla="*/ 13179 w 1187831"/>
              <a:gd name="connsiteY0" fmla="*/ 1080310 h 1159147"/>
              <a:gd name="connsiteX1" fmla="*/ 1187831 w 1187831"/>
              <a:gd name="connsiteY1" fmla="*/ 0 h 1159147"/>
              <a:gd name="connsiteX2" fmla="*/ 1183895 w 1187831"/>
              <a:gd name="connsiteY2" fmla="*/ 566304 h 1159147"/>
              <a:gd name="connsiteX3" fmla="*/ 0 w 1187831"/>
              <a:gd name="connsiteY3" fmla="*/ 1159147 h 1159147"/>
              <a:gd name="connsiteX4" fmla="*/ 13179 w 1187831"/>
              <a:gd name="connsiteY4" fmla="*/ 1080310 h 1159147"/>
              <a:gd name="connsiteX0" fmla="*/ 955 w 1175607"/>
              <a:gd name="connsiteY0" fmla="*/ 1080310 h 1134698"/>
              <a:gd name="connsiteX1" fmla="*/ 1175607 w 1175607"/>
              <a:gd name="connsiteY1" fmla="*/ 0 h 1134698"/>
              <a:gd name="connsiteX2" fmla="*/ 1171671 w 1175607"/>
              <a:gd name="connsiteY2" fmla="*/ 566304 h 1134698"/>
              <a:gd name="connsiteX3" fmla="*/ 0 w 1175607"/>
              <a:gd name="connsiteY3" fmla="*/ 1134698 h 1134698"/>
              <a:gd name="connsiteX4" fmla="*/ 955 w 1175607"/>
              <a:gd name="connsiteY4" fmla="*/ 1080310 h 1134698"/>
              <a:gd name="connsiteX0" fmla="*/ 10 w 1181997"/>
              <a:gd name="connsiteY0" fmla="*/ 1082755 h 1134698"/>
              <a:gd name="connsiteX1" fmla="*/ 1181997 w 1181997"/>
              <a:gd name="connsiteY1" fmla="*/ 0 h 1134698"/>
              <a:gd name="connsiteX2" fmla="*/ 1178061 w 1181997"/>
              <a:gd name="connsiteY2" fmla="*/ 566304 h 1134698"/>
              <a:gd name="connsiteX3" fmla="*/ 6390 w 1181997"/>
              <a:gd name="connsiteY3" fmla="*/ 1134698 h 1134698"/>
              <a:gd name="connsiteX4" fmla="*/ 10 w 1181997"/>
              <a:gd name="connsiteY4" fmla="*/ 1082755 h 1134698"/>
              <a:gd name="connsiteX0" fmla="*/ 32 w 1182019"/>
              <a:gd name="connsiteY0" fmla="*/ 1082755 h 1134698"/>
              <a:gd name="connsiteX1" fmla="*/ 1182019 w 1182019"/>
              <a:gd name="connsiteY1" fmla="*/ 0 h 1134698"/>
              <a:gd name="connsiteX2" fmla="*/ 1178083 w 1182019"/>
              <a:gd name="connsiteY2" fmla="*/ 566304 h 1134698"/>
              <a:gd name="connsiteX3" fmla="*/ 1522 w 1182019"/>
              <a:gd name="connsiteY3" fmla="*/ 1134698 h 1134698"/>
              <a:gd name="connsiteX4" fmla="*/ 32 w 1182019"/>
              <a:gd name="connsiteY4" fmla="*/ 1082755 h 1134698"/>
              <a:gd name="connsiteX0" fmla="*/ 32 w 1182019"/>
              <a:gd name="connsiteY0" fmla="*/ 1082755 h 1134698"/>
              <a:gd name="connsiteX1" fmla="*/ 1182019 w 1182019"/>
              <a:gd name="connsiteY1" fmla="*/ 0 h 1134698"/>
              <a:gd name="connsiteX2" fmla="*/ 1173193 w 1182019"/>
              <a:gd name="connsiteY2" fmla="*/ 573639 h 1134698"/>
              <a:gd name="connsiteX3" fmla="*/ 1522 w 1182019"/>
              <a:gd name="connsiteY3" fmla="*/ 1134698 h 1134698"/>
              <a:gd name="connsiteX4" fmla="*/ 32 w 1182019"/>
              <a:gd name="connsiteY4" fmla="*/ 1082755 h 1134698"/>
              <a:gd name="connsiteX0" fmla="*/ 32 w 1182019"/>
              <a:gd name="connsiteY0" fmla="*/ 1082755 h 1134698"/>
              <a:gd name="connsiteX1" fmla="*/ 1182019 w 1182019"/>
              <a:gd name="connsiteY1" fmla="*/ 0 h 1134698"/>
              <a:gd name="connsiteX2" fmla="*/ 1175638 w 1182019"/>
              <a:gd name="connsiteY2" fmla="*/ 573639 h 1134698"/>
              <a:gd name="connsiteX3" fmla="*/ 1522 w 1182019"/>
              <a:gd name="connsiteY3" fmla="*/ 1134698 h 1134698"/>
              <a:gd name="connsiteX4" fmla="*/ 32 w 1182019"/>
              <a:gd name="connsiteY4" fmla="*/ 1082755 h 1134698"/>
              <a:gd name="connsiteX0" fmla="*/ 32 w 1182972"/>
              <a:gd name="connsiteY0" fmla="*/ 1082755 h 1134698"/>
              <a:gd name="connsiteX1" fmla="*/ 1182019 w 1182972"/>
              <a:gd name="connsiteY1" fmla="*/ 0 h 1134698"/>
              <a:gd name="connsiteX2" fmla="*/ 1182972 w 1182972"/>
              <a:gd name="connsiteY2" fmla="*/ 573639 h 1134698"/>
              <a:gd name="connsiteX3" fmla="*/ 1522 w 1182972"/>
              <a:gd name="connsiteY3" fmla="*/ 1134698 h 1134698"/>
              <a:gd name="connsiteX4" fmla="*/ 32 w 1182972"/>
              <a:gd name="connsiteY4" fmla="*/ 1082755 h 1134698"/>
              <a:gd name="connsiteX0" fmla="*/ 32 w 1182972"/>
              <a:gd name="connsiteY0" fmla="*/ 1085422 h 1137365"/>
              <a:gd name="connsiteX1" fmla="*/ 1182019 w 1182972"/>
              <a:gd name="connsiteY1" fmla="*/ 0 h 1137365"/>
              <a:gd name="connsiteX2" fmla="*/ 1182972 w 1182972"/>
              <a:gd name="connsiteY2" fmla="*/ 576306 h 1137365"/>
              <a:gd name="connsiteX3" fmla="*/ 1522 w 1182972"/>
              <a:gd name="connsiteY3" fmla="*/ 1137365 h 1137365"/>
              <a:gd name="connsiteX4" fmla="*/ 32 w 1182972"/>
              <a:gd name="connsiteY4" fmla="*/ 1085422 h 11373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82972" h="1137365">
                <a:moveTo>
                  <a:pt x="32" y="1085422"/>
                </a:moveTo>
                <a:lnTo>
                  <a:pt x="1182019" y="0"/>
                </a:lnTo>
                <a:cubicBezTo>
                  <a:pt x="1182337" y="191213"/>
                  <a:pt x="1182654" y="385093"/>
                  <a:pt x="1182972" y="576306"/>
                </a:cubicBezTo>
                <a:lnTo>
                  <a:pt x="1522" y="1137365"/>
                </a:lnTo>
                <a:cubicBezTo>
                  <a:pt x="1840" y="1119236"/>
                  <a:pt x="-286" y="1103551"/>
                  <a:pt x="32" y="108542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1"/>
          </a:p>
        </p:txBody>
      </p:sp>
    </p:spTree>
    <p:extLst>
      <p:ext uri="{BB962C8B-B14F-4D97-AF65-F5344CB8AC3E}">
        <p14:creationId xmlns:p14="http://schemas.microsoft.com/office/powerpoint/2010/main" val="12792249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Data Collection Methods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2236CE4-6064-450F-9146-4A394C309702}"/>
              </a:ext>
            </a:extLst>
          </p:cNvPr>
          <p:cNvSpPr/>
          <p:nvPr/>
        </p:nvSpPr>
        <p:spPr>
          <a:xfrm>
            <a:off x="1076768" y="2325741"/>
            <a:ext cx="1771492" cy="2040743"/>
          </a:xfrm>
          <a:prstGeom prst="rect">
            <a:avLst/>
          </a:prstGeom>
          <a:solidFill>
            <a:schemeClr val="bg1"/>
          </a:solidFill>
          <a:ln w="635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4" name="Round Same Side Corner Rectangle 21">
            <a:extLst>
              <a:ext uri="{FF2B5EF4-FFF2-40B4-BE49-F238E27FC236}">
                <a16:creationId xmlns:a16="http://schemas.microsoft.com/office/drawing/2014/main" id="{1AE4CA77-BF72-4D37-BD54-54D195CD6243}"/>
              </a:ext>
            </a:extLst>
          </p:cNvPr>
          <p:cNvSpPr/>
          <p:nvPr/>
        </p:nvSpPr>
        <p:spPr>
          <a:xfrm>
            <a:off x="1076768" y="1841826"/>
            <a:ext cx="1771492" cy="483989"/>
          </a:xfrm>
          <a:prstGeom prst="round2SameRect">
            <a:avLst/>
          </a:prstGeom>
          <a:solidFill>
            <a:schemeClr val="accent6"/>
          </a:solidFill>
          <a:ln w="63500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ko-KR" altLang="en-US" sz="2400" b="1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5" name="Right Arrow Callout 31">
            <a:extLst>
              <a:ext uri="{FF2B5EF4-FFF2-40B4-BE49-F238E27FC236}">
                <a16:creationId xmlns:a16="http://schemas.microsoft.com/office/drawing/2014/main" id="{4139A28C-254F-4E9D-8F86-3C4965AC83CC}"/>
              </a:ext>
            </a:extLst>
          </p:cNvPr>
          <p:cNvSpPr/>
          <p:nvPr/>
        </p:nvSpPr>
        <p:spPr>
          <a:xfrm>
            <a:off x="1129317" y="5034880"/>
            <a:ext cx="1856261" cy="914400"/>
          </a:xfrm>
          <a:prstGeom prst="rightArrowCallout">
            <a:avLst>
              <a:gd name="adj1" fmla="val 25000"/>
              <a:gd name="adj2" fmla="val 25000"/>
              <a:gd name="adj3" fmla="val 25000"/>
              <a:gd name="adj4" fmla="val 77230"/>
            </a:avLst>
          </a:prstGeom>
          <a:solidFill>
            <a:schemeClr val="bg1"/>
          </a:solidFill>
          <a:ln w="31750">
            <a:solidFill>
              <a:schemeClr val="accent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C8E42F0-FE22-49E6-8C79-2688D5D7E13D}"/>
              </a:ext>
            </a:extLst>
          </p:cNvPr>
          <p:cNvGrpSpPr/>
          <p:nvPr/>
        </p:nvGrpSpPr>
        <p:grpSpPr>
          <a:xfrm>
            <a:off x="1063593" y="2462269"/>
            <a:ext cx="1856261" cy="1661993"/>
            <a:chOff x="819820" y="3646109"/>
            <a:chExt cx="1411829" cy="878054"/>
          </a:xfrm>
          <a:noFill/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DF50D39-8096-4C31-A26E-6B5BD2D12B59}"/>
                </a:ext>
              </a:extLst>
            </p:cNvPr>
            <p:cNvSpPr txBox="1"/>
            <p:nvPr/>
          </p:nvSpPr>
          <p:spPr>
            <a:xfrm>
              <a:off x="819822" y="3646109"/>
              <a:ext cx="1411827" cy="14634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CA47F14-DF6D-45AD-99C5-3C619592E763}"/>
                </a:ext>
              </a:extLst>
            </p:cNvPr>
            <p:cNvSpPr txBox="1"/>
            <p:nvPr/>
          </p:nvSpPr>
          <p:spPr>
            <a:xfrm>
              <a:off x="819820" y="3923109"/>
              <a:ext cx="1411827" cy="601054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Wingdings" panose="05000000000000000000" pitchFamily="2" charset="2"/>
                <a:buChar char="q"/>
              </a:pPr>
              <a:r>
                <a:rPr lang="en-PK" sz="1400" b="1" kern="100" dirty="0">
                  <a:effectLst/>
                  <a:latin typeface="Aptos"/>
                  <a:ea typeface="Aptos"/>
                  <a:cs typeface="Arial" panose="020B0604020202020204" pitchFamily="34" charset="0"/>
                </a:rPr>
                <a:t>Surveys &amp; questionnaires</a:t>
              </a:r>
            </a:p>
            <a:p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5D4FED7E-E3A2-425D-8A2F-98F30A63952E}"/>
              </a:ext>
            </a:extLst>
          </p:cNvPr>
          <p:cNvSpPr/>
          <p:nvPr/>
        </p:nvSpPr>
        <p:spPr>
          <a:xfrm>
            <a:off x="5216842" y="2325741"/>
            <a:ext cx="1771492" cy="2074804"/>
          </a:xfrm>
          <a:prstGeom prst="rect">
            <a:avLst/>
          </a:prstGeom>
          <a:solidFill>
            <a:schemeClr val="bg1"/>
          </a:solidFill>
          <a:ln w="635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F10AC9C-6EEB-45AD-A767-24FC8912454E}"/>
              </a:ext>
            </a:extLst>
          </p:cNvPr>
          <p:cNvSpPr/>
          <p:nvPr/>
        </p:nvSpPr>
        <p:spPr>
          <a:xfrm>
            <a:off x="7286879" y="2325741"/>
            <a:ext cx="1771492" cy="2074804"/>
          </a:xfrm>
          <a:prstGeom prst="rect">
            <a:avLst/>
          </a:prstGeom>
          <a:solidFill>
            <a:schemeClr val="bg1"/>
          </a:solidFill>
          <a:ln w="635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11D74AB-F563-4150-8186-F68C91750C46}"/>
              </a:ext>
            </a:extLst>
          </p:cNvPr>
          <p:cNvSpPr/>
          <p:nvPr/>
        </p:nvSpPr>
        <p:spPr>
          <a:xfrm>
            <a:off x="9356915" y="2325741"/>
            <a:ext cx="1771492" cy="2040743"/>
          </a:xfrm>
          <a:prstGeom prst="rect">
            <a:avLst/>
          </a:prstGeom>
          <a:solidFill>
            <a:schemeClr val="bg1"/>
          </a:solidFill>
          <a:ln w="635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6BE7D3D-E01C-4E2A-A6AB-53A2B2AA72DA}"/>
              </a:ext>
            </a:extLst>
          </p:cNvPr>
          <p:cNvSpPr/>
          <p:nvPr/>
        </p:nvSpPr>
        <p:spPr>
          <a:xfrm>
            <a:off x="3146805" y="2325741"/>
            <a:ext cx="1771492" cy="2040743"/>
          </a:xfrm>
          <a:prstGeom prst="rect">
            <a:avLst/>
          </a:prstGeom>
          <a:solidFill>
            <a:schemeClr val="bg1"/>
          </a:solidFill>
          <a:ln w="635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5" name="Round Same Side Corner Rectangle 22">
            <a:extLst>
              <a:ext uri="{FF2B5EF4-FFF2-40B4-BE49-F238E27FC236}">
                <a16:creationId xmlns:a16="http://schemas.microsoft.com/office/drawing/2014/main" id="{D9F040F1-5B1E-4337-AF71-33C37D16D314}"/>
              </a:ext>
            </a:extLst>
          </p:cNvPr>
          <p:cNvSpPr/>
          <p:nvPr/>
        </p:nvSpPr>
        <p:spPr>
          <a:xfrm>
            <a:off x="3146805" y="1841826"/>
            <a:ext cx="1771492" cy="483989"/>
          </a:xfrm>
          <a:prstGeom prst="round2SameRect">
            <a:avLst/>
          </a:prstGeom>
          <a:solidFill>
            <a:schemeClr val="accent1"/>
          </a:solidFill>
          <a:ln w="635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ko-KR" altLang="en-US" sz="2400" b="1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6" name="Round Same Side Corner Rectangle 23">
            <a:extLst>
              <a:ext uri="{FF2B5EF4-FFF2-40B4-BE49-F238E27FC236}">
                <a16:creationId xmlns:a16="http://schemas.microsoft.com/office/drawing/2014/main" id="{1272B9A6-9750-466D-903E-BA01372D7A24}"/>
              </a:ext>
            </a:extLst>
          </p:cNvPr>
          <p:cNvSpPr/>
          <p:nvPr/>
        </p:nvSpPr>
        <p:spPr>
          <a:xfrm>
            <a:off x="5216842" y="1841826"/>
            <a:ext cx="1771492" cy="483989"/>
          </a:xfrm>
          <a:prstGeom prst="round2SameRect">
            <a:avLst/>
          </a:prstGeom>
          <a:solidFill>
            <a:schemeClr val="accent2"/>
          </a:solidFill>
          <a:ln w="635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ko-KR" altLang="en-US" sz="2400" b="1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7" name="Round Same Side Corner Rectangle 24">
            <a:extLst>
              <a:ext uri="{FF2B5EF4-FFF2-40B4-BE49-F238E27FC236}">
                <a16:creationId xmlns:a16="http://schemas.microsoft.com/office/drawing/2014/main" id="{C39D0C93-F554-43C6-B295-52246E186C86}"/>
              </a:ext>
            </a:extLst>
          </p:cNvPr>
          <p:cNvSpPr/>
          <p:nvPr/>
        </p:nvSpPr>
        <p:spPr>
          <a:xfrm>
            <a:off x="7286879" y="1841826"/>
            <a:ext cx="1771492" cy="483989"/>
          </a:xfrm>
          <a:prstGeom prst="round2SameRect">
            <a:avLst/>
          </a:prstGeom>
          <a:solidFill>
            <a:schemeClr val="accent3"/>
          </a:solidFill>
          <a:ln w="63500">
            <a:solidFill>
              <a:schemeClr val="accent3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ko-KR" altLang="en-US" sz="2400" b="1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8" name="Round Same Side Corner Rectangle 25">
            <a:extLst>
              <a:ext uri="{FF2B5EF4-FFF2-40B4-BE49-F238E27FC236}">
                <a16:creationId xmlns:a16="http://schemas.microsoft.com/office/drawing/2014/main" id="{CFA6BEEA-A452-4837-963B-B0451A467F6C}"/>
              </a:ext>
            </a:extLst>
          </p:cNvPr>
          <p:cNvSpPr/>
          <p:nvPr/>
        </p:nvSpPr>
        <p:spPr>
          <a:xfrm>
            <a:off x="9356915" y="1841826"/>
            <a:ext cx="1771492" cy="483989"/>
          </a:xfrm>
          <a:prstGeom prst="round2SameRect">
            <a:avLst/>
          </a:prstGeom>
          <a:solidFill>
            <a:schemeClr val="accent4"/>
          </a:solidFill>
          <a:ln w="63500"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ko-KR" altLang="en-US" sz="2400" b="1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9" name="Right Arrow Callout 32">
            <a:extLst>
              <a:ext uri="{FF2B5EF4-FFF2-40B4-BE49-F238E27FC236}">
                <a16:creationId xmlns:a16="http://schemas.microsoft.com/office/drawing/2014/main" id="{766A326E-A5A8-4965-8A8F-60B9A47BD568}"/>
              </a:ext>
            </a:extLst>
          </p:cNvPr>
          <p:cNvSpPr/>
          <p:nvPr/>
        </p:nvSpPr>
        <p:spPr>
          <a:xfrm>
            <a:off x="3182601" y="5020460"/>
            <a:ext cx="1856261" cy="914400"/>
          </a:xfrm>
          <a:prstGeom prst="rightArrowCallout">
            <a:avLst>
              <a:gd name="adj1" fmla="val 25000"/>
              <a:gd name="adj2" fmla="val 25000"/>
              <a:gd name="adj3" fmla="val 25000"/>
              <a:gd name="adj4" fmla="val 77230"/>
            </a:avLst>
          </a:prstGeom>
          <a:solidFill>
            <a:schemeClr val="bg1"/>
          </a:solidFill>
          <a:ln w="3175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0" name="Right Arrow Callout 33">
            <a:extLst>
              <a:ext uri="{FF2B5EF4-FFF2-40B4-BE49-F238E27FC236}">
                <a16:creationId xmlns:a16="http://schemas.microsoft.com/office/drawing/2014/main" id="{ACD3B36C-85C5-4B32-9472-8DAFB14CB7DC}"/>
              </a:ext>
            </a:extLst>
          </p:cNvPr>
          <p:cNvSpPr/>
          <p:nvPr/>
        </p:nvSpPr>
        <p:spPr>
          <a:xfrm>
            <a:off x="5383193" y="5026254"/>
            <a:ext cx="1856261" cy="914400"/>
          </a:xfrm>
          <a:prstGeom prst="rightArrowCallout">
            <a:avLst>
              <a:gd name="adj1" fmla="val 25000"/>
              <a:gd name="adj2" fmla="val 25000"/>
              <a:gd name="adj3" fmla="val 25000"/>
              <a:gd name="adj4" fmla="val 77230"/>
            </a:avLst>
          </a:prstGeom>
          <a:solidFill>
            <a:schemeClr val="bg1"/>
          </a:solidFill>
          <a:ln w="31750">
            <a:solidFill>
              <a:schemeClr val="accent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1" name="Right Arrow Callout 34">
            <a:extLst>
              <a:ext uri="{FF2B5EF4-FFF2-40B4-BE49-F238E27FC236}">
                <a16:creationId xmlns:a16="http://schemas.microsoft.com/office/drawing/2014/main" id="{E060B829-1855-400D-AF3B-44827CA2550C}"/>
              </a:ext>
            </a:extLst>
          </p:cNvPr>
          <p:cNvSpPr/>
          <p:nvPr/>
        </p:nvSpPr>
        <p:spPr>
          <a:xfrm>
            <a:off x="7510131" y="5026254"/>
            <a:ext cx="1856261" cy="914400"/>
          </a:xfrm>
          <a:prstGeom prst="rightArrowCallout">
            <a:avLst>
              <a:gd name="adj1" fmla="val 25000"/>
              <a:gd name="adj2" fmla="val 25000"/>
              <a:gd name="adj3" fmla="val 25000"/>
              <a:gd name="adj4" fmla="val 77230"/>
            </a:avLst>
          </a:prstGeom>
          <a:solidFill>
            <a:schemeClr val="bg1"/>
          </a:solidFill>
          <a:ln w="31750">
            <a:solidFill>
              <a:schemeClr val="accent3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2" name="Right Arrow Callout 51">
            <a:extLst>
              <a:ext uri="{FF2B5EF4-FFF2-40B4-BE49-F238E27FC236}">
                <a16:creationId xmlns:a16="http://schemas.microsoft.com/office/drawing/2014/main" id="{A6D99AD3-D10E-49CA-8BD9-48F425B3A3C4}"/>
              </a:ext>
            </a:extLst>
          </p:cNvPr>
          <p:cNvSpPr/>
          <p:nvPr/>
        </p:nvSpPr>
        <p:spPr>
          <a:xfrm>
            <a:off x="9637066" y="5026254"/>
            <a:ext cx="1407576" cy="914400"/>
          </a:xfrm>
          <a:custGeom>
            <a:avLst/>
            <a:gdLst/>
            <a:ahLst/>
            <a:cxnLst/>
            <a:rect l="l" t="t" r="r" b="b"/>
            <a:pathLst>
              <a:path w="1144182" h="914400">
                <a:moveTo>
                  <a:pt x="0" y="0"/>
                </a:moveTo>
                <a:lnTo>
                  <a:pt x="1144182" y="0"/>
                </a:lnTo>
                <a:lnTo>
                  <a:pt x="1144182" y="914400"/>
                </a:lnTo>
                <a:lnTo>
                  <a:pt x="0" y="914400"/>
                </a:lnTo>
                <a:close/>
              </a:path>
            </a:pathLst>
          </a:custGeom>
          <a:solidFill>
            <a:schemeClr val="bg1"/>
          </a:solidFill>
          <a:ln w="31750">
            <a:solidFill>
              <a:schemeClr val="accent4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098899F-370D-4495-B895-5288D98BC8A7}"/>
              </a:ext>
            </a:extLst>
          </p:cNvPr>
          <p:cNvCxnSpPr/>
          <p:nvPr/>
        </p:nvCxnSpPr>
        <p:spPr>
          <a:xfrm>
            <a:off x="1962514" y="4443968"/>
            <a:ext cx="0" cy="453129"/>
          </a:xfrm>
          <a:prstGeom prst="line">
            <a:avLst/>
          </a:prstGeom>
          <a:ln w="38100">
            <a:solidFill>
              <a:schemeClr val="accent6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E195FA5-3925-4D62-ADD0-53C1B94059FD}"/>
              </a:ext>
            </a:extLst>
          </p:cNvPr>
          <p:cNvCxnSpPr/>
          <p:nvPr/>
        </p:nvCxnSpPr>
        <p:spPr>
          <a:xfrm>
            <a:off x="3870180" y="4443968"/>
            <a:ext cx="0" cy="453129"/>
          </a:xfrm>
          <a:prstGeom prst="line">
            <a:avLst/>
          </a:prstGeom>
          <a:ln w="38100">
            <a:solidFill>
              <a:schemeClr val="accent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57BA961-3EC8-4FC5-88B3-99348BFB6648}"/>
              </a:ext>
            </a:extLst>
          </p:cNvPr>
          <p:cNvCxnSpPr/>
          <p:nvPr/>
        </p:nvCxnSpPr>
        <p:spPr>
          <a:xfrm>
            <a:off x="6096000" y="4486835"/>
            <a:ext cx="0" cy="453129"/>
          </a:xfrm>
          <a:prstGeom prst="line">
            <a:avLst/>
          </a:prstGeom>
          <a:ln w="38100">
            <a:solidFill>
              <a:schemeClr val="accent2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68AD295-DA43-47B5-9E83-88FA9397451B}"/>
              </a:ext>
            </a:extLst>
          </p:cNvPr>
          <p:cNvCxnSpPr/>
          <p:nvPr/>
        </p:nvCxnSpPr>
        <p:spPr>
          <a:xfrm>
            <a:off x="8177292" y="4491045"/>
            <a:ext cx="0" cy="453129"/>
          </a:xfrm>
          <a:prstGeom prst="line">
            <a:avLst/>
          </a:prstGeom>
          <a:ln w="38100">
            <a:solidFill>
              <a:schemeClr val="accent3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C36B7B38-7BB0-4BAD-90EA-C0D53021DCE0}"/>
              </a:ext>
            </a:extLst>
          </p:cNvPr>
          <p:cNvCxnSpPr/>
          <p:nvPr/>
        </p:nvCxnSpPr>
        <p:spPr>
          <a:xfrm>
            <a:off x="10242661" y="4443968"/>
            <a:ext cx="0" cy="453129"/>
          </a:xfrm>
          <a:prstGeom prst="line">
            <a:avLst/>
          </a:prstGeom>
          <a:ln w="38100">
            <a:solidFill>
              <a:schemeClr val="accent4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" name="Group 27">
            <a:extLst>
              <a:ext uri="{FF2B5EF4-FFF2-40B4-BE49-F238E27FC236}">
                <a16:creationId xmlns:a16="http://schemas.microsoft.com/office/drawing/2014/main" id="{16F9592C-C654-48DC-A2A1-5958754DA71F}"/>
              </a:ext>
            </a:extLst>
          </p:cNvPr>
          <p:cNvGrpSpPr/>
          <p:nvPr/>
        </p:nvGrpSpPr>
        <p:grpSpPr>
          <a:xfrm>
            <a:off x="5290829" y="2462268"/>
            <a:ext cx="1462913" cy="2040743"/>
            <a:chOff x="819820" y="3646109"/>
            <a:chExt cx="1411829" cy="1098059"/>
          </a:xfrm>
          <a:noFill/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9346289-00FB-420D-BC9A-BCF6C25C0F1F}"/>
                </a:ext>
              </a:extLst>
            </p:cNvPr>
            <p:cNvSpPr txBox="1"/>
            <p:nvPr/>
          </p:nvSpPr>
          <p:spPr>
            <a:xfrm>
              <a:off x="819822" y="3646109"/>
              <a:ext cx="1411827" cy="276999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4AD4DB6D-B8C9-4A9D-975F-D47B544DF14A}"/>
                </a:ext>
              </a:extLst>
            </p:cNvPr>
            <p:cNvSpPr txBox="1"/>
            <p:nvPr/>
          </p:nvSpPr>
          <p:spPr>
            <a:xfrm>
              <a:off x="819820" y="3923109"/>
              <a:ext cx="1411827" cy="821059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15000"/>
                </a:lnSpc>
                <a:spcAft>
                  <a:spcPts val="800"/>
                </a:spcAft>
                <a:buFont typeface="Wingdings" panose="05000000000000000000" pitchFamily="2" charset="2"/>
                <a:buChar char="q"/>
              </a:pPr>
              <a:r>
                <a:rPr lang="en-PK" sz="1400" b="1" kern="100" dirty="0">
                  <a:effectLst/>
                  <a:latin typeface="Aptos"/>
                  <a:ea typeface="Aptos"/>
                  <a:cs typeface="Arial" panose="020B0604020202020204" pitchFamily="34" charset="0"/>
                </a:rPr>
                <a:t>Observation techniques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8AEC9F84-1EB4-476D-B20C-EFE9D45E30A6}"/>
              </a:ext>
            </a:extLst>
          </p:cNvPr>
          <p:cNvGrpSpPr/>
          <p:nvPr/>
        </p:nvGrpSpPr>
        <p:grpSpPr>
          <a:xfrm>
            <a:off x="7235303" y="2462267"/>
            <a:ext cx="1961004" cy="1231207"/>
            <a:chOff x="819822" y="3646109"/>
            <a:chExt cx="1411827" cy="390523"/>
          </a:xfrm>
          <a:noFill/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87F8C825-0305-420D-9A73-3D5CE7CBD870}"/>
                </a:ext>
              </a:extLst>
            </p:cNvPr>
            <p:cNvSpPr txBox="1"/>
            <p:nvPr/>
          </p:nvSpPr>
          <p:spPr>
            <a:xfrm>
              <a:off x="819822" y="3646109"/>
              <a:ext cx="1411827" cy="276999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428405C4-BBA9-4C5C-9ECE-22C549318E6D}"/>
                </a:ext>
              </a:extLst>
            </p:cNvPr>
            <p:cNvSpPr txBox="1"/>
            <p:nvPr/>
          </p:nvSpPr>
          <p:spPr>
            <a:xfrm>
              <a:off x="852613" y="3812100"/>
              <a:ext cx="1379033" cy="2245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Wingdings" panose="05000000000000000000" pitchFamily="2" charset="2"/>
                <a:buChar char="q"/>
              </a:pPr>
              <a:r>
                <a:rPr lang="en-PK" sz="1400" b="1" kern="100" dirty="0">
                  <a:effectLst/>
                  <a:latin typeface="Aptos"/>
                  <a:ea typeface="Aptos"/>
                  <a:cs typeface="Arial" panose="020B0604020202020204" pitchFamily="34" charset="0"/>
                </a:rPr>
                <a:t>System</a:t>
              </a:r>
              <a:r>
                <a:rPr lang="en-US" sz="1400" b="1" kern="100" dirty="0">
                  <a:latin typeface="Aptos"/>
                  <a:ea typeface="Aptos"/>
                  <a:cs typeface="Arial" panose="020B0604020202020204" pitchFamily="34" charset="0"/>
                </a:rPr>
                <a:t>-</a:t>
              </a:r>
              <a:r>
                <a:rPr lang="en-PK" sz="1400" b="1" kern="100" dirty="0">
                  <a:effectLst/>
                  <a:latin typeface="Aptos"/>
                  <a:ea typeface="Aptos"/>
                  <a:cs typeface="Arial" panose="020B0604020202020204" pitchFamily="34" charset="0"/>
                </a:rPr>
                <a:t>generated data</a:t>
              </a:r>
            </a:p>
            <a:p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5E70A0F5-EB0B-4B44-BC16-4C2922F57C5E}"/>
              </a:ext>
            </a:extLst>
          </p:cNvPr>
          <p:cNvGrpSpPr/>
          <p:nvPr/>
        </p:nvGrpSpPr>
        <p:grpSpPr>
          <a:xfrm>
            <a:off x="9366391" y="2462268"/>
            <a:ext cx="2060560" cy="1831244"/>
            <a:chOff x="560718" y="3646109"/>
            <a:chExt cx="1670931" cy="984886"/>
          </a:xfrm>
          <a:noFill/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0752DCFD-8339-4C03-BDE3-C7D54B79C249}"/>
                </a:ext>
              </a:extLst>
            </p:cNvPr>
            <p:cNvSpPr txBox="1"/>
            <p:nvPr/>
          </p:nvSpPr>
          <p:spPr>
            <a:xfrm>
              <a:off x="819822" y="3646109"/>
              <a:ext cx="1411827" cy="276999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CEABB415-B160-4BBB-9DD8-0735E15F28B0}"/>
                </a:ext>
              </a:extLst>
            </p:cNvPr>
            <p:cNvSpPr txBox="1"/>
            <p:nvPr/>
          </p:nvSpPr>
          <p:spPr>
            <a:xfrm>
              <a:off x="560718" y="3923109"/>
              <a:ext cx="1670928" cy="707886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Wingdings" panose="05000000000000000000" pitchFamily="2" charset="2"/>
                <a:buChar char="q"/>
              </a:pPr>
              <a:r>
                <a:rPr lang="en-PK" sz="1400" b="1" kern="100" dirty="0">
                  <a:effectLst/>
                  <a:latin typeface="Aptos"/>
                  <a:ea typeface="Aptos"/>
                  <a:cs typeface="Arial" panose="020B0604020202020204" pitchFamily="34" charset="0"/>
                </a:rPr>
                <a:t>Dashboards &amp; analytics tools</a:t>
              </a:r>
            </a:p>
            <a:p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7128D581-1BEF-4AE4-BD84-78191B9B3C20}"/>
              </a:ext>
            </a:extLst>
          </p:cNvPr>
          <p:cNvGrpSpPr/>
          <p:nvPr/>
        </p:nvGrpSpPr>
        <p:grpSpPr>
          <a:xfrm>
            <a:off x="3146805" y="2462266"/>
            <a:ext cx="1927852" cy="1137683"/>
            <a:chOff x="819820" y="3646109"/>
            <a:chExt cx="1411829" cy="528921"/>
          </a:xfrm>
          <a:noFill/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68012BCB-5CF4-4307-AFC7-88A680AEDDCD}"/>
                </a:ext>
              </a:extLst>
            </p:cNvPr>
            <p:cNvSpPr txBox="1"/>
            <p:nvPr/>
          </p:nvSpPr>
          <p:spPr>
            <a:xfrm>
              <a:off x="819822" y="3646109"/>
              <a:ext cx="1411827" cy="276999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1934131-8E78-4032-A792-788183ED976E}"/>
                </a:ext>
              </a:extLst>
            </p:cNvPr>
            <p:cNvSpPr txBox="1"/>
            <p:nvPr/>
          </p:nvSpPr>
          <p:spPr>
            <a:xfrm>
              <a:off x="819820" y="3923109"/>
              <a:ext cx="1292906" cy="251921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Wingdings" panose="05000000000000000000" pitchFamily="2" charset="2"/>
                <a:buChar char="q"/>
              </a:pPr>
              <a:r>
                <a:rPr lang="en-PK" sz="1400" b="1" dirty="0">
                  <a:effectLst/>
                  <a:latin typeface="Aptos"/>
                  <a:ea typeface="Aptos"/>
                  <a:cs typeface="Arial" panose="020B0604020202020204" pitchFamily="34" charset="0"/>
                </a:rPr>
                <a:t>Interviews &amp; focus groups</a:t>
              </a:r>
              <a:endParaRPr lang="ko-KR" alt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214BC134-0B9D-4A7C-B974-13B5BEB467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7641" y="5242995"/>
            <a:ext cx="384081" cy="542591"/>
          </a:xfrm>
          <a:prstGeom prst="rect">
            <a:avLst/>
          </a:prstGeom>
        </p:spPr>
      </p:pic>
      <p:grpSp>
        <p:nvGrpSpPr>
          <p:cNvPr id="40" name="Group 39">
            <a:extLst>
              <a:ext uri="{FF2B5EF4-FFF2-40B4-BE49-F238E27FC236}">
                <a16:creationId xmlns:a16="http://schemas.microsoft.com/office/drawing/2014/main" id="{343909E1-7ADB-4CA9-9428-312F2CDD7386}"/>
              </a:ext>
            </a:extLst>
          </p:cNvPr>
          <p:cNvGrpSpPr/>
          <p:nvPr/>
        </p:nvGrpSpPr>
        <p:grpSpPr>
          <a:xfrm>
            <a:off x="3531888" y="5237810"/>
            <a:ext cx="676583" cy="638114"/>
            <a:chOff x="2676526" y="2041913"/>
            <a:chExt cx="3486148" cy="2833560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BC49F219-4954-48AD-834B-68705FC9773E}"/>
                </a:ext>
              </a:extLst>
            </p:cNvPr>
            <p:cNvGrpSpPr/>
            <p:nvPr/>
          </p:nvGrpSpPr>
          <p:grpSpPr>
            <a:xfrm>
              <a:off x="2745022" y="2041913"/>
              <a:ext cx="3417652" cy="2755290"/>
              <a:chOff x="2745022" y="2041913"/>
              <a:chExt cx="3417652" cy="2755290"/>
            </a:xfrm>
            <a:solidFill>
              <a:srgbClr val="FAB117"/>
            </a:solidFill>
          </p:grpSpPr>
          <p:sp>
            <p:nvSpPr>
              <p:cNvPr id="43" name="Freeform 3">
                <a:extLst>
                  <a:ext uri="{FF2B5EF4-FFF2-40B4-BE49-F238E27FC236}">
                    <a16:creationId xmlns:a16="http://schemas.microsoft.com/office/drawing/2014/main" id="{B9643EF6-AE5E-45A2-AA0F-9B8822F4FEE0}"/>
                  </a:ext>
                </a:extLst>
              </p:cNvPr>
              <p:cNvSpPr/>
              <p:nvPr/>
            </p:nvSpPr>
            <p:spPr>
              <a:xfrm>
                <a:off x="2901403" y="2041913"/>
                <a:ext cx="3261271" cy="1993269"/>
              </a:xfrm>
              <a:custGeom>
                <a:avLst/>
                <a:gdLst>
                  <a:gd name="connsiteX0" fmla="*/ 0 w 3228975"/>
                  <a:gd name="connsiteY0" fmla="*/ 790575 h 1866900"/>
                  <a:gd name="connsiteX1" fmla="*/ 0 w 3228975"/>
                  <a:gd name="connsiteY1" fmla="*/ 790575 h 1866900"/>
                  <a:gd name="connsiteX2" fmla="*/ 85725 w 3228975"/>
                  <a:gd name="connsiteY2" fmla="*/ 742950 h 1866900"/>
                  <a:gd name="connsiteX3" fmla="*/ 866775 w 3228975"/>
                  <a:gd name="connsiteY3" fmla="*/ 0 h 1866900"/>
                  <a:gd name="connsiteX4" fmla="*/ 962025 w 3228975"/>
                  <a:gd name="connsiteY4" fmla="*/ 19050 h 1866900"/>
                  <a:gd name="connsiteX5" fmla="*/ 2105025 w 3228975"/>
                  <a:gd name="connsiteY5" fmla="*/ 9525 h 1866900"/>
                  <a:gd name="connsiteX6" fmla="*/ 3228975 w 3228975"/>
                  <a:gd name="connsiteY6" fmla="*/ 476250 h 1866900"/>
                  <a:gd name="connsiteX7" fmla="*/ 3219450 w 3228975"/>
                  <a:gd name="connsiteY7" fmla="*/ 1866900 h 1866900"/>
                  <a:gd name="connsiteX8" fmla="*/ 3086100 w 3228975"/>
                  <a:gd name="connsiteY8" fmla="*/ 1847850 h 1866900"/>
                  <a:gd name="connsiteX9" fmla="*/ 2095500 w 3228975"/>
                  <a:gd name="connsiteY9" fmla="*/ 771525 h 1866900"/>
                  <a:gd name="connsiteX10" fmla="*/ 1095375 w 3228975"/>
                  <a:gd name="connsiteY10" fmla="*/ 571500 h 1866900"/>
                  <a:gd name="connsiteX11" fmla="*/ 0 w 3228975"/>
                  <a:gd name="connsiteY11" fmla="*/ 790575 h 1866900"/>
                  <a:gd name="connsiteX0" fmla="*/ 0 w 3228975"/>
                  <a:gd name="connsiteY0" fmla="*/ 790575 h 1866900"/>
                  <a:gd name="connsiteX1" fmla="*/ 0 w 3228975"/>
                  <a:gd name="connsiteY1" fmla="*/ 790575 h 1866900"/>
                  <a:gd name="connsiteX2" fmla="*/ 85725 w 3228975"/>
                  <a:gd name="connsiteY2" fmla="*/ 742950 h 1866900"/>
                  <a:gd name="connsiteX3" fmla="*/ 866775 w 3228975"/>
                  <a:gd name="connsiteY3" fmla="*/ 0 h 1866900"/>
                  <a:gd name="connsiteX4" fmla="*/ 2105025 w 3228975"/>
                  <a:gd name="connsiteY4" fmla="*/ 9525 h 1866900"/>
                  <a:gd name="connsiteX5" fmla="*/ 3228975 w 3228975"/>
                  <a:gd name="connsiteY5" fmla="*/ 476250 h 1866900"/>
                  <a:gd name="connsiteX6" fmla="*/ 3219450 w 3228975"/>
                  <a:gd name="connsiteY6" fmla="*/ 1866900 h 1866900"/>
                  <a:gd name="connsiteX7" fmla="*/ 3086100 w 3228975"/>
                  <a:gd name="connsiteY7" fmla="*/ 1847850 h 1866900"/>
                  <a:gd name="connsiteX8" fmla="*/ 2095500 w 3228975"/>
                  <a:gd name="connsiteY8" fmla="*/ 771525 h 1866900"/>
                  <a:gd name="connsiteX9" fmla="*/ 1095375 w 3228975"/>
                  <a:gd name="connsiteY9" fmla="*/ 571500 h 1866900"/>
                  <a:gd name="connsiteX10" fmla="*/ 0 w 3228975"/>
                  <a:gd name="connsiteY10" fmla="*/ 790575 h 1866900"/>
                  <a:gd name="connsiteX0" fmla="*/ 0 w 3228975"/>
                  <a:gd name="connsiteY0" fmla="*/ 790575 h 1866900"/>
                  <a:gd name="connsiteX1" fmla="*/ 0 w 3228975"/>
                  <a:gd name="connsiteY1" fmla="*/ 790575 h 1866900"/>
                  <a:gd name="connsiteX2" fmla="*/ 85725 w 3228975"/>
                  <a:gd name="connsiteY2" fmla="*/ 742950 h 1866900"/>
                  <a:gd name="connsiteX3" fmla="*/ 866775 w 3228975"/>
                  <a:gd name="connsiteY3" fmla="*/ 0 h 1866900"/>
                  <a:gd name="connsiteX4" fmla="*/ 2105025 w 3228975"/>
                  <a:gd name="connsiteY4" fmla="*/ 9525 h 1866900"/>
                  <a:gd name="connsiteX5" fmla="*/ 3228975 w 3228975"/>
                  <a:gd name="connsiteY5" fmla="*/ 476250 h 1866900"/>
                  <a:gd name="connsiteX6" fmla="*/ 3219450 w 3228975"/>
                  <a:gd name="connsiteY6" fmla="*/ 1866900 h 1866900"/>
                  <a:gd name="connsiteX7" fmla="*/ 3086100 w 3228975"/>
                  <a:gd name="connsiteY7" fmla="*/ 1847850 h 1866900"/>
                  <a:gd name="connsiteX8" fmla="*/ 2095500 w 3228975"/>
                  <a:gd name="connsiteY8" fmla="*/ 771525 h 1866900"/>
                  <a:gd name="connsiteX9" fmla="*/ 1095375 w 3228975"/>
                  <a:gd name="connsiteY9" fmla="*/ 571500 h 1866900"/>
                  <a:gd name="connsiteX10" fmla="*/ 0 w 3228975"/>
                  <a:gd name="connsiteY10" fmla="*/ 790575 h 1866900"/>
                  <a:gd name="connsiteX0" fmla="*/ 0 w 3228975"/>
                  <a:gd name="connsiteY0" fmla="*/ 790575 h 1866900"/>
                  <a:gd name="connsiteX1" fmla="*/ 0 w 3228975"/>
                  <a:gd name="connsiteY1" fmla="*/ 790575 h 1866900"/>
                  <a:gd name="connsiteX2" fmla="*/ 85725 w 3228975"/>
                  <a:gd name="connsiteY2" fmla="*/ 742950 h 1866900"/>
                  <a:gd name="connsiteX3" fmla="*/ 866775 w 3228975"/>
                  <a:gd name="connsiteY3" fmla="*/ 0 h 1866900"/>
                  <a:gd name="connsiteX4" fmla="*/ 2105025 w 3228975"/>
                  <a:gd name="connsiteY4" fmla="*/ 9525 h 1866900"/>
                  <a:gd name="connsiteX5" fmla="*/ 3228975 w 3228975"/>
                  <a:gd name="connsiteY5" fmla="*/ 476250 h 1866900"/>
                  <a:gd name="connsiteX6" fmla="*/ 3219450 w 3228975"/>
                  <a:gd name="connsiteY6" fmla="*/ 1866900 h 1866900"/>
                  <a:gd name="connsiteX7" fmla="*/ 3086100 w 3228975"/>
                  <a:gd name="connsiteY7" fmla="*/ 1847850 h 1866900"/>
                  <a:gd name="connsiteX8" fmla="*/ 2095500 w 3228975"/>
                  <a:gd name="connsiteY8" fmla="*/ 771525 h 1866900"/>
                  <a:gd name="connsiteX9" fmla="*/ 1095375 w 3228975"/>
                  <a:gd name="connsiteY9" fmla="*/ 571500 h 1866900"/>
                  <a:gd name="connsiteX10" fmla="*/ 0 w 3228975"/>
                  <a:gd name="connsiteY10" fmla="*/ 790575 h 1866900"/>
                  <a:gd name="connsiteX0" fmla="*/ 0 w 3228975"/>
                  <a:gd name="connsiteY0" fmla="*/ 790575 h 1866900"/>
                  <a:gd name="connsiteX1" fmla="*/ 0 w 3228975"/>
                  <a:gd name="connsiteY1" fmla="*/ 790575 h 1866900"/>
                  <a:gd name="connsiteX2" fmla="*/ 866775 w 3228975"/>
                  <a:gd name="connsiteY2" fmla="*/ 0 h 1866900"/>
                  <a:gd name="connsiteX3" fmla="*/ 2105025 w 3228975"/>
                  <a:gd name="connsiteY3" fmla="*/ 9525 h 1866900"/>
                  <a:gd name="connsiteX4" fmla="*/ 3228975 w 3228975"/>
                  <a:gd name="connsiteY4" fmla="*/ 476250 h 1866900"/>
                  <a:gd name="connsiteX5" fmla="*/ 3219450 w 3228975"/>
                  <a:gd name="connsiteY5" fmla="*/ 1866900 h 1866900"/>
                  <a:gd name="connsiteX6" fmla="*/ 3086100 w 3228975"/>
                  <a:gd name="connsiteY6" fmla="*/ 1847850 h 1866900"/>
                  <a:gd name="connsiteX7" fmla="*/ 2095500 w 3228975"/>
                  <a:gd name="connsiteY7" fmla="*/ 771525 h 1866900"/>
                  <a:gd name="connsiteX8" fmla="*/ 1095375 w 3228975"/>
                  <a:gd name="connsiteY8" fmla="*/ 571500 h 1866900"/>
                  <a:gd name="connsiteX9" fmla="*/ 0 w 3228975"/>
                  <a:gd name="connsiteY9" fmla="*/ 790575 h 1866900"/>
                  <a:gd name="connsiteX0" fmla="*/ 0 w 3228975"/>
                  <a:gd name="connsiteY0" fmla="*/ 790575 h 1866900"/>
                  <a:gd name="connsiteX1" fmla="*/ 0 w 3228975"/>
                  <a:gd name="connsiteY1" fmla="*/ 790575 h 1866900"/>
                  <a:gd name="connsiteX2" fmla="*/ 866775 w 3228975"/>
                  <a:gd name="connsiteY2" fmla="*/ 0 h 1866900"/>
                  <a:gd name="connsiteX3" fmla="*/ 2105025 w 3228975"/>
                  <a:gd name="connsiteY3" fmla="*/ 9525 h 1866900"/>
                  <a:gd name="connsiteX4" fmla="*/ 3228975 w 3228975"/>
                  <a:gd name="connsiteY4" fmla="*/ 476250 h 1866900"/>
                  <a:gd name="connsiteX5" fmla="*/ 3219450 w 3228975"/>
                  <a:gd name="connsiteY5" fmla="*/ 1866900 h 1866900"/>
                  <a:gd name="connsiteX6" fmla="*/ 3086100 w 3228975"/>
                  <a:gd name="connsiteY6" fmla="*/ 1847850 h 1866900"/>
                  <a:gd name="connsiteX7" fmla="*/ 2095500 w 3228975"/>
                  <a:gd name="connsiteY7" fmla="*/ 771525 h 1866900"/>
                  <a:gd name="connsiteX8" fmla="*/ 1095375 w 3228975"/>
                  <a:gd name="connsiteY8" fmla="*/ 571500 h 1866900"/>
                  <a:gd name="connsiteX9" fmla="*/ 0 w 3228975"/>
                  <a:gd name="connsiteY9" fmla="*/ 790575 h 1866900"/>
                  <a:gd name="connsiteX0" fmla="*/ 253889 w 3254264"/>
                  <a:gd name="connsiteY0" fmla="*/ 1143000 h 1866900"/>
                  <a:gd name="connsiteX1" fmla="*/ 25289 w 3254264"/>
                  <a:gd name="connsiteY1" fmla="*/ 790575 h 1866900"/>
                  <a:gd name="connsiteX2" fmla="*/ 892064 w 3254264"/>
                  <a:gd name="connsiteY2" fmla="*/ 0 h 1866900"/>
                  <a:gd name="connsiteX3" fmla="*/ 2130314 w 3254264"/>
                  <a:gd name="connsiteY3" fmla="*/ 9525 h 1866900"/>
                  <a:gd name="connsiteX4" fmla="*/ 3254264 w 3254264"/>
                  <a:gd name="connsiteY4" fmla="*/ 476250 h 1866900"/>
                  <a:gd name="connsiteX5" fmla="*/ 3244739 w 3254264"/>
                  <a:gd name="connsiteY5" fmla="*/ 1866900 h 1866900"/>
                  <a:gd name="connsiteX6" fmla="*/ 3111389 w 3254264"/>
                  <a:gd name="connsiteY6" fmla="*/ 1847850 h 1866900"/>
                  <a:gd name="connsiteX7" fmla="*/ 2120789 w 3254264"/>
                  <a:gd name="connsiteY7" fmla="*/ 771525 h 1866900"/>
                  <a:gd name="connsiteX8" fmla="*/ 1120664 w 3254264"/>
                  <a:gd name="connsiteY8" fmla="*/ 571500 h 1866900"/>
                  <a:gd name="connsiteX9" fmla="*/ 253889 w 3254264"/>
                  <a:gd name="connsiteY9" fmla="*/ 1143000 h 1866900"/>
                  <a:gd name="connsiteX0" fmla="*/ 1097065 w 3230665"/>
                  <a:gd name="connsiteY0" fmla="*/ 571500 h 1866900"/>
                  <a:gd name="connsiteX1" fmla="*/ 1690 w 3230665"/>
                  <a:gd name="connsiteY1" fmla="*/ 790575 h 1866900"/>
                  <a:gd name="connsiteX2" fmla="*/ 868465 w 3230665"/>
                  <a:gd name="connsiteY2" fmla="*/ 0 h 1866900"/>
                  <a:gd name="connsiteX3" fmla="*/ 2106715 w 3230665"/>
                  <a:gd name="connsiteY3" fmla="*/ 9525 h 1866900"/>
                  <a:gd name="connsiteX4" fmla="*/ 3230665 w 3230665"/>
                  <a:gd name="connsiteY4" fmla="*/ 476250 h 1866900"/>
                  <a:gd name="connsiteX5" fmla="*/ 3221140 w 3230665"/>
                  <a:gd name="connsiteY5" fmla="*/ 1866900 h 1866900"/>
                  <a:gd name="connsiteX6" fmla="*/ 3087790 w 3230665"/>
                  <a:gd name="connsiteY6" fmla="*/ 1847850 h 1866900"/>
                  <a:gd name="connsiteX7" fmla="*/ 2097190 w 3230665"/>
                  <a:gd name="connsiteY7" fmla="*/ 771525 h 1866900"/>
                  <a:gd name="connsiteX8" fmla="*/ 1097065 w 3230665"/>
                  <a:gd name="connsiteY8" fmla="*/ 571500 h 1866900"/>
                  <a:gd name="connsiteX0" fmla="*/ 1099783 w 3233383"/>
                  <a:gd name="connsiteY0" fmla="*/ 571500 h 1866900"/>
                  <a:gd name="connsiteX1" fmla="*/ 4408 w 3233383"/>
                  <a:gd name="connsiteY1" fmla="*/ 790575 h 1866900"/>
                  <a:gd name="connsiteX2" fmla="*/ 871183 w 3233383"/>
                  <a:gd name="connsiteY2" fmla="*/ 0 h 1866900"/>
                  <a:gd name="connsiteX3" fmla="*/ 2109433 w 3233383"/>
                  <a:gd name="connsiteY3" fmla="*/ 9525 h 1866900"/>
                  <a:gd name="connsiteX4" fmla="*/ 3233383 w 3233383"/>
                  <a:gd name="connsiteY4" fmla="*/ 476250 h 1866900"/>
                  <a:gd name="connsiteX5" fmla="*/ 3223858 w 3233383"/>
                  <a:gd name="connsiteY5" fmla="*/ 1866900 h 1866900"/>
                  <a:gd name="connsiteX6" fmla="*/ 3090508 w 3233383"/>
                  <a:gd name="connsiteY6" fmla="*/ 1847850 h 1866900"/>
                  <a:gd name="connsiteX7" fmla="*/ 2099908 w 3233383"/>
                  <a:gd name="connsiteY7" fmla="*/ 771525 h 1866900"/>
                  <a:gd name="connsiteX8" fmla="*/ 1099783 w 3233383"/>
                  <a:gd name="connsiteY8" fmla="*/ 571500 h 1866900"/>
                  <a:gd name="connsiteX0" fmla="*/ 1099783 w 3233383"/>
                  <a:gd name="connsiteY0" fmla="*/ 571500 h 1866900"/>
                  <a:gd name="connsiteX1" fmla="*/ 4408 w 3233383"/>
                  <a:gd name="connsiteY1" fmla="*/ 790575 h 1866900"/>
                  <a:gd name="connsiteX2" fmla="*/ 871183 w 3233383"/>
                  <a:gd name="connsiteY2" fmla="*/ 0 h 1866900"/>
                  <a:gd name="connsiteX3" fmla="*/ 2109433 w 3233383"/>
                  <a:gd name="connsiteY3" fmla="*/ 9525 h 1866900"/>
                  <a:gd name="connsiteX4" fmla="*/ 3233383 w 3233383"/>
                  <a:gd name="connsiteY4" fmla="*/ 476250 h 1866900"/>
                  <a:gd name="connsiteX5" fmla="*/ 3223858 w 3233383"/>
                  <a:gd name="connsiteY5" fmla="*/ 1866900 h 1866900"/>
                  <a:gd name="connsiteX6" fmla="*/ 3090508 w 3233383"/>
                  <a:gd name="connsiteY6" fmla="*/ 1847850 h 1866900"/>
                  <a:gd name="connsiteX7" fmla="*/ 2099908 w 3233383"/>
                  <a:gd name="connsiteY7" fmla="*/ 771525 h 1866900"/>
                  <a:gd name="connsiteX8" fmla="*/ 1099783 w 3233383"/>
                  <a:gd name="connsiteY8" fmla="*/ 571500 h 1866900"/>
                  <a:gd name="connsiteX0" fmla="*/ 1099427 w 3233027"/>
                  <a:gd name="connsiteY0" fmla="*/ 571500 h 1866900"/>
                  <a:gd name="connsiteX1" fmla="*/ 4052 w 3233027"/>
                  <a:gd name="connsiteY1" fmla="*/ 790575 h 1866900"/>
                  <a:gd name="connsiteX2" fmla="*/ 870827 w 3233027"/>
                  <a:gd name="connsiteY2" fmla="*/ 0 h 1866900"/>
                  <a:gd name="connsiteX3" fmla="*/ 2109077 w 3233027"/>
                  <a:gd name="connsiteY3" fmla="*/ 9525 h 1866900"/>
                  <a:gd name="connsiteX4" fmla="*/ 3233027 w 3233027"/>
                  <a:gd name="connsiteY4" fmla="*/ 476250 h 1866900"/>
                  <a:gd name="connsiteX5" fmla="*/ 3223502 w 3233027"/>
                  <a:gd name="connsiteY5" fmla="*/ 1866900 h 1866900"/>
                  <a:gd name="connsiteX6" fmla="*/ 3090152 w 3233027"/>
                  <a:gd name="connsiteY6" fmla="*/ 1847850 h 1866900"/>
                  <a:gd name="connsiteX7" fmla="*/ 2099552 w 3233027"/>
                  <a:gd name="connsiteY7" fmla="*/ 771525 h 1866900"/>
                  <a:gd name="connsiteX8" fmla="*/ 1099427 w 3233027"/>
                  <a:gd name="connsiteY8" fmla="*/ 571500 h 1866900"/>
                  <a:gd name="connsiteX0" fmla="*/ 1118366 w 3251966"/>
                  <a:gd name="connsiteY0" fmla="*/ 571500 h 1866900"/>
                  <a:gd name="connsiteX1" fmla="*/ 3941 w 3251966"/>
                  <a:gd name="connsiteY1" fmla="*/ 809625 h 1866900"/>
                  <a:gd name="connsiteX2" fmla="*/ 889766 w 3251966"/>
                  <a:gd name="connsiteY2" fmla="*/ 0 h 1866900"/>
                  <a:gd name="connsiteX3" fmla="*/ 2128016 w 3251966"/>
                  <a:gd name="connsiteY3" fmla="*/ 9525 h 1866900"/>
                  <a:gd name="connsiteX4" fmla="*/ 3251966 w 3251966"/>
                  <a:gd name="connsiteY4" fmla="*/ 476250 h 1866900"/>
                  <a:gd name="connsiteX5" fmla="*/ 3242441 w 3251966"/>
                  <a:gd name="connsiteY5" fmla="*/ 1866900 h 1866900"/>
                  <a:gd name="connsiteX6" fmla="*/ 3109091 w 3251966"/>
                  <a:gd name="connsiteY6" fmla="*/ 1847850 h 1866900"/>
                  <a:gd name="connsiteX7" fmla="*/ 2118491 w 3251966"/>
                  <a:gd name="connsiteY7" fmla="*/ 771525 h 1866900"/>
                  <a:gd name="connsiteX8" fmla="*/ 1118366 w 3251966"/>
                  <a:gd name="connsiteY8" fmla="*/ 571500 h 1866900"/>
                  <a:gd name="connsiteX0" fmla="*/ 1119025 w 3252625"/>
                  <a:gd name="connsiteY0" fmla="*/ 571500 h 1866900"/>
                  <a:gd name="connsiteX1" fmla="*/ 4600 w 3252625"/>
                  <a:gd name="connsiteY1" fmla="*/ 809625 h 1866900"/>
                  <a:gd name="connsiteX2" fmla="*/ 890425 w 3252625"/>
                  <a:gd name="connsiteY2" fmla="*/ 0 h 1866900"/>
                  <a:gd name="connsiteX3" fmla="*/ 2128675 w 3252625"/>
                  <a:gd name="connsiteY3" fmla="*/ 9525 h 1866900"/>
                  <a:gd name="connsiteX4" fmla="*/ 3252625 w 3252625"/>
                  <a:gd name="connsiteY4" fmla="*/ 476250 h 1866900"/>
                  <a:gd name="connsiteX5" fmla="*/ 3243100 w 3252625"/>
                  <a:gd name="connsiteY5" fmla="*/ 1866900 h 1866900"/>
                  <a:gd name="connsiteX6" fmla="*/ 3109750 w 3252625"/>
                  <a:gd name="connsiteY6" fmla="*/ 1847850 h 1866900"/>
                  <a:gd name="connsiteX7" fmla="*/ 2119150 w 3252625"/>
                  <a:gd name="connsiteY7" fmla="*/ 771525 h 1866900"/>
                  <a:gd name="connsiteX8" fmla="*/ 1119025 w 3252625"/>
                  <a:gd name="connsiteY8" fmla="*/ 571500 h 1866900"/>
                  <a:gd name="connsiteX0" fmla="*/ 1118146 w 3251746"/>
                  <a:gd name="connsiteY0" fmla="*/ 571500 h 1866900"/>
                  <a:gd name="connsiteX1" fmla="*/ 3721 w 3251746"/>
                  <a:gd name="connsiteY1" fmla="*/ 809625 h 1866900"/>
                  <a:gd name="connsiteX2" fmla="*/ 889546 w 3251746"/>
                  <a:gd name="connsiteY2" fmla="*/ 0 h 1866900"/>
                  <a:gd name="connsiteX3" fmla="*/ 2127796 w 3251746"/>
                  <a:gd name="connsiteY3" fmla="*/ 9525 h 1866900"/>
                  <a:gd name="connsiteX4" fmla="*/ 3251746 w 3251746"/>
                  <a:gd name="connsiteY4" fmla="*/ 476250 h 1866900"/>
                  <a:gd name="connsiteX5" fmla="*/ 3242221 w 3251746"/>
                  <a:gd name="connsiteY5" fmla="*/ 1866900 h 1866900"/>
                  <a:gd name="connsiteX6" fmla="*/ 3108871 w 3251746"/>
                  <a:gd name="connsiteY6" fmla="*/ 1847850 h 1866900"/>
                  <a:gd name="connsiteX7" fmla="*/ 2118271 w 3251746"/>
                  <a:gd name="connsiteY7" fmla="*/ 771525 h 1866900"/>
                  <a:gd name="connsiteX8" fmla="*/ 1118146 w 3251746"/>
                  <a:gd name="connsiteY8" fmla="*/ 571500 h 1866900"/>
                  <a:gd name="connsiteX0" fmla="*/ 1118146 w 3251746"/>
                  <a:gd name="connsiteY0" fmla="*/ 589645 h 1885045"/>
                  <a:gd name="connsiteX1" fmla="*/ 3721 w 3251746"/>
                  <a:gd name="connsiteY1" fmla="*/ 827770 h 1885045"/>
                  <a:gd name="connsiteX2" fmla="*/ 889546 w 3251746"/>
                  <a:gd name="connsiteY2" fmla="*/ 18145 h 1885045"/>
                  <a:gd name="connsiteX3" fmla="*/ 2127796 w 3251746"/>
                  <a:gd name="connsiteY3" fmla="*/ 27670 h 1885045"/>
                  <a:gd name="connsiteX4" fmla="*/ 3251746 w 3251746"/>
                  <a:gd name="connsiteY4" fmla="*/ 494395 h 1885045"/>
                  <a:gd name="connsiteX5" fmla="*/ 3242221 w 3251746"/>
                  <a:gd name="connsiteY5" fmla="*/ 1885045 h 1885045"/>
                  <a:gd name="connsiteX6" fmla="*/ 3108871 w 3251746"/>
                  <a:gd name="connsiteY6" fmla="*/ 1865995 h 1885045"/>
                  <a:gd name="connsiteX7" fmla="*/ 2118271 w 3251746"/>
                  <a:gd name="connsiteY7" fmla="*/ 789670 h 1885045"/>
                  <a:gd name="connsiteX8" fmla="*/ 1118146 w 3251746"/>
                  <a:gd name="connsiteY8" fmla="*/ 589645 h 1885045"/>
                  <a:gd name="connsiteX0" fmla="*/ 1118146 w 3251746"/>
                  <a:gd name="connsiteY0" fmla="*/ 606037 h 1901437"/>
                  <a:gd name="connsiteX1" fmla="*/ 3721 w 3251746"/>
                  <a:gd name="connsiteY1" fmla="*/ 844162 h 1901437"/>
                  <a:gd name="connsiteX2" fmla="*/ 889546 w 3251746"/>
                  <a:gd name="connsiteY2" fmla="*/ 34537 h 1901437"/>
                  <a:gd name="connsiteX3" fmla="*/ 2127796 w 3251746"/>
                  <a:gd name="connsiteY3" fmla="*/ 44062 h 1901437"/>
                  <a:gd name="connsiteX4" fmla="*/ 3251746 w 3251746"/>
                  <a:gd name="connsiteY4" fmla="*/ 510787 h 1901437"/>
                  <a:gd name="connsiteX5" fmla="*/ 3242221 w 3251746"/>
                  <a:gd name="connsiteY5" fmla="*/ 1901437 h 1901437"/>
                  <a:gd name="connsiteX6" fmla="*/ 3108871 w 3251746"/>
                  <a:gd name="connsiteY6" fmla="*/ 1882387 h 1901437"/>
                  <a:gd name="connsiteX7" fmla="*/ 2118271 w 3251746"/>
                  <a:gd name="connsiteY7" fmla="*/ 806062 h 1901437"/>
                  <a:gd name="connsiteX8" fmla="*/ 1118146 w 3251746"/>
                  <a:gd name="connsiteY8" fmla="*/ 606037 h 1901437"/>
                  <a:gd name="connsiteX0" fmla="*/ 1118146 w 3251746"/>
                  <a:gd name="connsiteY0" fmla="*/ 606037 h 1901437"/>
                  <a:gd name="connsiteX1" fmla="*/ 3721 w 3251746"/>
                  <a:gd name="connsiteY1" fmla="*/ 844162 h 1901437"/>
                  <a:gd name="connsiteX2" fmla="*/ 889546 w 3251746"/>
                  <a:gd name="connsiteY2" fmla="*/ 34537 h 1901437"/>
                  <a:gd name="connsiteX3" fmla="*/ 2127796 w 3251746"/>
                  <a:gd name="connsiteY3" fmla="*/ 44062 h 1901437"/>
                  <a:gd name="connsiteX4" fmla="*/ 3251746 w 3251746"/>
                  <a:gd name="connsiteY4" fmla="*/ 510787 h 1901437"/>
                  <a:gd name="connsiteX5" fmla="*/ 3242221 w 3251746"/>
                  <a:gd name="connsiteY5" fmla="*/ 1901437 h 1901437"/>
                  <a:gd name="connsiteX6" fmla="*/ 3108871 w 3251746"/>
                  <a:gd name="connsiteY6" fmla="*/ 1882387 h 1901437"/>
                  <a:gd name="connsiteX7" fmla="*/ 2118271 w 3251746"/>
                  <a:gd name="connsiteY7" fmla="*/ 806062 h 1901437"/>
                  <a:gd name="connsiteX8" fmla="*/ 1118146 w 3251746"/>
                  <a:gd name="connsiteY8" fmla="*/ 606037 h 1901437"/>
                  <a:gd name="connsiteX0" fmla="*/ 1118146 w 3251746"/>
                  <a:gd name="connsiteY0" fmla="*/ 606037 h 1901437"/>
                  <a:gd name="connsiteX1" fmla="*/ 3721 w 3251746"/>
                  <a:gd name="connsiteY1" fmla="*/ 844162 h 1901437"/>
                  <a:gd name="connsiteX2" fmla="*/ 889546 w 3251746"/>
                  <a:gd name="connsiteY2" fmla="*/ 34537 h 1901437"/>
                  <a:gd name="connsiteX3" fmla="*/ 2127796 w 3251746"/>
                  <a:gd name="connsiteY3" fmla="*/ 44062 h 1901437"/>
                  <a:gd name="connsiteX4" fmla="*/ 3251746 w 3251746"/>
                  <a:gd name="connsiteY4" fmla="*/ 510787 h 1901437"/>
                  <a:gd name="connsiteX5" fmla="*/ 3242221 w 3251746"/>
                  <a:gd name="connsiteY5" fmla="*/ 1901437 h 1901437"/>
                  <a:gd name="connsiteX6" fmla="*/ 3108871 w 3251746"/>
                  <a:gd name="connsiteY6" fmla="*/ 1882387 h 1901437"/>
                  <a:gd name="connsiteX7" fmla="*/ 2118271 w 3251746"/>
                  <a:gd name="connsiteY7" fmla="*/ 806062 h 1901437"/>
                  <a:gd name="connsiteX8" fmla="*/ 1118146 w 3251746"/>
                  <a:gd name="connsiteY8" fmla="*/ 606037 h 1901437"/>
                  <a:gd name="connsiteX0" fmla="*/ 1118146 w 3251746"/>
                  <a:gd name="connsiteY0" fmla="*/ 606037 h 1901437"/>
                  <a:gd name="connsiteX1" fmla="*/ 3721 w 3251746"/>
                  <a:gd name="connsiteY1" fmla="*/ 844162 h 1901437"/>
                  <a:gd name="connsiteX2" fmla="*/ 889546 w 3251746"/>
                  <a:gd name="connsiteY2" fmla="*/ 34537 h 1901437"/>
                  <a:gd name="connsiteX3" fmla="*/ 2127796 w 3251746"/>
                  <a:gd name="connsiteY3" fmla="*/ 44062 h 1901437"/>
                  <a:gd name="connsiteX4" fmla="*/ 3251746 w 3251746"/>
                  <a:gd name="connsiteY4" fmla="*/ 510787 h 1901437"/>
                  <a:gd name="connsiteX5" fmla="*/ 3242221 w 3251746"/>
                  <a:gd name="connsiteY5" fmla="*/ 1901437 h 1901437"/>
                  <a:gd name="connsiteX6" fmla="*/ 3080296 w 3251746"/>
                  <a:gd name="connsiteY6" fmla="*/ 1863337 h 1901437"/>
                  <a:gd name="connsiteX7" fmla="*/ 2118271 w 3251746"/>
                  <a:gd name="connsiteY7" fmla="*/ 806062 h 1901437"/>
                  <a:gd name="connsiteX8" fmla="*/ 1118146 w 3251746"/>
                  <a:gd name="connsiteY8" fmla="*/ 606037 h 1901437"/>
                  <a:gd name="connsiteX0" fmla="*/ 1118146 w 3251746"/>
                  <a:gd name="connsiteY0" fmla="*/ 606037 h 1901437"/>
                  <a:gd name="connsiteX1" fmla="*/ 3721 w 3251746"/>
                  <a:gd name="connsiteY1" fmla="*/ 844162 h 1901437"/>
                  <a:gd name="connsiteX2" fmla="*/ 889546 w 3251746"/>
                  <a:gd name="connsiteY2" fmla="*/ 34537 h 1901437"/>
                  <a:gd name="connsiteX3" fmla="*/ 2127796 w 3251746"/>
                  <a:gd name="connsiteY3" fmla="*/ 44062 h 1901437"/>
                  <a:gd name="connsiteX4" fmla="*/ 3251746 w 3251746"/>
                  <a:gd name="connsiteY4" fmla="*/ 510787 h 1901437"/>
                  <a:gd name="connsiteX5" fmla="*/ 3242221 w 3251746"/>
                  <a:gd name="connsiteY5" fmla="*/ 1901437 h 1901437"/>
                  <a:gd name="connsiteX6" fmla="*/ 3080296 w 3251746"/>
                  <a:gd name="connsiteY6" fmla="*/ 1863337 h 1901437"/>
                  <a:gd name="connsiteX7" fmla="*/ 2118271 w 3251746"/>
                  <a:gd name="connsiteY7" fmla="*/ 806062 h 1901437"/>
                  <a:gd name="connsiteX8" fmla="*/ 1118146 w 3251746"/>
                  <a:gd name="connsiteY8" fmla="*/ 606037 h 1901437"/>
                  <a:gd name="connsiteX0" fmla="*/ 1118146 w 3251746"/>
                  <a:gd name="connsiteY0" fmla="*/ 606037 h 1901437"/>
                  <a:gd name="connsiteX1" fmla="*/ 3721 w 3251746"/>
                  <a:gd name="connsiteY1" fmla="*/ 844162 h 1901437"/>
                  <a:gd name="connsiteX2" fmla="*/ 889546 w 3251746"/>
                  <a:gd name="connsiteY2" fmla="*/ 34537 h 1901437"/>
                  <a:gd name="connsiteX3" fmla="*/ 2127796 w 3251746"/>
                  <a:gd name="connsiteY3" fmla="*/ 44062 h 1901437"/>
                  <a:gd name="connsiteX4" fmla="*/ 3251746 w 3251746"/>
                  <a:gd name="connsiteY4" fmla="*/ 510787 h 1901437"/>
                  <a:gd name="connsiteX5" fmla="*/ 3242221 w 3251746"/>
                  <a:gd name="connsiteY5" fmla="*/ 1901437 h 1901437"/>
                  <a:gd name="connsiteX6" fmla="*/ 3080296 w 3251746"/>
                  <a:gd name="connsiteY6" fmla="*/ 1863337 h 1901437"/>
                  <a:gd name="connsiteX7" fmla="*/ 2118271 w 3251746"/>
                  <a:gd name="connsiteY7" fmla="*/ 806062 h 1901437"/>
                  <a:gd name="connsiteX8" fmla="*/ 1118146 w 3251746"/>
                  <a:gd name="connsiteY8" fmla="*/ 606037 h 1901437"/>
                  <a:gd name="connsiteX0" fmla="*/ 1118146 w 3251746"/>
                  <a:gd name="connsiteY0" fmla="*/ 606037 h 1901437"/>
                  <a:gd name="connsiteX1" fmla="*/ 3721 w 3251746"/>
                  <a:gd name="connsiteY1" fmla="*/ 844162 h 1901437"/>
                  <a:gd name="connsiteX2" fmla="*/ 889546 w 3251746"/>
                  <a:gd name="connsiteY2" fmla="*/ 34537 h 1901437"/>
                  <a:gd name="connsiteX3" fmla="*/ 2127796 w 3251746"/>
                  <a:gd name="connsiteY3" fmla="*/ 44062 h 1901437"/>
                  <a:gd name="connsiteX4" fmla="*/ 3251746 w 3251746"/>
                  <a:gd name="connsiteY4" fmla="*/ 510787 h 1901437"/>
                  <a:gd name="connsiteX5" fmla="*/ 3242221 w 3251746"/>
                  <a:gd name="connsiteY5" fmla="*/ 1901437 h 1901437"/>
                  <a:gd name="connsiteX6" fmla="*/ 3080296 w 3251746"/>
                  <a:gd name="connsiteY6" fmla="*/ 1863337 h 1901437"/>
                  <a:gd name="connsiteX7" fmla="*/ 2118271 w 3251746"/>
                  <a:gd name="connsiteY7" fmla="*/ 806062 h 1901437"/>
                  <a:gd name="connsiteX8" fmla="*/ 1118146 w 3251746"/>
                  <a:gd name="connsiteY8" fmla="*/ 606037 h 1901437"/>
                  <a:gd name="connsiteX0" fmla="*/ 1118146 w 3251746"/>
                  <a:gd name="connsiteY0" fmla="*/ 606037 h 1901437"/>
                  <a:gd name="connsiteX1" fmla="*/ 3721 w 3251746"/>
                  <a:gd name="connsiteY1" fmla="*/ 844162 h 1901437"/>
                  <a:gd name="connsiteX2" fmla="*/ 889546 w 3251746"/>
                  <a:gd name="connsiteY2" fmla="*/ 34537 h 1901437"/>
                  <a:gd name="connsiteX3" fmla="*/ 2127796 w 3251746"/>
                  <a:gd name="connsiteY3" fmla="*/ 44062 h 1901437"/>
                  <a:gd name="connsiteX4" fmla="*/ 3251746 w 3251746"/>
                  <a:gd name="connsiteY4" fmla="*/ 510787 h 1901437"/>
                  <a:gd name="connsiteX5" fmla="*/ 3242221 w 3251746"/>
                  <a:gd name="connsiteY5" fmla="*/ 1901437 h 1901437"/>
                  <a:gd name="connsiteX6" fmla="*/ 3080296 w 3251746"/>
                  <a:gd name="connsiteY6" fmla="*/ 1863337 h 1901437"/>
                  <a:gd name="connsiteX7" fmla="*/ 2118271 w 3251746"/>
                  <a:gd name="connsiteY7" fmla="*/ 806062 h 1901437"/>
                  <a:gd name="connsiteX8" fmla="*/ 1118146 w 3251746"/>
                  <a:gd name="connsiteY8" fmla="*/ 606037 h 1901437"/>
                  <a:gd name="connsiteX0" fmla="*/ 1118146 w 3251746"/>
                  <a:gd name="connsiteY0" fmla="*/ 606037 h 1901437"/>
                  <a:gd name="connsiteX1" fmla="*/ 3721 w 3251746"/>
                  <a:gd name="connsiteY1" fmla="*/ 844162 h 1901437"/>
                  <a:gd name="connsiteX2" fmla="*/ 889546 w 3251746"/>
                  <a:gd name="connsiteY2" fmla="*/ 34537 h 1901437"/>
                  <a:gd name="connsiteX3" fmla="*/ 2127796 w 3251746"/>
                  <a:gd name="connsiteY3" fmla="*/ 44062 h 1901437"/>
                  <a:gd name="connsiteX4" fmla="*/ 3251746 w 3251746"/>
                  <a:gd name="connsiteY4" fmla="*/ 510787 h 1901437"/>
                  <a:gd name="connsiteX5" fmla="*/ 3242221 w 3251746"/>
                  <a:gd name="connsiteY5" fmla="*/ 1901437 h 1901437"/>
                  <a:gd name="connsiteX6" fmla="*/ 2994571 w 3251746"/>
                  <a:gd name="connsiteY6" fmla="*/ 1777612 h 1901437"/>
                  <a:gd name="connsiteX7" fmla="*/ 2118271 w 3251746"/>
                  <a:gd name="connsiteY7" fmla="*/ 806062 h 1901437"/>
                  <a:gd name="connsiteX8" fmla="*/ 1118146 w 3251746"/>
                  <a:gd name="connsiteY8" fmla="*/ 606037 h 1901437"/>
                  <a:gd name="connsiteX0" fmla="*/ 1118146 w 3251746"/>
                  <a:gd name="connsiteY0" fmla="*/ 606037 h 1901437"/>
                  <a:gd name="connsiteX1" fmla="*/ 3721 w 3251746"/>
                  <a:gd name="connsiteY1" fmla="*/ 844162 h 1901437"/>
                  <a:gd name="connsiteX2" fmla="*/ 889546 w 3251746"/>
                  <a:gd name="connsiteY2" fmla="*/ 34537 h 1901437"/>
                  <a:gd name="connsiteX3" fmla="*/ 2127796 w 3251746"/>
                  <a:gd name="connsiteY3" fmla="*/ 44062 h 1901437"/>
                  <a:gd name="connsiteX4" fmla="*/ 3251746 w 3251746"/>
                  <a:gd name="connsiteY4" fmla="*/ 510787 h 1901437"/>
                  <a:gd name="connsiteX5" fmla="*/ 3242221 w 3251746"/>
                  <a:gd name="connsiteY5" fmla="*/ 1901437 h 1901437"/>
                  <a:gd name="connsiteX6" fmla="*/ 2994571 w 3251746"/>
                  <a:gd name="connsiteY6" fmla="*/ 1777612 h 1901437"/>
                  <a:gd name="connsiteX7" fmla="*/ 2118271 w 3251746"/>
                  <a:gd name="connsiteY7" fmla="*/ 806062 h 1901437"/>
                  <a:gd name="connsiteX8" fmla="*/ 1118146 w 3251746"/>
                  <a:gd name="connsiteY8" fmla="*/ 606037 h 1901437"/>
                  <a:gd name="connsiteX0" fmla="*/ 1118146 w 3251746"/>
                  <a:gd name="connsiteY0" fmla="*/ 606037 h 1921976"/>
                  <a:gd name="connsiteX1" fmla="*/ 3721 w 3251746"/>
                  <a:gd name="connsiteY1" fmla="*/ 844162 h 1921976"/>
                  <a:gd name="connsiteX2" fmla="*/ 889546 w 3251746"/>
                  <a:gd name="connsiteY2" fmla="*/ 34537 h 1921976"/>
                  <a:gd name="connsiteX3" fmla="*/ 2127796 w 3251746"/>
                  <a:gd name="connsiteY3" fmla="*/ 44062 h 1921976"/>
                  <a:gd name="connsiteX4" fmla="*/ 3251746 w 3251746"/>
                  <a:gd name="connsiteY4" fmla="*/ 510787 h 1921976"/>
                  <a:gd name="connsiteX5" fmla="*/ 3242221 w 3251746"/>
                  <a:gd name="connsiteY5" fmla="*/ 1901437 h 1921976"/>
                  <a:gd name="connsiteX6" fmla="*/ 2994571 w 3251746"/>
                  <a:gd name="connsiteY6" fmla="*/ 1777612 h 1921976"/>
                  <a:gd name="connsiteX7" fmla="*/ 2118271 w 3251746"/>
                  <a:gd name="connsiteY7" fmla="*/ 806062 h 1921976"/>
                  <a:gd name="connsiteX8" fmla="*/ 1118146 w 3251746"/>
                  <a:gd name="connsiteY8" fmla="*/ 606037 h 1921976"/>
                  <a:gd name="connsiteX0" fmla="*/ 1118146 w 3242221"/>
                  <a:gd name="connsiteY0" fmla="*/ 606037 h 1921976"/>
                  <a:gd name="connsiteX1" fmla="*/ 3721 w 3242221"/>
                  <a:gd name="connsiteY1" fmla="*/ 844162 h 1921976"/>
                  <a:gd name="connsiteX2" fmla="*/ 889546 w 3242221"/>
                  <a:gd name="connsiteY2" fmla="*/ 34537 h 1921976"/>
                  <a:gd name="connsiteX3" fmla="*/ 2127796 w 3242221"/>
                  <a:gd name="connsiteY3" fmla="*/ 44062 h 1921976"/>
                  <a:gd name="connsiteX4" fmla="*/ 3242221 w 3242221"/>
                  <a:gd name="connsiteY4" fmla="*/ 615562 h 1921976"/>
                  <a:gd name="connsiteX5" fmla="*/ 3242221 w 3242221"/>
                  <a:gd name="connsiteY5" fmla="*/ 1901437 h 1921976"/>
                  <a:gd name="connsiteX6" fmla="*/ 2994571 w 3242221"/>
                  <a:gd name="connsiteY6" fmla="*/ 1777612 h 1921976"/>
                  <a:gd name="connsiteX7" fmla="*/ 2118271 w 3242221"/>
                  <a:gd name="connsiteY7" fmla="*/ 806062 h 1921976"/>
                  <a:gd name="connsiteX8" fmla="*/ 1118146 w 3242221"/>
                  <a:gd name="connsiteY8" fmla="*/ 606037 h 1921976"/>
                  <a:gd name="connsiteX0" fmla="*/ 1118146 w 3242221"/>
                  <a:gd name="connsiteY0" fmla="*/ 606037 h 1921976"/>
                  <a:gd name="connsiteX1" fmla="*/ 3721 w 3242221"/>
                  <a:gd name="connsiteY1" fmla="*/ 844162 h 1921976"/>
                  <a:gd name="connsiteX2" fmla="*/ 889546 w 3242221"/>
                  <a:gd name="connsiteY2" fmla="*/ 34537 h 1921976"/>
                  <a:gd name="connsiteX3" fmla="*/ 2127796 w 3242221"/>
                  <a:gd name="connsiteY3" fmla="*/ 44062 h 1921976"/>
                  <a:gd name="connsiteX4" fmla="*/ 3242221 w 3242221"/>
                  <a:gd name="connsiteY4" fmla="*/ 615562 h 1921976"/>
                  <a:gd name="connsiteX5" fmla="*/ 3242221 w 3242221"/>
                  <a:gd name="connsiteY5" fmla="*/ 1901437 h 1921976"/>
                  <a:gd name="connsiteX6" fmla="*/ 2994571 w 3242221"/>
                  <a:gd name="connsiteY6" fmla="*/ 1777612 h 1921976"/>
                  <a:gd name="connsiteX7" fmla="*/ 2118271 w 3242221"/>
                  <a:gd name="connsiteY7" fmla="*/ 806062 h 1921976"/>
                  <a:gd name="connsiteX8" fmla="*/ 1118146 w 3242221"/>
                  <a:gd name="connsiteY8" fmla="*/ 606037 h 1921976"/>
                  <a:gd name="connsiteX0" fmla="*/ 1118146 w 3261271"/>
                  <a:gd name="connsiteY0" fmla="*/ 606037 h 1993269"/>
                  <a:gd name="connsiteX1" fmla="*/ 3721 w 3261271"/>
                  <a:gd name="connsiteY1" fmla="*/ 844162 h 1993269"/>
                  <a:gd name="connsiteX2" fmla="*/ 889546 w 3261271"/>
                  <a:gd name="connsiteY2" fmla="*/ 34537 h 1993269"/>
                  <a:gd name="connsiteX3" fmla="*/ 2127796 w 3261271"/>
                  <a:gd name="connsiteY3" fmla="*/ 44062 h 1993269"/>
                  <a:gd name="connsiteX4" fmla="*/ 3242221 w 3261271"/>
                  <a:gd name="connsiteY4" fmla="*/ 615562 h 1993269"/>
                  <a:gd name="connsiteX5" fmla="*/ 3261271 w 3261271"/>
                  <a:gd name="connsiteY5" fmla="*/ 1987162 h 1993269"/>
                  <a:gd name="connsiteX6" fmla="*/ 2994571 w 3261271"/>
                  <a:gd name="connsiteY6" fmla="*/ 1777612 h 1993269"/>
                  <a:gd name="connsiteX7" fmla="*/ 2118271 w 3261271"/>
                  <a:gd name="connsiteY7" fmla="*/ 806062 h 1993269"/>
                  <a:gd name="connsiteX8" fmla="*/ 1118146 w 3261271"/>
                  <a:gd name="connsiteY8" fmla="*/ 606037 h 19932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61271" h="1993269">
                    <a:moveTo>
                      <a:pt x="1118146" y="606037"/>
                    </a:moveTo>
                    <a:cubicBezTo>
                      <a:pt x="816521" y="761612"/>
                      <a:pt x="308521" y="1206112"/>
                      <a:pt x="3721" y="844162"/>
                    </a:cubicBezTo>
                    <a:cubicBezTo>
                      <a:pt x="-62359" y="765692"/>
                      <a:pt x="772071" y="98037"/>
                      <a:pt x="889546" y="34537"/>
                    </a:cubicBezTo>
                    <a:cubicBezTo>
                      <a:pt x="1007021" y="-9913"/>
                      <a:pt x="2000796" y="-16263"/>
                      <a:pt x="2127796" y="44062"/>
                    </a:cubicBezTo>
                    <a:cubicBezTo>
                      <a:pt x="2616746" y="180587"/>
                      <a:pt x="2915196" y="345687"/>
                      <a:pt x="3242221" y="615562"/>
                    </a:cubicBezTo>
                    <a:lnTo>
                      <a:pt x="3261271" y="1987162"/>
                    </a:lnTo>
                    <a:cubicBezTo>
                      <a:pt x="3159671" y="2012562"/>
                      <a:pt x="3134271" y="1961762"/>
                      <a:pt x="2994571" y="1777612"/>
                    </a:cubicBezTo>
                    <a:cubicBezTo>
                      <a:pt x="2616746" y="1444237"/>
                      <a:pt x="2343696" y="1148962"/>
                      <a:pt x="2118271" y="806062"/>
                    </a:cubicBezTo>
                    <a:cubicBezTo>
                      <a:pt x="1756321" y="777487"/>
                      <a:pt x="1432471" y="720337"/>
                      <a:pt x="1118146" y="60603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 dirty="0"/>
              </a:p>
            </p:txBody>
          </p:sp>
          <p:sp>
            <p:nvSpPr>
              <p:cNvPr id="44" name="Rounded Rectangle 4">
                <a:extLst>
                  <a:ext uri="{FF2B5EF4-FFF2-40B4-BE49-F238E27FC236}">
                    <a16:creationId xmlns:a16="http://schemas.microsoft.com/office/drawing/2014/main" id="{54E5D324-2F68-4139-B447-26C1485F5C21}"/>
                  </a:ext>
                </a:extLst>
              </p:cNvPr>
              <p:cNvSpPr/>
              <p:nvPr/>
            </p:nvSpPr>
            <p:spPr>
              <a:xfrm rot="2002203">
                <a:off x="2745022" y="3807001"/>
                <a:ext cx="339508" cy="612148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45" name="Rounded Rectangle 11">
                <a:extLst>
                  <a:ext uri="{FF2B5EF4-FFF2-40B4-BE49-F238E27FC236}">
                    <a16:creationId xmlns:a16="http://schemas.microsoft.com/office/drawing/2014/main" id="{852BBD61-C7CC-4323-9BA2-E147E64ED8F8}"/>
                  </a:ext>
                </a:extLst>
              </p:cNvPr>
              <p:cNvSpPr/>
              <p:nvPr/>
            </p:nvSpPr>
            <p:spPr>
              <a:xfrm rot="2002203">
                <a:off x="3276558" y="3627997"/>
                <a:ext cx="339508" cy="934693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46" name="Rounded Rectangle 12">
                <a:extLst>
                  <a:ext uri="{FF2B5EF4-FFF2-40B4-BE49-F238E27FC236}">
                    <a16:creationId xmlns:a16="http://schemas.microsoft.com/office/drawing/2014/main" id="{792506F5-7A2C-44A1-BFD1-EBBFC84D9B26}"/>
                  </a:ext>
                </a:extLst>
              </p:cNvPr>
              <p:cNvSpPr/>
              <p:nvPr/>
            </p:nvSpPr>
            <p:spPr>
              <a:xfrm rot="2002203">
                <a:off x="3656813" y="3935485"/>
                <a:ext cx="339508" cy="724313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47" name="Rounded Rectangle 13">
                <a:extLst>
                  <a:ext uri="{FF2B5EF4-FFF2-40B4-BE49-F238E27FC236}">
                    <a16:creationId xmlns:a16="http://schemas.microsoft.com/office/drawing/2014/main" id="{26BDBFC0-C070-4E72-981E-FD6EF7433572}"/>
                  </a:ext>
                </a:extLst>
              </p:cNvPr>
              <p:cNvSpPr/>
              <p:nvPr/>
            </p:nvSpPr>
            <p:spPr>
              <a:xfrm rot="2002203">
                <a:off x="4082895" y="4229792"/>
                <a:ext cx="339508" cy="567411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</p:grpSp>
        <p:sp>
          <p:nvSpPr>
            <p:cNvPr id="42" name="Freeform 14">
              <a:extLst>
                <a:ext uri="{FF2B5EF4-FFF2-40B4-BE49-F238E27FC236}">
                  <a16:creationId xmlns:a16="http://schemas.microsoft.com/office/drawing/2014/main" id="{CB86A29F-E75A-45D9-8DDD-70AC5E038531}"/>
                </a:ext>
              </a:extLst>
            </p:cNvPr>
            <p:cNvSpPr/>
            <p:nvPr/>
          </p:nvSpPr>
          <p:spPr>
            <a:xfrm>
              <a:off x="2676526" y="2590800"/>
              <a:ext cx="3152217" cy="2284673"/>
            </a:xfrm>
            <a:custGeom>
              <a:avLst/>
              <a:gdLst>
                <a:gd name="connsiteX0" fmla="*/ 323850 w 3152217"/>
                <a:gd name="connsiteY0" fmla="*/ 0 h 2217998"/>
                <a:gd name="connsiteX1" fmla="*/ 95250 w 3152217"/>
                <a:gd name="connsiteY1" fmla="*/ 209550 h 2217998"/>
                <a:gd name="connsiteX2" fmla="*/ 1352550 w 3152217"/>
                <a:gd name="connsiteY2" fmla="*/ 85725 h 2217998"/>
                <a:gd name="connsiteX3" fmla="*/ 2219325 w 3152217"/>
                <a:gd name="connsiteY3" fmla="*/ 295275 h 2217998"/>
                <a:gd name="connsiteX4" fmla="*/ 2724150 w 3152217"/>
                <a:gd name="connsiteY4" fmla="*/ 781050 h 2217998"/>
                <a:gd name="connsiteX5" fmla="*/ 2720489 w 3152217"/>
                <a:gd name="connsiteY5" fmla="*/ 785957 h 2217998"/>
                <a:gd name="connsiteX6" fmla="*/ 3152217 w 3152217"/>
                <a:gd name="connsiteY6" fmla="*/ 1217685 h 2217998"/>
                <a:gd name="connsiteX7" fmla="*/ 3152217 w 3152217"/>
                <a:gd name="connsiteY7" fmla="*/ 1429902 h 2217998"/>
                <a:gd name="connsiteX8" fmla="*/ 2940000 w 3152217"/>
                <a:gd name="connsiteY8" fmla="*/ 1429902 h 2217998"/>
                <a:gd name="connsiteX9" fmla="*/ 2539107 w 3152217"/>
                <a:gd name="connsiteY9" fmla="*/ 1029008 h 2217998"/>
                <a:gd name="connsiteX10" fmla="*/ 2474399 w 3152217"/>
                <a:gd name="connsiteY10" fmla="*/ 1115717 h 2217998"/>
                <a:gd name="connsiteX11" fmla="*/ 2907621 w 3152217"/>
                <a:gd name="connsiteY11" fmla="*/ 1548940 h 2217998"/>
                <a:gd name="connsiteX12" fmla="*/ 2907621 w 3152217"/>
                <a:gd name="connsiteY12" fmla="*/ 1761157 h 2217998"/>
                <a:gd name="connsiteX13" fmla="*/ 2695404 w 3152217"/>
                <a:gd name="connsiteY13" fmla="*/ 1761157 h 2217998"/>
                <a:gd name="connsiteX14" fmla="*/ 2293017 w 3152217"/>
                <a:gd name="connsiteY14" fmla="*/ 1358769 h 2217998"/>
                <a:gd name="connsiteX15" fmla="*/ 2228234 w 3152217"/>
                <a:gd name="connsiteY15" fmla="*/ 1445578 h 2217998"/>
                <a:gd name="connsiteX16" fmla="*/ 2648161 w 3152217"/>
                <a:gd name="connsiteY16" fmla="*/ 1865505 h 2217998"/>
                <a:gd name="connsiteX17" fmla="*/ 2648161 w 3152217"/>
                <a:gd name="connsiteY17" fmla="*/ 2077722 h 2217998"/>
                <a:gd name="connsiteX18" fmla="*/ 2435944 w 3152217"/>
                <a:gd name="connsiteY18" fmla="*/ 2077722 h 2217998"/>
                <a:gd name="connsiteX19" fmla="*/ 2046853 w 3152217"/>
                <a:gd name="connsiteY19" fmla="*/ 1688629 h 2217998"/>
                <a:gd name="connsiteX20" fmla="*/ 1966688 w 3152217"/>
                <a:gd name="connsiteY20" fmla="*/ 1796050 h 2217998"/>
                <a:gd name="connsiteX21" fmla="*/ 1987859 w 3152217"/>
                <a:gd name="connsiteY21" fmla="*/ 1774879 h 2217998"/>
                <a:gd name="connsiteX22" fmla="*/ 2218760 w 3152217"/>
                <a:gd name="connsiteY22" fmla="*/ 2005781 h 2217998"/>
                <a:gd name="connsiteX23" fmla="*/ 2218760 w 3152217"/>
                <a:gd name="connsiteY23" fmla="*/ 2217998 h 2217998"/>
                <a:gd name="connsiteX24" fmla="*/ 2006543 w 3152217"/>
                <a:gd name="connsiteY24" fmla="*/ 2217998 h 2217998"/>
                <a:gd name="connsiteX25" fmla="*/ 1803401 w 3152217"/>
                <a:gd name="connsiteY25" fmla="*/ 2014854 h 2217998"/>
                <a:gd name="connsiteX26" fmla="*/ 1771650 w 3152217"/>
                <a:gd name="connsiteY26" fmla="*/ 2057400 h 2217998"/>
                <a:gd name="connsiteX27" fmla="*/ 1798691 w 3152217"/>
                <a:gd name="connsiteY27" fmla="*/ 2010144 h 2217998"/>
                <a:gd name="connsiteX28" fmla="*/ 1775643 w 3152217"/>
                <a:gd name="connsiteY28" fmla="*/ 1987096 h 2217998"/>
                <a:gd name="connsiteX29" fmla="*/ 1848068 w 3152217"/>
                <a:gd name="connsiteY29" fmla="*/ 1914670 h 2217998"/>
                <a:gd name="connsiteX30" fmla="*/ 1533525 w 3152217"/>
                <a:gd name="connsiteY30" fmla="*/ 1485900 h 2217998"/>
                <a:gd name="connsiteX31" fmla="*/ 1219200 w 3152217"/>
                <a:gd name="connsiteY31" fmla="*/ 1181100 h 2217998"/>
                <a:gd name="connsiteX32" fmla="*/ 571500 w 3152217"/>
                <a:gd name="connsiteY32" fmla="*/ 1295400 h 2217998"/>
                <a:gd name="connsiteX33" fmla="*/ 0 w 3152217"/>
                <a:gd name="connsiteY33" fmla="*/ 1266825 h 2217998"/>
                <a:gd name="connsiteX34" fmla="*/ 9525 w 3152217"/>
                <a:gd name="connsiteY34" fmla="*/ 28575 h 2217998"/>
                <a:gd name="connsiteX35" fmla="*/ 323850 w 3152217"/>
                <a:gd name="connsiteY35" fmla="*/ 0 h 2217998"/>
                <a:gd name="connsiteX0" fmla="*/ 323850 w 3152217"/>
                <a:gd name="connsiteY0" fmla="*/ 0 h 2217998"/>
                <a:gd name="connsiteX1" fmla="*/ 95250 w 3152217"/>
                <a:gd name="connsiteY1" fmla="*/ 209550 h 2217998"/>
                <a:gd name="connsiteX2" fmla="*/ 1352550 w 3152217"/>
                <a:gd name="connsiteY2" fmla="*/ 85725 h 2217998"/>
                <a:gd name="connsiteX3" fmla="*/ 2219325 w 3152217"/>
                <a:gd name="connsiteY3" fmla="*/ 295275 h 2217998"/>
                <a:gd name="connsiteX4" fmla="*/ 2724150 w 3152217"/>
                <a:gd name="connsiteY4" fmla="*/ 781050 h 2217998"/>
                <a:gd name="connsiteX5" fmla="*/ 2720489 w 3152217"/>
                <a:gd name="connsiteY5" fmla="*/ 785957 h 2217998"/>
                <a:gd name="connsiteX6" fmla="*/ 3152217 w 3152217"/>
                <a:gd name="connsiteY6" fmla="*/ 1217685 h 2217998"/>
                <a:gd name="connsiteX7" fmla="*/ 3152217 w 3152217"/>
                <a:gd name="connsiteY7" fmla="*/ 1429902 h 2217998"/>
                <a:gd name="connsiteX8" fmla="*/ 2940000 w 3152217"/>
                <a:gd name="connsiteY8" fmla="*/ 1429902 h 2217998"/>
                <a:gd name="connsiteX9" fmla="*/ 2539107 w 3152217"/>
                <a:gd name="connsiteY9" fmla="*/ 1029008 h 2217998"/>
                <a:gd name="connsiteX10" fmla="*/ 2474399 w 3152217"/>
                <a:gd name="connsiteY10" fmla="*/ 1115717 h 2217998"/>
                <a:gd name="connsiteX11" fmla="*/ 2907621 w 3152217"/>
                <a:gd name="connsiteY11" fmla="*/ 1548940 h 2217998"/>
                <a:gd name="connsiteX12" fmla="*/ 2907621 w 3152217"/>
                <a:gd name="connsiteY12" fmla="*/ 1761157 h 2217998"/>
                <a:gd name="connsiteX13" fmla="*/ 2695404 w 3152217"/>
                <a:gd name="connsiteY13" fmla="*/ 1761157 h 2217998"/>
                <a:gd name="connsiteX14" fmla="*/ 2293017 w 3152217"/>
                <a:gd name="connsiteY14" fmla="*/ 1358769 h 2217998"/>
                <a:gd name="connsiteX15" fmla="*/ 2228234 w 3152217"/>
                <a:gd name="connsiteY15" fmla="*/ 1445578 h 2217998"/>
                <a:gd name="connsiteX16" fmla="*/ 2648161 w 3152217"/>
                <a:gd name="connsiteY16" fmla="*/ 1865505 h 2217998"/>
                <a:gd name="connsiteX17" fmla="*/ 2648161 w 3152217"/>
                <a:gd name="connsiteY17" fmla="*/ 2077722 h 2217998"/>
                <a:gd name="connsiteX18" fmla="*/ 2435944 w 3152217"/>
                <a:gd name="connsiteY18" fmla="*/ 2077722 h 2217998"/>
                <a:gd name="connsiteX19" fmla="*/ 2046853 w 3152217"/>
                <a:gd name="connsiteY19" fmla="*/ 1688629 h 2217998"/>
                <a:gd name="connsiteX20" fmla="*/ 1966688 w 3152217"/>
                <a:gd name="connsiteY20" fmla="*/ 1796050 h 2217998"/>
                <a:gd name="connsiteX21" fmla="*/ 1987859 w 3152217"/>
                <a:gd name="connsiteY21" fmla="*/ 1774879 h 2217998"/>
                <a:gd name="connsiteX22" fmla="*/ 2218760 w 3152217"/>
                <a:gd name="connsiteY22" fmla="*/ 2005781 h 2217998"/>
                <a:gd name="connsiteX23" fmla="*/ 2218760 w 3152217"/>
                <a:gd name="connsiteY23" fmla="*/ 2217998 h 2217998"/>
                <a:gd name="connsiteX24" fmla="*/ 2006543 w 3152217"/>
                <a:gd name="connsiteY24" fmla="*/ 2217998 h 2217998"/>
                <a:gd name="connsiteX25" fmla="*/ 1803401 w 3152217"/>
                <a:gd name="connsiteY25" fmla="*/ 2014854 h 2217998"/>
                <a:gd name="connsiteX26" fmla="*/ 1771650 w 3152217"/>
                <a:gd name="connsiteY26" fmla="*/ 2057400 h 2217998"/>
                <a:gd name="connsiteX27" fmla="*/ 1798691 w 3152217"/>
                <a:gd name="connsiteY27" fmla="*/ 2010144 h 2217998"/>
                <a:gd name="connsiteX28" fmla="*/ 1775643 w 3152217"/>
                <a:gd name="connsiteY28" fmla="*/ 1987096 h 2217998"/>
                <a:gd name="connsiteX29" fmla="*/ 1848068 w 3152217"/>
                <a:gd name="connsiteY29" fmla="*/ 1914670 h 2217998"/>
                <a:gd name="connsiteX30" fmla="*/ 1533525 w 3152217"/>
                <a:gd name="connsiteY30" fmla="*/ 1485900 h 2217998"/>
                <a:gd name="connsiteX31" fmla="*/ 1219200 w 3152217"/>
                <a:gd name="connsiteY31" fmla="*/ 1181100 h 2217998"/>
                <a:gd name="connsiteX32" fmla="*/ 571500 w 3152217"/>
                <a:gd name="connsiteY32" fmla="*/ 1295400 h 2217998"/>
                <a:gd name="connsiteX33" fmla="*/ 0 w 3152217"/>
                <a:gd name="connsiteY33" fmla="*/ 1266825 h 2217998"/>
                <a:gd name="connsiteX34" fmla="*/ 9525 w 3152217"/>
                <a:gd name="connsiteY34" fmla="*/ 28575 h 2217998"/>
                <a:gd name="connsiteX35" fmla="*/ 323850 w 3152217"/>
                <a:gd name="connsiteY35" fmla="*/ 0 h 2217998"/>
                <a:gd name="connsiteX0" fmla="*/ 323850 w 3152217"/>
                <a:gd name="connsiteY0" fmla="*/ 0 h 2217998"/>
                <a:gd name="connsiteX1" fmla="*/ 95250 w 3152217"/>
                <a:gd name="connsiteY1" fmla="*/ 209550 h 2217998"/>
                <a:gd name="connsiteX2" fmla="*/ 1352550 w 3152217"/>
                <a:gd name="connsiteY2" fmla="*/ 85725 h 2217998"/>
                <a:gd name="connsiteX3" fmla="*/ 2219325 w 3152217"/>
                <a:gd name="connsiteY3" fmla="*/ 295275 h 2217998"/>
                <a:gd name="connsiteX4" fmla="*/ 2724150 w 3152217"/>
                <a:gd name="connsiteY4" fmla="*/ 781050 h 2217998"/>
                <a:gd name="connsiteX5" fmla="*/ 2720489 w 3152217"/>
                <a:gd name="connsiteY5" fmla="*/ 785957 h 2217998"/>
                <a:gd name="connsiteX6" fmla="*/ 3152217 w 3152217"/>
                <a:gd name="connsiteY6" fmla="*/ 1217685 h 2217998"/>
                <a:gd name="connsiteX7" fmla="*/ 3152217 w 3152217"/>
                <a:gd name="connsiteY7" fmla="*/ 1429902 h 2217998"/>
                <a:gd name="connsiteX8" fmla="*/ 2940000 w 3152217"/>
                <a:gd name="connsiteY8" fmla="*/ 1429902 h 2217998"/>
                <a:gd name="connsiteX9" fmla="*/ 2539107 w 3152217"/>
                <a:gd name="connsiteY9" fmla="*/ 1029008 h 2217998"/>
                <a:gd name="connsiteX10" fmla="*/ 2474399 w 3152217"/>
                <a:gd name="connsiteY10" fmla="*/ 1115717 h 2217998"/>
                <a:gd name="connsiteX11" fmla="*/ 2907621 w 3152217"/>
                <a:gd name="connsiteY11" fmla="*/ 1548940 h 2217998"/>
                <a:gd name="connsiteX12" fmla="*/ 2907621 w 3152217"/>
                <a:gd name="connsiteY12" fmla="*/ 1761157 h 2217998"/>
                <a:gd name="connsiteX13" fmla="*/ 2695404 w 3152217"/>
                <a:gd name="connsiteY13" fmla="*/ 1761157 h 2217998"/>
                <a:gd name="connsiteX14" fmla="*/ 2293017 w 3152217"/>
                <a:gd name="connsiteY14" fmla="*/ 1358769 h 2217998"/>
                <a:gd name="connsiteX15" fmla="*/ 2228234 w 3152217"/>
                <a:gd name="connsiteY15" fmla="*/ 1445578 h 2217998"/>
                <a:gd name="connsiteX16" fmla="*/ 2648161 w 3152217"/>
                <a:gd name="connsiteY16" fmla="*/ 1865505 h 2217998"/>
                <a:gd name="connsiteX17" fmla="*/ 2648161 w 3152217"/>
                <a:gd name="connsiteY17" fmla="*/ 2077722 h 2217998"/>
                <a:gd name="connsiteX18" fmla="*/ 2435944 w 3152217"/>
                <a:gd name="connsiteY18" fmla="*/ 2077722 h 2217998"/>
                <a:gd name="connsiteX19" fmla="*/ 2046853 w 3152217"/>
                <a:gd name="connsiteY19" fmla="*/ 1688629 h 2217998"/>
                <a:gd name="connsiteX20" fmla="*/ 1966688 w 3152217"/>
                <a:gd name="connsiteY20" fmla="*/ 1796050 h 2217998"/>
                <a:gd name="connsiteX21" fmla="*/ 1987859 w 3152217"/>
                <a:gd name="connsiteY21" fmla="*/ 1774879 h 2217998"/>
                <a:gd name="connsiteX22" fmla="*/ 2218760 w 3152217"/>
                <a:gd name="connsiteY22" fmla="*/ 2005781 h 2217998"/>
                <a:gd name="connsiteX23" fmla="*/ 2218760 w 3152217"/>
                <a:gd name="connsiteY23" fmla="*/ 2217998 h 2217998"/>
                <a:gd name="connsiteX24" fmla="*/ 2006543 w 3152217"/>
                <a:gd name="connsiteY24" fmla="*/ 2217998 h 2217998"/>
                <a:gd name="connsiteX25" fmla="*/ 1803401 w 3152217"/>
                <a:gd name="connsiteY25" fmla="*/ 2014854 h 2217998"/>
                <a:gd name="connsiteX26" fmla="*/ 1798691 w 3152217"/>
                <a:gd name="connsiteY26" fmla="*/ 2010144 h 2217998"/>
                <a:gd name="connsiteX27" fmla="*/ 1775643 w 3152217"/>
                <a:gd name="connsiteY27" fmla="*/ 1987096 h 2217998"/>
                <a:gd name="connsiteX28" fmla="*/ 1848068 w 3152217"/>
                <a:gd name="connsiteY28" fmla="*/ 1914670 h 2217998"/>
                <a:gd name="connsiteX29" fmla="*/ 1533525 w 3152217"/>
                <a:gd name="connsiteY29" fmla="*/ 1485900 h 2217998"/>
                <a:gd name="connsiteX30" fmla="*/ 1219200 w 3152217"/>
                <a:gd name="connsiteY30" fmla="*/ 1181100 h 2217998"/>
                <a:gd name="connsiteX31" fmla="*/ 571500 w 3152217"/>
                <a:gd name="connsiteY31" fmla="*/ 1295400 h 2217998"/>
                <a:gd name="connsiteX32" fmla="*/ 0 w 3152217"/>
                <a:gd name="connsiteY32" fmla="*/ 1266825 h 2217998"/>
                <a:gd name="connsiteX33" fmla="*/ 9525 w 3152217"/>
                <a:gd name="connsiteY33" fmla="*/ 28575 h 2217998"/>
                <a:gd name="connsiteX34" fmla="*/ 323850 w 3152217"/>
                <a:gd name="connsiteY34" fmla="*/ 0 h 2217998"/>
                <a:gd name="connsiteX0" fmla="*/ 323850 w 3152217"/>
                <a:gd name="connsiteY0" fmla="*/ 0 h 2217998"/>
                <a:gd name="connsiteX1" fmla="*/ 95250 w 3152217"/>
                <a:gd name="connsiteY1" fmla="*/ 209550 h 2217998"/>
                <a:gd name="connsiteX2" fmla="*/ 1352550 w 3152217"/>
                <a:gd name="connsiteY2" fmla="*/ 85725 h 2217998"/>
                <a:gd name="connsiteX3" fmla="*/ 2219325 w 3152217"/>
                <a:gd name="connsiteY3" fmla="*/ 295275 h 2217998"/>
                <a:gd name="connsiteX4" fmla="*/ 2724150 w 3152217"/>
                <a:gd name="connsiteY4" fmla="*/ 781050 h 2217998"/>
                <a:gd name="connsiteX5" fmla="*/ 2720489 w 3152217"/>
                <a:gd name="connsiteY5" fmla="*/ 785957 h 2217998"/>
                <a:gd name="connsiteX6" fmla="*/ 3152217 w 3152217"/>
                <a:gd name="connsiteY6" fmla="*/ 1217685 h 2217998"/>
                <a:gd name="connsiteX7" fmla="*/ 3152217 w 3152217"/>
                <a:gd name="connsiteY7" fmla="*/ 1429902 h 2217998"/>
                <a:gd name="connsiteX8" fmla="*/ 2940000 w 3152217"/>
                <a:gd name="connsiteY8" fmla="*/ 1429902 h 2217998"/>
                <a:gd name="connsiteX9" fmla="*/ 2539107 w 3152217"/>
                <a:gd name="connsiteY9" fmla="*/ 1029008 h 2217998"/>
                <a:gd name="connsiteX10" fmla="*/ 2474399 w 3152217"/>
                <a:gd name="connsiteY10" fmla="*/ 1115717 h 2217998"/>
                <a:gd name="connsiteX11" fmla="*/ 2907621 w 3152217"/>
                <a:gd name="connsiteY11" fmla="*/ 1548940 h 2217998"/>
                <a:gd name="connsiteX12" fmla="*/ 2907621 w 3152217"/>
                <a:gd name="connsiteY12" fmla="*/ 1761157 h 2217998"/>
                <a:gd name="connsiteX13" fmla="*/ 2695404 w 3152217"/>
                <a:gd name="connsiteY13" fmla="*/ 1761157 h 2217998"/>
                <a:gd name="connsiteX14" fmla="*/ 2293017 w 3152217"/>
                <a:gd name="connsiteY14" fmla="*/ 1358769 h 2217998"/>
                <a:gd name="connsiteX15" fmla="*/ 2228234 w 3152217"/>
                <a:gd name="connsiteY15" fmla="*/ 1445578 h 2217998"/>
                <a:gd name="connsiteX16" fmla="*/ 2648161 w 3152217"/>
                <a:gd name="connsiteY16" fmla="*/ 1865505 h 2217998"/>
                <a:gd name="connsiteX17" fmla="*/ 2648161 w 3152217"/>
                <a:gd name="connsiteY17" fmla="*/ 2077722 h 2217998"/>
                <a:gd name="connsiteX18" fmla="*/ 2435944 w 3152217"/>
                <a:gd name="connsiteY18" fmla="*/ 2077722 h 2217998"/>
                <a:gd name="connsiteX19" fmla="*/ 2046853 w 3152217"/>
                <a:gd name="connsiteY19" fmla="*/ 1688629 h 2217998"/>
                <a:gd name="connsiteX20" fmla="*/ 1966688 w 3152217"/>
                <a:gd name="connsiteY20" fmla="*/ 1796050 h 2217998"/>
                <a:gd name="connsiteX21" fmla="*/ 1987859 w 3152217"/>
                <a:gd name="connsiteY21" fmla="*/ 1774879 h 2217998"/>
                <a:gd name="connsiteX22" fmla="*/ 2218760 w 3152217"/>
                <a:gd name="connsiteY22" fmla="*/ 2005781 h 2217998"/>
                <a:gd name="connsiteX23" fmla="*/ 2218760 w 3152217"/>
                <a:gd name="connsiteY23" fmla="*/ 2217998 h 2217998"/>
                <a:gd name="connsiteX24" fmla="*/ 2006543 w 3152217"/>
                <a:gd name="connsiteY24" fmla="*/ 2217998 h 2217998"/>
                <a:gd name="connsiteX25" fmla="*/ 1798691 w 3152217"/>
                <a:gd name="connsiteY25" fmla="*/ 2010144 h 2217998"/>
                <a:gd name="connsiteX26" fmla="*/ 1775643 w 3152217"/>
                <a:gd name="connsiteY26" fmla="*/ 1987096 h 2217998"/>
                <a:gd name="connsiteX27" fmla="*/ 1848068 w 3152217"/>
                <a:gd name="connsiteY27" fmla="*/ 1914670 h 2217998"/>
                <a:gd name="connsiteX28" fmla="*/ 1533525 w 3152217"/>
                <a:gd name="connsiteY28" fmla="*/ 1485900 h 2217998"/>
                <a:gd name="connsiteX29" fmla="*/ 1219200 w 3152217"/>
                <a:gd name="connsiteY29" fmla="*/ 1181100 h 2217998"/>
                <a:gd name="connsiteX30" fmla="*/ 571500 w 3152217"/>
                <a:gd name="connsiteY30" fmla="*/ 1295400 h 2217998"/>
                <a:gd name="connsiteX31" fmla="*/ 0 w 3152217"/>
                <a:gd name="connsiteY31" fmla="*/ 1266825 h 2217998"/>
                <a:gd name="connsiteX32" fmla="*/ 9525 w 3152217"/>
                <a:gd name="connsiteY32" fmla="*/ 28575 h 2217998"/>
                <a:gd name="connsiteX33" fmla="*/ 323850 w 3152217"/>
                <a:gd name="connsiteY33" fmla="*/ 0 h 2217998"/>
                <a:gd name="connsiteX0" fmla="*/ 323850 w 3152217"/>
                <a:gd name="connsiteY0" fmla="*/ 0 h 2217998"/>
                <a:gd name="connsiteX1" fmla="*/ 95250 w 3152217"/>
                <a:gd name="connsiteY1" fmla="*/ 209550 h 2217998"/>
                <a:gd name="connsiteX2" fmla="*/ 1352550 w 3152217"/>
                <a:gd name="connsiteY2" fmla="*/ 85725 h 2217998"/>
                <a:gd name="connsiteX3" fmla="*/ 2219325 w 3152217"/>
                <a:gd name="connsiteY3" fmla="*/ 295275 h 2217998"/>
                <a:gd name="connsiteX4" fmla="*/ 2724150 w 3152217"/>
                <a:gd name="connsiteY4" fmla="*/ 781050 h 2217998"/>
                <a:gd name="connsiteX5" fmla="*/ 2720489 w 3152217"/>
                <a:gd name="connsiteY5" fmla="*/ 785957 h 2217998"/>
                <a:gd name="connsiteX6" fmla="*/ 3152217 w 3152217"/>
                <a:gd name="connsiteY6" fmla="*/ 1217685 h 2217998"/>
                <a:gd name="connsiteX7" fmla="*/ 3152217 w 3152217"/>
                <a:gd name="connsiteY7" fmla="*/ 1429902 h 2217998"/>
                <a:gd name="connsiteX8" fmla="*/ 2940000 w 3152217"/>
                <a:gd name="connsiteY8" fmla="*/ 1429902 h 2217998"/>
                <a:gd name="connsiteX9" fmla="*/ 2539107 w 3152217"/>
                <a:gd name="connsiteY9" fmla="*/ 1029008 h 2217998"/>
                <a:gd name="connsiteX10" fmla="*/ 2474399 w 3152217"/>
                <a:gd name="connsiteY10" fmla="*/ 1115717 h 2217998"/>
                <a:gd name="connsiteX11" fmla="*/ 2907621 w 3152217"/>
                <a:gd name="connsiteY11" fmla="*/ 1548940 h 2217998"/>
                <a:gd name="connsiteX12" fmla="*/ 2907621 w 3152217"/>
                <a:gd name="connsiteY12" fmla="*/ 1761157 h 2217998"/>
                <a:gd name="connsiteX13" fmla="*/ 2695404 w 3152217"/>
                <a:gd name="connsiteY13" fmla="*/ 1761157 h 2217998"/>
                <a:gd name="connsiteX14" fmla="*/ 2293017 w 3152217"/>
                <a:gd name="connsiteY14" fmla="*/ 1358769 h 2217998"/>
                <a:gd name="connsiteX15" fmla="*/ 2228234 w 3152217"/>
                <a:gd name="connsiteY15" fmla="*/ 1445578 h 2217998"/>
                <a:gd name="connsiteX16" fmla="*/ 2648161 w 3152217"/>
                <a:gd name="connsiteY16" fmla="*/ 1865505 h 2217998"/>
                <a:gd name="connsiteX17" fmla="*/ 2648161 w 3152217"/>
                <a:gd name="connsiteY17" fmla="*/ 2077722 h 2217998"/>
                <a:gd name="connsiteX18" fmla="*/ 2435944 w 3152217"/>
                <a:gd name="connsiteY18" fmla="*/ 2077722 h 2217998"/>
                <a:gd name="connsiteX19" fmla="*/ 2046853 w 3152217"/>
                <a:gd name="connsiteY19" fmla="*/ 1688629 h 2217998"/>
                <a:gd name="connsiteX20" fmla="*/ 1966688 w 3152217"/>
                <a:gd name="connsiteY20" fmla="*/ 1796050 h 2217998"/>
                <a:gd name="connsiteX21" fmla="*/ 1987859 w 3152217"/>
                <a:gd name="connsiteY21" fmla="*/ 1774879 h 2217998"/>
                <a:gd name="connsiteX22" fmla="*/ 2218760 w 3152217"/>
                <a:gd name="connsiteY22" fmla="*/ 2005781 h 2217998"/>
                <a:gd name="connsiteX23" fmla="*/ 2218760 w 3152217"/>
                <a:gd name="connsiteY23" fmla="*/ 2217998 h 2217998"/>
                <a:gd name="connsiteX24" fmla="*/ 2006543 w 3152217"/>
                <a:gd name="connsiteY24" fmla="*/ 2217998 h 2217998"/>
                <a:gd name="connsiteX25" fmla="*/ 1798691 w 3152217"/>
                <a:gd name="connsiteY25" fmla="*/ 2010144 h 2217998"/>
                <a:gd name="connsiteX26" fmla="*/ 1775643 w 3152217"/>
                <a:gd name="connsiteY26" fmla="*/ 1987096 h 2217998"/>
                <a:gd name="connsiteX27" fmla="*/ 1848068 w 3152217"/>
                <a:gd name="connsiteY27" fmla="*/ 1914670 h 2217998"/>
                <a:gd name="connsiteX28" fmla="*/ 1533525 w 3152217"/>
                <a:gd name="connsiteY28" fmla="*/ 1485900 h 2217998"/>
                <a:gd name="connsiteX29" fmla="*/ 1219200 w 3152217"/>
                <a:gd name="connsiteY29" fmla="*/ 1181100 h 2217998"/>
                <a:gd name="connsiteX30" fmla="*/ 571500 w 3152217"/>
                <a:gd name="connsiteY30" fmla="*/ 1295400 h 2217998"/>
                <a:gd name="connsiteX31" fmla="*/ 0 w 3152217"/>
                <a:gd name="connsiteY31" fmla="*/ 1266825 h 2217998"/>
                <a:gd name="connsiteX32" fmla="*/ 9525 w 3152217"/>
                <a:gd name="connsiteY32" fmla="*/ 28575 h 2217998"/>
                <a:gd name="connsiteX33" fmla="*/ 323850 w 3152217"/>
                <a:gd name="connsiteY33" fmla="*/ 0 h 2217998"/>
                <a:gd name="connsiteX0" fmla="*/ 323850 w 3152217"/>
                <a:gd name="connsiteY0" fmla="*/ 0 h 2217998"/>
                <a:gd name="connsiteX1" fmla="*/ 95250 w 3152217"/>
                <a:gd name="connsiteY1" fmla="*/ 209550 h 2217998"/>
                <a:gd name="connsiteX2" fmla="*/ 1352550 w 3152217"/>
                <a:gd name="connsiteY2" fmla="*/ 85725 h 2217998"/>
                <a:gd name="connsiteX3" fmla="*/ 2219325 w 3152217"/>
                <a:gd name="connsiteY3" fmla="*/ 295275 h 2217998"/>
                <a:gd name="connsiteX4" fmla="*/ 2724150 w 3152217"/>
                <a:gd name="connsiteY4" fmla="*/ 781050 h 2217998"/>
                <a:gd name="connsiteX5" fmla="*/ 2720489 w 3152217"/>
                <a:gd name="connsiteY5" fmla="*/ 785957 h 2217998"/>
                <a:gd name="connsiteX6" fmla="*/ 3152217 w 3152217"/>
                <a:gd name="connsiteY6" fmla="*/ 1217685 h 2217998"/>
                <a:gd name="connsiteX7" fmla="*/ 3152217 w 3152217"/>
                <a:gd name="connsiteY7" fmla="*/ 1429902 h 2217998"/>
                <a:gd name="connsiteX8" fmla="*/ 2940000 w 3152217"/>
                <a:gd name="connsiteY8" fmla="*/ 1429902 h 2217998"/>
                <a:gd name="connsiteX9" fmla="*/ 2539107 w 3152217"/>
                <a:gd name="connsiteY9" fmla="*/ 1029008 h 2217998"/>
                <a:gd name="connsiteX10" fmla="*/ 2474399 w 3152217"/>
                <a:gd name="connsiteY10" fmla="*/ 1115717 h 2217998"/>
                <a:gd name="connsiteX11" fmla="*/ 2907621 w 3152217"/>
                <a:gd name="connsiteY11" fmla="*/ 1548940 h 2217998"/>
                <a:gd name="connsiteX12" fmla="*/ 2907621 w 3152217"/>
                <a:gd name="connsiteY12" fmla="*/ 1761157 h 2217998"/>
                <a:gd name="connsiteX13" fmla="*/ 2695404 w 3152217"/>
                <a:gd name="connsiteY13" fmla="*/ 1761157 h 2217998"/>
                <a:gd name="connsiteX14" fmla="*/ 2293017 w 3152217"/>
                <a:gd name="connsiteY14" fmla="*/ 1358769 h 2217998"/>
                <a:gd name="connsiteX15" fmla="*/ 2228234 w 3152217"/>
                <a:gd name="connsiteY15" fmla="*/ 1445578 h 2217998"/>
                <a:gd name="connsiteX16" fmla="*/ 2648161 w 3152217"/>
                <a:gd name="connsiteY16" fmla="*/ 1865505 h 2217998"/>
                <a:gd name="connsiteX17" fmla="*/ 2648161 w 3152217"/>
                <a:gd name="connsiteY17" fmla="*/ 2077722 h 2217998"/>
                <a:gd name="connsiteX18" fmla="*/ 2435944 w 3152217"/>
                <a:gd name="connsiteY18" fmla="*/ 2077722 h 2217998"/>
                <a:gd name="connsiteX19" fmla="*/ 2046853 w 3152217"/>
                <a:gd name="connsiteY19" fmla="*/ 1688629 h 2217998"/>
                <a:gd name="connsiteX20" fmla="*/ 1987859 w 3152217"/>
                <a:gd name="connsiteY20" fmla="*/ 1774879 h 2217998"/>
                <a:gd name="connsiteX21" fmla="*/ 2218760 w 3152217"/>
                <a:gd name="connsiteY21" fmla="*/ 2005781 h 2217998"/>
                <a:gd name="connsiteX22" fmla="*/ 2218760 w 3152217"/>
                <a:gd name="connsiteY22" fmla="*/ 2217998 h 2217998"/>
                <a:gd name="connsiteX23" fmla="*/ 2006543 w 3152217"/>
                <a:gd name="connsiteY23" fmla="*/ 2217998 h 2217998"/>
                <a:gd name="connsiteX24" fmla="*/ 1798691 w 3152217"/>
                <a:gd name="connsiteY24" fmla="*/ 2010144 h 2217998"/>
                <a:gd name="connsiteX25" fmla="*/ 1775643 w 3152217"/>
                <a:gd name="connsiteY25" fmla="*/ 1987096 h 2217998"/>
                <a:gd name="connsiteX26" fmla="*/ 1848068 w 3152217"/>
                <a:gd name="connsiteY26" fmla="*/ 1914670 h 2217998"/>
                <a:gd name="connsiteX27" fmla="*/ 1533525 w 3152217"/>
                <a:gd name="connsiteY27" fmla="*/ 1485900 h 2217998"/>
                <a:gd name="connsiteX28" fmla="*/ 1219200 w 3152217"/>
                <a:gd name="connsiteY28" fmla="*/ 1181100 h 2217998"/>
                <a:gd name="connsiteX29" fmla="*/ 571500 w 3152217"/>
                <a:gd name="connsiteY29" fmla="*/ 1295400 h 2217998"/>
                <a:gd name="connsiteX30" fmla="*/ 0 w 3152217"/>
                <a:gd name="connsiteY30" fmla="*/ 1266825 h 2217998"/>
                <a:gd name="connsiteX31" fmla="*/ 9525 w 3152217"/>
                <a:gd name="connsiteY31" fmla="*/ 28575 h 2217998"/>
                <a:gd name="connsiteX32" fmla="*/ 323850 w 3152217"/>
                <a:gd name="connsiteY32" fmla="*/ 0 h 2217998"/>
                <a:gd name="connsiteX0" fmla="*/ 323850 w 3152217"/>
                <a:gd name="connsiteY0" fmla="*/ 0 h 2217998"/>
                <a:gd name="connsiteX1" fmla="*/ 95250 w 3152217"/>
                <a:gd name="connsiteY1" fmla="*/ 209550 h 2217998"/>
                <a:gd name="connsiteX2" fmla="*/ 1352550 w 3152217"/>
                <a:gd name="connsiteY2" fmla="*/ 85725 h 2217998"/>
                <a:gd name="connsiteX3" fmla="*/ 2219325 w 3152217"/>
                <a:gd name="connsiteY3" fmla="*/ 295275 h 2217998"/>
                <a:gd name="connsiteX4" fmla="*/ 2724150 w 3152217"/>
                <a:gd name="connsiteY4" fmla="*/ 781050 h 2217998"/>
                <a:gd name="connsiteX5" fmla="*/ 2720489 w 3152217"/>
                <a:gd name="connsiteY5" fmla="*/ 785957 h 2217998"/>
                <a:gd name="connsiteX6" fmla="*/ 3152217 w 3152217"/>
                <a:gd name="connsiteY6" fmla="*/ 1217685 h 2217998"/>
                <a:gd name="connsiteX7" fmla="*/ 3152217 w 3152217"/>
                <a:gd name="connsiteY7" fmla="*/ 1429902 h 2217998"/>
                <a:gd name="connsiteX8" fmla="*/ 2940000 w 3152217"/>
                <a:gd name="connsiteY8" fmla="*/ 1429902 h 2217998"/>
                <a:gd name="connsiteX9" fmla="*/ 2539107 w 3152217"/>
                <a:gd name="connsiteY9" fmla="*/ 1029008 h 2217998"/>
                <a:gd name="connsiteX10" fmla="*/ 2474399 w 3152217"/>
                <a:gd name="connsiteY10" fmla="*/ 1115717 h 2217998"/>
                <a:gd name="connsiteX11" fmla="*/ 2907621 w 3152217"/>
                <a:gd name="connsiteY11" fmla="*/ 1548940 h 2217998"/>
                <a:gd name="connsiteX12" fmla="*/ 2907621 w 3152217"/>
                <a:gd name="connsiteY12" fmla="*/ 1761157 h 2217998"/>
                <a:gd name="connsiteX13" fmla="*/ 2695404 w 3152217"/>
                <a:gd name="connsiteY13" fmla="*/ 1761157 h 2217998"/>
                <a:gd name="connsiteX14" fmla="*/ 2293017 w 3152217"/>
                <a:gd name="connsiteY14" fmla="*/ 1358769 h 2217998"/>
                <a:gd name="connsiteX15" fmla="*/ 2228234 w 3152217"/>
                <a:gd name="connsiteY15" fmla="*/ 1445578 h 2217998"/>
                <a:gd name="connsiteX16" fmla="*/ 2648161 w 3152217"/>
                <a:gd name="connsiteY16" fmla="*/ 1865505 h 2217998"/>
                <a:gd name="connsiteX17" fmla="*/ 2648161 w 3152217"/>
                <a:gd name="connsiteY17" fmla="*/ 2077722 h 2217998"/>
                <a:gd name="connsiteX18" fmla="*/ 2435944 w 3152217"/>
                <a:gd name="connsiteY18" fmla="*/ 2077722 h 2217998"/>
                <a:gd name="connsiteX19" fmla="*/ 2046853 w 3152217"/>
                <a:gd name="connsiteY19" fmla="*/ 1688629 h 2217998"/>
                <a:gd name="connsiteX20" fmla="*/ 1987859 w 3152217"/>
                <a:gd name="connsiteY20" fmla="*/ 1774879 h 2217998"/>
                <a:gd name="connsiteX21" fmla="*/ 2218760 w 3152217"/>
                <a:gd name="connsiteY21" fmla="*/ 2005781 h 2217998"/>
                <a:gd name="connsiteX22" fmla="*/ 2218760 w 3152217"/>
                <a:gd name="connsiteY22" fmla="*/ 2217998 h 2217998"/>
                <a:gd name="connsiteX23" fmla="*/ 2006543 w 3152217"/>
                <a:gd name="connsiteY23" fmla="*/ 2217998 h 2217998"/>
                <a:gd name="connsiteX24" fmla="*/ 1798691 w 3152217"/>
                <a:gd name="connsiteY24" fmla="*/ 2010144 h 2217998"/>
                <a:gd name="connsiteX25" fmla="*/ 1775643 w 3152217"/>
                <a:gd name="connsiteY25" fmla="*/ 1987096 h 2217998"/>
                <a:gd name="connsiteX26" fmla="*/ 1848068 w 3152217"/>
                <a:gd name="connsiteY26" fmla="*/ 1911865 h 2217998"/>
                <a:gd name="connsiteX27" fmla="*/ 1533525 w 3152217"/>
                <a:gd name="connsiteY27" fmla="*/ 1485900 h 2217998"/>
                <a:gd name="connsiteX28" fmla="*/ 1219200 w 3152217"/>
                <a:gd name="connsiteY28" fmla="*/ 1181100 h 2217998"/>
                <a:gd name="connsiteX29" fmla="*/ 571500 w 3152217"/>
                <a:gd name="connsiteY29" fmla="*/ 1295400 h 2217998"/>
                <a:gd name="connsiteX30" fmla="*/ 0 w 3152217"/>
                <a:gd name="connsiteY30" fmla="*/ 1266825 h 2217998"/>
                <a:gd name="connsiteX31" fmla="*/ 9525 w 3152217"/>
                <a:gd name="connsiteY31" fmla="*/ 28575 h 2217998"/>
                <a:gd name="connsiteX32" fmla="*/ 323850 w 3152217"/>
                <a:gd name="connsiteY32" fmla="*/ 0 h 2217998"/>
                <a:gd name="connsiteX0" fmla="*/ 323850 w 3152217"/>
                <a:gd name="connsiteY0" fmla="*/ 0 h 2217998"/>
                <a:gd name="connsiteX1" fmla="*/ 95250 w 3152217"/>
                <a:gd name="connsiteY1" fmla="*/ 209550 h 2217998"/>
                <a:gd name="connsiteX2" fmla="*/ 1352550 w 3152217"/>
                <a:gd name="connsiteY2" fmla="*/ 85725 h 2217998"/>
                <a:gd name="connsiteX3" fmla="*/ 2219325 w 3152217"/>
                <a:gd name="connsiteY3" fmla="*/ 295275 h 2217998"/>
                <a:gd name="connsiteX4" fmla="*/ 2724150 w 3152217"/>
                <a:gd name="connsiteY4" fmla="*/ 781050 h 2217998"/>
                <a:gd name="connsiteX5" fmla="*/ 2720489 w 3152217"/>
                <a:gd name="connsiteY5" fmla="*/ 785957 h 2217998"/>
                <a:gd name="connsiteX6" fmla="*/ 3152217 w 3152217"/>
                <a:gd name="connsiteY6" fmla="*/ 1217685 h 2217998"/>
                <a:gd name="connsiteX7" fmla="*/ 3152217 w 3152217"/>
                <a:gd name="connsiteY7" fmla="*/ 1429902 h 2217998"/>
                <a:gd name="connsiteX8" fmla="*/ 2940000 w 3152217"/>
                <a:gd name="connsiteY8" fmla="*/ 1429902 h 2217998"/>
                <a:gd name="connsiteX9" fmla="*/ 2539107 w 3152217"/>
                <a:gd name="connsiteY9" fmla="*/ 1029008 h 2217998"/>
                <a:gd name="connsiteX10" fmla="*/ 2474399 w 3152217"/>
                <a:gd name="connsiteY10" fmla="*/ 1115717 h 2217998"/>
                <a:gd name="connsiteX11" fmla="*/ 2907621 w 3152217"/>
                <a:gd name="connsiteY11" fmla="*/ 1548940 h 2217998"/>
                <a:gd name="connsiteX12" fmla="*/ 2907621 w 3152217"/>
                <a:gd name="connsiteY12" fmla="*/ 1761157 h 2217998"/>
                <a:gd name="connsiteX13" fmla="*/ 2695404 w 3152217"/>
                <a:gd name="connsiteY13" fmla="*/ 1761157 h 2217998"/>
                <a:gd name="connsiteX14" fmla="*/ 2293017 w 3152217"/>
                <a:gd name="connsiteY14" fmla="*/ 1358769 h 2217998"/>
                <a:gd name="connsiteX15" fmla="*/ 2228234 w 3152217"/>
                <a:gd name="connsiteY15" fmla="*/ 1445578 h 2217998"/>
                <a:gd name="connsiteX16" fmla="*/ 2648161 w 3152217"/>
                <a:gd name="connsiteY16" fmla="*/ 1865505 h 2217998"/>
                <a:gd name="connsiteX17" fmla="*/ 2648161 w 3152217"/>
                <a:gd name="connsiteY17" fmla="*/ 2077722 h 2217998"/>
                <a:gd name="connsiteX18" fmla="*/ 2435944 w 3152217"/>
                <a:gd name="connsiteY18" fmla="*/ 2077722 h 2217998"/>
                <a:gd name="connsiteX19" fmla="*/ 2046853 w 3152217"/>
                <a:gd name="connsiteY19" fmla="*/ 1688629 h 2217998"/>
                <a:gd name="connsiteX20" fmla="*/ 1987859 w 3152217"/>
                <a:gd name="connsiteY20" fmla="*/ 1774879 h 2217998"/>
                <a:gd name="connsiteX21" fmla="*/ 2218760 w 3152217"/>
                <a:gd name="connsiteY21" fmla="*/ 2005781 h 2217998"/>
                <a:gd name="connsiteX22" fmla="*/ 2218760 w 3152217"/>
                <a:gd name="connsiteY22" fmla="*/ 2217998 h 2217998"/>
                <a:gd name="connsiteX23" fmla="*/ 2006543 w 3152217"/>
                <a:gd name="connsiteY23" fmla="*/ 2217998 h 2217998"/>
                <a:gd name="connsiteX24" fmla="*/ 1798691 w 3152217"/>
                <a:gd name="connsiteY24" fmla="*/ 2010144 h 2217998"/>
                <a:gd name="connsiteX25" fmla="*/ 1775643 w 3152217"/>
                <a:gd name="connsiteY25" fmla="*/ 1987096 h 2217998"/>
                <a:gd name="connsiteX26" fmla="*/ 1848068 w 3152217"/>
                <a:gd name="connsiteY26" fmla="*/ 1911865 h 2217998"/>
                <a:gd name="connsiteX27" fmla="*/ 1533525 w 3152217"/>
                <a:gd name="connsiteY27" fmla="*/ 1485900 h 2217998"/>
                <a:gd name="connsiteX28" fmla="*/ 1219200 w 3152217"/>
                <a:gd name="connsiteY28" fmla="*/ 1181100 h 2217998"/>
                <a:gd name="connsiteX29" fmla="*/ 571500 w 3152217"/>
                <a:gd name="connsiteY29" fmla="*/ 1295400 h 2217998"/>
                <a:gd name="connsiteX30" fmla="*/ 0 w 3152217"/>
                <a:gd name="connsiteY30" fmla="*/ 1266825 h 2217998"/>
                <a:gd name="connsiteX31" fmla="*/ 9525 w 3152217"/>
                <a:gd name="connsiteY31" fmla="*/ 28575 h 2217998"/>
                <a:gd name="connsiteX32" fmla="*/ 323850 w 3152217"/>
                <a:gd name="connsiteY32" fmla="*/ 0 h 2217998"/>
                <a:gd name="connsiteX0" fmla="*/ 323850 w 3152217"/>
                <a:gd name="connsiteY0" fmla="*/ 0 h 2217998"/>
                <a:gd name="connsiteX1" fmla="*/ 95250 w 3152217"/>
                <a:gd name="connsiteY1" fmla="*/ 209550 h 2217998"/>
                <a:gd name="connsiteX2" fmla="*/ 1352550 w 3152217"/>
                <a:gd name="connsiteY2" fmla="*/ 85725 h 2217998"/>
                <a:gd name="connsiteX3" fmla="*/ 2219325 w 3152217"/>
                <a:gd name="connsiteY3" fmla="*/ 295275 h 2217998"/>
                <a:gd name="connsiteX4" fmla="*/ 2724150 w 3152217"/>
                <a:gd name="connsiteY4" fmla="*/ 781050 h 2217998"/>
                <a:gd name="connsiteX5" fmla="*/ 2720489 w 3152217"/>
                <a:gd name="connsiteY5" fmla="*/ 785957 h 2217998"/>
                <a:gd name="connsiteX6" fmla="*/ 3152217 w 3152217"/>
                <a:gd name="connsiteY6" fmla="*/ 1217685 h 2217998"/>
                <a:gd name="connsiteX7" fmla="*/ 3152217 w 3152217"/>
                <a:gd name="connsiteY7" fmla="*/ 1429902 h 2217998"/>
                <a:gd name="connsiteX8" fmla="*/ 2940000 w 3152217"/>
                <a:gd name="connsiteY8" fmla="*/ 1429902 h 2217998"/>
                <a:gd name="connsiteX9" fmla="*/ 2539107 w 3152217"/>
                <a:gd name="connsiteY9" fmla="*/ 1029008 h 2217998"/>
                <a:gd name="connsiteX10" fmla="*/ 2474399 w 3152217"/>
                <a:gd name="connsiteY10" fmla="*/ 1115717 h 2217998"/>
                <a:gd name="connsiteX11" fmla="*/ 2907621 w 3152217"/>
                <a:gd name="connsiteY11" fmla="*/ 1548940 h 2217998"/>
                <a:gd name="connsiteX12" fmla="*/ 2907621 w 3152217"/>
                <a:gd name="connsiteY12" fmla="*/ 1761157 h 2217998"/>
                <a:gd name="connsiteX13" fmla="*/ 2695404 w 3152217"/>
                <a:gd name="connsiteY13" fmla="*/ 1761157 h 2217998"/>
                <a:gd name="connsiteX14" fmla="*/ 2293017 w 3152217"/>
                <a:gd name="connsiteY14" fmla="*/ 1358769 h 2217998"/>
                <a:gd name="connsiteX15" fmla="*/ 2228234 w 3152217"/>
                <a:gd name="connsiteY15" fmla="*/ 1445578 h 2217998"/>
                <a:gd name="connsiteX16" fmla="*/ 2648161 w 3152217"/>
                <a:gd name="connsiteY16" fmla="*/ 1865505 h 2217998"/>
                <a:gd name="connsiteX17" fmla="*/ 2648161 w 3152217"/>
                <a:gd name="connsiteY17" fmla="*/ 2077722 h 2217998"/>
                <a:gd name="connsiteX18" fmla="*/ 2435944 w 3152217"/>
                <a:gd name="connsiteY18" fmla="*/ 2077722 h 2217998"/>
                <a:gd name="connsiteX19" fmla="*/ 2046853 w 3152217"/>
                <a:gd name="connsiteY19" fmla="*/ 1688629 h 2217998"/>
                <a:gd name="connsiteX20" fmla="*/ 1987859 w 3152217"/>
                <a:gd name="connsiteY20" fmla="*/ 1774879 h 2217998"/>
                <a:gd name="connsiteX21" fmla="*/ 2218760 w 3152217"/>
                <a:gd name="connsiteY21" fmla="*/ 2005781 h 2217998"/>
                <a:gd name="connsiteX22" fmla="*/ 2218760 w 3152217"/>
                <a:gd name="connsiteY22" fmla="*/ 2217998 h 2217998"/>
                <a:gd name="connsiteX23" fmla="*/ 2006543 w 3152217"/>
                <a:gd name="connsiteY23" fmla="*/ 2217998 h 2217998"/>
                <a:gd name="connsiteX24" fmla="*/ 1798691 w 3152217"/>
                <a:gd name="connsiteY24" fmla="*/ 2010144 h 2217998"/>
                <a:gd name="connsiteX25" fmla="*/ 1775643 w 3152217"/>
                <a:gd name="connsiteY25" fmla="*/ 1987096 h 2217998"/>
                <a:gd name="connsiteX26" fmla="*/ 1842458 w 3152217"/>
                <a:gd name="connsiteY26" fmla="*/ 1897840 h 2217998"/>
                <a:gd name="connsiteX27" fmla="*/ 1533525 w 3152217"/>
                <a:gd name="connsiteY27" fmla="*/ 1485900 h 2217998"/>
                <a:gd name="connsiteX28" fmla="*/ 1219200 w 3152217"/>
                <a:gd name="connsiteY28" fmla="*/ 1181100 h 2217998"/>
                <a:gd name="connsiteX29" fmla="*/ 571500 w 3152217"/>
                <a:gd name="connsiteY29" fmla="*/ 1295400 h 2217998"/>
                <a:gd name="connsiteX30" fmla="*/ 0 w 3152217"/>
                <a:gd name="connsiteY30" fmla="*/ 1266825 h 2217998"/>
                <a:gd name="connsiteX31" fmla="*/ 9525 w 3152217"/>
                <a:gd name="connsiteY31" fmla="*/ 28575 h 2217998"/>
                <a:gd name="connsiteX32" fmla="*/ 323850 w 3152217"/>
                <a:gd name="connsiteY32" fmla="*/ 0 h 2217998"/>
                <a:gd name="connsiteX0" fmla="*/ 323850 w 3152217"/>
                <a:gd name="connsiteY0" fmla="*/ 0 h 2217998"/>
                <a:gd name="connsiteX1" fmla="*/ 95250 w 3152217"/>
                <a:gd name="connsiteY1" fmla="*/ 209550 h 2217998"/>
                <a:gd name="connsiteX2" fmla="*/ 1352550 w 3152217"/>
                <a:gd name="connsiteY2" fmla="*/ 85725 h 2217998"/>
                <a:gd name="connsiteX3" fmla="*/ 2219325 w 3152217"/>
                <a:gd name="connsiteY3" fmla="*/ 295275 h 2217998"/>
                <a:gd name="connsiteX4" fmla="*/ 2724150 w 3152217"/>
                <a:gd name="connsiteY4" fmla="*/ 781050 h 2217998"/>
                <a:gd name="connsiteX5" fmla="*/ 2720489 w 3152217"/>
                <a:gd name="connsiteY5" fmla="*/ 785957 h 2217998"/>
                <a:gd name="connsiteX6" fmla="*/ 3152217 w 3152217"/>
                <a:gd name="connsiteY6" fmla="*/ 1217685 h 2217998"/>
                <a:gd name="connsiteX7" fmla="*/ 3152217 w 3152217"/>
                <a:gd name="connsiteY7" fmla="*/ 1429902 h 2217998"/>
                <a:gd name="connsiteX8" fmla="*/ 2940000 w 3152217"/>
                <a:gd name="connsiteY8" fmla="*/ 1429902 h 2217998"/>
                <a:gd name="connsiteX9" fmla="*/ 2539107 w 3152217"/>
                <a:gd name="connsiteY9" fmla="*/ 1029008 h 2217998"/>
                <a:gd name="connsiteX10" fmla="*/ 2474399 w 3152217"/>
                <a:gd name="connsiteY10" fmla="*/ 1115717 h 2217998"/>
                <a:gd name="connsiteX11" fmla="*/ 2907621 w 3152217"/>
                <a:gd name="connsiteY11" fmla="*/ 1548940 h 2217998"/>
                <a:gd name="connsiteX12" fmla="*/ 2907621 w 3152217"/>
                <a:gd name="connsiteY12" fmla="*/ 1761157 h 2217998"/>
                <a:gd name="connsiteX13" fmla="*/ 2695404 w 3152217"/>
                <a:gd name="connsiteY13" fmla="*/ 1761157 h 2217998"/>
                <a:gd name="connsiteX14" fmla="*/ 2293017 w 3152217"/>
                <a:gd name="connsiteY14" fmla="*/ 1358769 h 2217998"/>
                <a:gd name="connsiteX15" fmla="*/ 2228234 w 3152217"/>
                <a:gd name="connsiteY15" fmla="*/ 1445578 h 2217998"/>
                <a:gd name="connsiteX16" fmla="*/ 2648161 w 3152217"/>
                <a:gd name="connsiteY16" fmla="*/ 1865505 h 2217998"/>
                <a:gd name="connsiteX17" fmla="*/ 2648161 w 3152217"/>
                <a:gd name="connsiteY17" fmla="*/ 2077722 h 2217998"/>
                <a:gd name="connsiteX18" fmla="*/ 2435944 w 3152217"/>
                <a:gd name="connsiteY18" fmla="*/ 2077722 h 2217998"/>
                <a:gd name="connsiteX19" fmla="*/ 2046853 w 3152217"/>
                <a:gd name="connsiteY19" fmla="*/ 1688629 h 2217998"/>
                <a:gd name="connsiteX20" fmla="*/ 1987859 w 3152217"/>
                <a:gd name="connsiteY20" fmla="*/ 1774879 h 2217998"/>
                <a:gd name="connsiteX21" fmla="*/ 2218760 w 3152217"/>
                <a:gd name="connsiteY21" fmla="*/ 2005781 h 2217998"/>
                <a:gd name="connsiteX22" fmla="*/ 2218760 w 3152217"/>
                <a:gd name="connsiteY22" fmla="*/ 2217998 h 2217998"/>
                <a:gd name="connsiteX23" fmla="*/ 2006543 w 3152217"/>
                <a:gd name="connsiteY23" fmla="*/ 2217998 h 2217998"/>
                <a:gd name="connsiteX24" fmla="*/ 1798691 w 3152217"/>
                <a:gd name="connsiteY24" fmla="*/ 2010144 h 2217998"/>
                <a:gd name="connsiteX25" fmla="*/ 1775643 w 3152217"/>
                <a:gd name="connsiteY25" fmla="*/ 1987096 h 2217998"/>
                <a:gd name="connsiteX26" fmla="*/ 1842458 w 3152217"/>
                <a:gd name="connsiteY26" fmla="*/ 1897840 h 2217998"/>
                <a:gd name="connsiteX27" fmla="*/ 1533525 w 3152217"/>
                <a:gd name="connsiteY27" fmla="*/ 1485900 h 2217998"/>
                <a:gd name="connsiteX28" fmla="*/ 1219200 w 3152217"/>
                <a:gd name="connsiteY28" fmla="*/ 1181100 h 2217998"/>
                <a:gd name="connsiteX29" fmla="*/ 571500 w 3152217"/>
                <a:gd name="connsiteY29" fmla="*/ 1295400 h 2217998"/>
                <a:gd name="connsiteX30" fmla="*/ 0 w 3152217"/>
                <a:gd name="connsiteY30" fmla="*/ 1266825 h 2217998"/>
                <a:gd name="connsiteX31" fmla="*/ 9525 w 3152217"/>
                <a:gd name="connsiteY31" fmla="*/ 28575 h 2217998"/>
                <a:gd name="connsiteX32" fmla="*/ 323850 w 3152217"/>
                <a:gd name="connsiteY32" fmla="*/ 0 h 2217998"/>
                <a:gd name="connsiteX0" fmla="*/ 323850 w 3152217"/>
                <a:gd name="connsiteY0" fmla="*/ 0 h 2217998"/>
                <a:gd name="connsiteX1" fmla="*/ 95250 w 3152217"/>
                <a:gd name="connsiteY1" fmla="*/ 209550 h 2217998"/>
                <a:gd name="connsiteX2" fmla="*/ 1352550 w 3152217"/>
                <a:gd name="connsiteY2" fmla="*/ 85725 h 2217998"/>
                <a:gd name="connsiteX3" fmla="*/ 2219325 w 3152217"/>
                <a:gd name="connsiteY3" fmla="*/ 295275 h 2217998"/>
                <a:gd name="connsiteX4" fmla="*/ 2724150 w 3152217"/>
                <a:gd name="connsiteY4" fmla="*/ 781050 h 2217998"/>
                <a:gd name="connsiteX5" fmla="*/ 2720489 w 3152217"/>
                <a:gd name="connsiteY5" fmla="*/ 785957 h 2217998"/>
                <a:gd name="connsiteX6" fmla="*/ 3152217 w 3152217"/>
                <a:gd name="connsiteY6" fmla="*/ 1217685 h 2217998"/>
                <a:gd name="connsiteX7" fmla="*/ 3152217 w 3152217"/>
                <a:gd name="connsiteY7" fmla="*/ 1429902 h 2217998"/>
                <a:gd name="connsiteX8" fmla="*/ 2940000 w 3152217"/>
                <a:gd name="connsiteY8" fmla="*/ 1429902 h 2217998"/>
                <a:gd name="connsiteX9" fmla="*/ 2539107 w 3152217"/>
                <a:gd name="connsiteY9" fmla="*/ 1029008 h 2217998"/>
                <a:gd name="connsiteX10" fmla="*/ 2474399 w 3152217"/>
                <a:gd name="connsiteY10" fmla="*/ 1115717 h 2217998"/>
                <a:gd name="connsiteX11" fmla="*/ 2907621 w 3152217"/>
                <a:gd name="connsiteY11" fmla="*/ 1548940 h 2217998"/>
                <a:gd name="connsiteX12" fmla="*/ 2907621 w 3152217"/>
                <a:gd name="connsiteY12" fmla="*/ 1761157 h 2217998"/>
                <a:gd name="connsiteX13" fmla="*/ 2695404 w 3152217"/>
                <a:gd name="connsiteY13" fmla="*/ 1761157 h 2217998"/>
                <a:gd name="connsiteX14" fmla="*/ 2293017 w 3152217"/>
                <a:gd name="connsiteY14" fmla="*/ 1358769 h 2217998"/>
                <a:gd name="connsiteX15" fmla="*/ 2228234 w 3152217"/>
                <a:gd name="connsiteY15" fmla="*/ 1445578 h 2217998"/>
                <a:gd name="connsiteX16" fmla="*/ 2648161 w 3152217"/>
                <a:gd name="connsiteY16" fmla="*/ 1865505 h 2217998"/>
                <a:gd name="connsiteX17" fmla="*/ 2648161 w 3152217"/>
                <a:gd name="connsiteY17" fmla="*/ 2077722 h 2217998"/>
                <a:gd name="connsiteX18" fmla="*/ 2435944 w 3152217"/>
                <a:gd name="connsiteY18" fmla="*/ 2077722 h 2217998"/>
                <a:gd name="connsiteX19" fmla="*/ 2046853 w 3152217"/>
                <a:gd name="connsiteY19" fmla="*/ 1688629 h 2217998"/>
                <a:gd name="connsiteX20" fmla="*/ 1987859 w 3152217"/>
                <a:gd name="connsiteY20" fmla="*/ 1774879 h 2217998"/>
                <a:gd name="connsiteX21" fmla="*/ 2218760 w 3152217"/>
                <a:gd name="connsiteY21" fmla="*/ 2005781 h 2217998"/>
                <a:gd name="connsiteX22" fmla="*/ 2218760 w 3152217"/>
                <a:gd name="connsiteY22" fmla="*/ 2217998 h 2217998"/>
                <a:gd name="connsiteX23" fmla="*/ 2006543 w 3152217"/>
                <a:gd name="connsiteY23" fmla="*/ 2217998 h 2217998"/>
                <a:gd name="connsiteX24" fmla="*/ 1798691 w 3152217"/>
                <a:gd name="connsiteY24" fmla="*/ 2010144 h 2217998"/>
                <a:gd name="connsiteX25" fmla="*/ 1775643 w 3152217"/>
                <a:gd name="connsiteY25" fmla="*/ 1987096 h 2217998"/>
                <a:gd name="connsiteX26" fmla="*/ 1842458 w 3152217"/>
                <a:gd name="connsiteY26" fmla="*/ 1897840 h 2217998"/>
                <a:gd name="connsiteX27" fmla="*/ 1533525 w 3152217"/>
                <a:gd name="connsiteY27" fmla="*/ 1485900 h 2217998"/>
                <a:gd name="connsiteX28" fmla="*/ 1219200 w 3152217"/>
                <a:gd name="connsiteY28" fmla="*/ 1181100 h 2217998"/>
                <a:gd name="connsiteX29" fmla="*/ 571500 w 3152217"/>
                <a:gd name="connsiteY29" fmla="*/ 1295400 h 2217998"/>
                <a:gd name="connsiteX30" fmla="*/ 0 w 3152217"/>
                <a:gd name="connsiteY30" fmla="*/ 1266825 h 2217998"/>
                <a:gd name="connsiteX31" fmla="*/ 9525 w 3152217"/>
                <a:gd name="connsiteY31" fmla="*/ 28575 h 2217998"/>
                <a:gd name="connsiteX32" fmla="*/ 323850 w 3152217"/>
                <a:gd name="connsiteY32" fmla="*/ 0 h 2217998"/>
                <a:gd name="connsiteX0" fmla="*/ 323850 w 3152217"/>
                <a:gd name="connsiteY0" fmla="*/ 0 h 2217998"/>
                <a:gd name="connsiteX1" fmla="*/ 95250 w 3152217"/>
                <a:gd name="connsiteY1" fmla="*/ 209550 h 2217998"/>
                <a:gd name="connsiteX2" fmla="*/ 1352550 w 3152217"/>
                <a:gd name="connsiteY2" fmla="*/ 85725 h 2217998"/>
                <a:gd name="connsiteX3" fmla="*/ 2219325 w 3152217"/>
                <a:gd name="connsiteY3" fmla="*/ 295275 h 2217998"/>
                <a:gd name="connsiteX4" fmla="*/ 2724150 w 3152217"/>
                <a:gd name="connsiteY4" fmla="*/ 781050 h 2217998"/>
                <a:gd name="connsiteX5" fmla="*/ 2720489 w 3152217"/>
                <a:gd name="connsiteY5" fmla="*/ 785957 h 2217998"/>
                <a:gd name="connsiteX6" fmla="*/ 3152217 w 3152217"/>
                <a:gd name="connsiteY6" fmla="*/ 1217685 h 2217998"/>
                <a:gd name="connsiteX7" fmla="*/ 3152217 w 3152217"/>
                <a:gd name="connsiteY7" fmla="*/ 1429902 h 2217998"/>
                <a:gd name="connsiteX8" fmla="*/ 2940000 w 3152217"/>
                <a:gd name="connsiteY8" fmla="*/ 1429902 h 2217998"/>
                <a:gd name="connsiteX9" fmla="*/ 2539107 w 3152217"/>
                <a:gd name="connsiteY9" fmla="*/ 1029008 h 2217998"/>
                <a:gd name="connsiteX10" fmla="*/ 2474399 w 3152217"/>
                <a:gd name="connsiteY10" fmla="*/ 1115717 h 2217998"/>
                <a:gd name="connsiteX11" fmla="*/ 2907621 w 3152217"/>
                <a:gd name="connsiteY11" fmla="*/ 1548940 h 2217998"/>
                <a:gd name="connsiteX12" fmla="*/ 2907621 w 3152217"/>
                <a:gd name="connsiteY12" fmla="*/ 1761157 h 2217998"/>
                <a:gd name="connsiteX13" fmla="*/ 2695404 w 3152217"/>
                <a:gd name="connsiteY13" fmla="*/ 1761157 h 2217998"/>
                <a:gd name="connsiteX14" fmla="*/ 2293017 w 3152217"/>
                <a:gd name="connsiteY14" fmla="*/ 1358769 h 2217998"/>
                <a:gd name="connsiteX15" fmla="*/ 2228234 w 3152217"/>
                <a:gd name="connsiteY15" fmla="*/ 1445578 h 2217998"/>
                <a:gd name="connsiteX16" fmla="*/ 2648161 w 3152217"/>
                <a:gd name="connsiteY16" fmla="*/ 1865505 h 2217998"/>
                <a:gd name="connsiteX17" fmla="*/ 2648161 w 3152217"/>
                <a:gd name="connsiteY17" fmla="*/ 2077722 h 2217998"/>
                <a:gd name="connsiteX18" fmla="*/ 2435944 w 3152217"/>
                <a:gd name="connsiteY18" fmla="*/ 2077722 h 2217998"/>
                <a:gd name="connsiteX19" fmla="*/ 2046853 w 3152217"/>
                <a:gd name="connsiteY19" fmla="*/ 1688629 h 2217998"/>
                <a:gd name="connsiteX20" fmla="*/ 1987859 w 3152217"/>
                <a:gd name="connsiteY20" fmla="*/ 1774879 h 2217998"/>
                <a:gd name="connsiteX21" fmla="*/ 2218760 w 3152217"/>
                <a:gd name="connsiteY21" fmla="*/ 2005781 h 2217998"/>
                <a:gd name="connsiteX22" fmla="*/ 2218760 w 3152217"/>
                <a:gd name="connsiteY22" fmla="*/ 2217998 h 2217998"/>
                <a:gd name="connsiteX23" fmla="*/ 2006543 w 3152217"/>
                <a:gd name="connsiteY23" fmla="*/ 2217998 h 2217998"/>
                <a:gd name="connsiteX24" fmla="*/ 1798691 w 3152217"/>
                <a:gd name="connsiteY24" fmla="*/ 2010144 h 2217998"/>
                <a:gd name="connsiteX25" fmla="*/ 1775643 w 3152217"/>
                <a:gd name="connsiteY25" fmla="*/ 1987096 h 2217998"/>
                <a:gd name="connsiteX26" fmla="*/ 1842458 w 3152217"/>
                <a:gd name="connsiteY26" fmla="*/ 1897840 h 2217998"/>
                <a:gd name="connsiteX27" fmla="*/ 1533525 w 3152217"/>
                <a:gd name="connsiteY27" fmla="*/ 1485900 h 2217998"/>
                <a:gd name="connsiteX28" fmla="*/ 1219200 w 3152217"/>
                <a:gd name="connsiteY28" fmla="*/ 1181100 h 2217998"/>
                <a:gd name="connsiteX29" fmla="*/ 571500 w 3152217"/>
                <a:gd name="connsiteY29" fmla="*/ 1295400 h 2217998"/>
                <a:gd name="connsiteX30" fmla="*/ 0 w 3152217"/>
                <a:gd name="connsiteY30" fmla="*/ 1266825 h 2217998"/>
                <a:gd name="connsiteX31" fmla="*/ 9525 w 3152217"/>
                <a:gd name="connsiteY31" fmla="*/ 28575 h 2217998"/>
                <a:gd name="connsiteX32" fmla="*/ 323850 w 3152217"/>
                <a:gd name="connsiteY32" fmla="*/ 0 h 2217998"/>
                <a:gd name="connsiteX0" fmla="*/ 323850 w 3152217"/>
                <a:gd name="connsiteY0" fmla="*/ 0 h 2217998"/>
                <a:gd name="connsiteX1" fmla="*/ 95250 w 3152217"/>
                <a:gd name="connsiteY1" fmla="*/ 209550 h 2217998"/>
                <a:gd name="connsiteX2" fmla="*/ 1352550 w 3152217"/>
                <a:gd name="connsiteY2" fmla="*/ 85725 h 2217998"/>
                <a:gd name="connsiteX3" fmla="*/ 2219325 w 3152217"/>
                <a:gd name="connsiteY3" fmla="*/ 295275 h 2217998"/>
                <a:gd name="connsiteX4" fmla="*/ 2724150 w 3152217"/>
                <a:gd name="connsiteY4" fmla="*/ 781050 h 2217998"/>
                <a:gd name="connsiteX5" fmla="*/ 3152217 w 3152217"/>
                <a:gd name="connsiteY5" fmla="*/ 1217685 h 2217998"/>
                <a:gd name="connsiteX6" fmla="*/ 3152217 w 3152217"/>
                <a:gd name="connsiteY6" fmla="*/ 1429902 h 2217998"/>
                <a:gd name="connsiteX7" fmla="*/ 2940000 w 3152217"/>
                <a:gd name="connsiteY7" fmla="*/ 1429902 h 2217998"/>
                <a:gd name="connsiteX8" fmla="*/ 2539107 w 3152217"/>
                <a:gd name="connsiteY8" fmla="*/ 1029008 h 2217998"/>
                <a:gd name="connsiteX9" fmla="*/ 2474399 w 3152217"/>
                <a:gd name="connsiteY9" fmla="*/ 1115717 h 2217998"/>
                <a:gd name="connsiteX10" fmla="*/ 2907621 w 3152217"/>
                <a:gd name="connsiteY10" fmla="*/ 1548940 h 2217998"/>
                <a:gd name="connsiteX11" fmla="*/ 2907621 w 3152217"/>
                <a:gd name="connsiteY11" fmla="*/ 1761157 h 2217998"/>
                <a:gd name="connsiteX12" fmla="*/ 2695404 w 3152217"/>
                <a:gd name="connsiteY12" fmla="*/ 1761157 h 2217998"/>
                <a:gd name="connsiteX13" fmla="*/ 2293017 w 3152217"/>
                <a:gd name="connsiteY13" fmla="*/ 1358769 h 2217998"/>
                <a:gd name="connsiteX14" fmla="*/ 2228234 w 3152217"/>
                <a:gd name="connsiteY14" fmla="*/ 1445578 h 2217998"/>
                <a:gd name="connsiteX15" fmla="*/ 2648161 w 3152217"/>
                <a:gd name="connsiteY15" fmla="*/ 1865505 h 2217998"/>
                <a:gd name="connsiteX16" fmla="*/ 2648161 w 3152217"/>
                <a:gd name="connsiteY16" fmla="*/ 2077722 h 2217998"/>
                <a:gd name="connsiteX17" fmla="*/ 2435944 w 3152217"/>
                <a:gd name="connsiteY17" fmla="*/ 2077722 h 2217998"/>
                <a:gd name="connsiteX18" fmla="*/ 2046853 w 3152217"/>
                <a:gd name="connsiteY18" fmla="*/ 1688629 h 2217998"/>
                <a:gd name="connsiteX19" fmla="*/ 1987859 w 3152217"/>
                <a:gd name="connsiteY19" fmla="*/ 1774879 h 2217998"/>
                <a:gd name="connsiteX20" fmla="*/ 2218760 w 3152217"/>
                <a:gd name="connsiteY20" fmla="*/ 2005781 h 2217998"/>
                <a:gd name="connsiteX21" fmla="*/ 2218760 w 3152217"/>
                <a:gd name="connsiteY21" fmla="*/ 2217998 h 2217998"/>
                <a:gd name="connsiteX22" fmla="*/ 2006543 w 3152217"/>
                <a:gd name="connsiteY22" fmla="*/ 2217998 h 2217998"/>
                <a:gd name="connsiteX23" fmla="*/ 1798691 w 3152217"/>
                <a:gd name="connsiteY23" fmla="*/ 2010144 h 2217998"/>
                <a:gd name="connsiteX24" fmla="*/ 1775643 w 3152217"/>
                <a:gd name="connsiteY24" fmla="*/ 1987096 h 2217998"/>
                <a:gd name="connsiteX25" fmla="*/ 1842458 w 3152217"/>
                <a:gd name="connsiteY25" fmla="*/ 1897840 h 2217998"/>
                <a:gd name="connsiteX26" fmla="*/ 1533525 w 3152217"/>
                <a:gd name="connsiteY26" fmla="*/ 1485900 h 2217998"/>
                <a:gd name="connsiteX27" fmla="*/ 1219200 w 3152217"/>
                <a:gd name="connsiteY27" fmla="*/ 1181100 h 2217998"/>
                <a:gd name="connsiteX28" fmla="*/ 571500 w 3152217"/>
                <a:gd name="connsiteY28" fmla="*/ 1295400 h 2217998"/>
                <a:gd name="connsiteX29" fmla="*/ 0 w 3152217"/>
                <a:gd name="connsiteY29" fmla="*/ 1266825 h 2217998"/>
                <a:gd name="connsiteX30" fmla="*/ 9525 w 3152217"/>
                <a:gd name="connsiteY30" fmla="*/ 28575 h 2217998"/>
                <a:gd name="connsiteX31" fmla="*/ 323850 w 3152217"/>
                <a:gd name="connsiteY31" fmla="*/ 0 h 2217998"/>
                <a:gd name="connsiteX0" fmla="*/ 323850 w 3152217"/>
                <a:gd name="connsiteY0" fmla="*/ 0 h 2217998"/>
                <a:gd name="connsiteX1" fmla="*/ 95250 w 3152217"/>
                <a:gd name="connsiteY1" fmla="*/ 209550 h 2217998"/>
                <a:gd name="connsiteX2" fmla="*/ 1352550 w 3152217"/>
                <a:gd name="connsiteY2" fmla="*/ 85725 h 2217998"/>
                <a:gd name="connsiteX3" fmla="*/ 2314575 w 3152217"/>
                <a:gd name="connsiteY3" fmla="*/ 285750 h 2217998"/>
                <a:gd name="connsiteX4" fmla="*/ 2724150 w 3152217"/>
                <a:gd name="connsiteY4" fmla="*/ 781050 h 2217998"/>
                <a:gd name="connsiteX5" fmla="*/ 3152217 w 3152217"/>
                <a:gd name="connsiteY5" fmla="*/ 1217685 h 2217998"/>
                <a:gd name="connsiteX6" fmla="*/ 3152217 w 3152217"/>
                <a:gd name="connsiteY6" fmla="*/ 1429902 h 2217998"/>
                <a:gd name="connsiteX7" fmla="*/ 2940000 w 3152217"/>
                <a:gd name="connsiteY7" fmla="*/ 1429902 h 2217998"/>
                <a:gd name="connsiteX8" fmla="*/ 2539107 w 3152217"/>
                <a:gd name="connsiteY8" fmla="*/ 1029008 h 2217998"/>
                <a:gd name="connsiteX9" fmla="*/ 2474399 w 3152217"/>
                <a:gd name="connsiteY9" fmla="*/ 1115717 h 2217998"/>
                <a:gd name="connsiteX10" fmla="*/ 2907621 w 3152217"/>
                <a:gd name="connsiteY10" fmla="*/ 1548940 h 2217998"/>
                <a:gd name="connsiteX11" fmla="*/ 2907621 w 3152217"/>
                <a:gd name="connsiteY11" fmla="*/ 1761157 h 2217998"/>
                <a:gd name="connsiteX12" fmla="*/ 2695404 w 3152217"/>
                <a:gd name="connsiteY12" fmla="*/ 1761157 h 2217998"/>
                <a:gd name="connsiteX13" fmla="*/ 2293017 w 3152217"/>
                <a:gd name="connsiteY13" fmla="*/ 1358769 h 2217998"/>
                <a:gd name="connsiteX14" fmla="*/ 2228234 w 3152217"/>
                <a:gd name="connsiteY14" fmla="*/ 1445578 h 2217998"/>
                <a:gd name="connsiteX15" fmla="*/ 2648161 w 3152217"/>
                <a:gd name="connsiteY15" fmla="*/ 1865505 h 2217998"/>
                <a:gd name="connsiteX16" fmla="*/ 2648161 w 3152217"/>
                <a:gd name="connsiteY16" fmla="*/ 2077722 h 2217998"/>
                <a:gd name="connsiteX17" fmla="*/ 2435944 w 3152217"/>
                <a:gd name="connsiteY17" fmla="*/ 2077722 h 2217998"/>
                <a:gd name="connsiteX18" fmla="*/ 2046853 w 3152217"/>
                <a:gd name="connsiteY18" fmla="*/ 1688629 h 2217998"/>
                <a:gd name="connsiteX19" fmla="*/ 1987859 w 3152217"/>
                <a:gd name="connsiteY19" fmla="*/ 1774879 h 2217998"/>
                <a:gd name="connsiteX20" fmla="*/ 2218760 w 3152217"/>
                <a:gd name="connsiteY20" fmla="*/ 2005781 h 2217998"/>
                <a:gd name="connsiteX21" fmla="*/ 2218760 w 3152217"/>
                <a:gd name="connsiteY21" fmla="*/ 2217998 h 2217998"/>
                <a:gd name="connsiteX22" fmla="*/ 2006543 w 3152217"/>
                <a:gd name="connsiteY22" fmla="*/ 2217998 h 2217998"/>
                <a:gd name="connsiteX23" fmla="*/ 1798691 w 3152217"/>
                <a:gd name="connsiteY23" fmla="*/ 2010144 h 2217998"/>
                <a:gd name="connsiteX24" fmla="*/ 1775643 w 3152217"/>
                <a:gd name="connsiteY24" fmla="*/ 1987096 h 2217998"/>
                <a:gd name="connsiteX25" fmla="*/ 1842458 w 3152217"/>
                <a:gd name="connsiteY25" fmla="*/ 1897840 h 2217998"/>
                <a:gd name="connsiteX26" fmla="*/ 1533525 w 3152217"/>
                <a:gd name="connsiteY26" fmla="*/ 1485900 h 2217998"/>
                <a:gd name="connsiteX27" fmla="*/ 1219200 w 3152217"/>
                <a:gd name="connsiteY27" fmla="*/ 1181100 h 2217998"/>
                <a:gd name="connsiteX28" fmla="*/ 571500 w 3152217"/>
                <a:gd name="connsiteY28" fmla="*/ 1295400 h 2217998"/>
                <a:gd name="connsiteX29" fmla="*/ 0 w 3152217"/>
                <a:gd name="connsiteY29" fmla="*/ 1266825 h 2217998"/>
                <a:gd name="connsiteX30" fmla="*/ 9525 w 3152217"/>
                <a:gd name="connsiteY30" fmla="*/ 28575 h 2217998"/>
                <a:gd name="connsiteX31" fmla="*/ 323850 w 3152217"/>
                <a:gd name="connsiteY31" fmla="*/ 0 h 2217998"/>
                <a:gd name="connsiteX0" fmla="*/ 323850 w 3152217"/>
                <a:gd name="connsiteY0" fmla="*/ 0 h 2217998"/>
                <a:gd name="connsiteX1" fmla="*/ 95250 w 3152217"/>
                <a:gd name="connsiteY1" fmla="*/ 209550 h 2217998"/>
                <a:gd name="connsiteX2" fmla="*/ 1352550 w 3152217"/>
                <a:gd name="connsiteY2" fmla="*/ 85725 h 2217998"/>
                <a:gd name="connsiteX3" fmla="*/ 2314575 w 3152217"/>
                <a:gd name="connsiteY3" fmla="*/ 285750 h 2217998"/>
                <a:gd name="connsiteX4" fmla="*/ 2724150 w 3152217"/>
                <a:gd name="connsiteY4" fmla="*/ 781050 h 2217998"/>
                <a:gd name="connsiteX5" fmla="*/ 3152217 w 3152217"/>
                <a:gd name="connsiteY5" fmla="*/ 1217685 h 2217998"/>
                <a:gd name="connsiteX6" fmla="*/ 3152217 w 3152217"/>
                <a:gd name="connsiteY6" fmla="*/ 1429902 h 2217998"/>
                <a:gd name="connsiteX7" fmla="*/ 2940000 w 3152217"/>
                <a:gd name="connsiteY7" fmla="*/ 1429902 h 2217998"/>
                <a:gd name="connsiteX8" fmla="*/ 2539107 w 3152217"/>
                <a:gd name="connsiteY8" fmla="*/ 1029008 h 2217998"/>
                <a:gd name="connsiteX9" fmla="*/ 2474399 w 3152217"/>
                <a:gd name="connsiteY9" fmla="*/ 1115717 h 2217998"/>
                <a:gd name="connsiteX10" fmla="*/ 2907621 w 3152217"/>
                <a:gd name="connsiteY10" fmla="*/ 1548940 h 2217998"/>
                <a:gd name="connsiteX11" fmla="*/ 2907621 w 3152217"/>
                <a:gd name="connsiteY11" fmla="*/ 1761157 h 2217998"/>
                <a:gd name="connsiteX12" fmla="*/ 2695404 w 3152217"/>
                <a:gd name="connsiteY12" fmla="*/ 1761157 h 2217998"/>
                <a:gd name="connsiteX13" fmla="*/ 2293017 w 3152217"/>
                <a:gd name="connsiteY13" fmla="*/ 1358769 h 2217998"/>
                <a:gd name="connsiteX14" fmla="*/ 2228234 w 3152217"/>
                <a:gd name="connsiteY14" fmla="*/ 1445578 h 2217998"/>
                <a:gd name="connsiteX15" fmla="*/ 2648161 w 3152217"/>
                <a:gd name="connsiteY15" fmla="*/ 1865505 h 2217998"/>
                <a:gd name="connsiteX16" fmla="*/ 2648161 w 3152217"/>
                <a:gd name="connsiteY16" fmla="*/ 2077722 h 2217998"/>
                <a:gd name="connsiteX17" fmla="*/ 2435944 w 3152217"/>
                <a:gd name="connsiteY17" fmla="*/ 2077722 h 2217998"/>
                <a:gd name="connsiteX18" fmla="*/ 2046853 w 3152217"/>
                <a:gd name="connsiteY18" fmla="*/ 1688629 h 2217998"/>
                <a:gd name="connsiteX19" fmla="*/ 1987859 w 3152217"/>
                <a:gd name="connsiteY19" fmla="*/ 1774879 h 2217998"/>
                <a:gd name="connsiteX20" fmla="*/ 2218760 w 3152217"/>
                <a:gd name="connsiteY20" fmla="*/ 2005781 h 2217998"/>
                <a:gd name="connsiteX21" fmla="*/ 2218760 w 3152217"/>
                <a:gd name="connsiteY21" fmla="*/ 2217998 h 2217998"/>
                <a:gd name="connsiteX22" fmla="*/ 2006543 w 3152217"/>
                <a:gd name="connsiteY22" fmla="*/ 2217998 h 2217998"/>
                <a:gd name="connsiteX23" fmla="*/ 1798691 w 3152217"/>
                <a:gd name="connsiteY23" fmla="*/ 2010144 h 2217998"/>
                <a:gd name="connsiteX24" fmla="*/ 1775643 w 3152217"/>
                <a:gd name="connsiteY24" fmla="*/ 1987096 h 2217998"/>
                <a:gd name="connsiteX25" fmla="*/ 1842458 w 3152217"/>
                <a:gd name="connsiteY25" fmla="*/ 1897840 h 2217998"/>
                <a:gd name="connsiteX26" fmla="*/ 1533525 w 3152217"/>
                <a:gd name="connsiteY26" fmla="*/ 1485900 h 2217998"/>
                <a:gd name="connsiteX27" fmla="*/ 1219200 w 3152217"/>
                <a:gd name="connsiteY27" fmla="*/ 1181100 h 2217998"/>
                <a:gd name="connsiteX28" fmla="*/ 571500 w 3152217"/>
                <a:gd name="connsiteY28" fmla="*/ 1295400 h 2217998"/>
                <a:gd name="connsiteX29" fmla="*/ 0 w 3152217"/>
                <a:gd name="connsiteY29" fmla="*/ 1266825 h 2217998"/>
                <a:gd name="connsiteX30" fmla="*/ 9525 w 3152217"/>
                <a:gd name="connsiteY30" fmla="*/ 28575 h 2217998"/>
                <a:gd name="connsiteX31" fmla="*/ 323850 w 3152217"/>
                <a:gd name="connsiteY31" fmla="*/ 0 h 2217998"/>
                <a:gd name="connsiteX0" fmla="*/ 361950 w 3152217"/>
                <a:gd name="connsiteY0" fmla="*/ 0 h 2256098"/>
                <a:gd name="connsiteX1" fmla="*/ 95250 w 3152217"/>
                <a:gd name="connsiteY1" fmla="*/ 247650 h 2256098"/>
                <a:gd name="connsiteX2" fmla="*/ 1352550 w 3152217"/>
                <a:gd name="connsiteY2" fmla="*/ 123825 h 2256098"/>
                <a:gd name="connsiteX3" fmla="*/ 2314575 w 3152217"/>
                <a:gd name="connsiteY3" fmla="*/ 323850 h 2256098"/>
                <a:gd name="connsiteX4" fmla="*/ 2724150 w 3152217"/>
                <a:gd name="connsiteY4" fmla="*/ 819150 h 2256098"/>
                <a:gd name="connsiteX5" fmla="*/ 3152217 w 3152217"/>
                <a:gd name="connsiteY5" fmla="*/ 1255785 h 2256098"/>
                <a:gd name="connsiteX6" fmla="*/ 3152217 w 3152217"/>
                <a:gd name="connsiteY6" fmla="*/ 1468002 h 2256098"/>
                <a:gd name="connsiteX7" fmla="*/ 2940000 w 3152217"/>
                <a:gd name="connsiteY7" fmla="*/ 1468002 h 2256098"/>
                <a:gd name="connsiteX8" fmla="*/ 2539107 w 3152217"/>
                <a:gd name="connsiteY8" fmla="*/ 1067108 h 2256098"/>
                <a:gd name="connsiteX9" fmla="*/ 2474399 w 3152217"/>
                <a:gd name="connsiteY9" fmla="*/ 1153817 h 2256098"/>
                <a:gd name="connsiteX10" fmla="*/ 2907621 w 3152217"/>
                <a:gd name="connsiteY10" fmla="*/ 1587040 h 2256098"/>
                <a:gd name="connsiteX11" fmla="*/ 2907621 w 3152217"/>
                <a:gd name="connsiteY11" fmla="*/ 1799257 h 2256098"/>
                <a:gd name="connsiteX12" fmla="*/ 2695404 w 3152217"/>
                <a:gd name="connsiteY12" fmla="*/ 1799257 h 2256098"/>
                <a:gd name="connsiteX13" fmla="*/ 2293017 w 3152217"/>
                <a:gd name="connsiteY13" fmla="*/ 1396869 h 2256098"/>
                <a:gd name="connsiteX14" fmla="*/ 2228234 w 3152217"/>
                <a:gd name="connsiteY14" fmla="*/ 1483678 h 2256098"/>
                <a:gd name="connsiteX15" fmla="*/ 2648161 w 3152217"/>
                <a:gd name="connsiteY15" fmla="*/ 1903605 h 2256098"/>
                <a:gd name="connsiteX16" fmla="*/ 2648161 w 3152217"/>
                <a:gd name="connsiteY16" fmla="*/ 2115822 h 2256098"/>
                <a:gd name="connsiteX17" fmla="*/ 2435944 w 3152217"/>
                <a:gd name="connsiteY17" fmla="*/ 2115822 h 2256098"/>
                <a:gd name="connsiteX18" fmla="*/ 2046853 w 3152217"/>
                <a:gd name="connsiteY18" fmla="*/ 1726729 h 2256098"/>
                <a:gd name="connsiteX19" fmla="*/ 1987859 w 3152217"/>
                <a:gd name="connsiteY19" fmla="*/ 1812979 h 2256098"/>
                <a:gd name="connsiteX20" fmla="*/ 2218760 w 3152217"/>
                <a:gd name="connsiteY20" fmla="*/ 2043881 h 2256098"/>
                <a:gd name="connsiteX21" fmla="*/ 2218760 w 3152217"/>
                <a:gd name="connsiteY21" fmla="*/ 2256098 h 2256098"/>
                <a:gd name="connsiteX22" fmla="*/ 2006543 w 3152217"/>
                <a:gd name="connsiteY22" fmla="*/ 2256098 h 2256098"/>
                <a:gd name="connsiteX23" fmla="*/ 1798691 w 3152217"/>
                <a:gd name="connsiteY23" fmla="*/ 2048244 h 2256098"/>
                <a:gd name="connsiteX24" fmla="*/ 1775643 w 3152217"/>
                <a:gd name="connsiteY24" fmla="*/ 2025196 h 2256098"/>
                <a:gd name="connsiteX25" fmla="*/ 1842458 w 3152217"/>
                <a:gd name="connsiteY25" fmla="*/ 1935940 h 2256098"/>
                <a:gd name="connsiteX26" fmla="*/ 1533525 w 3152217"/>
                <a:gd name="connsiteY26" fmla="*/ 1524000 h 2256098"/>
                <a:gd name="connsiteX27" fmla="*/ 1219200 w 3152217"/>
                <a:gd name="connsiteY27" fmla="*/ 1219200 h 2256098"/>
                <a:gd name="connsiteX28" fmla="*/ 571500 w 3152217"/>
                <a:gd name="connsiteY28" fmla="*/ 1333500 h 2256098"/>
                <a:gd name="connsiteX29" fmla="*/ 0 w 3152217"/>
                <a:gd name="connsiteY29" fmla="*/ 1304925 h 2256098"/>
                <a:gd name="connsiteX30" fmla="*/ 9525 w 3152217"/>
                <a:gd name="connsiteY30" fmla="*/ 66675 h 2256098"/>
                <a:gd name="connsiteX31" fmla="*/ 361950 w 3152217"/>
                <a:gd name="connsiteY31" fmla="*/ 0 h 2256098"/>
                <a:gd name="connsiteX0" fmla="*/ 361950 w 3152217"/>
                <a:gd name="connsiteY0" fmla="*/ 9525 h 2265623"/>
                <a:gd name="connsiteX1" fmla="*/ 95250 w 3152217"/>
                <a:gd name="connsiteY1" fmla="*/ 257175 h 2265623"/>
                <a:gd name="connsiteX2" fmla="*/ 1352550 w 3152217"/>
                <a:gd name="connsiteY2" fmla="*/ 133350 h 2265623"/>
                <a:gd name="connsiteX3" fmla="*/ 2314575 w 3152217"/>
                <a:gd name="connsiteY3" fmla="*/ 333375 h 2265623"/>
                <a:gd name="connsiteX4" fmla="*/ 2724150 w 3152217"/>
                <a:gd name="connsiteY4" fmla="*/ 828675 h 2265623"/>
                <a:gd name="connsiteX5" fmla="*/ 3152217 w 3152217"/>
                <a:gd name="connsiteY5" fmla="*/ 1265310 h 2265623"/>
                <a:gd name="connsiteX6" fmla="*/ 3152217 w 3152217"/>
                <a:gd name="connsiteY6" fmla="*/ 1477527 h 2265623"/>
                <a:gd name="connsiteX7" fmla="*/ 2940000 w 3152217"/>
                <a:gd name="connsiteY7" fmla="*/ 1477527 h 2265623"/>
                <a:gd name="connsiteX8" fmla="*/ 2539107 w 3152217"/>
                <a:gd name="connsiteY8" fmla="*/ 1076633 h 2265623"/>
                <a:gd name="connsiteX9" fmla="*/ 2474399 w 3152217"/>
                <a:gd name="connsiteY9" fmla="*/ 1163342 h 2265623"/>
                <a:gd name="connsiteX10" fmla="*/ 2907621 w 3152217"/>
                <a:gd name="connsiteY10" fmla="*/ 1596565 h 2265623"/>
                <a:gd name="connsiteX11" fmla="*/ 2907621 w 3152217"/>
                <a:gd name="connsiteY11" fmla="*/ 1808782 h 2265623"/>
                <a:gd name="connsiteX12" fmla="*/ 2695404 w 3152217"/>
                <a:gd name="connsiteY12" fmla="*/ 1808782 h 2265623"/>
                <a:gd name="connsiteX13" fmla="*/ 2293017 w 3152217"/>
                <a:gd name="connsiteY13" fmla="*/ 1406394 h 2265623"/>
                <a:gd name="connsiteX14" fmla="*/ 2228234 w 3152217"/>
                <a:gd name="connsiteY14" fmla="*/ 1493203 h 2265623"/>
                <a:gd name="connsiteX15" fmla="*/ 2648161 w 3152217"/>
                <a:gd name="connsiteY15" fmla="*/ 1913130 h 2265623"/>
                <a:gd name="connsiteX16" fmla="*/ 2648161 w 3152217"/>
                <a:gd name="connsiteY16" fmla="*/ 2125347 h 2265623"/>
                <a:gd name="connsiteX17" fmla="*/ 2435944 w 3152217"/>
                <a:gd name="connsiteY17" fmla="*/ 2125347 h 2265623"/>
                <a:gd name="connsiteX18" fmla="*/ 2046853 w 3152217"/>
                <a:gd name="connsiteY18" fmla="*/ 1736254 h 2265623"/>
                <a:gd name="connsiteX19" fmla="*/ 1987859 w 3152217"/>
                <a:gd name="connsiteY19" fmla="*/ 1822504 h 2265623"/>
                <a:gd name="connsiteX20" fmla="*/ 2218760 w 3152217"/>
                <a:gd name="connsiteY20" fmla="*/ 2053406 h 2265623"/>
                <a:gd name="connsiteX21" fmla="*/ 2218760 w 3152217"/>
                <a:gd name="connsiteY21" fmla="*/ 2265623 h 2265623"/>
                <a:gd name="connsiteX22" fmla="*/ 2006543 w 3152217"/>
                <a:gd name="connsiteY22" fmla="*/ 2265623 h 2265623"/>
                <a:gd name="connsiteX23" fmla="*/ 1798691 w 3152217"/>
                <a:gd name="connsiteY23" fmla="*/ 2057769 h 2265623"/>
                <a:gd name="connsiteX24" fmla="*/ 1775643 w 3152217"/>
                <a:gd name="connsiteY24" fmla="*/ 2034721 h 2265623"/>
                <a:gd name="connsiteX25" fmla="*/ 1842458 w 3152217"/>
                <a:gd name="connsiteY25" fmla="*/ 1945465 h 2265623"/>
                <a:gd name="connsiteX26" fmla="*/ 1533525 w 3152217"/>
                <a:gd name="connsiteY26" fmla="*/ 1533525 h 2265623"/>
                <a:gd name="connsiteX27" fmla="*/ 1219200 w 3152217"/>
                <a:gd name="connsiteY27" fmla="*/ 1228725 h 2265623"/>
                <a:gd name="connsiteX28" fmla="*/ 571500 w 3152217"/>
                <a:gd name="connsiteY28" fmla="*/ 1343025 h 2265623"/>
                <a:gd name="connsiteX29" fmla="*/ 0 w 3152217"/>
                <a:gd name="connsiteY29" fmla="*/ 1314450 h 2265623"/>
                <a:gd name="connsiteX30" fmla="*/ 0 w 3152217"/>
                <a:gd name="connsiteY30" fmla="*/ 0 h 2265623"/>
                <a:gd name="connsiteX31" fmla="*/ 361950 w 3152217"/>
                <a:gd name="connsiteY31" fmla="*/ 9525 h 2265623"/>
                <a:gd name="connsiteX0" fmla="*/ 409575 w 3152217"/>
                <a:gd name="connsiteY0" fmla="*/ 9525 h 2265623"/>
                <a:gd name="connsiteX1" fmla="*/ 95250 w 3152217"/>
                <a:gd name="connsiteY1" fmla="*/ 257175 h 2265623"/>
                <a:gd name="connsiteX2" fmla="*/ 1352550 w 3152217"/>
                <a:gd name="connsiteY2" fmla="*/ 133350 h 2265623"/>
                <a:gd name="connsiteX3" fmla="*/ 2314575 w 3152217"/>
                <a:gd name="connsiteY3" fmla="*/ 333375 h 2265623"/>
                <a:gd name="connsiteX4" fmla="*/ 2724150 w 3152217"/>
                <a:gd name="connsiteY4" fmla="*/ 828675 h 2265623"/>
                <a:gd name="connsiteX5" fmla="*/ 3152217 w 3152217"/>
                <a:gd name="connsiteY5" fmla="*/ 1265310 h 2265623"/>
                <a:gd name="connsiteX6" fmla="*/ 3152217 w 3152217"/>
                <a:gd name="connsiteY6" fmla="*/ 1477527 h 2265623"/>
                <a:gd name="connsiteX7" fmla="*/ 2940000 w 3152217"/>
                <a:gd name="connsiteY7" fmla="*/ 1477527 h 2265623"/>
                <a:gd name="connsiteX8" fmla="*/ 2539107 w 3152217"/>
                <a:gd name="connsiteY8" fmla="*/ 1076633 h 2265623"/>
                <a:gd name="connsiteX9" fmla="*/ 2474399 w 3152217"/>
                <a:gd name="connsiteY9" fmla="*/ 1163342 h 2265623"/>
                <a:gd name="connsiteX10" fmla="*/ 2907621 w 3152217"/>
                <a:gd name="connsiteY10" fmla="*/ 1596565 h 2265623"/>
                <a:gd name="connsiteX11" fmla="*/ 2907621 w 3152217"/>
                <a:gd name="connsiteY11" fmla="*/ 1808782 h 2265623"/>
                <a:gd name="connsiteX12" fmla="*/ 2695404 w 3152217"/>
                <a:gd name="connsiteY12" fmla="*/ 1808782 h 2265623"/>
                <a:gd name="connsiteX13" fmla="*/ 2293017 w 3152217"/>
                <a:gd name="connsiteY13" fmla="*/ 1406394 h 2265623"/>
                <a:gd name="connsiteX14" fmla="*/ 2228234 w 3152217"/>
                <a:gd name="connsiteY14" fmla="*/ 1493203 h 2265623"/>
                <a:gd name="connsiteX15" fmla="*/ 2648161 w 3152217"/>
                <a:gd name="connsiteY15" fmla="*/ 1913130 h 2265623"/>
                <a:gd name="connsiteX16" fmla="*/ 2648161 w 3152217"/>
                <a:gd name="connsiteY16" fmla="*/ 2125347 h 2265623"/>
                <a:gd name="connsiteX17" fmla="*/ 2435944 w 3152217"/>
                <a:gd name="connsiteY17" fmla="*/ 2125347 h 2265623"/>
                <a:gd name="connsiteX18" fmla="*/ 2046853 w 3152217"/>
                <a:gd name="connsiteY18" fmla="*/ 1736254 h 2265623"/>
                <a:gd name="connsiteX19" fmla="*/ 1987859 w 3152217"/>
                <a:gd name="connsiteY19" fmla="*/ 1822504 h 2265623"/>
                <a:gd name="connsiteX20" fmla="*/ 2218760 w 3152217"/>
                <a:gd name="connsiteY20" fmla="*/ 2053406 h 2265623"/>
                <a:gd name="connsiteX21" fmla="*/ 2218760 w 3152217"/>
                <a:gd name="connsiteY21" fmla="*/ 2265623 h 2265623"/>
                <a:gd name="connsiteX22" fmla="*/ 2006543 w 3152217"/>
                <a:gd name="connsiteY22" fmla="*/ 2265623 h 2265623"/>
                <a:gd name="connsiteX23" fmla="*/ 1798691 w 3152217"/>
                <a:gd name="connsiteY23" fmla="*/ 2057769 h 2265623"/>
                <a:gd name="connsiteX24" fmla="*/ 1775643 w 3152217"/>
                <a:gd name="connsiteY24" fmla="*/ 2034721 h 2265623"/>
                <a:gd name="connsiteX25" fmla="*/ 1842458 w 3152217"/>
                <a:gd name="connsiteY25" fmla="*/ 1945465 h 2265623"/>
                <a:gd name="connsiteX26" fmla="*/ 1533525 w 3152217"/>
                <a:gd name="connsiteY26" fmla="*/ 1533525 h 2265623"/>
                <a:gd name="connsiteX27" fmla="*/ 1219200 w 3152217"/>
                <a:gd name="connsiteY27" fmla="*/ 1228725 h 2265623"/>
                <a:gd name="connsiteX28" fmla="*/ 571500 w 3152217"/>
                <a:gd name="connsiteY28" fmla="*/ 1343025 h 2265623"/>
                <a:gd name="connsiteX29" fmla="*/ 0 w 3152217"/>
                <a:gd name="connsiteY29" fmla="*/ 1314450 h 2265623"/>
                <a:gd name="connsiteX30" fmla="*/ 0 w 3152217"/>
                <a:gd name="connsiteY30" fmla="*/ 0 h 2265623"/>
                <a:gd name="connsiteX31" fmla="*/ 409575 w 3152217"/>
                <a:gd name="connsiteY31" fmla="*/ 9525 h 2265623"/>
                <a:gd name="connsiteX0" fmla="*/ 390525 w 3152217"/>
                <a:gd name="connsiteY0" fmla="*/ 9525 h 2265623"/>
                <a:gd name="connsiteX1" fmla="*/ 95250 w 3152217"/>
                <a:gd name="connsiteY1" fmla="*/ 257175 h 2265623"/>
                <a:gd name="connsiteX2" fmla="*/ 1352550 w 3152217"/>
                <a:gd name="connsiteY2" fmla="*/ 133350 h 2265623"/>
                <a:gd name="connsiteX3" fmla="*/ 2314575 w 3152217"/>
                <a:gd name="connsiteY3" fmla="*/ 333375 h 2265623"/>
                <a:gd name="connsiteX4" fmla="*/ 2724150 w 3152217"/>
                <a:gd name="connsiteY4" fmla="*/ 828675 h 2265623"/>
                <a:gd name="connsiteX5" fmla="*/ 3152217 w 3152217"/>
                <a:gd name="connsiteY5" fmla="*/ 1265310 h 2265623"/>
                <a:gd name="connsiteX6" fmla="*/ 3152217 w 3152217"/>
                <a:gd name="connsiteY6" fmla="*/ 1477527 h 2265623"/>
                <a:gd name="connsiteX7" fmla="*/ 2940000 w 3152217"/>
                <a:gd name="connsiteY7" fmla="*/ 1477527 h 2265623"/>
                <a:gd name="connsiteX8" fmla="*/ 2539107 w 3152217"/>
                <a:gd name="connsiteY8" fmla="*/ 1076633 h 2265623"/>
                <a:gd name="connsiteX9" fmla="*/ 2474399 w 3152217"/>
                <a:gd name="connsiteY9" fmla="*/ 1163342 h 2265623"/>
                <a:gd name="connsiteX10" fmla="*/ 2907621 w 3152217"/>
                <a:gd name="connsiteY10" fmla="*/ 1596565 h 2265623"/>
                <a:gd name="connsiteX11" fmla="*/ 2907621 w 3152217"/>
                <a:gd name="connsiteY11" fmla="*/ 1808782 h 2265623"/>
                <a:gd name="connsiteX12" fmla="*/ 2695404 w 3152217"/>
                <a:gd name="connsiteY12" fmla="*/ 1808782 h 2265623"/>
                <a:gd name="connsiteX13" fmla="*/ 2293017 w 3152217"/>
                <a:gd name="connsiteY13" fmla="*/ 1406394 h 2265623"/>
                <a:gd name="connsiteX14" fmla="*/ 2228234 w 3152217"/>
                <a:gd name="connsiteY14" fmla="*/ 1493203 h 2265623"/>
                <a:gd name="connsiteX15" fmla="*/ 2648161 w 3152217"/>
                <a:gd name="connsiteY15" fmla="*/ 1913130 h 2265623"/>
                <a:gd name="connsiteX16" fmla="*/ 2648161 w 3152217"/>
                <a:gd name="connsiteY16" fmla="*/ 2125347 h 2265623"/>
                <a:gd name="connsiteX17" fmla="*/ 2435944 w 3152217"/>
                <a:gd name="connsiteY17" fmla="*/ 2125347 h 2265623"/>
                <a:gd name="connsiteX18" fmla="*/ 2046853 w 3152217"/>
                <a:gd name="connsiteY18" fmla="*/ 1736254 h 2265623"/>
                <a:gd name="connsiteX19" fmla="*/ 1987859 w 3152217"/>
                <a:gd name="connsiteY19" fmla="*/ 1822504 h 2265623"/>
                <a:gd name="connsiteX20" fmla="*/ 2218760 w 3152217"/>
                <a:gd name="connsiteY20" fmla="*/ 2053406 h 2265623"/>
                <a:gd name="connsiteX21" fmla="*/ 2218760 w 3152217"/>
                <a:gd name="connsiteY21" fmla="*/ 2265623 h 2265623"/>
                <a:gd name="connsiteX22" fmla="*/ 2006543 w 3152217"/>
                <a:gd name="connsiteY22" fmla="*/ 2265623 h 2265623"/>
                <a:gd name="connsiteX23" fmla="*/ 1798691 w 3152217"/>
                <a:gd name="connsiteY23" fmla="*/ 2057769 h 2265623"/>
                <a:gd name="connsiteX24" fmla="*/ 1775643 w 3152217"/>
                <a:gd name="connsiteY24" fmla="*/ 2034721 h 2265623"/>
                <a:gd name="connsiteX25" fmla="*/ 1842458 w 3152217"/>
                <a:gd name="connsiteY25" fmla="*/ 1945465 h 2265623"/>
                <a:gd name="connsiteX26" fmla="*/ 1533525 w 3152217"/>
                <a:gd name="connsiteY26" fmla="*/ 1533525 h 2265623"/>
                <a:gd name="connsiteX27" fmla="*/ 1219200 w 3152217"/>
                <a:gd name="connsiteY27" fmla="*/ 1228725 h 2265623"/>
                <a:gd name="connsiteX28" fmla="*/ 571500 w 3152217"/>
                <a:gd name="connsiteY28" fmla="*/ 1343025 h 2265623"/>
                <a:gd name="connsiteX29" fmla="*/ 0 w 3152217"/>
                <a:gd name="connsiteY29" fmla="*/ 1314450 h 2265623"/>
                <a:gd name="connsiteX30" fmla="*/ 0 w 3152217"/>
                <a:gd name="connsiteY30" fmla="*/ 0 h 2265623"/>
                <a:gd name="connsiteX31" fmla="*/ 390525 w 3152217"/>
                <a:gd name="connsiteY31" fmla="*/ 9525 h 2265623"/>
                <a:gd name="connsiteX0" fmla="*/ 390525 w 3152217"/>
                <a:gd name="connsiteY0" fmla="*/ 24506 h 2280604"/>
                <a:gd name="connsiteX1" fmla="*/ 95250 w 3152217"/>
                <a:gd name="connsiteY1" fmla="*/ 272156 h 2280604"/>
                <a:gd name="connsiteX2" fmla="*/ 1352550 w 3152217"/>
                <a:gd name="connsiteY2" fmla="*/ 148331 h 2280604"/>
                <a:gd name="connsiteX3" fmla="*/ 2314575 w 3152217"/>
                <a:gd name="connsiteY3" fmla="*/ 348356 h 2280604"/>
                <a:gd name="connsiteX4" fmla="*/ 2724150 w 3152217"/>
                <a:gd name="connsiteY4" fmla="*/ 843656 h 2280604"/>
                <a:gd name="connsiteX5" fmla="*/ 3152217 w 3152217"/>
                <a:gd name="connsiteY5" fmla="*/ 1280291 h 2280604"/>
                <a:gd name="connsiteX6" fmla="*/ 3152217 w 3152217"/>
                <a:gd name="connsiteY6" fmla="*/ 1492508 h 2280604"/>
                <a:gd name="connsiteX7" fmla="*/ 2940000 w 3152217"/>
                <a:gd name="connsiteY7" fmla="*/ 1492508 h 2280604"/>
                <a:gd name="connsiteX8" fmla="*/ 2539107 w 3152217"/>
                <a:gd name="connsiteY8" fmla="*/ 1091614 h 2280604"/>
                <a:gd name="connsiteX9" fmla="*/ 2474399 w 3152217"/>
                <a:gd name="connsiteY9" fmla="*/ 1178323 h 2280604"/>
                <a:gd name="connsiteX10" fmla="*/ 2907621 w 3152217"/>
                <a:gd name="connsiteY10" fmla="*/ 1611546 h 2280604"/>
                <a:gd name="connsiteX11" fmla="*/ 2907621 w 3152217"/>
                <a:gd name="connsiteY11" fmla="*/ 1823763 h 2280604"/>
                <a:gd name="connsiteX12" fmla="*/ 2695404 w 3152217"/>
                <a:gd name="connsiteY12" fmla="*/ 1823763 h 2280604"/>
                <a:gd name="connsiteX13" fmla="*/ 2293017 w 3152217"/>
                <a:gd name="connsiteY13" fmla="*/ 1421375 h 2280604"/>
                <a:gd name="connsiteX14" fmla="*/ 2228234 w 3152217"/>
                <a:gd name="connsiteY14" fmla="*/ 1508184 h 2280604"/>
                <a:gd name="connsiteX15" fmla="*/ 2648161 w 3152217"/>
                <a:gd name="connsiteY15" fmla="*/ 1928111 h 2280604"/>
                <a:gd name="connsiteX16" fmla="*/ 2648161 w 3152217"/>
                <a:gd name="connsiteY16" fmla="*/ 2140328 h 2280604"/>
                <a:gd name="connsiteX17" fmla="*/ 2435944 w 3152217"/>
                <a:gd name="connsiteY17" fmla="*/ 2140328 h 2280604"/>
                <a:gd name="connsiteX18" fmla="*/ 2046853 w 3152217"/>
                <a:gd name="connsiteY18" fmla="*/ 1751235 h 2280604"/>
                <a:gd name="connsiteX19" fmla="*/ 1987859 w 3152217"/>
                <a:gd name="connsiteY19" fmla="*/ 1837485 h 2280604"/>
                <a:gd name="connsiteX20" fmla="*/ 2218760 w 3152217"/>
                <a:gd name="connsiteY20" fmla="*/ 2068387 h 2280604"/>
                <a:gd name="connsiteX21" fmla="*/ 2218760 w 3152217"/>
                <a:gd name="connsiteY21" fmla="*/ 2280604 h 2280604"/>
                <a:gd name="connsiteX22" fmla="*/ 2006543 w 3152217"/>
                <a:gd name="connsiteY22" fmla="*/ 2280604 h 2280604"/>
                <a:gd name="connsiteX23" fmla="*/ 1798691 w 3152217"/>
                <a:gd name="connsiteY23" fmla="*/ 2072750 h 2280604"/>
                <a:gd name="connsiteX24" fmla="*/ 1775643 w 3152217"/>
                <a:gd name="connsiteY24" fmla="*/ 2049702 h 2280604"/>
                <a:gd name="connsiteX25" fmla="*/ 1842458 w 3152217"/>
                <a:gd name="connsiteY25" fmla="*/ 1960446 h 2280604"/>
                <a:gd name="connsiteX26" fmla="*/ 1533525 w 3152217"/>
                <a:gd name="connsiteY26" fmla="*/ 1548506 h 2280604"/>
                <a:gd name="connsiteX27" fmla="*/ 1219200 w 3152217"/>
                <a:gd name="connsiteY27" fmla="*/ 1243706 h 2280604"/>
                <a:gd name="connsiteX28" fmla="*/ 571500 w 3152217"/>
                <a:gd name="connsiteY28" fmla="*/ 1358006 h 2280604"/>
                <a:gd name="connsiteX29" fmla="*/ 0 w 3152217"/>
                <a:gd name="connsiteY29" fmla="*/ 1329431 h 2280604"/>
                <a:gd name="connsiteX30" fmla="*/ 0 w 3152217"/>
                <a:gd name="connsiteY30" fmla="*/ 14981 h 2280604"/>
                <a:gd name="connsiteX31" fmla="*/ 390525 w 3152217"/>
                <a:gd name="connsiteY31" fmla="*/ 24506 h 2280604"/>
                <a:gd name="connsiteX0" fmla="*/ 390525 w 3152217"/>
                <a:gd name="connsiteY0" fmla="*/ 33386 h 2289484"/>
                <a:gd name="connsiteX1" fmla="*/ 95250 w 3152217"/>
                <a:gd name="connsiteY1" fmla="*/ 281036 h 2289484"/>
                <a:gd name="connsiteX2" fmla="*/ 1352550 w 3152217"/>
                <a:gd name="connsiteY2" fmla="*/ 157211 h 2289484"/>
                <a:gd name="connsiteX3" fmla="*/ 2314575 w 3152217"/>
                <a:gd name="connsiteY3" fmla="*/ 357236 h 2289484"/>
                <a:gd name="connsiteX4" fmla="*/ 2724150 w 3152217"/>
                <a:gd name="connsiteY4" fmla="*/ 852536 h 2289484"/>
                <a:gd name="connsiteX5" fmla="*/ 3152217 w 3152217"/>
                <a:gd name="connsiteY5" fmla="*/ 1289171 h 2289484"/>
                <a:gd name="connsiteX6" fmla="*/ 3152217 w 3152217"/>
                <a:gd name="connsiteY6" fmla="*/ 1501388 h 2289484"/>
                <a:gd name="connsiteX7" fmla="*/ 2940000 w 3152217"/>
                <a:gd name="connsiteY7" fmla="*/ 1501388 h 2289484"/>
                <a:gd name="connsiteX8" fmla="*/ 2539107 w 3152217"/>
                <a:gd name="connsiteY8" fmla="*/ 1100494 h 2289484"/>
                <a:gd name="connsiteX9" fmla="*/ 2474399 w 3152217"/>
                <a:gd name="connsiteY9" fmla="*/ 1187203 h 2289484"/>
                <a:gd name="connsiteX10" fmla="*/ 2907621 w 3152217"/>
                <a:gd name="connsiteY10" fmla="*/ 1620426 h 2289484"/>
                <a:gd name="connsiteX11" fmla="*/ 2907621 w 3152217"/>
                <a:gd name="connsiteY11" fmla="*/ 1832643 h 2289484"/>
                <a:gd name="connsiteX12" fmla="*/ 2695404 w 3152217"/>
                <a:gd name="connsiteY12" fmla="*/ 1832643 h 2289484"/>
                <a:gd name="connsiteX13" fmla="*/ 2293017 w 3152217"/>
                <a:gd name="connsiteY13" fmla="*/ 1430255 h 2289484"/>
                <a:gd name="connsiteX14" fmla="*/ 2228234 w 3152217"/>
                <a:gd name="connsiteY14" fmla="*/ 1517064 h 2289484"/>
                <a:gd name="connsiteX15" fmla="*/ 2648161 w 3152217"/>
                <a:gd name="connsiteY15" fmla="*/ 1936991 h 2289484"/>
                <a:gd name="connsiteX16" fmla="*/ 2648161 w 3152217"/>
                <a:gd name="connsiteY16" fmla="*/ 2149208 h 2289484"/>
                <a:gd name="connsiteX17" fmla="*/ 2435944 w 3152217"/>
                <a:gd name="connsiteY17" fmla="*/ 2149208 h 2289484"/>
                <a:gd name="connsiteX18" fmla="*/ 2046853 w 3152217"/>
                <a:gd name="connsiteY18" fmla="*/ 1760115 h 2289484"/>
                <a:gd name="connsiteX19" fmla="*/ 1987859 w 3152217"/>
                <a:gd name="connsiteY19" fmla="*/ 1846365 h 2289484"/>
                <a:gd name="connsiteX20" fmla="*/ 2218760 w 3152217"/>
                <a:gd name="connsiteY20" fmla="*/ 2077267 h 2289484"/>
                <a:gd name="connsiteX21" fmla="*/ 2218760 w 3152217"/>
                <a:gd name="connsiteY21" fmla="*/ 2289484 h 2289484"/>
                <a:gd name="connsiteX22" fmla="*/ 2006543 w 3152217"/>
                <a:gd name="connsiteY22" fmla="*/ 2289484 h 2289484"/>
                <a:gd name="connsiteX23" fmla="*/ 1798691 w 3152217"/>
                <a:gd name="connsiteY23" fmla="*/ 2081630 h 2289484"/>
                <a:gd name="connsiteX24" fmla="*/ 1775643 w 3152217"/>
                <a:gd name="connsiteY24" fmla="*/ 2058582 h 2289484"/>
                <a:gd name="connsiteX25" fmla="*/ 1842458 w 3152217"/>
                <a:gd name="connsiteY25" fmla="*/ 1969326 h 2289484"/>
                <a:gd name="connsiteX26" fmla="*/ 1533525 w 3152217"/>
                <a:gd name="connsiteY26" fmla="*/ 1557386 h 2289484"/>
                <a:gd name="connsiteX27" fmla="*/ 1219200 w 3152217"/>
                <a:gd name="connsiteY27" fmla="*/ 1252586 h 2289484"/>
                <a:gd name="connsiteX28" fmla="*/ 571500 w 3152217"/>
                <a:gd name="connsiteY28" fmla="*/ 1366886 h 2289484"/>
                <a:gd name="connsiteX29" fmla="*/ 0 w 3152217"/>
                <a:gd name="connsiteY29" fmla="*/ 1338311 h 2289484"/>
                <a:gd name="connsiteX30" fmla="*/ 0 w 3152217"/>
                <a:gd name="connsiteY30" fmla="*/ 23861 h 2289484"/>
                <a:gd name="connsiteX31" fmla="*/ 390525 w 3152217"/>
                <a:gd name="connsiteY31" fmla="*/ 33386 h 2289484"/>
                <a:gd name="connsiteX0" fmla="*/ 390525 w 3152217"/>
                <a:gd name="connsiteY0" fmla="*/ 24507 h 2280605"/>
                <a:gd name="connsiteX1" fmla="*/ 95250 w 3152217"/>
                <a:gd name="connsiteY1" fmla="*/ 272157 h 2280605"/>
                <a:gd name="connsiteX2" fmla="*/ 1352550 w 3152217"/>
                <a:gd name="connsiteY2" fmla="*/ 148332 h 2280605"/>
                <a:gd name="connsiteX3" fmla="*/ 2314575 w 3152217"/>
                <a:gd name="connsiteY3" fmla="*/ 348357 h 2280605"/>
                <a:gd name="connsiteX4" fmla="*/ 2724150 w 3152217"/>
                <a:gd name="connsiteY4" fmla="*/ 843657 h 2280605"/>
                <a:gd name="connsiteX5" fmla="*/ 3152217 w 3152217"/>
                <a:gd name="connsiteY5" fmla="*/ 1280292 h 2280605"/>
                <a:gd name="connsiteX6" fmla="*/ 3152217 w 3152217"/>
                <a:gd name="connsiteY6" fmla="*/ 1492509 h 2280605"/>
                <a:gd name="connsiteX7" fmla="*/ 2940000 w 3152217"/>
                <a:gd name="connsiteY7" fmla="*/ 1492509 h 2280605"/>
                <a:gd name="connsiteX8" fmla="*/ 2539107 w 3152217"/>
                <a:gd name="connsiteY8" fmla="*/ 1091615 h 2280605"/>
                <a:gd name="connsiteX9" fmla="*/ 2474399 w 3152217"/>
                <a:gd name="connsiteY9" fmla="*/ 1178324 h 2280605"/>
                <a:gd name="connsiteX10" fmla="*/ 2907621 w 3152217"/>
                <a:gd name="connsiteY10" fmla="*/ 1611547 h 2280605"/>
                <a:gd name="connsiteX11" fmla="*/ 2907621 w 3152217"/>
                <a:gd name="connsiteY11" fmla="*/ 1823764 h 2280605"/>
                <a:gd name="connsiteX12" fmla="*/ 2695404 w 3152217"/>
                <a:gd name="connsiteY12" fmla="*/ 1823764 h 2280605"/>
                <a:gd name="connsiteX13" fmla="*/ 2293017 w 3152217"/>
                <a:gd name="connsiteY13" fmla="*/ 1421376 h 2280605"/>
                <a:gd name="connsiteX14" fmla="*/ 2228234 w 3152217"/>
                <a:gd name="connsiteY14" fmla="*/ 1508185 h 2280605"/>
                <a:gd name="connsiteX15" fmla="*/ 2648161 w 3152217"/>
                <a:gd name="connsiteY15" fmla="*/ 1928112 h 2280605"/>
                <a:gd name="connsiteX16" fmla="*/ 2648161 w 3152217"/>
                <a:gd name="connsiteY16" fmla="*/ 2140329 h 2280605"/>
                <a:gd name="connsiteX17" fmla="*/ 2435944 w 3152217"/>
                <a:gd name="connsiteY17" fmla="*/ 2140329 h 2280605"/>
                <a:gd name="connsiteX18" fmla="*/ 2046853 w 3152217"/>
                <a:gd name="connsiteY18" fmla="*/ 1751236 h 2280605"/>
                <a:gd name="connsiteX19" fmla="*/ 1987859 w 3152217"/>
                <a:gd name="connsiteY19" fmla="*/ 1837486 h 2280605"/>
                <a:gd name="connsiteX20" fmla="*/ 2218760 w 3152217"/>
                <a:gd name="connsiteY20" fmla="*/ 2068388 h 2280605"/>
                <a:gd name="connsiteX21" fmla="*/ 2218760 w 3152217"/>
                <a:gd name="connsiteY21" fmla="*/ 2280605 h 2280605"/>
                <a:gd name="connsiteX22" fmla="*/ 2006543 w 3152217"/>
                <a:gd name="connsiteY22" fmla="*/ 2280605 h 2280605"/>
                <a:gd name="connsiteX23" fmla="*/ 1798691 w 3152217"/>
                <a:gd name="connsiteY23" fmla="*/ 2072751 h 2280605"/>
                <a:gd name="connsiteX24" fmla="*/ 1775643 w 3152217"/>
                <a:gd name="connsiteY24" fmla="*/ 2049703 h 2280605"/>
                <a:gd name="connsiteX25" fmla="*/ 1842458 w 3152217"/>
                <a:gd name="connsiteY25" fmla="*/ 1960447 h 2280605"/>
                <a:gd name="connsiteX26" fmla="*/ 1533525 w 3152217"/>
                <a:gd name="connsiteY26" fmla="*/ 1548507 h 2280605"/>
                <a:gd name="connsiteX27" fmla="*/ 1219200 w 3152217"/>
                <a:gd name="connsiteY27" fmla="*/ 1243707 h 2280605"/>
                <a:gd name="connsiteX28" fmla="*/ 571500 w 3152217"/>
                <a:gd name="connsiteY28" fmla="*/ 1358007 h 2280605"/>
                <a:gd name="connsiteX29" fmla="*/ 0 w 3152217"/>
                <a:gd name="connsiteY29" fmla="*/ 1329432 h 2280605"/>
                <a:gd name="connsiteX30" fmla="*/ 0 w 3152217"/>
                <a:gd name="connsiteY30" fmla="*/ 14982 h 2280605"/>
                <a:gd name="connsiteX31" fmla="*/ 390525 w 3152217"/>
                <a:gd name="connsiteY31" fmla="*/ 24507 h 2280605"/>
                <a:gd name="connsiteX0" fmla="*/ 390525 w 3152217"/>
                <a:gd name="connsiteY0" fmla="*/ 9525 h 2265623"/>
                <a:gd name="connsiteX1" fmla="*/ 95250 w 3152217"/>
                <a:gd name="connsiteY1" fmla="*/ 257175 h 2265623"/>
                <a:gd name="connsiteX2" fmla="*/ 1352550 w 3152217"/>
                <a:gd name="connsiteY2" fmla="*/ 133350 h 2265623"/>
                <a:gd name="connsiteX3" fmla="*/ 2314575 w 3152217"/>
                <a:gd name="connsiteY3" fmla="*/ 333375 h 2265623"/>
                <a:gd name="connsiteX4" fmla="*/ 2724150 w 3152217"/>
                <a:gd name="connsiteY4" fmla="*/ 828675 h 2265623"/>
                <a:gd name="connsiteX5" fmla="*/ 3152217 w 3152217"/>
                <a:gd name="connsiteY5" fmla="*/ 1265310 h 2265623"/>
                <a:gd name="connsiteX6" fmla="*/ 3152217 w 3152217"/>
                <a:gd name="connsiteY6" fmla="*/ 1477527 h 2265623"/>
                <a:gd name="connsiteX7" fmla="*/ 2940000 w 3152217"/>
                <a:gd name="connsiteY7" fmla="*/ 1477527 h 2265623"/>
                <a:gd name="connsiteX8" fmla="*/ 2539107 w 3152217"/>
                <a:gd name="connsiteY8" fmla="*/ 1076633 h 2265623"/>
                <a:gd name="connsiteX9" fmla="*/ 2474399 w 3152217"/>
                <a:gd name="connsiteY9" fmla="*/ 1163342 h 2265623"/>
                <a:gd name="connsiteX10" fmla="*/ 2907621 w 3152217"/>
                <a:gd name="connsiteY10" fmla="*/ 1596565 h 2265623"/>
                <a:gd name="connsiteX11" fmla="*/ 2907621 w 3152217"/>
                <a:gd name="connsiteY11" fmla="*/ 1808782 h 2265623"/>
                <a:gd name="connsiteX12" fmla="*/ 2695404 w 3152217"/>
                <a:gd name="connsiteY12" fmla="*/ 1808782 h 2265623"/>
                <a:gd name="connsiteX13" fmla="*/ 2293017 w 3152217"/>
                <a:gd name="connsiteY13" fmla="*/ 1406394 h 2265623"/>
                <a:gd name="connsiteX14" fmla="*/ 2228234 w 3152217"/>
                <a:gd name="connsiteY14" fmla="*/ 1493203 h 2265623"/>
                <a:gd name="connsiteX15" fmla="*/ 2648161 w 3152217"/>
                <a:gd name="connsiteY15" fmla="*/ 1913130 h 2265623"/>
                <a:gd name="connsiteX16" fmla="*/ 2648161 w 3152217"/>
                <a:gd name="connsiteY16" fmla="*/ 2125347 h 2265623"/>
                <a:gd name="connsiteX17" fmla="*/ 2435944 w 3152217"/>
                <a:gd name="connsiteY17" fmla="*/ 2125347 h 2265623"/>
                <a:gd name="connsiteX18" fmla="*/ 2046853 w 3152217"/>
                <a:gd name="connsiteY18" fmla="*/ 1736254 h 2265623"/>
                <a:gd name="connsiteX19" fmla="*/ 1987859 w 3152217"/>
                <a:gd name="connsiteY19" fmla="*/ 1822504 h 2265623"/>
                <a:gd name="connsiteX20" fmla="*/ 2218760 w 3152217"/>
                <a:gd name="connsiteY20" fmla="*/ 2053406 h 2265623"/>
                <a:gd name="connsiteX21" fmla="*/ 2218760 w 3152217"/>
                <a:gd name="connsiteY21" fmla="*/ 2265623 h 2265623"/>
                <a:gd name="connsiteX22" fmla="*/ 2006543 w 3152217"/>
                <a:gd name="connsiteY22" fmla="*/ 2265623 h 2265623"/>
                <a:gd name="connsiteX23" fmla="*/ 1798691 w 3152217"/>
                <a:gd name="connsiteY23" fmla="*/ 2057769 h 2265623"/>
                <a:gd name="connsiteX24" fmla="*/ 1775643 w 3152217"/>
                <a:gd name="connsiteY24" fmla="*/ 2034721 h 2265623"/>
                <a:gd name="connsiteX25" fmla="*/ 1842458 w 3152217"/>
                <a:gd name="connsiteY25" fmla="*/ 1945465 h 2265623"/>
                <a:gd name="connsiteX26" fmla="*/ 1533525 w 3152217"/>
                <a:gd name="connsiteY26" fmla="*/ 1533525 h 2265623"/>
                <a:gd name="connsiteX27" fmla="*/ 1219200 w 3152217"/>
                <a:gd name="connsiteY27" fmla="*/ 1228725 h 2265623"/>
                <a:gd name="connsiteX28" fmla="*/ 571500 w 3152217"/>
                <a:gd name="connsiteY28" fmla="*/ 1343025 h 2265623"/>
                <a:gd name="connsiteX29" fmla="*/ 0 w 3152217"/>
                <a:gd name="connsiteY29" fmla="*/ 1314450 h 2265623"/>
                <a:gd name="connsiteX30" fmla="*/ 0 w 3152217"/>
                <a:gd name="connsiteY30" fmla="*/ 0 h 2265623"/>
                <a:gd name="connsiteX31" fmla="*/ 390525 w 3152217"/>
                <a:gd name="connsiteY31" fmla="*/ 9525 h 2265623"/>
                <a:gd name="connsiteX0" fmla="*/ 390525 w 3152217"/>
                <a:gd name="connsiteY0" fmla="*/ 9525 h 2265623"/>
                <a:gd name="connsiteX1" fmla="*/ 95250 w 3152217"/>
                <a:gd name="connsiteY1" fmla="*/ 257175 h 2265623"/>
                <a:gd name="connsiteX2" fmla="*/ 1352550 w 3152217"/>
                <a:gd name="connsiteY2" fmla="*/ 133350 h 2265623"/>
                <a:gd name="connsiteX3" fmla="*/ 2314575 w 3152217"/>
                <a:gd name="connsiteY3" fmla="*/ 333375 h 2265623"/>
                <a:gd name="connsiteX4" fmla="*/ 2724150 w 3152217"/>
                <a:gd name="connsiteY4" fmla="*/ 828675 h 2265623"/>
                <a:gd name="connsiteX5" fmla="*/ 3152217 w 3152217"/>
                <a:gd name="connsiteY5" fmla="*/ 1265310 h 2265623"/>
                <a:gd name="connsiteX6" fmla="*/ 3152217 w 3152217"/>
                <a:gd name="connsiteY6" fmla="*/ 1477527 h 2265623"/>
                <a:gd name="connsiteX7" fmla="*/ 2940000 w 3152217"/>
                <a:gd name="connsiteY7" fmla="*/ 1477527 h 2265623"/>
                <a:gd name="connsiteX8" fmla="*/ 2539107 w 3152217"/>
                <a:gd name="connsiteY8" fmla="*/ 1076633 h 2265623"/>
                <a:gd name="connsiteX9" fmla="*/ 2474399 w 3152217"/>
                <a:gd name="connsiteY9" fmla="*/ 1163342 h 2265623"/>
                <a:gd name="connsiteX10" fmla="*/ 2907621 w 3152217"/>
                <a:gd name="connsiteY10" fmla="*/ 1596565 h 2265623"/>
                <a:gd name="connsiteX11" fmla="*/ 2907621 w 3152217"/>
                <a:gd name="connsiteY11" fmla="*/ 1808782 h 2265623"/>
                <a:gd name="connsiteX12" fmla="*/ 2695404 w 3152217"/>
                <a:gd name="connsiteY12" fmla="*/ 1808782 h 2265623"/>
                <a:gd name="connsiteX13" fmla="*/ 2293017 w 3152217"/>
                <a:gd name="connsiteY13" fmla="*/ 1406394 h 2265623"/>
                <a:gd name="connsiteX14" fmla="*/ 2228234 w 3152217"/>
                <a:gd name="connsiteY14" fmla="*/ 1493203 h 2265623"/>
                <a:gd name="connsiteX15" fmla="*/ 2648161 w 3152217"/>
                <a:gd name="connsiteY15" fmla="*/ 1913130 h 2265623"/>
                <a:gd name="connsiteX16" fmla="*/ 2648161 w 3152217"/>
                <a:gd name="connsiteY16" fmla="*/ 2125347 h 2265623"/>
                <a:gd name="connsiteX17" fmla="*/ 2435944 w 3152217"/>
                <a:gd name="connsiteY17" fmla="*/ 2125347 h 2265623"/>
                <a:gd name="connsiteX18" fmla="*/ 2046853 w 3152217"/>
                <a:gd name="connsiteY18" fmla="*/ 1736254 h 2265623"/>
                <a:gd name="connsiteX19" fmla="*/ 1987859 w 3152217"/>
                <a:gd name="connsiteY19" fmla="*/ 1822504 h 2265623"/>
                <a:gd name="connsiteX20" fmla="*/ 2218760 w 3152217"/>
                <a:gd name="connsiteY20" fmla="*/ 2053406 h 2265623"/>
                <a:gd name="connsiteX21" fmla="*/ 2218760 w 3152217"/>
                <a:gd name="connsiteY21" fmla="*/ 2265623 h 2265623"/>
                <a:gd name="connsiteX22" fmla="*/ 2006543 w 3152217"/>
                <a:gd name="connsiteY22" fmla="*/ 2265623 h 2265623"/>
                <a:gd name="connsiteX23" fmla="*/ 1798691 w 3152217"/>
                <a:gd name="connsiteY23" fmla="*/ 2057769 h 2265623"/>
                <a:gd name="connsiteX24" fmla="*/ 1775643 w 3152217"/>
                <a:gd name="connsiteY24" fmla="*/ 2034721 h 2265623"/>
                <a:gd name="connsiteX25" fmla="*/ 1842458 w 3152217"/>
                <a:gd name="connsiteY25" fmla="*/ 1945465 h 2265623"/>
                <a:gd name="connsiteX26" fmla="*/ 1533525 w 3152217"/>
                <a:gd name="connsiteY26" fmla="*/ 1533525 h 2265623"/>
                <a:gd name="connsiteX27" fmla="*/ 1219200 w 3152217"/>
                <a:gd name="connsiteY27" fmla="*/ 1228725 h 2265623"/>
                <a:gd name="connsiteX28" fmla="*/ 571500 w 3152217"/>
                <a:gd name="connsiteY28" fmla="*/ 1343025 h 2265623"/>
                <a:gd name="connsiteX29" fmla="*/ 0 w 3152217"/>
                <a:gd name="connsiteY29" fmla="*/ 1314450 h 2265623"/>
                <a:gd name="connsiteX30" fmla="*/ 0 w 3152217"/>
                <a:gd name="connsiteY30" fmla="*/ 0 h 2265623"/>
                <a:gd name="connsiteX31" fmla="*/ 390525 w 3152217"/>
                <a:gd name="connsiteY31" fmla="*/ 9525 h 2265623"/>
                <a:gd name="connsiteX0" fmla="*/ 400050 w 3152217"/>
                <a:gd name="connsiteY0" fmla="*/ 0 h 2284673"/>
                <a:gd name="connsiteX1" fmla="*/ 95250 w 3152217"/>
                <a:gd name="connsiteY1" fmla="*/ 276225 h 2284673"/>
                <a:gd name="connsiteX2" fmla="*/ 1352550 w 3152217"/>
                <a:gd name="connsiteY2" fmla="*/ 152400 h 2284673"/>
                <a:gd name="connsiteX3" fmla="*/ 2314575 w 3152217"/>
                <a:gd name="connsiteY3" fmla="*/ 352425 h 2284673"/>
                <a:gd name="connsiteX4" fmla="*/ 2724150 w 3152217"/>
                <a:gd name="connsiteY4" fmla="*/ 847725 h 2284673"/>
                <a:gd name="connsiteX5" fmla="*/ 3152217 w 3152217"/>
                <a:gd name="connsiteY5" fmla="*/ 1284360 h 2284673"/>
                <a:gd name="connsiteX6" fmla="*/ 3152217 w 3152217"/>
                <a:gd name="connsiteY6" fmla="*/ 1496577 h 2284673"/>
                <a:gd name="connsiteX7" fmla="*/ 2940000 w 3152217"/>
                <a:gd name="connsiteY7" fmla="*/ 1496577 h 2284673"/>
                <a:gd name="connsiteX8" fmla="*/ 2539107 w 3152217"/>
                <a:gd name="connsiteY8" fmla="*/ 1095683 h 2284673"/>
                <a:gd name="connsiteX9" fmla="*/ 2474399 w 3152217"/>
                <a:gd name="connsiteY9" fmla="*/ 1182392 h 2284673"/>
                <a:gd name="connsiteX10" fmla="*/ 2907621 w 3152217"/>
                <a:gd name="connsiteY10" fmla="*/ 1615615 h 2284673"/>
                <a:gd name="connsiteX11" fmla="*/ 2907621 w 3152217"/>
                <a:gd name="connsiteY11" fmla="*/ 1827832 h 2284673"/>
                <a:gd name="connsiteX12" fmla="*/ 2695404 w 3152217"/>
                <a:gd name="connsiteY12" fmla="*/ 1827832 h 2284673"/>
                <a:gd name="connsiteX13" fmla="*/ 2293017 w 3152217"/>
                <a:gd name="connsiteY13" fmla="*/ 1425444 h 2284673"/>
                <a:gd name="connsiteX14" fmla="*/ 2228234 w 3152217"/>
                <a:gd name="connsiteY14" fmla="*/ 1512253 h 2284673"/>
                <a:gd name="connsiteX15" fmla="*/ 2648161 w 3152217"/>
                <a:gd name="connsiteY15" fmla="*/ 1932180 h 2284673"/>
                <a:gd name="connsiteX16" fmla="*/ 2648161 w 3152217"/>
                <a:gd name="connsiteY16" fmla="*/ 2144397 h 2284673"/>
                <a:gd name="connsiteX17" fmla="*/ 2435944 w 3152217"/>
                <a:gd name="connsiteY17" fmla="*/ 2144397 h 2284673"/>
                <a:gd name="connsiteX18" fmla="*/ 2046853 w 3152217"/>
                <a:gd name="connsiteY18" fmla="*/ 1755304 h 2284673"/>
                <a:gd name="connsiteX19" fmla="*/ 1987859 w 3152217"/>
                <a:gd name="connsiteY19" fmla="*/ 1841554 h 2284673"/>
                <a:gd name="connsiteX20" fmla="*/ 2218760 w 3152217"/>
                <a:gd name="connsiteY20" fmla="*/ 2072456 h 2284673"/>
                <a:gd name="connsiteX21" fmla="*/ 2218760 w 3152217"/>
                <a:gd name="connsiteY21" fmla="*/ 2284673 h 2284673"/>
                <a:gd name="connsiteX22" fmla="*/ 2006543 w 3152217"/>
                <a:gd name="connsiteY22" fmla="*/ 2284673 h 2284673"/>
                <a:gd name="connsiteX23" fmla="*/ 1798691 w 3152217"/>
                <a:gd name="connsiteY23" fmla="*/ 2076819 h 2284673"/>
                <a:gd name="connsiteX24" fmla="*/ 1775643 w 3152217"/>
                <a:gd name="connsiteY24" fmla="*/ 2053771 h 2284673"/>
                <a:gd name="connsiteX25" fmla="*/ 1842458 w 3152217"/>
                <a:gd name="connsiteY25" fmla="*/ 1964515 h 2284673"/>
                <a:gd name="connsiteX26" fmla="*/ 1533525 w 3152217"/>
                <a:gd name="connsiteY26" fmla="*/ 1552575 h 2284673"/>
                <a:gd name="connsiteX27" fmla="*/ 1219200 w 3152217"/>
                <a:gd name="connsiteY27" fmla="*/ 1247775 h 2284673"/>
                <a:gd name="connsiteX28" fmla="*/ 571500 w 3152217"/>
                <a:gd name="connsiteY28" fmla="*/ 1362075 h 2284673"/>
                <a:gd name="connsiteX29" fmla="*/ 0 w 3152217"/>
                <a:gd name="connsiteY29" fmla="*/ 1333500 h 2284673"/>
                <a:gd name="connsiteX30" fmla="*/ 0 w 3152217"/>
                <a:gd name="connsiteY30" fmla="*/ 19050 h 2284673"/>
                <a:gd name="connsiteX31" fmla="*/ 400050 w 3152217"/>
                <a:gd name="connsiteY31" fmla="*/ 0 h 2284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152217" h="2284673">
                  <a:moveTo>
                    <a:pt x="400050" y="0"/>
                  </a:moveTo>
                  <a:lnTo>
                    <a:pt x="95250" y="276225"/>
                  </a:lnTo>
                  <a:cubicBezTo>
                    <a:pt x="349250" y="777875"/>
                    <a:pt x="831850" y="460375"/>
                    <a:pt x="1352550" y="152400"/>
                  </a:cubicBezTo>
                  <a:cubicBezTo>
                    <a:pt x="1641475" y="288925"/>
                    <a:pt x="1968500" y="301625"/>
                    <a:pt x="2314575" y="352425"/>
                  </a:cubicBezTo>
                  <a:cubicBezTo>
                    <a:pt x="2451100" y="603250"/>
                    <a:pt x="2587625" y="682625"/>
                    <a:pt x="2724150" y="847725"/>
                  </a:cubicBezTo>
                  <a:lnTo>
                    <a:pt x="3152217" y="1284360"/>
                  </a:lnTo>
                  <a:cubicBezTo>
                    <a:pt x="3210819" y="1342962"/>
                    <a:pt x="3210819" y="1437975"/>
                    <a:pt x="3152217" y="1496577"/>
                  </a:cubicBezTo>
                  <a:cubicBezTo>
                    <a:pt x="3093615" y="1555179"/>
                    <a:pt x="2998602" y="1555179"/>
                    <a:pt x="2940000" y="1496577"/>
                  </a:cubicBezTo>
                  <a:lnTo>
                    <a:pt x="2539107" y="1095683"/>
                  </a:lnTo>
                  <a:lnTo>
                    <a:pt x="2474399" y="1182392"/>
                  </a:lnTo>
                  <a:lnTo>
                    <a:pt x="2907621" y="1615615"/>
                  </a:lnTo>
                  <a:cubicBezTo>
                    <a:pt x="2966223" y="1674217"/>
                    <a:pt x="2966223" y="1769230"/>
                    <a:pt x="2907621" y="1827832"/>
                  </a:cubicBezTo>
                  <a:cubicBezTo>
                    <a:pt x="2849019" y="1886434"/>
                    <a:pt x="2754006" y="1886434"/>
                    <a:pt x="2695404" y="1827832"/>
                  </a:cubicBezTo>
                  <a:lnTo>
                    <a:pt x="2293017" y="1425444"/>
                  </a:lnTo>
                  <a:lnTo>
                    <a:pt x="2228234" y="1512253"/>
                  </a:lnTo>
                  <a:lnTo>
                    <a:pt x="2648161" y="1932180"/>
                  </a:lnTo>
                  <a:cubicBezTo>
                    <a:pt x="2706763" y="1990782"/>
                    <a:pt x="2706763" y="2085795"/>
                    <a:pt x="2648161" y="2144397"/>
                  </a:cubicBezTo>
                  <a:cubicBezTo>
                    <a:pt x="2589559" y="2202999"/>
                    <a:pt x="2494546" y="2202999"/>
                    <a:pt x="2435944" y="2144397"/>
                  </a:cubicBezTo>
                  <a:lnTo>
                    <a:pt x="2046853" y="1755304"/>
                  </a:lnTo>
                  <a:lnTo>
                    <a:pt x="1987859" y="1841554"/>
                  </a:lnTo>
                  <a:lnTo>
                    <a:pt x="2218760" y="2072456"/>
                  </a:lnTo>
                  <a:cubicBezTo>
                    <a:pt x="2277362" y="2131058"/>
                    <a:pt x="2277362" y="2226071"/>
                    <a:pt x="2218760" y="2284673"/>
                  </a:cubicBezTo>
                  <a:cubicBezTo>
                    <a:pt x="2160158" y="2343275"/>
                    <a:pt x="2065146" y="2343275"/>
                    <a:pt x="2006543" y="2284673"/>
                  </a:cubicBezTo>
                  <a:lnTo>
                    <a:pt x="1798691" y="2076819"/>
                  </a:lnTo>
                  <a:lnTo>
                    <a:pt x="1775643" y="2053771"/>
                  </a:lnTo>
                  <a:lnTo>
                    <a:pt x="1842458" y="1964515"/>
                  </a:lnTo>
                  <a:cubicBezTo>
                    <a:pt x="2026677" y="1607442"/>
                    <a:pt x="1697608" y="1472750"/>
                    <a:pt x="1533525" y="1552575"/>
                  </a:cubicBezTo>
                  <a:cubicBezTo>
                    <a:pt x="1555750" y="1323975"/>
                    <a:pt x="1380229" y="1237081"/>
                    <a:pt x="1219200" y="1247775"/>
                  </a:cubicBezTo>
                  <a:cubicBezTo>
                    <a:pt x="1190625" y="958850"/>
                    <a:pt x="838200" y="793750"/>
                    <a:pt x="571500" y="1362075"/>
                  </a:cubicBezTo>
                  <a:cubicBezTo>
                    <a:pt x="504825" y="1114425"/>
                    <a:pt x="276225" y="1066800"/>
                    <a:pt x="0" y="1333500"/>
                  </a:cubicBezTo>
                  <a:lnTo>
                    <a:pt x="0" y="19050"/>
                  </a:lnTo>
                  <a:lnTo>
                    <a:pt x="40005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 dirty="0"/>
            </a:p>
          </p:txBody>
        </p:sp>
      </p:grpSp>
      <p:pic>
        <p:nvPicPr>
          <p:cNvPr id="48" name="Picture 47">
            <a:extLst>
              <a:ext uri="{FF2B5EF4-FFF2-40B4-BE49-F238E27FC236}">
                <a16:creationId xmlns:a16="http://schemas.microsoft.com/office/drawing/2014/main" id="{2CAC31B3-8262-4D5C-9B44-4D5D80F0D1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2904" y="5183415"/>
            <a:ext cx="646191" cy="635421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277121EB-E1D4-45D7-8C2B-23DCA04BDE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3089" y="5205066"/>
            <a:ext cx="475529" cy="481626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7E9920A1-586A-4DBD-95AB-44952625E4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7" y="5243641"/>
            <a:ext cx="469433" cy="530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72960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8009" y="339509"/>
            <a:ext cx="11588718" cy="1181283"/>
          </a:xfrm>
        </p:spPr>
        <p:txBody>
          <a:bodyPr/>
          <a:lstStyle/>
          <a:p>
            <a:r>
              <a:rPr lang="en-US" sz="4800" dirty="0">
                <a:solidFill>
                  <a:schemeClr val="tx2"/>
                </a:solidFill>
              </a:rPr>
              <a:t>Tools for Data-Informed HR Decisions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877413C-A127-4524-8A19-1F464442A2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3464965"/>
              </p:ext>
            </p:extLst>
          </p:nvPr>
        </p:nvGraphicFramePr>
        <p:xfrm>
          <a:off x="3670164" y="1824480"/>
          <a:ext cx="2144560" cy="4270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endParaRPr lang="ko-KR" altLang="en-US" sz="2700" dirty="0">
                        <a:latin typeface="+mn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1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2</a:t>
                      </a:r>
                      <a:endParaRPr lang="ko-KR" altLang="en-US" sz="1800" b="1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700" dirty="0">
                        <a:latin typeface="+mn-lt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62122">
                <a:tc>
                  <a:txBody>
                    <a:bodyPr/>
                    <a:lstStyle/>
                    <a:p>
                      <a:endParaRPr lang="ko-KR" altLang="en-US" sz="2700" dirty="0">
                        <a:latin typeface="+mn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  <a:p>
                      <a:pPr marL="285750" marR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lang="en-US" altLang="ko-KR" sz="14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HR Analytics software</a:t>
                      </a:r>
                      <a:endParaRPr lang="ko-KR" altLang="en-US" sz="14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700" dirty="0">
                        <a:latin typeface="+mn-lt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4801">
                <a:tc>
                  <a:txBody>
                    <a:bodyPr/>
                    <a:lstStyle/>
                    <a:p>
                      <a:endParaRPr lang="ko-KR" altLang="en-US" sz="2700" dirty="0">
                        <a:latin typeface="+mn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ko-KR" alt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700" dirty="0">
                        <a:latin typeface="+mn-lt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7167">
                <a:tc>
                  <a:txBody>
                    <a:bodyPr/>
                    <a:lstStyle/>
                    <a:p>
                      <a:endParaRPr lang="ko-KR" altLang="en-US" sz="2700" dirty="0">
                        <a:latin typeface="+mn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700" dirty="0">
                        <a:latin typeface="+mn-lt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61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307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1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61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6A6D927-F180-48C9-B736-D18CF04B90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3223204"/>
              </p:ext>
            </p:extLst>
          </p:nvPr>
        </p:nvGraphicFramePr>
        <p:xfrm>
          <a:off x="6377275" y="1824480"/>
          <a:ext cx="2144560" cy="4270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endParaRPr lang="ko-KR" altLang="en-US" sz="2700" dirty="0">
                        <a:latin typeface="+mn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1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3</a:t>
                      </a:r>
                      <a:endParaRPr lang="ko-KR" altLang="en-US" sz="1800" b="1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700" dirty="0">
                        <a:latin typeface="+mn-lt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62122">
                <a:tc>
                  <a:txBody>
                    <a:bodyPr/>
                    <a:lstStyle/>
                    <a:p>
                      <a:endParaRPr lang="ko-KR" altLang="en-US" sz="2700" dirty="0">
                        <a:latin typeface="+mn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  <a:p>
                      <a:pPr marL="285750" marR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lang="en-US" altLang="ko-KR" sz="14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Applicant Tracking Systems (ATS)</a:t>
                      </a:r>
                      <a:endParaRPr lang="ko-KR" altLang="en-US" sz="14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700" dirty="0">
                        <a:latin typeface="+mn-lt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4801">
                <a:tc>
                  <a:txBody>
                    <a:bodyPr/>
                    <a:lstStyle/>
                    <a:p>
                      <a:endParaRPr lang="ko-KR" altLang="en-US" sz="2700" dirty="0">
                        <a:latin typeface="+mn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ko-KR" alt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700" dirty="0">
                        <a:latin typeface="+mn-lt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7167">
                <a:tc>
                  <a:txBody>
                    <a:bodyPr/>
                    <a:lstStyle/>
                    <a:p>
                      <a:endParaRPr lang="ko-KR" altLang="en-US" sz="2700" dirty="0">
                        <a:latin typeface="+mn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700" dirty="0">
                        <a:latin typeface="+mn-lt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61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307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1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61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88A2F56-16D5-4C69-9D78-CAB2427068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9933430"/>
              </p:ext>
            </p:extLst>
          </p:nvPr>
        </p:nvGraphicFramePr>
        <p:xfrm>
          <a:off x="9084387" y="1824480"/>
          <a:ext cx="2144560" cy="4270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endParaRPr lang="ko-KR" altLang="en-US" sz="2700" dirty="0">
                        <a:latin typeface="+mn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1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4</a:t>
                      </a:r>
                      <a:endParaRPr lang="ko-KR" altLang="en-US" sz="1800" b="1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70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62122">
                <a:tc>
                  <a:txBody>
                    <a:bodyPr/>
                    <a:lstStyle/>
                    <a:p>
                      <a:endParaRPr lang="ko-KR" altLang="en-US" sz="2700" dirty="0">
                        <a:latin typeface="+mn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lang="en-US" altLang="ko-KR" sz="14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LMS data</a:t>
                      </a:r>
                      <a:endParaRPr lang="ko-KR" altLang="en-US" sz="14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700" dirty="0">
                        <a:latin typeface="+mn-lt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4801">
                <a:tc>
                  <a:txBody>
                    <a:bodyPr/>
                    <a:lstStyle/>
                    <a:p>
                      <a:endParaRPr lang="ko-KR" altLang="en-US" sz="2700" dirty="0">
                        <a:latin typeface="+mn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ko-KR" alt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700" dirty="0">
                        <a:latin typeface="+mn-lt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7167">
                <a:tc>
                  <a:txBody>
                    <a:bodyPr/>
                    <a:lstStyle/>
                    <a:p>
                      <a:endParaRPr lang="ko-KR" altLang="en-US" sz="2700" dirty="0">
                        <a:latin typeface="+mn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700" dirty="0">
                        <a:latin typeface="+mn-lt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61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307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1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61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42AFF721-B6A2-4A30-AE3F-2C126DA4AC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7247472"/>
              </p:ext>
            </p:extLst>
          </p:nvPr>
        </p:nvGraphicFramePr>
        <p:xfrm>
          <a:off x="963053" y="1824480"/>
          <a:ext cx="2144560" cy="4270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endParaRPr lang="ko-KR" altLang="en-US" sz="2700" dirty="0">
                        <a:latin typeface="+mn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1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1</a:t>
                      </a:r>
                      <a:endParaRPr lang="ko-KR" altLang="en-US" sz="1800" b="1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700" dirty="0">
                        <a:latin typeface="+mn-lt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62122">
                <a:tc>
                  <a:txBody>
                    <a:bodyPr/>
                    <a:lstStyle/>
                    <a:p>
                      <a:endParaRPr lang="ko-KR" altLang="en-US" sz="2700" dirty="0">
                        <a:latin typeface="+mn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lang="en-US" altLang="ko-KR" sz="14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Excel</a:t>
                      </a:r>
                    </a:p>
                    <a:p>
                      <a:pPr marL="285750" marR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lang="en-US" altLang="ko-KR" sz="14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Power BI</a:t>
                      </a:r>
                    </a:p>
                    <a:p>
                      <a:pPr marL="285750" marR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lang="en-US" altLang="ko-KR" sz="14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Tableau</a:t>
                      </a:r>
                      <a:endParaRPr lang="ko-KR" altLang="en-US" sz="14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700" dirty="0">
                        <a:latin typeface="+mn-lt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4801">
                <a:tc>
                  <a:txBody>
                    <a:bodyPr/>
                    <a:lstStyle/>
                    <a:p>
                      <a:endParaRPr lang="ko-KR" altLang="en-US" sz="2700" dirty="0">
                        <a:latin typeface="+mn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.</a:t>
                      </a:r>
                      <a:endParaRPr lang="ko-KR" alt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700" dirty="0">
                        <a:latin typeface="+mn-lt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7167">
                <a:tc>
                  <a:txBody>
                    <a:bodyPr/>
                    <a:lstStyle/>
                    <a:p>
                      <a:endParaRPr lang="ko-KR" altLang="en-US" sz="2700" dirty="0">
                        <a:latin typeface="+mn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700" dirty="0">
                        <a:latin typeface="+mn-lt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61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307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1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61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03533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058">
            <a:extLst>
              <a:ext uri="{FF2B5EF4-FFF2-40B4-BE49-F238E27FC236}">
                <a16:creationId xmlns:a16="http://schemas.microsoft.com/office/drawing/2014/main" id="{376B3904-7DE8-410B-B0BC-3D0F6F51B1CC}"/>
              </a:ext>
            </a:extLst>
          </p:cNvPr>
          <p:cNvSpPr txBox="1">
            <a:spLocks/>
          </p:cNvSpPr>
          <p:nvPr/>
        </p:nvSpPr>
        <p:spPr>
          <a:xfrm flipH="1">
            <a:off x="82195" y="985609"/>
            <a:ext cx="3482938" cy="262062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US" altLang="ko-KR" sz="3200" dirty="0">
                <a:solidFill>
                  <a:schemeClr val="tx2"/>
                </a:solidFill>
              </a:rPr>
              <a:t>Framework for Data-Informed Decisions.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7930EFA-1792-4339-96F5-9BDA78111246}"/>
              </a:ext>
            </a:extLst>
          </p:cNvPr>
          <p:cNvSpPr txBox="1">
            <a:spLocks/>
          </p:cNvSpPr>
          <p:nvPr/>
        </p:nvSpPr>
        <p:spPr>
          <a:xfrm>
            <a:off x="5002832" y="2501730"/>
            <a:ext cx="1692000" cy="468000"/>
          </a:xfrm>
          <a:prstGeom prst="rect">
            <a:avLst/>
          </a:prstGeom>
        </p:spPr>
        <p:txBody>
          <a:bodyPr anchor="t"/>
          <a:lstStyle>
            <a:lvl1pPr marL="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1200" b="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>
              <a:cs typeface="Arial" pitchFamily="34" charset="0"/>
            </a:endParaRPr>
          </a:p>
        </p:txBody>
      </p:sp>
      <p:sp>
        <p:nvSpPr>
          <p:cNvPr id="12" name="Text Placeholder 2048">
            <a:extLst>
              <a:ext uri="{FF2B5EF4-FFF2-40B4-BE49-F238E27FC236}">
                <a16:creationId xmlns:a16="http://schemas.microsoft.com/office/drawing/2014/main" id="{E9645C85-54F7-4CE0-8F92-45D3A4CF50A1}"/>
              </a:ext>
            </a:extLst>
          </p:cNvPr>
          <p:cNvSpPr txBox="1">
            <a:spLocks/>
          </p:cNvSpPr>
          <p:nvPr/>
        </p:nvSpPr>
        <p:spPr>
          <a:xfrm>
            <a:off x="4656322" y="4720831"/>
            <a:ext cx="1692000" cy="813696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1400" b="1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ko-KR" dirty="0">
              <a:cs typeface="Arial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4BBA13-6D97-4832-8787-EE888FBCA6B9}"/>
              </a:ext>
            </a:extLst>
          </p:cNvPr>
          <p:cNvSpPr txBox="1"/>
          <p:nvPr/>
        </p:nvSpPr>
        <p:spPr>
          <a:xfrm>
            <a:off x="4369869" y="1408254"/>
            <a:ext cx="273090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Hiring the Right People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Builds a Strong Workforce</a:t>
            </a:r>
          </a:p>
          <a:p>
            <a:pPr marL="342900" indent="-342900">
              <a:buAutoNum type="arabicPeriod"/>
            </a:pPr>
            <a:endParaRPr lang="en-PK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91A28A8-1244-4FE7-ABDC-CDD37D7B72D5}"/>
              </a:ext>
            </a:extLst>
          </p:cNvPr>
          <p:cNvSpPr txBox="1"/>
          <p:nvPr/>
        </p:nvSpPr>
        <p:spPr>
          <a:xfrm>
            <a:off x="8255265" y="1408254"/>
            <a:ext cx="273090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Ensures Fairness and Compliance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Improves Employee Relations</a:t>
            </a:r>
          </a:p>
          <a:p>
            <a:endParaRPr lang="en-PK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74E3653-D4CD-483B-9606-9A95A038B7FB}"/>
              </a:ext>
            </a:extLst>
          </p:cNvPr>
          <p:cNvSpPr txBox="1"/>
          <p:nvPr/>
        </p:nvSpPr>
        <p:spPr>
          <a:xfrm>
            <a:off x="4379494" y="4466122"/>
            <a:ext cx="289720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Enhances Retention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Ensures Timely Progress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3EE20A4-9AFA-4C7B-8A92-35CD74DFF0A9}"/>
              </a:ext>
            </a:extLst>
          </p:cNvPr>
          <p:cNvSpPr txBox="1"/>
          <p:nvPr/>
        </p:nvSpPr>
        <p:spPr>
          <a:xfrm>
            <a:off x="8162223" y="4466123"/>
            <a:ext cx="299024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Supports Organizational Strategy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Minimizes Risks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Supports Problem-Solving</a:t>
            </a:r>
            <a:endParaRPr lang="en-PK" dirty="0"/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7459812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4800" dirty="0">
                <a:solidFill>
                  <a:schemeClr val="tx2"/>
                </a:solidFill>
              </a:rPr>
              <a:t>Framework for Data-Informed Decisions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16F9592C-C654-48DC-A2A1-5958754DA71F}"/>
              </a:ext>
            </a:extLst>
          </p:cNvPr>
          <p:cNvGrpSpPr/>
          <p:nvPr/>
        </p:nvGrpSpPr>
        <p:grpSpPr>
          <a:xfrm>
            <a:off x="5290829" y="2462267"/>
            <a:ext cx="1462913" cy="840343"/>
            <a:chOff x="819820" y="3646109"/>
            <a:chExt cx="1411829" cy="452162"/>
          </a:xfrm>
          <a:noFill/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9346289-00FB-420D-BC9A-BCF6C25C0F1F}"/>
                </a:ext>
              </a:extLst>
            </p:cNvPr>
            <p:cNvSpPr txBox="1"/>
            <p:nvPr/>
          </p:nvSpPr>
          <p:spPr>
            <a:xfrm>
              <a:off x="819822" y="3646109"/>
              <a:ext cx="1411827" cy="276999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4AD4DB6D-B8C9-4A9D-975F-D47B544DF14A}"/>
                </a:ext>
              </a:extLst>
            </p:cNvPr>
            <p:cNvSpPr txBox="1"/>
            <p:nvPr/>
          </p:nvSpPr>
          <p:spPr>
            <a:xfrm>
              <a:off x="819820" y="3923109"/>
              <a:ext cx="1411827" cy="17516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15000"/>
                </a:lnSpc>
                <a:spcAft>
                  <a:spcPts val="800"/>
                </a:spcAft>
                <a:buFont typeface="Wingdings" panose="05000000000000000000" pitchFamily="2" charset="2"/>
                <a:buChar char="q"/>
              </a:pPr>
              <a:endParaRPr lang="en-PK" sz="1400" b="1" kern="100" dirty="0">
                <a:effectLst/>
                <a:latin typeface="Aptos"/>
                <a:ea typeface="Aptos"/>
                <a:cs typeface="Arial" panose="020B0604020202020204" pitchFamily="34" charset="0"/>
              </a:endParaRP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CEABB415-B160-4BBB-9DD8-0735E15F28B0}"/>
              </a:ext>
            </a:extLst>
          </p:cNvPr>
          <p:cNvSpPr txBox="1"/>
          <p:nvPr/>
        </p:nvSpPr>
        <p:spPr>
          <a:xfrm>
            <a:off x="9637066" y="2980173"/>
            <a:ext cx="2060556" cy="277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1934131-8E78-4032-A792-788183ED976E}"/>
              </a:ext>
            </a:extLst>
          </p:cNvPr>
          <p:cNvSpPr txBox="1"/>
          <p:nvPr/>
        </p:nvSpPr>
        <p:spPr>
          <a:xfrm>
            <a:off x="3146805" y="3058082"/>
            <a:ext cx="1765463" cy="253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Wingdings" panose="05000000000000000000" pitchFamily="2" charset="2"/>
              <a:buChar char="q"/>
            </a:pPr>
            <a:endParaRPr lang="ko-KR" altLang="en-US" sz="105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E4374C7-5CD9-4795-85F7-DBF30C594591}"/>
              </a:ext>
            </a:extLst>
          </p:cNvPr>
          <p:cNvSpPr txBox="1"/>
          <p:nvPr/>
        </p:nvSpPr>
        <p:spPr>
          <a:xfrm>
            <a:off x="1129317" y="1960501"/>
            <a:ext cx="12781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PK" sz="1200" dirty="0"/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3A6BE377-F5E7-4C62-8B82-F4CA784276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8708" y="1631136"/>
            <a:ext cx="1956986" cy="4230991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DE1B9297-78DF-4D9B-B95E-237D58E1C2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9660" y="1631136"/>
            <a:ext cx="1956986" cy="4230991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CE89B4F0-A6BD-4A4F-A53E-033A448650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1164" y="1631135"/>
            <a:ext cx="1956986" cy="4230991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ADC6F959-5787-4F2A-8BD0-5897AEA2FB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158" y="1631137"/>
            <a:ext cx="1956986" cy="4230991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65210B77-DB95-4B44-A0CD-A1E86120BFA1}"/>
              </a:ext>
            </a:extLst>
          </p:cNvPr>
          <p:cNvSpPr txBox="1"/>
          <p:nvPr/>
        </p:nvSpPr>
        <p:spPr>
          <a:xfrm>
            <a:off x="423512" y="1722922"/>
            <a:ext cx="175559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1. Define HR/Project Objective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dirty="0"/>
              <a:t>Clearly state the problem or goal (e.g., reduce turnover, improve project timeline accuracy).</a:t>
            </a:r>
          </a:p>
          <a:p>
            <a:endParaRPr lang="en-PK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1D2438E-BB94-451A-A51B-B2F95D438B9D}"/>
              </a:ext>
            </a:extLst>
          </p:cNvPr>
          <p:cNvSpPr txBox="1"/>
          <p:nvPr/>
        </p:nvSpPr>
        <p:spPr>
          <a:xfrm>
            <a:off x="3375206" y="1722922"/>
            <a:ext cx="1610680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2. Identify Required Data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dirty="0"/>
              <a:t>Determine what information is needed (e.g., performance data, cost data, engagement surveys).</a:t>
            </a:r>
            <a:endParaRPr lang="en-PK" sz="160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2D68229-CC38-4BD3-A261-543EB3AF190E}"/>
              </a:ext>
            </a:extLst>
          </p:cNvPr>
          <p:cNvSpPr txBox="1"/>
          <p:nvPr/>
        </p:nvSpPr>
        <p:spPr>
          <a:xfrm>
            <a:off x="6439301" y="1722922"/>
            <a:ext cx="1674796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3. Collect &amp; Clean Data</a:t>
            </a:r>
          </a:p>
          <a:p>
            <a:endParaRPr lang="en-US" dirty="0"/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dirty="0"/>
              <a:t>Gather data from reliable sources and ensure accuracy by removing errors or duplicates.</a:t>
            </a:r>
            <a:endParaRPr lang="en-PK" sz="16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1725CC0-1E9D-4AB8-81CF-824045624D1A}"/>
              </a:ext>
            </a:extLst>
          </p:cNvPr>
          <p:cNvSpPr txBox="1"/>
          <p:nvPr/>
        </p:nvSpPr>
        <p:spPr>
          <a:xfrm>
            <a:off x="9474517" y="1722922"/>
            <a:ext cx="1738915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4. Analyze Trends and Patterns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dirty="0"/>
              <a:t>Use statistical tools or dashboards to identify insights, correlations, gaps, or risks.</a:t>
            </a:r>
            <a:endParaRPr lang="en-PK" sz="1600" dirty="0"/>
          </a:p>
        </p:txBody>
      </p:sp>
    </p:spTree>
    <p:extLst>
      <p:ext uri="{BB962C8B-B14F-4D97-AF65-F5344CB8AC3E}">
        <p14:creationId xmlns:p14="http://schemas.microsoft.com/office/powerpoint/2010/main" val="33979385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4800" dirty="0">
                <a:solidFill>
                  <a:schemeClr val="tx2"/>
                </a:solidFill>
              </a:rPr>
              <a:t>Framework for Data-Informed Decisions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16F9592C-C654-48DC-A2A1-5958754DA71F}"/>
              </a:ext>
            </a:extLst>
          </p:cNvPr>
          <p:cNvGrpSpPr/>
          <p:nvPr/>
        </p:nvGrpSpPr>
        <p:grpSpPr>
          <a:xfrm>
            <a:off x="5290829" y="2462267"/>
            <a:ext cx="1462913" cy="840343"/>
            <a:chOff x="819820" y="3646109"/>
            <a:chExt cx="1411829" cy="452162"/>
          </a:xfrm>
          <a:noFill/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9346289-00FB-420D-BC9A-BCF6C25C0F1F}"/>
                </a:ext>
              </a:extLst>
            </p:cNvPr>
            <p:cNvSpPr txBox="1"/>
            <p:nvPr/>
          </p:nvSpPr>
          <p:spPr>
            <a:xfrm>
              <a:off x="819822" y="3646109"/>
              <a:ext cx="1411827" cy="276999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4AD4DB6D-B8C9-4A9D-975F-D47B544DF14A}"/>
                </a:ext>
              </a:extLst>
            </p:cNvPr>
            <p:cNvSpPr txBox="1"/>
            <p:nvPr/>
          </p:nvSpPr>
          <p:spPr>
            <a:xfrm>
              <a:off x="819820" y="3923109"/>
              <a:ext cx="1411827" cy="17516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15000"/>
                </a:lnSpc>
                <a:spcAft>
                  <a:spcPts val="800"/>
                </a:spcAft>
                <a:buFont typeface="Wingdings" panose="05000000000000000000" pitchFamily="2" charset="2"/>
                <a:buChar char="q"/>
              </a:pPr>
              <a:endParaRPr lang="en-PK" sz="1400" b="1" kern="100" dirty="0">
                <a:effectLst/>
                <a:latin typeface="Aptos"/>
                <a:ea typeface="Aptos"/>
                <a:cs typeface="Arial" panose="020B0604020202020204" pitchFamily="34" charset="0"/>
              </a:endParaRP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CEABB415-B160-4BBB-9DD8-0735E15F28B0}"/>
              </a:ext>
            </a:extLst>
          </p:cNvPr>
          <p:cNvSpPr txBox="1"/>
          <p:nvPr/>
        </p:nvSpPr>
        <p:spPr>
          <a:xfrm>
            <a:off x="9637066" y="2980173"/>
            <a:ext cx="2060556" cy="277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1934131-8E78-4032-A792-788183ED976E}"/>
              </a:ext>
            </a:extLst>
          </p:cNvPr>
          <p:cNvSpPr txBox="1"/>
          <p:nvPr/>
        </p:nvSpPr>
        <p:spPr>
          <a:xfrm>
            <a:off x="3146805" y="3058082"/>
            <a:ext cx="1765463" cy="253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Wingdings" panose="05000000000000000000" pitchFamily="2" charset="2"/>
              <a:buChar char="q"/>
            </a:pPr>
            <a:endParaRPr lang="ko-KR" altLang="en-US" sz="105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E4374C7-5CD9-4795-85F7-DBF30C594591}"/>
              </a:ext>
            </a:extLst>
          </p:cNvPr>
          <p:cNvSpPr txBox="1"/>
          <p:nvPr/>
        </p:nvSpPr>
        <p:spPr>
          <a:xfrm>
            <a:off x="1129317" y="1960501"/>
            <a:ext cx="12781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PK" sz="1200" dirty="0"/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3A6BE377-F5E7-4C62-8B82-F4CA784276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8708" y="1631136"/>
            <a:ext cx="1956986" cy="4230991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DE1B9297-78DF-4D9B-B95E-237D58E1C2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9660" y="1631136"/>
            <a:ext cx="1956986" cy="4230991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CE89B4F0-A6BD-4A4F-A53E-033A448650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1164" y="1631135"/>
            <a:ext cx="1956986" cy="4230991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ADC6F959-5787-4F2A-8BD0-5897AEA2FB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158" y="1631137"/>
            <a:ext cx="1956986" cy="4230991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65210B77-DB95-4B44-A0CD-A1E86120BFA1}"/>
              </a:ext>
            </a:extLst>
          </p:cNvPr>
          <p:cNvSpPr txBox="1"/>
          <p:nvPr/>
        </p:nvSpPr>
        <p:spPr>
          <a:xfrm>
            <a:off x="423512" y="1722922"/>
            <a:ext cx="1755590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5.Compare With Benchmarks</a:t>
            </a:r>
          </a:p>
          <a:p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dirty="0"/>
              <a:t>Evaluate findings against industry standards, past project/HR data, or organizational targets.</a:t>
            </a:r>
            <a:endParaRPr lang="en-PK" sz="160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1D2438E-BB94-451A-A51B-B2F95D438B9D}"/>
              </a:ext>
            </a:extLst>
          </p:cNvPr>
          <p:cNvSpPr txBox="1"/>
          <p:nvPr/>
        </p:nvSpPr>
        <p:spPr>
          <a:xfrm>
            <a:off x="3375206" y="1722922"/>
            <a:ext cx="1610680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6. Interpret Findings</a:t>
            </a:r>
          </a:p>
          <a:p>
            <a:endParaRPr lang="en-US" dirty="0"/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dirty="0"/>
              <a:t>Combine data results with human judgment, context, and managerial experience.</a:t>
            </a:r>
            <a:endParaRPr lang="en-PK" sz="160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2D68229-CC38-4BD3-A261-543EB3AF190E}"/>
              </a:ext>
            </a:extLst>
          </p:cNvPr>
          <p:cNvSpPr txBox="1"/>
          <p:nvPr/>
        </p:nvSpPr>
        <p:spPr>
          <a:xfrm>
            <a:off x="6439301" y="1722922"/>
            <a:ext cx="1674796" cy="3877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7. Make Recommendations</a:t>
            </a:r>
          </a:p>
          <a:p>
            <a:endParaRPr lang="en-US" sz="1600" b="1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dirty="0"/>
              <a:t>Propose evidence-based actions (e.g., training plans, schedule adjustments, policy changes).</a:t>
            </a:r>
          </a:p>
          <a:p>
            <a:endParaRPr lang="en-PK" sz="16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1725CC0-1E9D-4AB8-81CF-824045624D1A}"/>
              </a:ext>
            </a:extLst>
          </p:cNvPr>
          <p:cNvSpPr txBox="1"/>
          <p:nvPr/>
        </p:nvSpPr>
        <p:spPr>
          <a:xfrm>
            <a:off x="9474517" y="1722922"/>
            <a:ext cx="1738915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8</a:t>
            </a:r>
            <a:r>
              <a:rPr lang="en-US" sz="2000" b="1" dirty="0"/>
              <a:t>. </a:t>
            </a:r>
            <a:r>
              <a:rPr lang="en-US" b="1" dirty="0"/>
              <a:t>Implement &amp; Monitor Results</a:t>
            </a:r>
          </a:p>
          <a:p>
            <a:endParaRPr lang="en-US" sz="1600" b="1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dirty="0"/>
              <a:t>Apply the decisions and track KPIs to ensure effectiveness; refine if needed.</a:t>
            </a:r>
          </a:p>
          <a:p>
            <a:r>
              <a:rPr lang="en-US" sz="1600" dirty="0"/>
              <a:t>.</a:t>
            </a:r>
            <a:endParaRPr lang="en-PK" sz="1600" dirty="0"/>
          </a:p>
        </p:txBody>
      </p:sp>
    </p:spTree>
    <p:extLst>
      <p:ext uri="{BB962C8B-B14F-4D97-AF65-F5344CB8AC3E}">
        <p14:creationId xmlns:p14="http://schemas.microsoft.com/office/powerpoint/2010/main" val="11064996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Example Scenario (HR Project)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4CB0827-3B2D-4AB1-9029-3B0CE90AD486}"/>
              </a:ext>
            </a:extLst>
          </p:cNvPr>
          <p:cNvSpPr/>
          <p:nvPr/>
        </p:nvSpPr>
        <p:spPr>
          <a:xfrm>
            <a:off x="7467523" y="2242341"/>
            <a:ext cx="2942926" cy="792000"/>
          </a:xfrm>
          <a:prstGeom prst="rect">
            <a:avLst/>
          </a:prstGeom>
          <a:solidFill>
            <a:schemeClr val="accent4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bg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FEA4822-3E9A-417C-BAA2-53986E9D233C}"/>
              </a:ext>
            </a:extLst>
          </p:cNvPr>
          <p:cNvSpPr/>
          <p:nvPr/>
        </p:nvSpPr>
        <p:spPr>
          <a:xfrm>
            <a:off x="957594" y="4770876"/>
            <a:ext cx="2942926" cy="792000"/>
          </a:xfrm>
          <a:prstGeom prst="rect">
            <a:avLst/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>
              <a:solidFill>
                <a:schemeClr val="bg1"/>
              </a:solidFill>
            </a:endParaRPr>
          </a:p>
        </p:txBody>
      </p:sp>
      <p:sp>
        <p:nvSpPr>
          <p:cNvPr id="5" name="Bent-Up Arrow 129">
            <a:extLst>
              <a:ext uri="{FF2B5EF4-FFF2-40B4-BE49-F238E27FC236}">
                <a16:creationId xmlns:a16="http://schemas.microsoft.com/office/drawing/2014/main" id="{8B4F429C-8A9C-4E3D-A205-9E2C0CEED9A0}"/>
              </a:ext>
            </a:extLst>
          </p:cNvPr>
          <p:cNvSpPr/>
          <p:nvPr/>
        </p:nvSpPr>
        <p:spPr>
          <a:xfrm rot="16200000" flipV="1">
            <a:off x="2452165" y="4065201"/>
            <a:ext cx="597208" cy="813414"/>
          </a:xfrm>
          <a:prstGeom prst="bentUpArrow">
            <a:avLst>
              <a:gd name="adj1" fmla="val 36792"/>
              <a:gd name="adj2" fmla="val 29908"/>
              <a:gd name="adj3" fmla="val 39724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170C6E8-603F-4DFF-BE5E-BFA3095AA72F}"/>
              </a:ext>
            </a:extLst>
          </p:cNvPr>
          <p:cNvSpPr/>
          <p:nvPr/>
        </p:nvSpPr>
        <p:spPr>
          <a:xfrm>
            <a:off x="3127570" y="3928031"/>
            <a:ext cx="2942926" cy="792000"/>
          </a:xfrm>
          <a:prstGeom prst="rect">
            <a:avLst/>
          </a:prstGeom>
          <a:solidFill>
            <a:schemeClr val="accent2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bg1"/>
              </a:solidFill>
            </a:endParaRPr>
          </a:p>
        </p:txBody>
      </p:sp>
      <p:sp>
        <p:nvSpPr>
          <p:cNvPr id="7" name="Bent-Up Arrow 130">
            <a:extLst>
              <a:ext uri="{FF2B5EF4-FFF2-40B4-BE49-F238E27FC236}">
                <a16:creationId xmlns:a16="http://schemas.microsoft.com/office/drawing/2014/main" id="{102C6EBB-0262-4B27-A463-D823ABC61464}"/>
              </a:ext>
            </a:extLst>
          </p:cNvPr>
          <p:cNvSpPr/>
          <p:nvPr/>
        </p:nvSpPr>
        <p:spPr>
          <a:xfrm rot="16200000" flipV="1">
            <a:off x="4607188" y="3248588"/>
            <a:ext cx="597208" cy="813414"/>
          </a:xfrm>
          <a:prstGeom prst="bentUpArrow">
            <a:avLst>
              <a:gd name="adj1" fmla="val 36792"/>
              <a:gd name="adj2" fmla="val 29908"/>
              <a:gd name="adj3" fmla="val 39724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3D82869-F0FD-4850-B030-554C6F98DBF6}"/>
              </a:ext>
            </a:extLst>
          </p:cNvPr>
          <p:cNvSpPr/>
          <p:nvPr/>
        </p:nvSpPr>
        <p:spPr>
          <a:xfrm>
            <a:off x="5297546" y="3085186"/>
            <a:ext cx="2942926" cy="792000"/>
          </a:xfrm>
          <a:prstGeom prst="rect">
            <a:avLst/>
          </a:prstGeom>
          <a:solidFill>
            <a:schemeClr val="accent3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bg1"/>
              </a:solidFill>
            </a:endParaRPr>
          </a:p>
        </p:txBody>
      </p:sp>
      <p:sp>
        <p:nvSpPr>
          <p:cNvPr id="9" name="Bent-Up Arrow 131">
            <a:extLst>
              <a:ext uri="{FF2B5EF4-FFF2-40B4-BE49-F238E27FC236}">
                <a16:creationId xmlns:a16="http://schemas.microsoft.com/office/drawing/2014/main" id="{5F0C6462-3BA9-4031-B753-9FBD0027FD5E}"/>
              </a:ext>
            </a:extLst>
          </p:cNvPr>
          <p:cNvSpPr/>
          <p:nvPr/>
        </p:nvSpPr>
        <p:spPr>
          <a:xfrm rot="16200000" flipV="1">
            <a:off x="6762211" y="2431973"/>
            <a:ext cx="597209" cy="813415"/>
          </a:xfrm>
          <a:prstGeom prst="bentUpArrow">
            <a:avLst>
              <a:gd name="adj1" fmla="val 36792"/>
              <a:gd name="adj2" fmla="val 29908"/>
              <a:gd name="adj3" fmla="val 39724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3BBD683-0CFE-48A1-9239-511648BA3552}"/>
              </a:ext>
            </a:extLst>
          </p:cNvPr>
          <p:cNvGrpSpPr/>
          <p:nvPr/>
        </p:nvGrpSpPr>
        <p:grpSpPr>
          <a:xfrm>
            <a:off x="3966391" y="4740835"/>
            <a:ext cx="3167911" cy="1349371"/>
            <a:chOff x="776183" y="3067505"/>
            <a:chExt cx="2419592" cy="1349371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AF68755-FCBD-42C4-83E2-AE16AC1812C9}"/>
                </a:ext>
              </a:extLst>
            </p:cNvPr>
            <p:cNvSpPr txBox="1"/>
            <p:nvPr/>
          </p:nvSpPr>
          <p:spPr>
            <a:xfrm>
              <a:off x="776183" y="3493546"/>
              <a:ext cx="2342902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en-US" dirty="0">
                  <a:latin typeface="Aptos"/>
                  <a:ea typeface="Aptos"/>
                  <a:cs typeface="Arial" panose="020B0604020202020204" pitchFamily="34" charset="0"/>
                </a:rPr>
                <a:t>E</a:t>
              </a:r>
              <a:r>
                <a:rPr lang="en-PK" sz="1800" dirty="0" err="1">
                  <a:effectLst/>
                  <a:latin typeface="Aptos"/>
                  <a:ea typeface="Aptos"/>
                  <a:cs typeface="Arial" panose="020B0604020202020204" pitchFamily="34" charset="0"/>
                </a:rPr>
                <a:t>xit</a:t>
              </a:r>
              <a:r>
                <a:rPr lang="en-PK" sz="1800" dirty="0">
                  <a:effectLst/>
                  <a:latin typeface="Aptos"/>
                  <a:ea typeface="Aptos"/>
                  <a:cs typeface="Arial" panose="020B0604020202020204" pitchFamily="34" charset="0"/>
                </a:rPr>
                <a:t> interview trends</a:t>
              </a:r>
              <a:endParaRPr lang="en-US" sz="1800" dirty="0">
                <a:effectLst/>
                <a:latin typeface="Aptos"/>
                <a:ea typeface="Aptos"/>
                <a:cs typeface="Arial" panose="020B0604020202020204" pitchFamily="34" charset="0"/>
              </a:endParaRPr>
            </a:p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en-US" sz="1800" dirty="0">
                  <a:effectLst/>
                  <a:latin typeface="Aptos"/>
                  <a:ea typeface="Aptos"/>
                  <a:cs typeface="Arial" panose="020B0604020202020204" pitchFamily="34" charset="0"/>
                </a:rPr>
                <a:t>P</a:t>
              </a:r>
              <a:r>
                <a:rPr lang="en-PK" sz="1800" dirty="0" err="1">
                  <a:effectLst/>
                  <a:latin typeface="Aptos"/>
                  <a:ea typeface="Aptos"/>
                  <a:cs typeface="Arial" panose="020B0604020202020204" pitchFamily="34" charset="0"/>
                </a:rPr>
                <a:t>erformance</a:t>
              </a:r>
              <a:endParaRPr lang="en-US" sz="1800" dirty="0">
                <a:effectLst/>
                <a:latin typeface="Aptos"/>
                <a:ea typeface="Aptos"/>
                <a:cs typeface="Arial" panose="020B0604020202020204" pitchFamily="34" charset="0"/>
              </a:endParaRPr>
            </a:p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en-PK" sz="1800" dirty="0">
                  <a:effectLst/>
                  <a:latin typeface="Aptos"/>
                  <a:ea typeface="Aptos"/>
                  <a:cs typeface="Arial" panose="020B0604020202020204" pitchFamily="34" charset="0"/>
                </a:rPr>
                <a:t>manager feedback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.  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919B4EC-3FD5-40CE-9F6A-37FFA4EA7133}"/>
                </a:ext>
              </a:extLst>
            </p:cNvPr>
            <p:cNvSpPr txBox="1"/>
            <p:nvPr/>
          </p:nvSpPr>
          <p:spPr>
            <a:xfrm>
              <a:off x="852873" y="3067505"/>
              <a:ext cx="234290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102EBCE-FC2C-4EF4-BC0D-838D3FD31BF9}"/>
              </a:ext>
            </a:extLst>
          </p:cNvPr>
          <p:cNvGrpSpPr/>
          <p:nvPr/>
        </p:nvGrpSpPr>
        <p:grpSpPr>
          <a:xfrm>
            <a:off x="6070496" y="3887592"/>
            <a:ext cx="3220868" cy="1337137"/>
            <a:chOff x="735736" y="3057175"/>
            <a:chExt cx="2460039" cy="1337137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FB12B06-D2E5-4309-8516-07D42C60638A}"/>
                </a:ext>
              </a:extLst>
            </p:cNvPr>
            <p:cNvSpPr txBox="1"/>
            <p:nvPr/>
          </p:nvSpPr>
          <p:spPr>
            <a:xfrm>
              <a:off x="735736" y="3470982"/>
              <a:ext cx="2342902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>
                  <a:latin typeface="Aptos"/>
                  <a:ea typeface="Aptos"/>
                  <a:cs typeface="Arial" panose="020B0604020202020204" pitchFamily="34" charset="0"/>
                </a:rPr>
                <a:t>I</a:t>
              </a:r>
              <a:r>
                <a:rPr lang="en-PK" sz="1800" dirty="0" err="1">
                  <a:effectLst/>
                  <a:latin typeface="Aptos"/>
                  <a:ea typeface="Aptos"/>
                  <a:cs typeface="Arial" panose="020B0604020202020204" pitchFamily="34" charset="0"/>
                </a:rPr>
                <a:t>dentify</a:t>
              </a:r>
              <a:r>
                <a:rPr lang="en-PK" sz="1800" dirty="0">
                  <a:effectLst/>
                  <a:latin typeface="Aptos"/>
                  <a:ea typeface="Aptos"/>
                  <a:cs typeface="Arial" panose="020B0604020202020204" pitchFamily="34" charset="0"/>
                </a:rPr>
                <a:t> causes (salary, manager behaviour, workload)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FE2089D-0BF9-4EA1-AABE-E03DA62D078E}"/>
                </a:ext>
              </a:extLst>
            </p:cNvPr>
            <p:cNvSpPr txBox="1"/>
            <p:nvPr/>
          </p:nvSpPr>
          <p:spPr>
            <a:xfrm>
              <a:off x="852873" y="3057175"/>
              <a:ext cx="234290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FC47AF7-DD9C-4748-85FC-E0873D566BD1}"/>
              </a:ext>
            </a:extLst>
          </p:cNvPr>
          <p:cNvGrpSpPr/>
          <p:nvPr/>
        </p:nvGrpSpPr>
        <p:grpSpPr>
          <a:xfrm>
            <a:off x="8236275" y="3025370"/>
            <a:ext cx="3212148" cy="1482527"/>
            <a:chOff x="742396" y="3037866"/>
            <a:chExt cx="2453379" cy="1482527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4AD6BAE-7458-4B26-B5F3-1D3553E886A1}"/>
                </a:ext>
              </a:extLst>
            </p:cNvPr>
            <p:cNvSpPr txBox="1"/>
            <p:nvPr/>
          </p:nvSpPr>
          <p:spPr>
            <a:xfrm>
              <a:off x="742396" y="3412397"/>
              <a:ext cx="2342902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kern="100" dirty="0">
                  <a:latin typeface="Aptos"/>
                  <a:ea typeface="Aptos"/>
                  <a:cs typeface="Arial" panose="020B0604020202020204" pitchFamily="34" charset="0"/>
                </a:rPr>
                <a:t>T</a:t>
              </a:r>
              <a:r>
                <a:rPr lang="en-PK" sz="1800" kern="100" dirty="0">
                  <a:effectLst/>
                  <a:latin typeface="Aptos"/>
                  <a:ea typeface="Aptos"/>
                  <a:cs typeface="Arial" panose="020B0604020202020204" pitchFamily="34" charset="0"/>
                </a:rPr>
                <a:t>raining for managers</a:t>
              </a:r>
              <a:endParaRPr lang="en-US" sz="1800" kern="100" dirty="0">
                <a:effectLst/>
                <a:latin typeface="Aptos"/>
                <a:ea typeface="Aptos"/>
                <a:cs typeface="Arial" panose="020B0604020202020204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PK" sz="1800" kern="100" dirty="0">
                  <a:effectLst/>
                  <a:latin typeface="Aptos"/>
                  <a:ea typeface="Aptos"/>
                  <a:cs typeface="Arial" panose="020B0604020202020204" pitchFamily="34" charset="0"/>
                </a:rPr>
                <a:t>salary adjustment </a:t>
              </a:r>
              <a:endParaRPr lang="en-US" kern="100" dirty="0">
                <a:latin typeface="Aptos"/>
                <a:ea typeface="Aptos"/>
                <a:cs typeface="Arial" panose="020B0604020202020204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PK" sz="1800" kern="100" dirty="0">
                  <a:effectLst/>
                  <a:latin typeface="Aptos"/>
                  <a:ea typeface="Aptos"/>
                  <a:cs typeface="Arial" panose="020B0604020202020204" pitchFamily="34" charset="0"/>
                </a:rPr>
                <a:t>workload balancing</a:t>
              </a:r>
            </a:p>
            <a:p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E3562BD-CB8E-4DAD-A63E-9809EECFD2E7}"/>
                </a:ext>
              </a:extLst>
            </p:cNvPr>
            <p:cNvSpPr txBox="1"/>
            <p:nvPr/>
          </p:nvSpPr>
          <p:spPr>
            <a:xfrm>
              <a:off x="852873" y="3037866"/>
              <a:ext cx="234290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9" name="Group 109">
            <a:extLst>
              <a:ext uri="{FF2B5EF4-FFF2-40B4-BE49-F238E27FC236}">
                <a16:creationId xmlns:a16="http://schemas.microsoft.com/office/drawing/2014/main" id="{8138F697-9FBE-4AB0-9A23-7451B681974E}"/>
              </a:ext>
            </a:extLst>
          </p:cNvPr>
          <p:cNvGrpSpPr/>
          <p:nvPr/>
        </p:nvGrpSpPr>
        <p:grpSpPr>
          <a:xfrm>
            <a:off x="1227112" y="4830668"/>
            <a:ext cx="2410086" cy="766098"/>
            <a:chOff x="2871691" y="1964137"/>
            <a:chExt cx="2133840" cy="626808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98B52FD-2D97-4C82-A1F6-8EE0E876D412}"/>
                </a:ext>
              </a:extLst>
            </p:cNvPr>
            <p:cNvSpPr txBox="1"/>
            <p:nvPr/>
          </p:nvSpPr>
          <p:spPr>
            <a:xfrm>
              <a:off x="3233964" y="1964137"/>
              <a:ext cx="1400519" cy="22663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200" b="1" dirty="0">
                  <a:cs typeface="Arial" pitchFamily="34" charset="0"/>
                </a:rPr>
                <a:t>EXAMPLE:</a:t>
              </a:r>
              <a:endParaRPr lang="ko-KR" altLang="en-US" sz="1200" b="1" dirty="0">
                <a:cs typeface="Arial" pitchFamily="34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2F80D4D-7184-4462-8CA5-251D398F173A}"/>
                </a:ext>
              </a:extLst>
            </p:cNvPr>
            <p:cNvSpPr txBox="1"/>
            <p:nvPr/>
          </p:nvSpPr>
          <p:spPr>
            <a:xfrm>
              <a:off x="2871691" y="2062129"/>
              <a:ext cx="2133840" cy="52881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PK" sz="1800" dirty="0">
                  <a:effectLst/>
                  <a:latin typeface="Aptos"/>
                  <a:ea typeface="Aptos"/>
                  <a:cs typeface="Arial" panose="020B0604020202020204" pitchFamily="34" charset="0"/>
                </a:rPr>
                <a:t>Reducing high employee turnover</a:t>
              </a:r>
              <a:endParaRPr lang="en-US" altLang="ko-KR" sz="1200" dirty="0"/>
            </a:p>
          </p:txBody>
        </p:sp>
      </p:grpSp>
      <p:grpSp>
        <p:nvGrpSpPr>
          <p:cNvPr id="22" name="Group 109">
            <a:extLst>
              <a:ext uri="{FF2B5EF4-FFF2-40B4-BE49-F238E27FC236}">
                <a16:creationId xmlns:a16="http://schemas.microsoft.com/office/drawing/2014/main" id="{F5A59D4E-0E07-403B-82BB-4217634E0CDD}"/>
              </a:ext>
            </a:extLst>
          </p:cNvPr>
          <p:cNvGrpSpPr/>
          <p:nvPr/>
        </p:nvGrpSpPr>
        <p:grpSpPr>
          <a:xfrm>
            <a:off x="3802739" y="3955971"/>
            <a:ext cx="1592588" cy="627049"/>
            <a:chOff x="3233964" y="1938957"/>
            <a:chExt cx="1410044" cy="513040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724685E-A35F-483D-8DF1-73405CDBF504}"/>
                </a:ext>
              </a:extLst>
            </p:cNvPr>
            <p:cNvSpPr txBox="1"/>
            <p:nvPr/>
          </p:nvSpPr>
          <p:spPr>
            <a:xfrm>
              <a:off x="3233964" y="1938957"/>
              <a:ext cx="1400519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600" b="1" dirty="0">
                  <a:solidFill>
                    <a:schemeClr val="bg1"/>
                  </a:solidFill>
                  <a:cs typeface="Arial" pitchFamily="34" charset="0"/>
                </a:rPr>
                <a:t>Data needed</a:t>
              </a:r>
              <a:endParaRPr lang="ko-KR" altLang="en-US" sz="16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F069B9C-0D89-45C4-94C5-A037F26D0E68}"/>
                </a:ext>
              </a:extLst>
            </p:cNvPr>
            <p:cNvSpPr txBox="1"/>
            <p:nvPr/>
          </p:nvSpPr>
          <p:spPr>
            <a:xfrm>
              <a:off x="3243489" y="2225361"/>
              <a:ext cx="1400519" cy="22663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endParaRPr lang="en-US" altLang="ko-KR" sz="12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5" name="Group 109">
            <a:extLst>
              <a:ext uri="{FF2B5EF4-FFF2-40B4-BE49-F238E27FC236}">
                <a16:creationId xmlns:a16="http://schemas.microsoft.com/office/drawing/2014/main" id="{8C09081E-46B6-4F18-BE09-566603F29CD0}"/>
              </a:ext>
            </a:extLst>
          </p:cNvPr>
          <p:cNvGrpSpPr/>
          <p:nvPr/>
        </p:nvGrpSpPr>
        <p:grpSpPr>
          <a:xfrm>
            <a:off x="5952261" y="3102193"/>
            <a:ext cx="1613041" cy="636900"/>
            <a:chOff x="3215855" y="1930896"/>
            <a:chExt cx="1428153" cy="521100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1D65774-2D25-4446-B04A-631405F71CE0}"/>
                </a:ext>
              </a:extLst>
            </p:cNvPr>
            <p:cNvSpPr txBox="1"/>
            <p:nvPr/>
          </p:nvSpPr>
          <p:spPr>
            <a:xfrm>
              <a:off x="3215855" y="1930896"/>
              <a:ext cx="1400519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600" b="1" dirty="0">
                  <a:solidFill>
                    <a:schemeClr val="bg1"/>
                  </a:solidFill>
                  <a:cs typeface="Arial" pitchFamily="34" charset="0"/>
                </a:rPr>
                <a:t>Analysis</a:t>
              </a:r>
              <a:endParaRPr lang="ko-KR" altLang="en-US" sz="16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04D6393C-9017-40EA-9A2C-30F1374D9754}"/>
                </a:ext>
              </a:extLst>
            </p:cNvPr>
            <p:cNvSpPr txBox="1"/>
            <p:nvPr/>
          </p:nvSpPr>
          <p:spPr>
            <a:xfrm>
              <a:off x="3243489" y="2225360"/>
              <a:ext cx="1400519" cy="22663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endParaRPr lang="en-US" altLang="ko-KR" sz="12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8" name="Group 109">
            <a:extLst>
              <a:ext uri="{FF2B5EF4-FFF2-40B4-BE49-F238E27FC236}">
                <a16:creationId xmlns:a16="http://schemas.microsoft.com/office/drawing/2014/main" id="{3AEA9586-CB79-488C-8D63-890C51C8EAB2}"/>
              </a:ext>
            </a:extLst>
          </p:cNvPr>
          <p:cNvGrpSpPr/>
          <p:nvPr/>
        </p:nvGrpSpPr>
        <p:grpSpPr>
          <a:xfrm>
            <a:off x="8162179" y="2221672"/>
            <a:ext cx="1589021" cy="673494"/>
            <a:chOff x="3243489" y="1900955"/>
            <a:chExt cx="1406886" cy="551041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35D585F9-C9E2-4836-AB2D-71D50DB59C49}"/>
                </a:ext>
              </a:extLst>
            </p:cNvPr>
            <p:cNvSpPr txBox="1"/>
            <p:nvPr/>
          </p:nvSpPr>
          <p:spPr>
            <a:xfrm>
              <a:off x="3249856" y="1900955"/>
              <a:ext cx="1400519" cy="30218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PK" sz="1800" dirty="0">
                  <a:solidFill>
                    <a:schemeClr val="bg1"/>
                  </a:solidFill>
                  <a:effectLst/>
                  <a:latin typeface="Aptos"/>
                  <a:ea typeface="Aptos"/>
                  <a:cs typeface="Arial" panose="020B0604020202020204" pitchFamily="34" charset="0"/>
                </a:rPr>
                <a:t>Decision</a:t>
              </a:r>
              <a:endParaRPr lang="ko-KR" altLang="en-US" sz="12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382FFF93-236C-49B2-8446-D6FB33AC9F4F}"/>
                </a:ext>
              </a:extLst>
            </p:cNvPr>
            <p:cNvSpPr txBox="1"/>
            <p:nvPr/>
          </p:nvSpPr>
          <p:spPr>
            <a:xfrm>
              <a:off x="3243489" y="2225360"/>
              <a:ext cx="1400519" cy="22663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endParaRPr lang="en-US" altLang="ko-KR" sz="1200" dirty="0">
                <a:solidFill>
                  <a:schemeClr val="bg1"/>
                </a:solidFill>
              </a:endParaRPr>
            </a:p>
          </p:txBody>
        </p:sp>
      </p:grpSp>
      <p:sp>
        <p:nvSpPr>
          <p:cNvPr id="31" name="Rectangle 30">
            <a:extLst>
              <a:ext uri="{FF2B5EF4-FFF2-40B4-BE49-F238E27FC236}">
                <a16:creationId xmlns:a16="http://schemas.microsoft.com/office/drawing/2014/main" id="{8AF2C36D-6FA5-4934-94A3-623C95970ABC}"/>
              </a:ext>
            </a:extLst>
          </p:cNvPr>
          <p:cNvSpPr/>
          <p:nvPr/>
        </p:nvSpPr>
        <p:spPr>
          <a:xfrm>
            <a:off x="3474452" y="4158437"/>
            <a:ext cx="317209" cy="316282"/>
          </a:xfrm>
          <a:custGeom>
            <a:avLst/>
            <a:gdLst/>
            <a:ahLst/>
            <a:cxnLst/>
            <a:rect l="l" t="t" r="r" b="b"/>
            <a:pathLst>
              <a:path w="3240000" h="3230531">
                <a:moveTo>
                  <a:pt x="720000" y="2697973"/>
                </a:moveTo>
                <a:cubicBezTo>
                  <a:pt x="680235" y="2697973"/>
                  <a:pt x="648000" y="2730208"/>
                  <a:pt x="648000" y="2769973"/>
                </a:cubicBezTo>
                <a:cubicBezTo>
                  <a:pt x="648000" y="2809738"/>
                  <a:pt x="680235" y="2841973"/>
                  <a:pt x="720000" y="2841973"/>
                </a:cubicBezTo>
                <a:lnTo>
                  <a:pt x="2520000" y="2841973"/>
                </a:lnTo>
                <a:cubicBezTo>
                  <a:pt x="2559765" y="2841973"/>
                  <a:pt x="2592000" y="2809738"/>
                  <a:pt x="2592000" y="2769973"/>
                </a:cubicBezTo>
                <a:cubicBezTo>
                  <a:pt x="2592000" y="2730208"/>
                  <a:pt x="2559765" y="2697973"/>
                  <a:pt x="2520000" y="2697973"/>
                </a:cubicBezTo>
                <a:close/>
                <a:moveTo>
                  <a:pt x="720000" y="2366733"/>
                </a:moveTo>
                <a:cubicBezTo>
                  <a:pt x="680235" y="2366733"/>
                  <a:pt x="648000" y="2398968"/>
                  <a:pt x="648000" y="2438733"/>
                </a:cubicBezTo>
                <a:cubicBezTo>
                  <a:pt x="648000" y="2478498"/>
                  <a:pt x="680235" y="2510733"/>
                  <a:pt x="720000" y="2510733"/>
                </a:cubicBezTo>
                <a:lnTo>
                  <a:pt x="2520000" y="2510733"/>
                </a:lnTo>
                <a:cubicBezTo>
                  <a:pt x="2559765" y="2510733"/>
                  <a:pt x="2592000" y="2478498"/>
                  <a:pt x="2592000" y="2438733"/>
                </a:cubicBezTo>
                <a:cubicBezTo>
                  <a:pt x="2592000" y="2398968"/>
                  <a:pt x="2559765" y="2366733"/>
                  <a:pt x="2520000" y="2366733"/>
                </a:cubicBezTo>
                <a:close/>
                <a:moveTo>
                  <a:pt x="720000" y="2035493"/>
                </a:moveTo>
                <a:cubicBezTo>
                  <a:pt x="680235" y="2035493"/>
                  <a:pt x="648000" y="2067728"/>
                  <a:pt x="648000" y="2107493"/>
                </a:cubicBezTo>
                <a:cubicBezTo>
                  <a:pt x="648000" y="2147258"/>
                  <a:pt x="680235" y="2179493"/>
                  <a:pt x="720000" y="2179493"/>
                </a:cubicBezTo>
                <a:lnTo>
                  <a:pt x="2520000" y="2179493"/>
                </a:lnTo>
                <a:cubicBezTo>
                  <a:pt x="2559765" y="2179493"/>
                  <a:pt x="2592000" y="2147258"/>
                  <a:pt x="2592000" y="2107493"/>
                </a:cubicBezTo>
                <a:cubicBezTo>
                  <a:pt x="2592000" y="2067728"/>
                  <a:pt x="2559765" y="2035493"/>
                  <a:pt x="2520000" y="2035493"/>
                </a:cubicBezTo>
                <a:close/>
                <a:moveTo>
                  <a:pt x="720000" y="1704253"/>
                </a:moveTo>
                <a:cubicBezTo>
                  <a:pt x="680235" y="1704253"/>
                  <a:pt x="648000" y="1736488"/>
                  <a:pt x="648000" y="1776253"/>
                </a:cubicBezTo>
                <a:cubicBezTo>
                  <a:pt x="648000" y="1816018"/>
                  <a:pt x="680235" y="1848253"/>
                  <a:pt x="720000" y="1848253"/>
                </a:cubicBezTo>
                <a:lnTo>
                  <a:pt x="2520000" y="1848253"/>
                </a:lnTo>
                <a:cubicBezTo>
                  <a:pt x="2559765" y="1848253"/>
                  <a:pt x="2592000" y="1816018"/>
                  <a:pt x="2592000" y="1776253"/>
                </a:cubicBezTo>
                <a:cubicBezTo>
                  <a:pt x="2592000" y="1736488"/>
                  <a:pt x="2559765" y="1704253"/>
                  <a:pt x="2520000" y="1704253"/>
                </a:cubicBezTo>
                <a:close/>
                <a:moveTo>
                  <a:pt x="720000" y="1373013"/>
                </a:moveTo>
                <a:cubicBezTo>
                  <a:pt x="680235" y="1373013"/>
                  <a:pt x="648000" y="1405248"/>
                  <a:pt x="648000" y="1445013"/>
                </a:cubicBezTo>
                <a:cubicBezTo>
                  <a:pt x="648000" y="1484778"/>
                  <a:pt x="680235" y="1517013"/>
                  <a:pt x="720000" y="1517013"/>
                </a:cubicBezTo>
                <a:lnTo>
                  <a:pt x="2520000" y="1517013"/>
                </a:lnTo>
                <a:cubicBezTo>
                  <a:pt x="2559765" y="1517013"/>
                  <a:pt x="2592000" y="1484778"/>
                  <a:pt x="2592000" y="1445013"/>
                </a:cubicBezTo>
                <a:cubicBezTo>
                  <a:pt x="2592000" y="1405248"/>
                  <a:pt x="2559765" y="1373013"/>
                  <a:pt x="2520000" y="1373013"/>
                </a:cubicBezTo>
                <a:close/>
                <a:moveTo>
                  <a:pt x="720000" y="1041773"/>
                </a:moveTo>
                <a:cubicBezTo>
                  <a:pt x="680235" y="1041773"/>
                  <a:pt x="648000" y="1074008"/>
                  <a:pt x="648000" y="1113773"/>
                </a:cubicBezTo>
                <a:cubicBezTo>
                  <a:pt x="648000" y="1153538"/>
                  <a:pt x="680235" y="1185773"/>
                  <a:pt x="720000" y="1185773"/>
                </a:cubicBezTo>
                <a:lnTo>
                  <a:pt x="2520000" y="1185773"/>
                </a:lnTo>
                <a:cubicBezTo>
                  <a:pt x="2559765" y="1185773"/>
                  <a:pt x="2592000" y="1153538"/>
                  <a:pt x="2592000" y="1113773"/>
                </a:cubicBezTo>
                <a:cubicBezTo>
                  <a:pt x="2592000" y="1074008"/>
                  <a:pt x="2559765" y="1041773"/>
                  <a:pt x="2520000" y="1041773"/>
                </a:cubicBezTo>
                <a:close/>
                <a:moveTo>
                  <a:pt x="0" y="305988"/>
                </a:moveTo>
                <a:lnTo>
                  <a:pt x="181957" y="305988"/>
                </a:lnTo>
                <a:lnTo>
                  <a:pt x="181957" y="470032"/>
                </a:lnTo>
                <a:cubicBezTo>
                  <a:pt x="181957" y="599267"/>
                  <a:pt x="286722" y="704032"/>
                  <a:pt x="415957" y="704032"/>
                </a:cubicBezTo>
                <a:cubicBezTo>
                  <a:pt x="545192" y="704032"/>
                  <a:pt x="649957" y="599267"/>
                  <a:pt x="649957" y="470032"/>
                </a:cubicBezTo>
                <a:lnTo>
                  <a:pt x="649957" y="305988"/>
                </a:lnTo>
                <a:lnTo>
                  <a:pt x="802357" y="305988"/>
                </a:lnTo>
                <a:lnTo>
                  <a:pt x="802357" y="470031"/>
                </a:lnTo>
                <a:cubicBezTo>
                  <a:pt x="802357" y="599266"/>
                  <a:pt x="907122" y="704031"/>
                  <a:pt x="1036357" y="704031"/>
                </a:cubicBezTo>
                <a:cubicBezTo>
                  <a:pt x="1165592" y="704031"/>
                  <a:pt x="1270357" y="599266"/>
                  <a:pt x="1270357" y="470031"/>
                </a:cubicBezTo>
                <a:lnTo>
                  <a:pt x="1270357" y="305988"/>
                </a:lnTo>
                <a:lnTo>
                  <a:pt x="1422757" y="305988"/>
                </a:lnTo>
                <a:lnTo>
                  <a:pt x="1422757" y="470030"/>
                </a:lnTo>
                <a:cubicBezTo>
                  <a:pt x="1422757" y="599265"/>
                  <a:pt x="1527522" y="704030"/>
                  <a:pt x="1656757" y="704030"/>
                </a:cubicBezTo>
                <a:cubicBezTo>
                  <a:pt x="1785992" y="704030"/>
                  <a:pt x="1890757" y="599265"/>
                  <a:pt x="1890757" y="470030"/>
                </a:cubicBezTo>
                <a:lnTo>
                  <a:pt x="1890757" y="305988"/>
                </a:lnTo>
                <a:lnTo>
                  <a:pt x="2043157" y="305988"/>
                </a:lnTo>
                <a:lnTo>
                  <a:pt x="2043157" y="470029"/>
                </a:lnTo>
                <a:cubicBezTo>
                  <a:pt x="2043157" y="599264"/>
                  <a:pt x="2147922" y="704029"/>
                  <a:pt x="2277157" y="704029"/>
                </a:cubicBezTo>
                <a:cubicBezTo>
                  <a:pt x="2406392" y="704029"/>
                  <a:pt x="2511157" y="599264"/>
                  <a:pt x="2511157" y="470029"/>
                </a:cubicBezTo>
                <a:lnTo>
                  <a:pt x="2511157" y="305988"/>
                </a:lnTo>
                <a:lnTo>
                  <a:pt x="2663557" y="305988"/>
                </a:lnTo>
                <a:lnTo>
                  <a:pt x="2663557" y="470028"/>
                </a:lnTo>
                <a:cubicBezTo>
                  <a:pt x="2663557" y="599263"/>
                  <a:pt x="2768322" y="704028"/>
                  <a:pt x="2897557" y="704028"/>
                </a:cubicBezTo>
                <a:cubicBezTo>
                  <a:pt x="3026792" y="704028"/>
                  <a:pt x="3131557" y="599263"/>
                  <a:pt x="3131557" y="470028"/>
                </a:cubicBezTo>
                <a:lnTo>
                  <a:pt x="3131557" y="305988"/>
                </a:lnTo>
                <a:lnTo>
                  <a:pt x="3240000" y="305988"/>
                </a:lnTo>
                <a:lnTo>
                  <a:pt x="3240000" y="3230531"/>
                </a:lnTo>
                <a:lnTo>
                  <a:pt x="0" y="3230531"/>
                </a:lnTo>
                <a:close/>
                <a:moveTo>
                  <a:pt x="415957" y="4"/>
                </a:moveTo>
                <a:cubicBezTo>
                  <a:pt x="485545" y="4"/>
                  <a:pt x="541957" y="56416"/>
                  <a:pt x="541957" y="126004"/>
                </a:cubicBezTo>
                <a:lnTo>
                  <a:pt x="541957" y="485972"/>
                </a:lnTo>
                <a:cubicBezTo>
                  <a:pt x="541957" y="555560"/>
                  <a:pt x="485545" y="611972"/>
                  <a:pt x="415957" y="611972"/>
                </a:cubicBezTo>
                <a:cubicBezTo>
                  <a:pt x="346369" y="611972"/>
                  <a:pt x="289957" y="555560"/>
                  <a:pt x="289957" y="485972"/>
                </a:cubicBezTo>
                <a:lnTo>
                  <a:pt x="289957" y="126004"/>
                </a:lnTo>
                <a:cubicBezTo>
                  <a:pt x="289957" y="56416"/>
                  <a:pt x="346369" y="4"/>
                  <a:pt x="415957" y="4"/>
                </a:cubicBezTo>
                <a:close/>
                <a:moveTo>
                  <a:pt x="1036357" y="3"/>
                </a:moveTo>
                <a:cubicBezTo>
                  <a:pt x="1105945" y="3"/>
                  <a:pt x="1162357" y="56415"/>
                  <a:pt x="1162357" y="126003"/>
                </a:cubicBezTo>
                <a:lnTo>
                  <a:pt x="1162357" y="485971"/>
                </a:lnTo>
                <a:cubicBezTo>
                  <a:pt x="1162357" y="555559"/>
                  <a:pt x="1105945" y="611971"/>
                  <a:pt x="1036357" y="611971"/>
                </a:cubicBezTo>
                <a:cubicBezTo>
                  <a:pt x="966769" y="611971"/>
                  <a:pt x="910357" y="555559"/>
                  <a:pt x="910357" y="485971"/>
                </a:cubicBezTo>
                <a:lnTo>
                  <a:pt x="910357" y="126003"/>
                </a:lnTo>
                <a:cubicBezTo>
                  <a:pt x="910357" y="56415"/>
                  <a:pt x="966769" y="3"/>
                  <a:pt x="1036357" y="3"/>
                </a:cubicBezTo>
                <a:close/>
                <a:moveTo>
                  <a:pt x="1656757" y="2"/>
                </a:moveTo>
                <a:cubicBezTo>
                  <a:pt x="1726345" y="2"/>
                  <a:pt x="1782757" y="56414"/>
                  <a:pt x="1782757" y="126002"/>
                </a:cubicBezTo>
                <a:lnTo>
                  <a:pt x="1782757" y="485970"/>
                </a:lnTo>
                <a:cubicBezTo>
                  <a:pt x="1782757" y="555558"/>
                  <a:pt x="1726345" y="611970"/>
                  <a:pt x="1656757" y="611970"/>
                </a:cubicBezTo>
                <a:cubicBezTo>
                  <a:pt x="1587169" y="611970"/>
                  <a:pt x="1530757" y="555558"/>
                  <a:pt x="1530757" y="485970"/>
                </a:cubicBezTo>
                <a:lnTo>
                  <a:pt x="1530757" y="126002"/>
                </a:lnTo>
                <a:cubicBezTo>
                  <a:pt x="1530757" y="56414"/>
                  <a:pt x="1587169" y="2"/>
                  <a:pt x="1656757" y="2"/>
                </a:cubicBezTo>
                <a:close/>
                <a:moveTo>
                  <a:pt x="2277157" y="1"/>
                </a:moveTo>
                <a:cubicBezTo>
                  <a:pt x="2346745" y="1"/>
                  <a:pt x="2403157" y="56413"/>
                  <a:pt x="2403157" y="126001"/>
                </a:cubicBezTo>
                <a:lnTo>
                  <a:pt x="2403157" y="485969"/>
                </a:lnTo>
                <a:cubicBezTo>
                  <a:pt x="2403157" y="555557"/>
                  <a:pt x="2346745" y="611969"/>
                  <a:pt x="2277157" y="611969"/>
                </a:cubicBezTo>
                <a:cubicBezTo>
                  <a:pt x="2207569" y="611969"/>
                  <a:pt x="2151157" y="555557"/>
                  <a:pt x="2151157" y="485969"/>
                </a:cubicBezTo>
                <a:lnTo>
                  <a:pt x="2151157" y="126001"/>
                </a:lnTo>
                <a:cubicBezTo>
                  <a:pt x="2151157" y="56413"/>
                  <a:pt x="2207569" y="1"/>
                  <a:pt x="2277157" y="1"/>
                </a:cubicBezTo>
                <a:close/>
                <a:moveTo>
                  <a:pt x="2897557" y="0"/>
                </a:moveTo>
                <a:cubicBezTo>
                  <a:pt x="2967145" y="0"/>
                  <a:pt x="3023557" y="56412"/>
                  <a:pt x="3023557" y="126000"/>
                </a:cubicBezTo>
                <a:lnTo>
                  <a:pt x="3023557" y="485968"/>
                </a:lnTo>
                <a:cubicBezTo>
                  <a:pt x="3023557" y="555556"/>
                  <a:pt x="2967145" y="611968"/>
                  <a:pt x="2897557" y="611968"/>
                </a:cubicBezTo>
                <a:cubicBezTo>
                  <a:pt x="2827969" y="611968"/>
                  <a:pt x="2771557" y="555556"/>
                  <a:pt x="2771557" y="485968"/>
                </a:cubicBezTo>
                <a:lnTo>
                  <a:pt x="2771557" y="126000"/>
                </a:lnTo>
                <a:cubicBezTo>
                  <a:pt x="2771557" y="56412"/>
                  <a:pt x="2827969" y="0"/>
                  <a:pt x="289755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2" name="Frame 17">
            <a:extLst>
              <a:ext uri="{FF2B5EF4-FFF2-40B4-BE49-F238E27FC236}">
                <a16:creationId xmlns:a16="http://schemas.microsoft.com/office/drawing/2014/main" id="{8CE30726-3AE5-41A7-8D31-029754982A69}"/>
              </a:ext>
            </a:extLst>
          </p:cNvPr>
          <p:cNvSpPr/>
          <p:nvPr/>
        </p:nvSpPr>
        <p:spPr>
          <a:xfrm>
            <a:off x="1161241" y="5010837"/>
            <a:ext cx="318434" cy="318434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415456" y="380544"/>
                </a:moveTo>
                <a:lnTo>
                  <a:pt x="415456" y="385333"/>
                </a:lnTo>
                <a:lnTo>
                  <a:pt x="385333" y="385333"/>
                </a:lnTo>
                <a:lnTo>
                  <a:pt x="385333" y="2854667"/>
                </a:lnTo>
                <a:lnTo>
                  <a:pt x="1529120" y="2854667"/>
                </a:lnTo>
                <a:cubicBezTo>
                  <a:pt x="1267123" y="2430711"/>
                  <a:pt x="997530" y="1721825"/>
                  <a:pt x="436017" y="1672600"/>
                </a:cubicBezTo>
                <a:lnTo>
                  <a:pt x="600235" y="1185112"/>
                </a:lnTo>
                <a:cubicBezTo>
                  <a:pt x="1132790" y="1359573"/>
                  <a:pt x="1278822" y="1550851"/>
                  <a:pt x="1544730" y="1923929"/>
                </a:cubicBezTo>
                <a:cubicBezTo>
                  <a:pt x="1789452" y="1379400"/>
                  <a:pt x="1927092" y="1088696"/>
                  <a:pt x="2233403" y="596568"/>
                </a:cubicBezTo>
                <a:lnTo>
                  <a:pt x="2770666" y="596568"/>
                </a:lnTo>
                <a:cubicBezTo>
                  <a:pt x="2331495" y="1220469"/>
                  <a:pt x="1907612" y="2113878"/>
                  <a:pt x="1578489" y="2854667"/>
                </a:cubicBezTo>
                <a:lnTo>
                  <a:pt x="2854667" y="2854667"/>
                </a:lnTo>
                <a:lnTo>
                  <a:pt x="2854667" y="596568"/>
                </a:lnTo>
                <a:lnTo>
                  <a:pt x="2858395" y="596568"/>
                </a:lnTo>
                <a:lnTo>
                  <a:pt x="2858395" y="380544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3240000" y="3240000"/>
                </a:lnTo>
                <a:lnTo>
                  <a:pt x="0" y="3240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3" name="Donut 39">
            <a:extLst>
              <a:ext uri="{FF2B5EF4-FFF2-40B4-BE49-F238E27FC236}">
                <a16:creationId xmlns:a16="http://schemas.microsoft.com/office/drawing/2014/main" id="{07A671EA-06EE-4A30-9930-8514287942A8}"/>
              </a:ext>
            </a:extLst>
          </p:cNvPr>
          <p:cNvSpPr/>
          <p:nvPr/>
        </p:nvSpPr>
        <p:spPr>
          <a:xfrm>
            <a:off x="5535184" y="3288750"/>
            <a:ext cx="404132" cy="404132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1152300" y="922782"/>
                </a:moveTo>
                <a:lnTo>
                  <a:pt x="2354400" y="1620000"/>
                </a:lnTo>
                <a:lnTo>
                  <a:pt x="1152300" y="2317218"/>
                </a:lnTo>
                <a:close/>
                <a:moveTo>
                  <a:pt x="1620000" y="342403"/>
                </a:moveTo>
                <a:cubicBezTo>
                  <a:pt x="914403" y="342403"/>
                  <a:pt x="342403" y="914403"/>
                  <a:pt x="342403" y="1620000"/>
                </a:cubicBezTo>
                <a:cubicBezTo>
                  <a:pt x="342403" y="2325597"/>
                  <a:pt x="914403" y="2897597"/>
                  <a:pt x="1620000" y="2897597"/>
                </a:cubicBezTo>
                <a:cubicBezTo>
                  <a:pt x="2325597" y="2897597"/>
                  <a:pt x="2897597" y="2325597"/>
                  <a:pt x="2897597" y="1620000"/>
                </a:cubicBezTo>
                <a:cubicBezTo>
                  <a:pt x="2897597" y="914403"/>
                  <a:pt x="2325597" y="342403"/>
                  <a:pt x="1620000" y="342403"/>
                </a:cubicBez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4" name="Rectangle 130">
            <a:extLst>
              <a:ext uri="{FF2B5EF4-FFF2-40B4-BE49-F238E27FC236}">
                <a16:creationId xmlns:a16="http://schemas.microsoft.com/office/drawing/2014/main" id="{4C66E8C8-B277-494D-8EDE-744E097C510E}"/>
              </a:ext>
            </a:extLst>
          </p:cNvPr>
          <p:cNvSpPr/>
          <p:nvPr/>
        </p:nvSpPr>
        <p:spPr>
          <a:xfrm>
            <a:off x="7684799" y="2495095"/>
            <a:ext cx="338397" cy="339933"/>
          </a:xfrm>
          <a:custGeom>
            <a:avLst/>
            <a:gdLst/>
            <a:ahLst/>
            <a:cxnLst/>
            <a:rect l="l" t="t" r="r" b="b"/>
            <a:pathLst>
              <a:path w="371900" h="373588">
                <a:moveTo>
                  <a:pt x="297080" y="129105"/>
                </a:moveTo>
                <a:lnTo>
                  <a:pt x="284273" y="219737"/>
                </a:lnTo>
                <a:lnTo>
                  <a:pt x="305496" y="219737"/>
                </a:lnTo>
                <a:lnTo>
                  <a:pt x="333001" y="129105"/>
                </a:lnTo>
                <a:close/>
                <a:moveTo>
                  <a:pt x="228265" y="129105"/>
                </a:moveTo>
                <a:lnTo>
                  <a:pt x="228265" y="219737"/>
                </a:lnTo>
                <a:lnTo>
                  <a:pt x="250807" y="219737"/>
                </a:lnTo>
                <a:lnTo>
                  <a:pt x="263614" y="129105"/>
                </a:lnTo>
                <a:close/>
                <a:moveTo>
                  <a:pt x="157021" y="129105"/>
                </a:moveTo>
                <a:lnTo>
                  <a:pt x="175826" y="219737"/>
                </a:lnTo>
                <a:lnTo>
                  <a:pt x="195129" y="219737"/>
                </a:lnTo>
                <a:lnTo>
                  <a:pt x="195129" y="129105"/>
                </a:lnTo>
                <a:close/>
                <a:moveTo>
                  <a:pt x="93087" y="129105"/>
                </a:moveTo>
                <a:lnTo>
                  <a:pt x="117372" y="219737"/>
                </a:lnTo>
                <a:lnTo>
                  <a:pt x="141984" y="219737"/>
                </a:lnTo>
                <a:lnTo>
                  <a:pt x="123179" y="129105"/>
                </a:lnTo>
                <a:close/>
                <a:moveTo>
                  <a:pt x="58494" y="0"/>
                </a:moveTo>
                <a:lnTo>
                  <a:pt x="84208" y="95969"/>
                </a:lnTo>
                <a:lnTo>
                  <a:pt x="354346" y="95969"/>
                </a:lnTo>
                <a:lnTo>
                  <a:pt x="354346" y="97437"/>
                </a:lnTo>
                <a:cubicBezTo>
                  <a:pt x="356087" y="96136"/>
                  <a:pt x="357928" y="96353"/>
                  <a:pt x="359747" y="96905"/>
                </a:cubicBezTo>
                <a:lnTo>
                  <a:pt x="360371" y="97095"/>
                </a:lnTo>
                <a:cubicBezTo>
                  <a:pt x="368954" y="99700"/>
                  <a:pt x="373801" y="108770"/>
                  <a:pt x="371196" y="117354"/>
                </a:cubicBezTo>
                <a:lnTo>
                  <a:pt x="333339" y="242097"/>
                </a:lnTo>
                <a:cubicBezTo>
                  <a:pt x="331591" y="247858"/>
                  <a:pt x="326929" y="251935"/>
                  <a:pt x="321206" y="252122"/>
                </a:cubicBezTo>
                <a:lnTo>
                  <a:pt x="321206" y="252873"/>
                </a:lnTo>
                <a:lnTo>
                  <a:pt x="313576" y="252873"/>
                </a:lnTo>
                <a:cubicBezTo>
                  <a:pt x="313378" y="253010"/>
                  <a:pt x="313229" y="252967"/>
                  <a:pt x="313080" y="252922"/>
                </a:cubicBezTo>
                <a:lnTo>
                  <a:pt x="312919" y="252873"/>
                </a:lnTo>
                <a:lnTo>
                  <a:pt x="126251" y="252873"/>
                </a:lnTo>
                <a:lnTo>
                  <a:pt x="133971" y="281687"/>
                </a:lnTo>
                <a:lnTo>
                  <a:pt x="321075" y="281687"/>
                </a:lnTo>
                <a:lnTo>
                  <a:pt x="321075" y="314823"/>
                </a:lnTo>
                <a:lnTo>
                  <a:pt x="318480" y="314823"/>
                </a:lnTo>
                <a:cubicBezTo>
                  <a:pt x="329614" y="318311"/>
                  <a:pt x="336414" y="328969"/>
                  <a:pt x="336414" y="341215"/>
                </a:cubicBezTo>
                <a:cubicBezTo>
                  <a:pt x="336414" y="359094"/>
                  <a:pt x="321920" y="373588"/>
                  <a:pt x="304041" y="373588"/>
                </a:cubicBezTo>
                <a:cubicBezTo>
                  <a:pt x="286162" y="373588"/>
                  <a:pt x="271668" y="359094"/>
                  <a:pt x="271668" y="341215"/>
                </a:cubicBezTo>
                <a:cubicBezTo>
                  <a:pt x="271668" y="328969"/>
                  <a:pt x="278468" y="318311"/>
                  <a:pt x="289602" y="314823"/>
                </a:cubicBezTo>
                <a:lnTo>
                  <a:pt x="142850" y="314823"/>
                </a:lnTo>
                <a:lnTo>
                  <a:pt x="143397" y="316865"/>
                </a:lnTo>
                <a:cubicBezTo>
                  <a:pt x="151629" y="321811"/>
                  <a:pt x="156401" y="330956"/>
                  <a:pt x="156401" y="341215"/>
                </a:cubicBezTo>
                <a:cubicBezTo>
                  <a:pt x="156401" y="359094"/>
                  <a:pt x="141907" y="373588"/>
                  <a:pt x="124028" y="373588"/>
                </a:cubicBezTo>
                <a:cubicBezTo>
                  <a:pt x="106149" y="373588"/>
                  <a:pt x="91655" y="359094"/>
                  <a:pt x="91655" y="341215"/>
                </a:cubicBezTo>
                <a:cubicBezTo>
                  <a:pt x="91655" y="329356"/>
                  <a:pt x="98032" y="318986"/>
                  <a:pt x="108649" y="315212"/>
                </a:cubicBezTo>
                <a:lnTo>
                  <a:pt x="33542" y="34909"/>
                </a:lnTo>
                <a:lnTo>
                  <a:pt x="0" y="34909"/>
                </a:lnTo>
                <a:lnTo>
                  <a:pt x="0" y="1773"/>
                </a:lnTo>
                <a:lnTo>
                  <a:pt x="51879" y="177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5" name="Graphic 46">
            <a:extLst>
              <a:ext uri="{FF2B5EF4-FFF2-40B4-BE49-F238E27FC236}">
                <a16:creationId xmlns:a16="http://schemas.microsoft.com/office/drawing/2014/main" id="{7079D4A1-B45F-4140-BF90-DC0D9F88AD59}"/>
              </a:ext>
            </a:extLst>
          </p:cNvPr>
          <p:cNvSpPr/>
          <p:nvPr/>
        </p:nvSpPr>
        <p:spPr>
          <a:xfrm rot="20395817">
            <a:off x="992934" y="1625782"/>
            <a:ext cx="2356748" cy="2710941"/>
          </a:xfrm>
          <a:custGeom>
            <a:avLst/>
            <a:gdLst>
              <a:gd name="connsiteX0" fmla="*/ 104368 w 5961980"/>
              <a:gd name="connsiteY0" fmla="*/ 2552216 h 6858000"/>
              <a:gd name="connsiteX1" fmla="*/ 255313 w 5961980"/>
              <a:gd name="connsiteY1" fmla="*/ 2883054 h 6858000"/>
              <a:gd name="connsiteX2" fmla="*/ 775694 w 5961980"/>
              <a:gd name="connsiteY2" fmla="*/ 4027203 h 6858000"/>
              <a:gd name="connsiteX3" fmla="*/ 956965 w 5961980"/>
              <a:gd name="connsiteY3" fmla="*/ 4084410 h 6858000"/>
              <a:gd name="connsiteX4" fmla="*/ 1439438 w 5961980"/>
              <a:gd name="connsiteY4" fmla="*/ 3781831 h 6858000"/>
              <a:gd name="connsiteX5" fmla="*/ 2087329 w 5961980"/>
              <a:gd name="connsiteY5" fmla="*/ 3384136 h 6858000"/>
              <a:gd name="connsiteX6" fmla="*/ 2136955 w 5961980"/>
              <a:gd name="connsiteY6" fmla="*/ 3218717 h 6858000"/>
              <a:gd name="connsiteX7" fmla="*/ 2034947 w 5961980"/>
              <a:gd name="connsiteY7" fmla="*/ 2971967 h 6858000"/>
              <a:gd name="connsiteX8" fmla="*/ 1844025 w 5961980"/>
              <a:gd name="connsiteY8" fmla="*/ 2617005 h 6858000"/>
              <a:gd name="connsiteX9" fmla="*/ 2038393 w 5961980"/>
              <a:gd name="connsiteY9" fmla="*/ 2572204 h 6858000"/>
              <a:gd name="connsiteX10" fmla="*/ 2122481 w 5961980"/>
              <a:gd name="connsiteY10" fmla="*/ 2191740 h 6858000"/>
              <a:gd name="connsiteX11" fmla="*/ 2136955 w 5961980"/>
              <a:gd name="connsiteY11" fmla="*/ 2158656 h 6858000"/>
              <a:gd name="connsiteX12" fmla="*/ 2451941 w 5961980"/>
              <a:gd name="connsiteY12" fmla="*/ 1705132 h 6858000"/>
              <a:gd name="connsiteX13" fmla="*/ 2638037 w 5961980"/>
              <a:gd name="connsiteY13" fmla="*/ 1526617 h 6858000"/>
              <a:gd name="connsiteX14" fmla="*/ 3055031 w 5961980"/>
              <a:gd name="connsiteY14" fmla="*/ 1408756 h 6858000"/>
              <a:gd name="connsiteX15" fmla="*/ 3072262 w 5961980"/>
              <a:gd name="connsiteY15" fmla="*/ 1435637 h 6858000"/>
              <a:gd name="connsiteX16" fmla="*/ 3000581 w 5961980"/>
              <a:gd name="connsiteY16" fmla="*/ 1607259 h 6858000"/>
              <a:gd name="connsiteX17" fmla="*/ 2736599 w 5961980"/>
              <a:gd name="connsiteY17" fmla="*/ 1895364 h 6858000"/>
              <a:gd name="connsiteX18" fmla="*/ 2685595 w 5961980"/>
              <a:gd name="connsiteY18" fmla="*/ 1956018 h 6858000"/>
              <a:gd name="connsiteX19" fmla="*/ 2171417 w 5961980"/>
              <a:gd name="connsiteY19" fmla="*/ 2837564 h 6858000"/>
              <a:gd name="connsiteX20" fmla="*/ 2163147 w 5961980"/>
              <a:gd name="connsiteY20" fmla="*/ 2894771 h 6858000"/>
              <a:gd name="connsiteX21" fmla="*/ 2234828 w 5961980"/>
              <a:gd name="connsiteY21" fmla="*/ 3050541 h 6858000"/>
              <a:gd name="connsiteX22" fmla="*/ 2400247 w 5961980"/>
              <a:gd name="connsiteY22" fmla="*/ 3365526 h 6858000"/>
              <a:gd name="connsiteX23" fmla="*/ 2658025 w 5961980"/>
              <a:gd name="connsiteY23" fmla="*/ 3505443 h 6858000"/>
              <a:gd name="connsiteX24" fmla="*/ 2691109 w 5961980"/>
              <a:gd name="connsiteY24" fmla="*/ 3768046 h 6858000"/>
              <a:gd name="connsiteX25" fmla="*/ 2600129 w 5961980"/>
              <a:gd name="connsiteY25" fmla="*/ 4579978 h 6858000"/>
              <a:gd name="connsiteX26" fmla="*/ 2482267 w 5961980"/>
              <a:gd name="connsiteY26" fmla="*/ 4634429 h 6858000"/>
              <a:gd name="connsiteX27" fmla="*/ 2179688 w 5961980"/>
              <a:gd name="connsiteY27" fmla="*/ 4865326 h 6858000"/>
              <a:gd name="connsiteX28" fmla="*/ 1788197 w 5961980"/>
              <a:gd name="connsiteY28" fmla="*/ 5180312 h 6858000"/>
              <a:gd name="connsiteX29" fmla="*/ 1668957 w 5961980"/>
              <a:gd name="connsiteY29" fmla="*/ 5269225 h 6858000"/>
              <a:gd name="connsiteX30" fmla="*/ 1225082 w 5961980"/>
              <a:gd name="connsiteY30" fmla="*/ 5487026 h 6858000"/>
              <a:gd name="connsiteX31" fmla="*/ 950073 w 5961980"/>
              <a:gd name="connsiteY31" fmla="*/ 5563533 h 6858000"/>
              <a:gd name="connsiteX32" fmla="*/ 735028 w 5961980"/>
              <a:gd name="connsiteY32" fmla="*/ 5601441 h 6858000"/>
              <a:gd name="connsiteX33" fmla="*/ 697120 w 5961980"/>
              <a:gd name="connsiteY33" fmla="*/ 5637971 h 6858000"/>
              <a:gd name="connsiteX34" fmla="*/ 722622 w 5961980"/>
              <a:gd name="connsiteY34" fmla="*/ 6007407 h 6858000"/>
              <a:gd name="connsiteX35" fmla="*/ 760530 w 5961980"/>
              <a:gd name="connsiteY35" fmla="*/ 6177651 h 6858000"/>
              <a:gd name="connsiteX36" fmla="*/ 1001077 w 5961980"/>
              <a:gd name="connsiteY36" fmla="*/ 6801419 h 6858000"/>
              <a:gd name="connsiteX37" fmla="*/ 1114114 w 5961980"/>
              <a:gd name="connsiteY37" fmla="*/ 6858626 h 6858000"/>
              <a:gd name="connsiteX38" fmla="*/ 1206473 w 5961980"/>
              <a:gd name="connsiteY38" fmla="*/ 6733183 h 6858000"/>
              <a:gd name="connsiteX39" fmla="*/ 1205094 w 5961980"/>
              <a:gd name="connsiteY39" fmla="*/ 6647028 h 6858000"/>
              <a:gd name="connsiteX40" fmla="*/ 1217501 w 5961980"/>
              <a:gd name="connsiteY40" fmla="*/ 6236237 h 6858000"/>
              <a:gd name="connsiteX41" fmla="*/ 1292628 w 5961980"/>
              <a:gd name="connsiteY41" fmla="*/ 6021192 h 6858000"/>
              <a:gd name="connsiteX42" fmla="*/ 1644144 w 5961980"/>
              <a:gd name="connsiteY42" fmla="*/ 6234169 h 6858000"/>
              <a:gd name="connsiteX43" fmla="*/ 1704798 w 5961980"/>
              <a:gd name="connsiteY43" fmla="*/ 6085981 h 6858000"/>
              <a:gd name="connsiteX44" fmla="*/ 1854364 w 5961980"/>
              <a:gd name="connsiteY44" fmla="*/ 5802701 h 6858000"/>
              <a:gd name="connsiteX45" fmla="*/ 2161768 w 5961980"/>
              <a:gd name="connsiteY45" fmla="*/ 5616605 h 6858000"/>
              <a:gd name="connsiteX46" fmla="*/ 2683527 w 5961980"/>
              <a:gd name="connsiteY46" fmla="*/ 5433265 h 6858000"/>
              <a:gd name="connsiteX47" fmla="*/ 3032286 w 5961980"/>
              <a:gd name="connsiteY47" fmla="*/ 5191340 h 6858000"/>
              <a:gd name="connsiteX48" fmla="*/ 3356921 w 5961980"/>
              <a:gd name="connsiteY48" fmla="*/ 4594452 h 6858000"/>
              <a:gd name="connsiteX49" fmla="*/ 3667082 w 5961980"/>
              <a:gd name="connsiteY49" fmla="*/ 4026514 h 6858000"/>
              <a:gd name="connsiteX50" fmla="*/ 3770469 w 5961980"/>
              <a:gd name="connsiteY50" fmla="*/ 4004458 h 6858000"/>
              <a:gd name="connsiteX51" fmla="*/ 4011016 w 5961980"/>
              <a:gd name="connsiteY51" fmla="*/ 4098195 h 6858000"/>
              <a:gd name="connsiteX52" fmla="*/ 4375627 w 5961980"/>
              <a:gd name="connsiteY52" fmla="*/ 4195379 h 6858000"/>
              <a:gd name="connsiteX53" fmla="*/ 4574819 w 5961980"/>
              <a:gd name="connsiteY53" fmla="*/ 4418006 h 6858000"/>
              <a:gd name="connsiteX54" fmla="*/ 4605146 w 5961980"/>
              <a:gd name="connsiteY54" fmla="*/ 4470388 h 6858000"/>
              <a:gd name="connsiteX55" fmla="*/ 4640298 w 5961980"/>
              <a:gd name="connsiteY55" fmla="*/ 4528974 h 6858000"/>
              <a:gd name="connsiteX56" fmla="*/ 4700951 w 5961980"/>
              <a:gd name="connsiteY56" fmla="*/ 4766075 h 6858000"/>
              <a:gd name="connsiteX57" fmla="*/ 4711290 w 5961980"/>
              <a:gd name="connsiteY57" fmla="*/ 4903235 h 6858000"/>
              <a:gd name="connsiteX58" fmla="*/ 4705087 w 5961980"/>
              <a:gd name="connsiteY58" fmla="*/ 4996972 h 6858000"/>
              <a:gd name="connsiteX59" fmla="*/ 4776079 w 5961980"/>
              <a:gd name="connsiteY59" fmla="*/ 5296105 h 6858000"/>
              <a:gd name="connsiteX60" fmla="*/ 4862924 w 5961980"/>
              <a:gd name="connsiteY60" fmla="*/ 5763414 h 6858000"/>
              <a:gd name="connsiteX61" fmla="*/ 4932538 w 5961980"/>
              <a:gd name="connsiteY61" fmla="*/ 5762036 h 6858000"/>
              <a:gd name="connsiteX62" fmla="*/ 4912550 w 5961980"/>
              <a:gd name="connsiteY62" fmla="*/ 6119065 h 6858000"/>
              <a:gd name="connsiteX63" fmla="*/ 4938052 w 5961980"/>
              <a:gd name="connsiteY63" fmla="*/ 6387182 h 6858000"/>
              <a:gd name="connsiteX64" fmla="*/ 5117256 w 5961980"/>
              <a:gd name="connsiteY64" fmla="*/ 6368572 h 6858000"/>
              <a:gd name="connsiteX65" fmla="*/ 5117256 w 5961980"/>
              <a:gd name="connsiteY65" fmla="*/ 6294134 h 6858000"/>
              <a:gd name="connsiteX66" fmla="*/ 5196519 w 5961980"/>
              <a:gd name="connsiteY66" fmla="*/ 6356166 h 6858000"/>
              <a:gd name="connsiteX67" fmla="*/ 5927120 w 5961980"/>
              <a:gd name="connsiteY67" fmla="*/ 6380290 h 6858000"/>
              <a:gd name="connsiteX68" fmla="*/ 5947798 w 5961980"/>
              <a:gd name="connsiteY68" fmla="*/ 6221763 h 6858000"/>
              <a:gd name="connsiteX69" fmla="*/ 5865088 w 5961980"/>
              <a:gd name="connsiteY69" fmla="*/ 6142500 h 6858000"/>
              <a:gd name="connsiteX70" fmla="*/ 5526668 w 5961980"/>
              <a:gd name="connsiteY70" fmla="*/ 6039802 h 6858000"/>
              <a:gd name="connsiteX71" fmla="*/ 5442580 w 5961980"/>
              <a:gd name="connsiteY71" fmla="*/ 5971566 h 6858000"/>
              <a:gd name="connsiteX72" fmla="*/ 5267512 w 5961980"/>
              <a:gd name="connsiteY72" fmla="*/ 5766171 h 6858000"/>
              <a:gd name="connsiteX73" fmla="*/ 5269579 w 5961980"/>
              <a:gd name="connsiteY73" fmla="*/ 5570425 h 6858000"/>
              <a:gd name="connsiteX74" fmla="*/ 5175842 w 5961980"/>
              <a:gd name="connsiteY74" fmla="*/ 4633050 h 6858000"/>
              <a:gd name="connsiteX75" fmla="*/ 5210993 w 5961980"/>
              <a:gd name="connsiteY75" fmla="*/ 4263614 h 6858000"/>
              <a:gd name="connsiteX76" fmla="*/ 5159989 w 5961980"/>
              <a:gd name="connsiteY76" fmla="*/ 4025135 h 6858000"/>
              <a:gd name="connsiteX77" fmla="*/ 4742995 w 5961980"/>
              <a:gd name="connsiteY77" fmla="*/ 3665348 h 6858000"/>
              <a:gd name="connsiteX78" fmla="*/ 4226061 w 5961980"/>
              <a:gd name="connsiteY78" fmla="*/ 3253179 h 6858000"/>
              <a:gd name="connsiteX79" fmla="*/ 4222615 w 5961980"/>
              <a:gd name="connsiteY79" fmla="*/ 3187701 h 6858000"/>
              <a:gd name="connsiteX80" fmla="*/ 4273619 w 5961980"/>
              <a:gd name="connsiteY80" fmla="*/ 3034688 h 6858000"/>
              <a:gd name="connsiteX81" fmla="*/ 4330826 w 5961980"/>
              <a:gd name="connsiteY81" fmla="*/ 2977481 h 6858000"/>
              <a:gd name="connsiteX82" fmla="*/ 4521747 w 5961980"/>
              <a:gd name="connsiteY82" fmla="*/ 2982305 h 6858000"/>
              <a:gd name="connsiteX83" fmla="*/ 5043507 w 5961980"/>
              <a:gd name="connsiteY83" fmla="*/ 3069840 h 6858000"/>
              <a:gd name="connsiteX84" fmla="*/ 5336436 w 5961980"/>
              <a:gd name="connsiteY84" fmla="*/ 2810683 h 6858000"/>
              <a:gd name="connsiteX85" fmla="*/ 5412942 w 5961980"/>
              <a:gd name="connsiteY85" fmla="*/ 2791384 h 6858000"/>
              <a:gd name="connsiteX86" fmla="*/ 5736199 w 5961980"/>
              <a:gd name="connsiteY86" fmla="*/ 2665941 h 6858000"/>
              <a:gd name="connsiteX87" fmla="*/ 5793406 w 5961980"/>
              <a:gd name="connsiteY87" fmla="*/ 2605288 h 6858000"/>
              <a:gd name="connsiteX88" fmla="*/ 5777554 w 5961980"/>
              <a:gd name="connsiteY88" fmla="*/ 2584610 h 6858000"/>
              <a:gd name="connsiteX89" fmla="*/ 5562509 w 5961980"/>
              <a:gd name="connsiteY89" fmla="*/ 2629411 h 6858000"/>
              <a:gd name="connsiteX90" fmla="*/ 5625920 w 5961980"/>
              <a:gd name="connsiteY90" fmla="*/ 2588057 h 6858000"/>
              <a:gd name="connsiteX91" fmla="*/ 5810638 w 5961980"/>
              <a:gd name="connsiteY91" fmla="*/ 2500522 h 6858000"/>
              <a:gd name="connsiteX92" fmla="*/ 5845789 w 5961980"/>
              <a:gd name="connsiteY92" fmla="*/ 2433665 h 6858000"/>
              <a:gd name="connsiteX93" fmla="*/ 5778932 w 5961980"/>
              <a:gd name="connsiteY93" fmla="*/ 2433665 h 6858000"/>
              <a:gd name="connsiteX94" fmla="*/ 5680370 w 5961980"/>
              <a:gd name="connsiteY94" fmla="*/ 2478466 h 6858000"/>
              <a:gd name="connsiteX95" fmla="*/ 5672099 w 5961980"/>
              <a:gd name="connsiteY95" fmla="*/ 2462614 h 6858000"/>
              <a:gd name="connsiteX96" fmla="*/ 5850614 w 5961980"/>
              <a:gd name="connsiteY96" fmla="*/ 2325454 h 6858000"/>
              <a:gd name="connsiteX97" fmla="*/ 5831315 w 5961980"/>
              <a:gd name="connsiteY97" fmla="*/ 2293748 h 6858000"/>
              <a:gd name="connsiteX98" fmla="*/ 5546656 w 5961980"/>
              <a:gd name="connsiteY98" fmla="*/ 2419191 h 6858000"/>
              <a:gd name="connsiteX99" fmla="*/ 5707251 w 5961980"/>
              <a:gd name="connsiteY99" fmla="*/ 2273071 h 6858000"/>
              <a:gd name="connsiteX100" fmla="*/ 5738956 w 5961980"/>
              <a:gd name="connsiteY100" fmla="*/ 2202768 h 6858000"/>
              <a:gd name="connsiteX101" fmla="*/ 5656247 w 5961980"/>
              <a:gd name="connsiteY101" fmla="*/ 2208971 h 6858000"/>
              <a:gd name="connsiteX102" fmla="*/ 5484624 w 5961980"/>
              <a:gd name="connsiteY102" fmla="*/ 2348888 h 6858000"/>
              <a:gd name="connsiteX103" fmla="*/ 5333679 w 5961980"/>
              <a:gd name="connsiteY103" fmla="*/ 2398514 h 6858000"/>
              <a:gd name="connsiteX104" fmla="*/ 5303353 w 5961980"/>
              <a:gd name="connsiteY104" fmla="*/ 2164859 h 6858000"/>
              <a:gd name="connsiteX105" fmla="*/ 5153786 w 5961980"/>
              <a:gd name="connsiteY105" fmla="*/ 2524646 h 6858000"/>
              <a:gd name="connsiteX106" fmla="*/ 5072455 w 5961980"/>
              <a:gd name="connsiteY106" fmla="*/ 2579096 h 6858000"/>
              <a:gd name="connsiteX107" fmla="*/ 4809852 w 5961980"/>
              <a:gd name="connsiteY107" fmla="*/ 2582543 h 6858000"/>
              <a:gd name="connsiteX108" fmla="*/ 4718872 w 5961980"/>
              <a:gd name="connsiteY108" fmla="*/ 2581164 h 6858000"/>
              <a:gd name="connsiteX109" fmla="*/ 4554831 w 5961980"/>
              <a:gd name="connsiteY109" fmla="*/ 2576339 h 6858000"/>
              <a:gd name="connsiteX110" fmla="*/ 4438349 w 5961980"/>
              <a:gd name="connsiteY110" fmla="*/ 2482602 h 6858000"/>
              <a:gd name="connsiteX111" fmla="*/ 4459026 w 5961980"/>
              <a:gd name="connsiteY111" fmla="*/ 2087664 h 6858000"/>
              <a:gd name="connsiteX112" fmla="*/ 4462472 w 5961980"/>
              <a:gd name="connsiteY112" fmla="*/ 1867794 h 6858000"/>
              <a:gd name="connsiteX113" fmla="*/ 4349436 w 5961980"/>
              <a:gd name="connsiteY113" fmla="*/ 1296409 h 6858000"/>
              <a:gd name="connsiteX114" fmla="*/ 4452823 w 5961980"/>
              <a:gd name="connsiteY114" fmla="*/ 1175791 h 6858000"/>
              <a:gd name="connsiteX115" fmla="*/ 4653393 w 5961980"/>
              <a:gd name="connsiteY115" fmla="*/ 1037252 h 6858000"/>
              <a:gd name="connsiteX116" fmla="*/ 4818813 w 5961980"/>
              <a:gd name="connsiteY116" fmla="*/ 900093 h 6858000"/>
              <a:gd name="connsiteX117" fmla="*/ 4823637 w 5961980"/>
              <a:gd name="connsiteY117" fmla="*/ 862184 h 6858000"/>
              <a:gd name="connsiteX118" fmla="*/ 4827083 w 5961980"/>
              <a:gd name="connsiteY118" fmla="*/ 553402 h 6858000"/>
              <a:gd name="connsiteX119" fmla="*/ 4842936 w 5961980"/>
              <a:gd name="connsiteY119" fmla="*/ 405214 h 6858000"/>
              <a:gd name="connsiteX120" fmla="*/ 4763673 w 5961980"/>
              <a:gd name="connsiteY120" fmla="*/ 143989 h 6858000"/>
              <a:gd name="connsiteX121" fmla="*/ 4494867 w 5961980"/>
              <a:gd name="connsiteY121" fmla="*/ 15100 h 6858000"/>
              <a:gd name="connsiteX122" fmla="*/ 4197112 w 5961980"/>
              <a:gd name="connsiteY122" fmla="*/ 73686 h 6858000"/>
              <a:gd name="connsiteX123" fmla="*/ 4009637 w 5961980"/>
              <a:gd name="connsiteY123" fmla="*/ 367994 h 6858000"/>
              <a:gd name="connsiteX124" fmla="*/ 3992406 w 5961980"/>
              <a:gd name="connsiteY124" fmla="*/ 724335 h 6858000"/>
              <a:gd name="connsiteX125" fmla="*/ 3947605 w 5961980"/>
              <a:gd name="connsiteY125" fmla="*/ 760865 h 6858000"/>
              <a:gd name="connsiteX126" fmla="*/ 3396897 w 5961980"/>
              <a:gd name="connsiteY126" fmla="*/ 705036 h 6858000"/>
              <a:gd name="connsiteX127" fmla="*/ 3078465 w 5961980"/>
              <a:gd name="connsiteY127" fmla="*/ 800841 h 6858000"/>
              <a:gd name="connsiteX128" fmla="*/ 2664918 w 5961980"/>
              <a:gd name="connsiteY128" fmla="*/ 810491 h 6858000"/>
              <a:gd name="connsiteX129" fmla="*/ 2494674 w 5961980"/>
              <a:gd name="connsiteY129" fmla="*/ 872523 h 6858000"/>
              <a:gd name="connsiteX130" fmla="*/ 2092154 w 5961980"/>
              <a:gd name="connsiteY130" fmla="*/ 1350170 h 6858000"/>
              <a:gd name="connsiteX131" fmla="*/ 1743395 w 5961980"/>
              <a:gd name="connsiteY131" fmla="*/ 1800248 h 6858000"/>
              <a:gd name="connsiteX132" fmla="*/ 1744774 w 5961980"/>
              <a:gd name="connsiteY132" fmla="*/ 1865726 h 6858000"/>
              <a:gd name="connsiteX133" fmla="*/ 1800603 w 5961980"/>
              <a:gd name="connsiteY133" fmla="*/ 1921555 h 6858000"/>
              <a:gd name="connsiteX134" fmla="*/ 1805428 w 5961980"/>
              <a:gd name="connsiteY134" fmla="*/ 2005644 h 6858000"/>
              <a:gd name="connsiteX135" fmla="*/ 1636562 w 5961980"/>
              <a:gd name="connsiteY135" fmla="*/ 2145561 h 6858000"/>
              <a:gd name="connsiteX136" fmla="*/ 1423585 w 5961980"/>
              <a:gd name="connsiteY136" fmla="*/ 1706511 h 6858000"/>
              <a:gd name="connsiteX137" fmla="*/ 1243692 w 5961980"/>
              <a:gd name="connsiteY137" fmla="*/ 1507318 h 6858000"/>
              <a:gd name="connsiteX138" fmla="*/ 1138926 w 5961980"/>
              <a:gd name="connsiteY138" fmla="*/ 1577622 h 6858000"/>
              <a:gd name="connsiteX139" fmla="*/ 18901 w 5961980"/>
              <a:gd name="connsiteY139" fmla="*/ 2269625 h 6858000"/>
              <a:gd name="connsiteX140" fmla="*/ 3049 w 5961980"/>
              <a:gd name="connsiteY140" fmla="*/ 2335103 h 6858000"/>
              <a:gd name="connsiteX141" fmla="*/ 104368 w 5961980"/>
              <a:gd name="connsiteY141" fmla="*/ 2552216 h 6858000"/>
              <a:gd name="connsiteX142" fmla="*/ 104368 w 5961980"/>
              <a:gd name="connsiteY142" fmla="*/ 2552216 h 6858000"/>
              <a:gd name="connsiteX143" fmla="*/ 1692391 w 5961980"/>
              <a:gd name="connsiteY143" fmla="*/ 2187605 h 6858000"/>
              <a:gd name="connsiteX144" fmla="*/ 1711690 w 5961980"/>
              <a:gd name="connsiteY144" fmla="*/ 2198633 h 6858000"/>
              <a:gd name="connsiteX145" fmla="*/ 1867460 w 5961980"/>
              <a:gd name="connsiteY145" fmla="*/ 2526714 h 6858000"/>
              <a:gd name="connsiteX146" fmla="*/ 1822659 w 5961980"/>
              <a:gd name="connsiteY146" fmla="*/ 2557041 h 6858000"/>
              <a:gd name="connsiteX147" fmla="*/ 1681363 w 5961980"/>
              <a:gd name="connsiteY147" fmla="*/ 2256529 h 6858000"/>
              <a:gd name="connsiteX148" fmla="*/ 1692391 w 5961980"/>
              <a:gd name="connsiteY148" fmla="*/ 2187605 h 6858000"/>
              <a:gd name="connsiteX149" fmla="*/ 1692391 w 5961980"/>
              <a:gd name="connsiteY149" fmla="*/ 21876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5961980" h="6858000">
                <a:moveTo>
                  <a:pt x="104368" y="2552216"/>
                </a:moveTo>
                <a:cubicBezTo>
                  <a:pt x="155372" y="2661806"/>
                  <a:pt x="204309" y="2773464"/>
                  <a:pt x="255313" y="2883054"/>
                </a:cubicBezTo>
                <a:cubicBezTo>
                  <a:pt x="429003" y="3264896"/>
                  <a:pt x="602004" y="3645360"/>
                  <a:pt x="775694" y="4027203"/>
                </a:cubicBezTo>
                <a:cubicBezTo>
                  <a:pt x="801196" y="4083032"/>
                  <a:pt x="903204" y="4119562"/>
                  <a:pt x="956965" y="4084410"/>
                </a:cubicBezTo>
                <a:cubicBezTo>
                  <a:pt x="1117560" y="3984469"/>
                  <a:pt x="1278154" y="3882461"/>
                  <a:pt x="1439438" y="3781831"/>
                </a:cubicBezTo>
                <a:cubicBezTo>
                  <a:pt x="1654483" y="3648117"/>
                  <a:pt x="1868838" y="3514404"/>
                  <a:pt x="2087329" y="3384136"/>
                </a:cubicBezTo>
                <a:cubicBezTo>
                  <a:pt x="2189338" y="3323482"/>
                  <a:pt x="2189338" y="3328307"/>
                  <a:pt x="2136955" y="3218717"/>
                </a:cubicBezTo>
                <a:cubicBezTo>
                  <a:pt x="2099046" y="3139454"/>
                  <a:pt x="2073544" y="3051919"/>
                  <a:pt x="2034947" y="2971967"/>
                </a:cubicBezTo>
                <a:cubicBezTo>
                  <a:pt x="1977739" y="2855484"/>
                  <a:pt x="1912261" y="2744515"/>
                  <a:pt x="1844025" y="2617005"/>
                </a:cubicBezTo>
                <a:cubicBezTo>
                  <a:pt x="1917085" y="2599774"/>
                  <a:pt x="1971536" y="2588057"/>
                  <a:pt x="2038393" y="2572204"/>
                </a:cubicBezTo>
                <a:cubicBezTo>
                  <a:pt x="2079748" y="2465371"/>
                  <a:pt x="2159011" y="2343374"/>
                  <a:pt x="2122481" y="2191740"/>
                </a:cubicBezTo>
                <a:cubicBezTo>
                  <a:pt x="2121102" y="2182090"/>
                  <a:pt x="2130752" y="2167616"/>
                  <a:pt x="2136955" y="2158656"/>
                </a:cubicBezTo>
                <a:cubicBezTo>
                  <a:pt x="2241721" y="2007711"/>
                  <a:pt x="2342351" y="1853320"/>
                  <a:pt x="2451941" y="1705132"/>
                </a:cubicBezTo>
                <a:cubicBezTo>
                  <a:pt x="2502945" y="1636897"/>
                  <a:pt x="2563599" y="1559012"/>
                  <a:pt x="2638037" y="1526617"/>
                </a:cubicBezTo>
                <a:cubicBezTo>
                  <a:pt x="2770372" y="1470788"/>
                  <a:pt x="2915114" y="1447354"/>
                  <a:pt x="3055031" y="1408756"/>
                </a:cubicBezTo>
                <a:cubicBezTo>
                  <a:pt x="3061234" y="1418406"/>
                  <a:pt x="3066059" y="1425987"/>
                  <a:pt x="3072262" y="1435637"/>
                </a:cubicBezTo>
                <a:cubicBezTo>
                  <a:pt x="3050206" y="1492844"/>
                  <a:pt x="3037111" y="1559701"/>
                  <a:pt x="3000581" y="1607259"/>
                </a:cubicBezTo>
                <a:cubicBezTo>
                  <a:pt x="2921317" y="1710646"/>
                  <a:pt x="2860664" y="1833332"/>
                  <a:pt x="2736599" y="1895364"/>
                </a:cubicBezTo>
                <a:cubicBezTo>
                  <a:pt x="2714544" y="1906392"/>
                  <a:pt x="2700069" y="1933273"/>
                  <a:pt x="2685595" y="1956018"/>
                </a:cubicBezTo>
                <a:cubicBezTo>
                  <a:pt x="2513973" y="2250326"/>
                  <a:pt x="2341661" y="2543256"/>
                  <a:pt x="2171417" y="2837564"/>
                </a:cubicBezTo>
                <a:cubicBezTo>
                  <a:pt x="2161768" y="2853416"/>
                  <a:pt x="2155565" y="2888568"/>
                  <a:pt x="2163147" y="2894771"/>
                </a:cubicBezTo>
                <a:cubicBezTo>
                  <a:pt x="2214151" y="2937504"/>
                  <a:pt x="2209326" y="3001604"/>
                  <a:pt x="2234828" y="3050541"/>
                </a:cubicBezTo>
                <a:cubicBezTo>
                  <a:pt x="2290657" y="3155306"/>
                  <a:pt x="2317538" y="3271789"/>
                  <a:pt x="2400247" y="3365526"/>
                </a:cubicBezTo>
                <a:cubicBezTo>
                  <a:pt x="2473307" y="3446857"/>
                  <a:pt x="2540164" y="3513714"/>
                  <a:pt x="2658025" y="3505443"/>
                </a:cubicBezTo>
                <a:cubicBezTo>
                  <a:pt x="2673878" y="3594356"/>
                  <a:pt x="2707651" y="3670862"/>
                  <a:pt x="2691109" y="3768046"/>
                </a:cubicBezTo>
                <a:cubicBezTo>
                  <a:pt x="2648376" y="4036852"/>
                  <a:pt x="2629077" y="4309105"/>
                  <a:pt x="2600129" y="4579978"/>
                </a:cubicBezTo>
                <a:cubicBezTo>
                  <a:pt x="2546367" y="4594452"/>
                  <a:pt x="2498120" y="4605481"/>
                  <a:pt x="2482267" y="4634429"/>
                </a:cubicBezTo>
                <a:cubicBezTo>
                  <a:pt x="2411964" y="4753669"/>
                  <a:pt x="2287900" y="4810876"/>
                  <a:pt x="2179688" y="4865326"/>
                </a:cubicBezTo>
                <a:cubicBezTo>
                  <a:pt x="2021851" y="4944589"/>
                  <a:pt x="1904679" y="5056247"/>
                  <a:pt x="1788197" y="5180312"/>
                </a:cubicBezTo>
                <a:cubicBezTo>
                  <a:pt x="1755113" y="5216842"/>
                  <a:pt x="1711690" y="5247169"/>
                  <a:pt x="1668957" y="5269225"/>
                </a:cubicBezTo>
                <a:cubicBezTo>
                  <a:pt x="1522837" y="5344352"/>
                  <a:pt x="1371202" y="5412588"/>
                  <a:pt x="1225082" y="5487026"/>
                </a:cubicBezTo>
                <a:cubicBezTo>
                  <a:pt x="1137548" y="5529760"/>
                  <a:pt x="1059663" y="5580764"/>
                  <a:pt x="950073" y="5563533"/>
                </a:cubicBezTo>
                <a:cubicBezTo>
                  <a:pt x="881838" y="5552505"/>
                  <a:pt x="806710" y="5585588"/>
                  <a:pt x="735028" y="5601441"/>
                </a:cubicBezTo>
                <a:cubicBezTo>
                  <a:pt x="720554" y="5604888"/>
                  <a:pt x="706080" y="5623497"/>
                  <a:pt x="697120" y="5637971"/>
                </a:cubicBezTo>
                <a:cubicBezTo>
                  <a:pt x="665414" y="5688975"/>
                  <a:pt x="669550" y="5990176"/>
                  <a:pt x="722622" y="6007407"/>
                </a:cubicBezTo>
                <a:cubicBezTo>
                  <a:pt x="856335" y="6050830"/>
                  <a:pt x="763976" y="6125269"/>
                  <a:pt x="760530" y="6177651"/>
                </a:cubicBezTo>
                <a:cubicBezTo>
                  <a:pt x="744678" y="6424401"/>
                  <a:pt x="843240" y="6624972"/>
                  <a:pt x="1001077" y="6801419"/>
                </a:cubicBezTo>
                <a:cubicBezTo>
                  <a:pt x="1027958" y="6831746"/>
                  <a:pt x="1093436" y="6869654"/>
                  <a:pt x="1114114" y="6858626"/>
                </a:cubicBezTo>
                <a:cubicBezTo>
                  <a:pt x="1155468" y="6834503"/>
                  <a:pt x="1184417" y="6780742"/>
                  <a:pt x="1206473" y="6733183"/>
                </a:cubicBezTo>
                <a:cubicBezTo>
                  <a:pt x="1217501" y="6711128"/>
                  <a:pt x="1211297" y="6675976"/>
                  <a:pt x="1205094" y="6647028"/>
                </a:cubicBezTo>
                <a:cubicBezTo>
                  <a:pt x="1174767" y="6508489"/>
                  <a:pt x="1167186" y="6372019"/>
                  <a:pt x="1217501" y="6236237"/>
                </a:cubicBezTo>
                <a:cubicBezTo>
                  <a:pt x="1244381" y="6163177"/>
                  <a:pt x="1269883" y="6088049"/>
                  <a:pt x="1292628" y="6021192"/>
                </a:cubicBezTo>
                <a:cubicBezTo>
                  <a:pt x="1404286" y="6088049"/>
                  <a:pt x="1517323" y="6158352"/>
                  <a:pt x="1644144" y="6234169"/>
                </a:cubicBezTo>
                <a:cubicBezTo>
                  <a:pt x="1669646" y="6170759"/>
                  <a:pt x="1685499" y="6127336"/>
                  <a:pt x="1704798" y="6085981"/>
                </a:cubicBezTo>
                <a:cubicBezTo>
                  <a:pt x="1752356" y="5988797"/>
                  <a:pt x="1782682" y="5875761"/>
                  <a:pt x="1854364" y="5802701"/>
                </a:cubicBezTo>
                <a:cubicBezTo>
                  <a:pt x="1937074" y="5719991"/>
                  <a:pt x="2051488" y="5662784"/>
                  <a:pt x="2161768" y="5616605"/>
                </a:cubicBezTo>
                <a:cubicBezTo>
                  <a:pt x="2332012" y="5544923"/>
                  <a:pt x="2510527" y="5493919"/>
                  <a:pt x="2683527" y="5433265"/>
                </a:cubicBezTo>
                <a:cubicBezTo>
                  <a:pt x="2823444" y="5385707"/>
                  <a:pt x="2957158" y="5329878"/>
                  <a:pt x="3032286" y="5191340"/>
                </a:cubicBezTo>
                <a:cubicBezTo>
                  <a:pt x="3141876" y="4992148"/>
                  <a:pt x="3250088" y="4793645"/>
                  <a:pt x="3356921" y="4594452"/>
                </a:cubicBezTo>
                <a:cubicBezTo>
                  <a:pt x="3458929" y="4403531"/>
                  <a:pt x="3528543" y="4198136"/>
                  <a:pt x="3667082" y="4026514"/>
                </a:cubicBezTo>
                <a:cubicBezTo>
                  <a:pt x="3703612" y="3980334"/>
                  <a:pt x="3725668" y="3983780"/>
                  <a:pt x="3770469" y="4004458"/>
                </a:cubicBezTo>
                <a:cubicBezTo>
                  <a:pt x="3848353" y="4039609"/>
                  <a:pt x="3929685" y="4074761"/>
                  <a:pt x="4011016" y="4098195"/>
                </a:cubicBezTo>
                <a:cubicBezTo>
                  <a:pt x="4131634" y="4134725"/>
                  <a:pt x="4259145" y="4149199"/>
                  <a:pt x="4375627" y="4195379"/>
                </a:cubicBezTo>
                <a:cubicBezTo>
                  <a:pt x="4469365" y="4233288"/>
                  <a:pt x="4590672" y="4270507"/>
                  <a:pt x="4574819" y="4418006"/>
                </a:cubicBezTo>
                <a:cubicBezTo>
                  <a:pt x="4573441" y="4433858"/>
                  <a:pt x="4594118" y="4453157"/>
                  <a:pt x="4605146" y="4470388"/>
                </a:cubicBezTo>
                <a:cubicBezTo>
                  <a:pt x="4616174" y="4489687"/>
                  <a:pt x="4634094" y="4508297"/>
                  <a:pt x="4640298" y="4528974"/>
                </a:cubicBezTo>
                <a:cubicBezTo>
                  <a:pt x="4662354" y="4606859"/>
                  <a:pt x="4676828" y="4688190"/>
                  <a:pt x="4700951" y="4766075"/>
                </a:cubicBezTo>
                <a:cubicBezTo>
                  <a:pt x="4716804" y="4817079"/>
                  <a:pt x="4749198" y="4858434"/>
                  <a:pt x="4711290" y="4903235"/>
                </a:cubicBezTo>
                <a:cubicBezTo>
                  <a:pt x="4694059" y="4922534"/>
                  <a:pt x="4696816" y="4968713"/>
                  <a:pt x="4705087" y="4996972"/>
                </a:cubicBezTo>
                <a:cubicBezTo>
                  <a:pt x="4734035" y="5096913"/>
                  <a:pt x="4745752" y="5196164"/>
                  <a:pt x="4776079" y="5296105"/>
                </a:cubicBezTo>
                <a:cubicBezTo>
                  <a:pt x="4801581" y="5383639"/>
                  <a:pt x="4836044" y="5677259"/>
                  <a:pt x="4862924" y="5763414"/>
                </a:cubicBezTo>
                <a:cubicBezTo>
                  <a:pt x="4877398" y="5808215"/>
                  <a:pt x="4922889" y="5717924"/>
                  <a:pt x="4932538" y="5762036"/>
                </a:cubicBezTo>
                <a:cubicBezTo>
                  <a:pt x="4964243" y="5906777"/>
                  <a:pt x="4958729" y="5970877"/>
                  <a:pt x="4912550" y="6119065"/>
                </a:cubicBezTo>
                <a:cubicBezTo>
                  <a:pt x="4896697" y="6171448"/>
                  <a:pt x="4936673" y="6327907"/>
                  <a:pt x="4938052" y="6387182"/>
                </a:cubicBezTo>
                <a:lnTo>
                  <a:pt x="5117256" y="6368572"/>
                </a:lnTo>
                <a:cubicBezTo>
                  <a:pt x="5117256" y="6368572"/>
                  <a:pt x="5117256" y="6335489"/>
                  <a:pt x="5117256" y="6294134"/>
                </a:cubicBezTo>
                <a:cubicBezTo>
                  <a:pt x="5158611" y="6283795"/>
                  <a:pt x="5117256" y="6299648"/>
                  <a:pt x="5196519" y="6356166"/>
                </a:cubicBezTo>
                <a:cubicBezTo>
                  <a:pt x="5317827" y="6368572"/>
                  <a:pt x="5459122" y="6432672"/>
                  <a:pt x="5927120" y="6380290"/>
                </a:cubicBezTo>
                <a:cubicBezTo>
                  <a:pt x="5975368" y="6366505"/>
                  <a:pt x="5967786" y="6283106"/>
                  <a:pt x="5947798" y="6221763"/>
                </a:cubicBezTo>
                <a:cubicBezTo>
                  <a:pt x="5938148" y="6191436"/>
                  <a:pt x="5898172" y="6139053"/>
                  <a:pt x="5865088" y="6142500"/>
                </a:cubicBezTo>
                <a:cubicBezTo>
                  <a:pt x="5710697" y="6153527"/>
                  <a:pt x="5641083" y="6149392"/>
                  <a:pt x="5526668" y="6039802"/>
                </a:cubicBezTo>
                <a:cubicBezTo>
                  <a:pt x="5499788" y="6014300"/>
                  <a:pt x="5474286" y="5981216"/>
                  <a:pt x="5442580" y="5971566"/>
                </a:cubicBezTo>
                <a:cubicBezTo>
                  <a:pt x="5334369" y="5942618"/>
                  <a:pt x="5297839" y="5853705"/>
                  <a:pt x="5267512" y="5766171"/>
                </a:cubicBezTo>
                <a:cubicBezTo>
                  <a:pt x="5237185" y="5678637"/>
                  <a:pt x="5288189" y="5662784"/>
                  <a:pt x="5269579" y="5570425"/>
                </a:cubicBezTo>
                <a:cubicBezTo>
                  <a:pt x="5210993" y="5285766"/>
                  <a:pt x="5162746" y="4919088"/>
                  <a:pt x="5175842" y="4633050"/>
                </a:cubicBezTo>
                <a:cubicBezTo>
                  <a:pt x="5182045" y="4510364"/>
                  <a:pt x="5208926" y="4387679"/>
                  <a:pt x="5210993" y="4263614"/>
                </a:cubicBezTo>
                <a:cubicBezTo>
                  <a:pt x="5210993" y="4182283"/>
                  <a:pt x="5204790" y="4083721"/>
                  <a:pt x="5159989" y="4025135"/>
                </a:cubicBezTo>
                <a:cubicBezTo>
                  <a:pt x="5048331" y="3876947"/>
                  <a:pt x="4896008" y="3770803"/>
                  <a:pt x="4742995" y="3665348"/>
                </a:cubicBezTo>
                <a:cubicBezTo>
                  <a:pt x="4561723" y="3539906"/>
                  <a:pt x="4396304" y="3393096"/>
                  <a:pt x="4226061" y="3253179"/>
                </a:cubicBezTo>
                <a:cubicBezTo>
                  <a:pt x="4215033" y="3243530"/>
                  <a:pt x="4217790" y="3208378"/>
                  <a:pt x="4222615" y="3187701"/>
                </a:cubicBezTo>
                <a:cubicBezTo>
                  <a:pt x="4237089" y="3136697"/>
                  <a:pt x="4263969" y="3087760"/>
                  <a:pt x="4273619" y="3034688"/>
                </a:cubicBezTo>
                <a:cubicBezTo>
                  <a:pt x="4279822" y="2996780"/>
                  <a:pt x="4290850" y="2977481"/>
                  <a:pt x="4330826" y="2977481"/>
                </a:cubicBezTo>
                <a:cubicBezTo>
                  <a:pt x="4394237" y="2978859"/>
                  <a:pt x="4458336" y="2972656"/>
                  <a:pt x="4521747" y="2982305"/>
                </a:cubicBezTo>
                <a:cubicBezTo>
                  <a:pt x="4696816" y="3007808"/>
                  <a:pt x="4871884" y="3039513"/>
                  <a:pt x="5043507" y="3069840"/>
                </a:cubicBezTo>
                <a:cubicBezTo>
                  <a:pt x="5091065" y="2925098"/>
                  <a:pt x="5142069" y="2787938"/>
                  <a:pt x="5336436" y="2810683"/>
                </a:cubicBezTo>
                <a:cubicBezTo>
                  <a:pt x="5360560" y="2814129"/>
                  <a:pt x="5387441" y="2801034"/>
                  <a:pt x="5412942" y="2791384"/>
                </a:cubicBezTo>
                <a:cubicBezTo>
                  <a:pt x="5521154" y="2750030"/>
                  <a:pt x="5629366" y="2710053"/>
                  <a:pt x="5736199" y="2665941"/>
                </a:cubicBezTo>
                <a:cubicBezTo>
                  <a:pt x="5760323" y="2656292"/>
                  <a:pt x="5774108" y="2625965"/>
                  <a:pt x="5793406" y="2605288"/>
                </a:cubicBezTo>
                <a:cubicBezTo>
                  <a:pt x="5788582" y="2599084"/>
                  <a:pt x="5782379" y="2590814"/>
                  <a:pt x="5777554" y="2584610"/>
                </a:cubicBezTo>
                <a:cubicBezTo>
                  <a:pt x="5714143" y="2599084"/>
                  <a:pt x="5648665" y="2611491"/>
                  <a:pt x="5562509" y="2629411"/>
                </a:cubicBezTo>
                <a:cubicBezTo>
                  <a:pt x="5595593" y="2607356"/>
                  <a:pt x="5608689" y="2596328"/>
                  <a:pt x="5625920" y="2588057"/>
                </a:cubicBezTo>
                <a:cubicBezTo>
                  <a:pt x="5687952" y="2557730"/>
                  <a:pt x="5751363" y="2533606"/>
                  <a:pt x="5810638" y="2500522"/>
                </a:cubicBezTo>
                <a:cubicBezTo>
                  <a:pt x="5829936" y="2489494"/>
                  <a:pt x="5834761" y="2455721"/>
                  <a:pt x="5845789" y="2433665"/>
                </a:cubicBezTo>
                <a:cubicBezTo>
                  <a:pt x="5823733" y="2433665"/>
                  <a:pt x="5799610" y="2427462"/>
                  <a:pt x="5778932" y="2433665"/>
                </a:cubicBezTo>
                <a:cubicBezTo>
                  <a:pt x="5745849" y="2444693"/>
                  <a:pt x="5713454" y="2463992"/>
                  <a:pt x="5680370" y="2478466"/>
                </a:cubicBezTo>
                <a:cubicBezTo>
                  <a:pt x="5676924" y="2473642"/>
                  <a:pt x="5675546" y="2468817"/>
                  <a:pt x="5672099" y="2462614"/>
                </a:cubicBezTo>
                <a:cubicBezTo>
                  <a:pt x="5730685" y="2416434"/>
                  <a:pt x="5789960" y="2371633"/>
                  <a:pt x="5850614" y="2325454"/>
                </a:cubicBezTo>
                <a:cubicBezTo>
                  <a:pt x="5844411" y="2314426"/>
                  <a:pt x="5838207" y="2303398"/>
                  <a:pt x="5831315" y="2293748"/>
                </a:cubicBezTo>
                <a:cubicBezTo>
                  <a:pt x="5716900" y="2284099"/>
                  <a:pt x="5646597" y="2387486"/>
                  <a:pt x="5546656" y="2419191"/>
                </a:cubicBezTo>
                <a:cubicBezTo>
                  <a:pt x="5597661" y="2366809"/>
                  <a:pt x="5654868" y="2322008"/>
                  <a:pt x="5707251" y="2273071"/>
                </a:cubicBezTo>
                <a:cubicBezTo>
                  <a:pt x="5724482" y="2257219"/>
                  <a:pt x="5727928" y="2226892"/>
                  <a:pt x="5738956" y="2202768"/>
                </a:cubicBezTo>
                <a:cubicBezTo>
                  <a:pt x="5710008" y="2204146"/>
                  <a:pt x="5675546" y="2194497"/>
                  <a:pt x="5656247" y="2208971"/>
                </a:cubicBezTo>
                <a:cubicBezTo>
                  <a:pt x="5595593" y="2250326"/>
                  <a:pt x="5541832" y="2302709"/>
                  <a:pt x="5484624" y="2348888"/>
                </a:cubicBezTo>
                <a:cubicBezTo>
                  <a:pt x="5441891" y="2384040"/>
                  <a:pt x="5400536" y="2430219"/>
                  <a:pt x="5333679" y="2398514"/>
                </a:cubicBezTo>
                <a:cubicBezTo>
                  <a:pt x="5373656" y="2248947"/>
                  <a:pt x="5364006" y="2194497"/>
                  <a:pt x="5303353" y="2164859"/>
                </a:cubicBezTo>
                <a:cubicBezTo>
                  <a:pt x="5253727" y="2284099"/>
                  <a:pt x="5207547" y="2406785"/>
                  <a:pt x="5153786" y="2524646"/>
                </a:cubicBezTo>
                <a:cubicBezTo>
                  <a:pt x="5142758" y="2550148"/>
                  <a:pt x="5101403" y="2575650"/>
                  <a:pt x="5072455" y="2579096"/>
                </a:cubicBezTo>
                <a:cubicBezTo>
                  <a:pt x="4984921" y="2585300"/>
                  <a:pt x="4897386" y="2582543"/>
                  <a:pt x="4809852" y="2582543"/>
                </a:cubicBezTo>
                <a:cubicBezTo>
                  <a:pt x="4779525" y="2582543"/>
                  <a:pt x="4749198" y="2582543"/>
                  <a:pt x="4718872" y="2581164"/>
                </a:cubicBezTo>
                <a:cubicBezTo>
                  <a:pt x="4665110" y="2579786"/>
                  <a:pt x="4609282" y="2570136"/>
                  <a:pt x="4554831" y="2576339"/>
                </a:cubicBezTo>
                <a:cubicBezTo>
                  <a:pt x="4499002" y="2584610"/>
                  <a:pt x="4435591" y="2536363"/>
                  <a:pt x="4438349" y="2482602"/>
                </a:cubicBezTo>
                <a:cubicBezTo>
                  <a:pt x="4446620" y="2350267"/>
                  <a:pt x="4452823" y="2218621"/>
                  <a:pt x="4459026" y="2087664"/>
                </a:cubicBezTo>
                <a:cubicBezTo>
                  <a:pt x="4462472" y="2014604"/>
                  <a:pt x="4474878" y="1939476"/>
                  <a:pt x="4462472" y="1867794"/>
                </a:cubicBezTo>
                <a:cubicBezTo>
                  <a:pt x="4430767" y="1676873"/>
                  <a:pt x="4387344" y="1487330"/>
                  <a:pt x="4349436" y="1296409"/>
                </a:cubicBezTo>
                <a:cubicBezTo>
                  <a:pt x="4330137" y="1197847"/>
                  <a:pt x="4357707" y="1172345"/>
                  <a:pt x="4452823" y="1175791"/>
                </a:cubicBezTo>
                <a:cubicBezTo>
                  <a:pt x="4572062" y="1179237"/>
                  <a:pt x="4602389" y="1146843"/>
                  <a:pt x="4653393" y="1037252"/>
                </a:cubicBezTo>
                <a:cubicBezTo>
                  <a:pt x="4683720" y="971774"/>
                  <a:pt x="4725075" y="902160"/>
                  <a:pt x="4818813" y="900093"/>
                </a:cubicBezTo>
                <a:cubicBezTo>
                  <a:pt x="4820191" y="887686"/>
                  <a:pt x="4827083" y="873212"/>
                  <a:pt x="4823637" y="862184"/>
                </a:cubicBezTo>
                <a:cubicBezTo>
                  <a:pt x="4794689" y="758797"/>
                  <a:pt x="4806406" y="656789"/>
                  <a:pt x="4827083" y="553402"/>
                </a:cubicBezTo>
                <a:cubicBezTo>
                  <a:pt x="4836733" y="503776"/>
                  <a:pt x="4827083" y="451393"/>
                  <a:pt x="4842936" y="405214"/>
                </a:cubicBezTo>
                <a:cubicBezTo>
                  <a:pt x="4878088" y="297002"/>
                  <a:pt x="4858789" y="203265"/>
                  <a:pt x="4763673" y="143989"/>
                </a:cubicBezTo>
                <a:cubicBezTo>
                  <a:pt x="4679585" y="91607"/>
                  <a:pt x="4588604" y="45427"/>
                  <a:pt x="4494867" y="15100"/>
                </a:cubicBezTo>
                <a:cubicBezTo>
                  <a:pt x="4390101" y="-20051"/>
                  <a:pt x="4291539" y="8897"/>
                  <a:pt x="4197112" y="73686"/>
                </a:cubicBezTo>
                <a:cubicBezTo>
                  <a:pt x="4092347" y="146746"/>
                  <a:pt x="4050992" y="259783"/>
                  <a:pt x="4009637" y="367994"/>
                </a:cubicBezTo>
                <a:cubicBezTo>
                  <a:pt x="3966904" y="479652"/>
                  <a:pt x="3946226" y="598892"/>
                  <a:pt x="3992406" y="724335"/>
                </a:cubicBezTo>
                <a:cubicBezTo>
                  <a:pt x="3981378" y="733984"/>
                  <a:pt x="3963458" y="748458"/>
                  <a:pt x="3947605" y="760865"/>
                </a:cubicBezTo>
                <a:cubicBezTo>
                  <a:pt x="3778740" y="609920"/>
                  <a:pt x="3525786" y="573390"/>
                  <a:pt x="3396897" y="705036"/>
                </a:cubicBezTo>
                <a:cubicBezTo>
                  <a:pt x="3301092" y="803598"/>
                  <a:pt x="3181852" y="776717"/>
                  <a:pt x="3078465" y="800841"/>
                </a:cubicBezTo>
                <a:cubicBezTo>
                  <a:pt x="2946130" y="831168"/>
                  <a:pt x="2801389" y="802220"/>
                  <a:pt x="2664918" y="810491"/>
                </a:cubicBezTo>
                <a:cubicBezTo>
                  <a:pt x="2606332" y="813937"/>
                  <a:pt x="2531204" y="831168"/>
                  <a:pt x="2494674" y="872523"/>
                </a:cubicBezTo>
                <a:cubicBezTo>
                  <a:pt x="2353379" y="1025535"/>
                  <a:pt x="2222422" y="1187508"/>
                  <a:pt x="2092154" y="1350170"/>
                </a:cubicBezTo>
                <a:cubicBezTo>
                  <a:pt x="1972914" y="1498358"/>
                  <a:pt x="1858500" y="1647925"/>
                  <a:pt x="1743395" y="1800248"/>
                </a:cubicBezTo>
                <a:cubicBezTo>
                  <a:pt x="1732368" y="1814722"/>
                  <a:pt x="1735124" y="1847806"/>
                  <a:pt x="1744774" y="1865726"/>
                </a:cubicBezTo>
                <a:cubicBezTo>
                  <a:pt x="1755802" y="1887782"/>
                  <a:pt x="1777858" y="1907081"/>
                  <a:pt x="1800603" y="1921555"/>
                </a:cubicBezTo>
                <a:cubicBezTo>
                  <a:pt x="1841958" y="1950504"/>
                  <a:pt x="1843336" y="1976006"/>
                  <a:pt x="1805428" y="2005644"/>
                </a:cubicBezTo>
                <a:cubicBezTo>
                  <a:pt x="1749599" y="2051823"/>
                  <a:pt x="1693770" y="2098003"/>
                  <a:pt x="1636562" y="2145561"/>
                </a:cubicBezTo>
                <a:cubicBezTo>
                  <a:pt x="1563502" y="1995994"/>
                  <a:pt x="1482171" y="1856077"/>
                  <a:pt x="1423585" y="1706511"/>
                </a:cubicBezTo>
                <a:cubicBezTo>
                  <a:pt x="1385677" y="1612773"/>
                  <a:pt x="1326401" y="1550741"/>
                  <a:pt x="1243692" y="1507318"/>
                </a:cubicBezTo>
                <a:cubicBezTo>
                  <a:pt x="1208540" y="1531442"/>
                  <a:pt x="1173389" y="1554876"/>
                  <a:pt x="1138926" y="1577622"/>
                </a:cubicBezTo>
                <a:cubicBezTo>
                  <a:pt x="760530" y="1805073"/>
                  <a:pt x="387648" y="2035970"/>
                  <a:pt x="18901" y="2269625"/>
                </a:cubicBezTo>
                <a:cubicBezTo>
                  <a:pt x="4427" y="2279274"/>
                  <a:pt x="-5222" y="2317183"/>
                  <a:pt x="3049" y="2335103"/>
                </a:cubicBezTo>
                <a:cubicBezTo>
                  <a:pt x="31308" y="2410231"/>
                  <a:pt x="71284" y="2480534"/>
                  <a:pt x="104368" y="2552216"/>
                </a:cubicBezTo>
                <a:lnTo>
                  <a:pt x="104368" y="2552216"/>
                </a:lnTo>
                <a:close/>
                <a:moveTo>
                  <a:pt x="1692391" y="2187605"/>
                </a:moveTo>
                <a:cubicBezTo>
                  <a:pt x="1698594" y="2191051"/>
                  <a:pt x="1704798" y="2193808"/>
                  <a:pt x="1711690" y="2198633"/>
                </a:cubicBezTo>
                <a:cubicBezTo>
                  <a:pt x="1762694" y="2305466"/>
                  <a:pt x="1813699" y="2411610"/>
                  <a:pt x="1867460" y="2526714"/>
                </a:cubicBezTo>
                <a:cubicBezTo>
                  <a:pt x="1868838" y="2525335"/>
                  <a:pt x="1851607" y="2537742"/>
                  <a:pt x="1822659" y="2557041"/>
                </a:cubicBezTo>
                <a:cubicBezTo>
                  <a:pt x="1773033" y="2453654"/>
                  <a:pt x="1725475" y="2356470"/>
                  <a:pt x="1681363" y="2256529"/>
                </a:cubicBezTo>
                <a:cubicBezTo>
                  <a:pt x="1673782" y="2238609"/>
                  <a:pt x="1687567" y="2210350"/>
                  <a:pt x="1692391" y="2187605"/>
                </a:cubicBezTo>
                <a:lnTo>
                  <a:pt x="1692391" y="2187605"/>
                </a:lnTo>
                <a:close/>
              </a:path>
            </a:pathLst>
          </a:custGeom>
          <a:solidFill>
            <a:schemeClr val="accent3"/>
          </a:solidFill>
          <a:ln w="688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1C5A0D9A-0C24-4C8F-A493-1EF702CCD553}"/>
              </a:ext>
            </a:extLst>
          </p:cNvPr>
          <p:cNvCxnSpPr/>
          <p:nvPr/>
        </p:nvCxnSpPr>
        <p:spPr>
          <a:xfrm>
            <a:off x="4993391" y="4770512"/>
            <a:ext cx="0" cy="453129"/>
          </a:xfrm>
          <a:prstGeom prst="line">
            <a:avLst/>
          </a:prstGeom>
          <a:ln w="38100">
            <a:solidFill>
              <a:schemeClr val="accent6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" name="Picture 36">
            <a:extLst>
              <a:ext uri="{FF2B5EF4-FFF2-40B4-BE49-F238E27FC236}">
                <a16:creationId xmlns:a16="http://schemas.microsoft.com/office/drawing/2014/main" id="{50B70577-942A-44A1-A612-58F5F54074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1036" y="3884995"/>
            <a:ext cx="231668" cy="566977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80916814-2F9F-4C00-B877-9D2270DDEA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0400" y="3055010"/>
            <a:ext cx="231668" cy="566977"/>
          </a:xfrm>
          <a:prstGeom prst="rect">
            <a:avLst/>
          </a:prstGeom>
        </p:spPr>
      </p:pic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2576FB12-3B28-4505-9C4A-9CA799749434}"/>
              </a:ext>
            </a:extLst>
          </p:cNvPr>
          <p:cNvSpPr/>
          <p:nvPr/>
        </p:nvSpPr>
        <p:spPr>
          <a:xfrm>
            <a:off x="9462498" y="5442011"/>
            <a:ext cx="2489831" cy="110799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E9E7F26-0C76-4461-991D-CE3AD00456F7}"/>
              </a:ext>
            </a:extLst>
          </p:cNvPr>
          <p:cNvSpPr txBox="1"/>
          <p:nvPr/>
        </p:nvSpPr>
        <p:spPr>
          <a:xfrm>
            <a:off x="10460780" y="5553211"/>
            <a:ext cx="15472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Expected Outcomes</a:t>
            </a:r>
            <a:endParaRPr lang="en-PK" dirty="0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0BDFD729-56B1-447D-8890-78DA6C25A1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8617" y="5629987"/>
            <a:ext cx="512108" cy="512108"/>
          </a:xfrm>
          <a:prstGeom prst="rect">
            <a:avLst/>
          </a:prstGeom>
        </p:spPr>
      </p:pic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477F45E7-FFD2-43DE-8FA2-DEC055641905}"/>
              </a:ext>
            </a:extLst>
          </p:cNvPr>
          <p:cNvCxnSpPr>
            <a:stCxn id="3" idx="3"/>
          </p:cNvCxnSpPr>
          <p:nvPr/>
        </p:nvCxnSpPr>
        <p:spPr>
          <a:xfrm>
            <a:off x="10410449" y="2638341"/>
            <a:ext cx="47007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FD718F1E-BDCF-4FD8-859B-D9D1C8B798F5}"/>
              </a:ext>
            </a:extLst>
          </p:cNvPr>
          <p:cNvCxnSpPr/>
          <p:nvPr/>
        </p:nvCxnSpPr>
        <p:spPr>
          <a:xfrm>
            <a:off x="10880521" y="2638341"/>
            <a:ext cx="0" cy="28036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46955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69FBC63B-01DD-4D9B-B971-C35188FC9789}"/>
              </a:ext>
            </a:extLst>
          </p:cNvPr>
          <p:cNvGrpSpPr/>
          <p:nvPr/>
        </p:nvGrpSpPr>
        <p:grpSpPr>
          <a:xfrm rot="21411753">
            <a:off x="3730250" y="835045"/>
            <a:ext cx="4087102" cy="5066047"/>
            <a:chOff x="395536" y="1793041"/>
            <a:chExt cx="3170093" cy="3929395"/>
          </a:xfrm>
          <a:solidFill>
            <a:schemeClr val="accent1">
              <a:alpha val="7000"/>
            </a:schemeClr>
          </a:solidFill>
        </p:grpSpPr>
        <p:sp>
          <p:nvSpPr>
            <p:cNvPr id="4" name="Freeform 26">
              <a:extLst>
                <a:ext uri="{FF2B5EF4-FFF2-40B4-BE49-F238E27FC236}">
                  <a16:creationId xmlns:a16="http://schemas.microsoft.com/office/drawing/2014/main" id="{B13CA2CB-B371-4E59-B10B-5E2BCE6693A1}"/>
                </a:ext>
              </a:extLst>
            </p:cNvPr>
            <p:cNvSpPr/>
            <p:nvPr/>
          </p:nvSpPr>
          <p:spPr>
            <a:xfrm rot="1800000" flipH="1">
              <a:off x="705002" y="1793041"/>
              <a:ext cx="2860627" cy="3411190"/>
            </a:xfrm>
            <a:custGeom>
              <a:avLst/>
              <a:gdLst>
                <a:gd name="connsiteX0" fmla="*/ 2332439 w 2860627"/>
                <a:gd name="connsiteY0" fmla="*/ 109484 h 3334674"/>
                <a:gd name="connsiteX1" fmla="*/ 1509012 w 2860627"/>
                <a:gd name="connsiteY1" fmla="*/ 0 h 3334674"/>
                <a:gd name="connsiteX2" fmla="*/ 364700 w 2860627"/>
                <a:gd name="connsiteY2" fmla="*/ 1279977 h 3334674"/>
                <a:gd name="connsiteX3" fmla="*/ 160 w 2860627"/>
                <a:gd name="connsiteY3" fmla="*/ 1755003 h 3334674"/>
                <a:gd name="connsiteX4" fmla="*/ 286853 w 2860627"/>
                <a:gd name="connsiteY4" fmla="*/ 1930370 h 3334674"/>
                <a:gd name="connsiteX5" fmla="*/ 207417 w 2860627"/>
                <a:gd name="connsiteY5" fmla="*/ 2111278 h 3334674"/>
                <a:gd name="connsiteX6" fmla="*/ 287242 w 2860627"/>
                <a:gd name="connsiteY6" fmla="*/ 2167898 h 3334674"/>
                <a:gd name="connsiteX7" fmla="*/ 256972 w 2860627"/>
                <a:gd name="connsiteY7" fmla="*/ 2262662 h 3334674"/>
                <a:gd name="connsiteX8" fmla="*/ 368654 w 2860627"/>
                <a:gd name="connsiteY8" fmla="*/ 2376290 h 3334674"/>
                <a:gd name="connsiteX9" fmla="*/ 465657 w 2860627"/>
                <a:gd name="connsiteY9" fmla="*/ 2793853 h 3334674"/>
                <a:gd name="connsiteX10" fmla="*/ 1108723 w 2860627"/>
                <a:gd name="connsiteY10" fmla="*/ 2720803 h 3334674"/>
                <a:gd name="connsiteX11" fmla="*/ 1313164 w 2860627"/>
                <a:gd name="connsiteY11" fmla="*/ 3300023 h 3334674"/>
                <a:gd name="connsiteX12" fmla="*/ 1936108 w 2860627"/>
                <a:gd name="connsiteY12" fmla="*/ 3321065 h 3334674"/>
                <a:gd name="connsiteX13" fmla="*/ 1882503 w 2860627"/>
                <a:gd name="connsiteY13" fmla="*/ 1973867 h 3334674"/>
                <a:gd name="connsiteX14" fmla="*/ 1315566 w 2860627"/>
                <a:gd name="connsiteY14" fmla="*/ 1469419 h 3334674"/>
                <a:gd name="connsiteX15" fmla="*/ 1294771 w 2860627"/>
                <a:gd name="connsiteY15" fmla="*/ 1450917 h 3334674"/>
                <a:gd name="connsiteX16" fmla="*/ 1253957 w 2860627"/>
                <a:gd name="connsiteY16" fmla="*/ 1414601 h 3334674"/>
                <a:gd name="connsiteX17" fmla="*/ 1259713 w 2860627"/>
                <a:gd name="connsiteY17" fmla="*/ 1414265 h 3334674"/>
                <a:gd name="connsiteX18" fmla="*/ 1156260 w 2860627"/>
                <a:gd name="connsiteY18" fmla="*/ 686769 h 3334674"/>
                <a:gd name="connsiteX19" fmla="*/ 2022208 w 2860627"/>
                <a:gd name="connsiteY19" fmla="*/ 483047 h 3334674"/>
                <a:gd name="connsiteX20" fmla="*/ 2336014 w 2860627"/>
                <a:gd name="connsiteY20" fmla="*/ 897827 h 3334674"/>
                <a:gd name="connsiteX21" fmla="*/ 2860627 w 2860627"/>
                <a:gd name="connsiteY21" fmla="*/ 876952 h 3334674"/>
                <a:gd name="connsiteX22" fmla="*/ 2332439 w 2860627"/>
                <a:gd name="connsiteY22" fmla="*/ 109484 h 3334674"/>
                <a:gd name="connsiteX0" fmla="*/ 2332439 w 2860627"/>
                <a:gd name="connsiteY0" fmla="*/ 176751 h 3401941"/>
                <a:gd name="connsiteX1" fmla="*/ 1525852 w 2860627"/>
                <a:gd name="connsiteY1" fmla="*/ 0 h 3401941"/>
                <a:gd name="connsiteX2" fmla="*/ 364700 w 2860627"/>
                <a:gd name="connsiteY2" fmla="*/ 1347244 h 3401941"/>
                <a:gd name="connsiteX3" fmla="*/ 160 w 2860627"/>
                <a:gd name="connsiteY3" fmla="*/ 1822270 h 3401941"/>
                <a:gd name="connsiteX4" fmla="*/ 286853 w 2860627"/>
                <a:gd name="connsiteY4" fmla="*/ 1997637 h 3401941"/>
                <a:gd name="connsiteX5" fmla="*/ 207417 w 2860627"/>
                <a:gd name="connsiteY5" fmla="*/ 2178545 h 3401941"/>
                <a:gd name="connsiteX6" fmla="*/ 287242 w 2860627"/>
                <a:gd name="connsiteY6" fmla="*/ 2235165 h 3401941"/>
                <a:gd name="connsiteX7" fmla="*/ 256972 w 2860627"/>
                <a:gd name="connsiteY7" fmla="*/ 2329929 h 3401941"/>
                <a:gd name="connsiteX8" fmla="*/ 368654 w 2860627"/>
                <a:gd name="connsiteY8" fmla="*/ 2443557 h 3401941"/>
                <a:gd name="connsiteX9" fmla="*/ 465657 w 2860627"/>
                <a:gd name="connsiteY9" fmla="*/ 2861120 h 3401941"/>
                <a:gd name="connsiteX10" fmla="*/ 1108723 w 2860627"/>
                <a:gd name="connsiteY10" fmla="*/ 2788070 h 3401941"/>
                <a:gd name="connsiteX11" fmla="*/ 1313164 w 2860627"/>
                <a:gd name="connsiteY11" fmla="*/ 3367290 h 3401941"/>
                <a:gd name="connsiteX12" fmla="*/ 1936108 w 2860627"/>
                <a:gd name="connsiteY12" fmla="*/ 3388332 h 3401941"/>
                <a:gd name="connsiteX13" fmla="*/ 1882503 w 2860627"/>
                <a:gd name="connsiteY13" fmla="*/ 2041134 h 3401941"/>
                <a:gd name="connsiteX14" fmla="*/ 1315566 w 2860627"/>
                <a:gd name="connsiteY14" fmla="*/ 1536686 h 3401941"/>
                <a:gd name="connsiteX15" fmla="*/ 1294771 w 2860627"/>
                <a:gd name="connsiteY15" fmla="*/ 1518184 h 3401941"/>
                <a:gd name="connsiteX16" fmla="*/ 1253957 w 2860627"/>
                <a:gd name="connsiteY16" fmla="*/ 1481868 h 3401941"/>
                <a:gd name="connsiteX17" fmla="*/ 1259713 w 2860627"/>
                <a:gd name="connsiteY17" fmla="*/ 1481532 h 3401941"/>
                <a:gd name="connsiteX18" fmla="*/ 1156260 w 2860627"/>
                <a:gd name="connsiteY18" fmla="*/ 754036 h 3401941"/>
                <a:gd name="connsiteX19" fmla="*/ 2022208 w 2860627"/>
                <a:gd name="connsiteY19" fmla="*/ 550314 h 3401941"/>
                <a:gd name="connsiteX20" fmla="*/ 2336014 w 2860627"/>
                <a:gd name="connsiteY20" fmla="*/ 965094 h 3401941"/>
                <a:gd name="connsiteX21" fmla="*/ 2860627 w 2860627"/>
                <a:gd name="connsiteY21" fmla="*/ 944219 h 3401941"/>
                <a:gd name="connsiteX22" fmla="*/ 2332439 w 2860627"/>
                <a:gd name="connsiteY22" fmla="*/ 176751 h 3401941"/>
                <a:gd name="connsiteX0" fmla="*/ 2332439 w 2860627"/>
                <a:gd name="connsiteY0" fmla="*/ 186000 h 3411190"/>
                <a:gd name="connsiteX1" fmla="*/ 1525852 w 2860627"/>
                <a:gd name="connsiteY1" fmla="*/ 9249 h 3411190"/>
                <a:gd name="connsiteX2" fmla="*/ 364700 w 2860627"/>
                <a:gd name="connsiteY2" fmla="*/ 1356493 h 3411190"/>
                <a:gd name="connsiteX3" fmla="*/ 160 w 2860627"/>
                <a:gd name="connsiteY3" fmla="*/ 1831519 h 3411190"/>
                <a:gd name="connsiteX4" fmla="*/ 286853 w 2860627"/>
                <a:gd name="connsiteY4" fmla="*/ 2006886 h 3411190"/>
                <a:gd name="connsiteX5" fmla="*/ 207417 w 2860627"/>
                <a:gd name="connsiteY5" fmla="*/ 2187794 h 3411190"/>
                <a:gd name="connsiteX6" fmla="*/ 287242 w 2860627"/>
                <a:gd name="connsiteY6" fmla="*/ 2244414 h 3411190"/>
                <a:gd name="connsiteX7" fmla="*/ 256972 w 2860627"/>
                <a:gd name="connsiteY7" fmla="*/ 2339178 h 3411190"/>
                <a:gd name="connsiteX8" fmla="*/ 368654 w 2860627"/>
                <a:gd name="connsiteY8" fmla="*/ 2452806 h 3411190"/>
                <a:gd name="connsiteX9" fmla="*/ 465657 w 2860627"/>
                <a:gd name="connsiteY9" fmla="*/ 2870369 h 3411190"/>
                <a:gd name="connsiteX10" fmla="*/ 1108723 w 2860627"/>
                <a:gd name="connsiteY10" fmla="*/ 2797319 h 3411190"/>
                <a:gd name="connsiteX11" fmla="*/ 1313164 w 2860627"/>
                <a:gd name="connsiteY11" fmla="*/ 3376539 h 3411190"/>
                <a:gd name="connsiteX12" fmla="*/ 1936108 w 2860627"/>
                <a:gd name="connsiteY12" fmla="*/ 3397581 h 3411190"/>
                <a:gd name="connsiteX13" fmla="*/ 1882503 w 2860627"/>
                <a:gd name="connsiteY13" fmla="*/ 2050383 h 3411190"/>
                <a:gd name="connsiteX14" fmla="*/ 1315566 w 2860627"/>
                <a:gd name="connsiteY14" fmla="*/ 1545935 h 3411190"/>
                <a:gd name="connsiteX15" fmla="*/ 1294771 w 2860627"/>
                <a:gd name="connsiteY15" fmla="*/ 1527433 h 3411190"/>
                <a:gd name="connsiteX16" fmla="*/ 1253957 w 2860627"/>
                <a:gd name="connsiteY16" fmla="*/ 1491117 h 3411190"/>
                <a:gd name="connsiteX17" fmla="*/ 1259713 w 2860627"/>
                <a:gd name="connsiteY17" fmla="*/ 1490781 h 3411190"/>
                <a:gd name="connsiteX18" fmla="*/ 1156260 w 2860627"/>
                <a:gd name="connsiteY18" fmla="*/ 763285 h 3411190"/>
                <a:gd name="connsiteX19" fmla="*/ 2022208 w 2860627"/>
                <a:gd name="connsiteY19" fmla="*/ 559563 h 3411190"/>
                <a:gd name="connsiteX20" fmla="*/ 2336014 w 2860627"/>
                <a:gd name="connsiteY20" fmla="*/ 974343 h 3411190"/>
                <a:gd name="connsiteX21" fmla="*/ 2860627 w 2860627"/>
                <a:gd name="connsiteY21" fmla="*/ 953468 h 3411190"/>
                <a:gd name="connsiteX22" fmla="*/ 2332439 w 2860627"/>
                <a:gd name="connsiteY22" fmla="*/ 186000 h 3411190"/>
                <a:gd name="connsiteX0" fmla="*/ 2332439 w 2860627"/>
                <a:gd name="connsiteY0" fmla="*/ 186000 h 3411190"/>
                <a:gd name="connsiteX1" fmla="*/ 1525852 w 2860627"/>
                <a:gd name="connsiteY1" fmla="*/ 9249 h 3411190"/>
                <a:gd name="connsiteX2" fmla="*/ 364700 w 2860627"/>
                <a:gd name="connsiteY2" fmla="*/ 1356493 h 3411190"/>
                <a:gd name="connsiteX3" fmla="*/ 160 w 2860627"/>
                <a:gd name="connsiteY3" fmla="*/ 1831519 h 3411190"/>
                <a:gd name="connsiteX4" fmla="*/ 286853 w 2860627"/>
                <a:gd name="connsiteY4" fmla="*/ 2006886 h 3411190"/>
                <a:gd name="connsiteX5" fmla="*/ 207417 w 2860627"/>
                <a:gd name="connsiteY5" fmla="*/ 2187794 h 3411190"/>
                <a:gd name="connsiteX6" fmla="*/ 287242 w 2860627"/>
                <a:gd name="connsiteY6" fmla="*/ 2244414 h 3411190"/>
                <a:gd name="connsiteX7" fmla="*/ 256972 w 2860627"/>
                <a:gd name="connsiteY7" fmla="*/ 2339178 h 3411190"/>
                <a:gd name="connsiteX8" fmla="*/ 368654 w 2860627"/>
                <a:gd name="connsiteY8" fmla="*/ 2452806 h 3411190"/>
                <a:gd name="connsiteX9" fmla="*/ 465657 w 2860627"/>
                <a:gd name="connsiteY9" fmla="*/ 2870369 h 3411190"/>
                <a:gd name="connsiteX10" fmla="*/ 1108723 w 2860627"/>
                <a:gd name="connsiteY10" fmla="*/ 2797319 h 3411190"/>
                <a:gd name="connsiteX11" fmla="*/ 1313164 w 2860627"/>
                <a:gd name="connsiteY11" fmla="*/ 3376539 h 3411190"/>
                <a:gd name="connsiteX12" fmla="*/ 1936108 w 2860627"/>
                <a:gd name="connsiteY12" fmla="*/ 3397581 h 3411190"/>
                <a:gd name="connsiteX13" fmla="*/ 1882503 w 2860627"/>
                <a:gd name="connsiteY13" fmla="*/ 2050383 h 3411190"/>
                <a:gd name="connsiteX14" fmla="*/ 1315566 w 2860627"/>
                <a:gd name="connsiteY14" fmla="*/ 1545935 h 3411190"/>
                <a:gd name="connsiteX15" fmla="*/ 1253957 w 2860627"/>
                <a:gd name="connsiteY15" fmla="*/ 1491117 h 3411190"/>
                <a:gd name="connsiteX16" fmla="*/ 1259713 w 2860627"/>
                <a:gd name="connsiteY16" fmla="*/ 1490781 h 3411190"/>
                <a:gd name="connsiteX17" fmla="*/ 1156260 w 2860627"/>
                <a:gd name="connsiteY17" fmla="*/ 763285 h 3411190"/>
                <a:gd name="connsiteX18" fmla="*/ 2022208 w 2860627"/>
                <a:gd name="connsiteY18" fmla="*/ 559563 h 3411190"/>
                <a:gd name="connsiteX19" fmla="*/ 2336014 w 2860627"/>
                <a:gd name="connsiteY19" fmla="*/ 974343 h 3411190"/>
                <a:gd name="connsiteX20" fmla="*/ 2860627 w 2860627"/>
                <a:gd name="connsiteY20" fmla="*/ 953468 h 3411190"/>
                <a:gd name="connsiteX21" fmla="*/ 2332439 w 2860627"/>
                <a:gd name="connsiteY21" fmla="*/ 186000 h 3411190"/>
                <a:gd name="connsiteX0" fmla="*/ 2332439 w 2860627"/>
                <a:gd name="connsiteY0" fmla="*/ 186000 h 3411190"/>
                <a:gd name="connsiteX1" fmla="*/ 1525852 w 2860627"/>
                <a:gd name="connsiteY1" fmla="*/ 9249 h 3411190"/>
                <a:gd name="connsiteX2" fmla="*/ 364700 w 2860627"/>
                <a:gd name="connsiteY2" fmla="*/ 1356493 h 3411190"/>
                <a:gd name="connsiteX3" fmla="*/ 160 w 2860627"/>
                <a:gd name="connsiteY3" fmla="*/ 1831519 h 3411190"/>
                <a:gd name="connsiteX4" fmla="*/ 286853 w 2860627"/>
                <a:gd name="connsiteY4" fmla="*/ 2006886 h 3411190"/>
                <a:gd name="connsiteX5" fmla="*/ 207417 w 2860627"/>
                <a:gd name="connsiteY5" fmla="*/ 2187794 h 3411190"/>
                <a:gd name="connsiteX6" fmla="*/ 287242 w 2860627"/>
                <a:gd name="connsiteY6" fmla="*/ 2244414 h 3411190"/>
                <a:gd name="connsiteX7" fmla="*/ 256972 w 2860627"/>
                <a:gd name="connsiteY7" fmla="*/ 2339178 h 3411190"/>
                <a:gd name="connsiteX8" fmla="*/ 368654 w 2860627"/>
                <a:gd name="connsiteY8" fmla="*/ 2452806 h 3411190"/>
                <a:gd name="connsiteX9" fmla="*/ 465657 w 2860627"/>
                <a:gd name="connsiteY9" fmla="*/ 2870369 h 3411190"/>
                <a:gd name="connsiteX10" fmla="*/ 1108723 w 2860627"/>
                <a:gd name="connsiteY10" fmla="*/ 2797319 h 3411190"/>
                <a:gd name="connsiteX11" fmla="*/ 1313164 w 2860627"/>
                <a:gd name="connsiteY11" fmla="*/ 3376539 h 3411190"/>
                <a:gd name="connsiteX12" fmla="*/ 1936108 w 2860627"/>
                <a:gd name="connsiteY12" fmla="*/ 3397581 h 3411190"/>
                <a:gd name="connsiteX13" fmla="*/ 1882503 w 2860627"/>
                <a:gd name="connsiteY13" fmla="*/ 2050383 h 3411190"/>
                <a:gd name="connsiteX14" fmla="*/ 1253957 w 2860627"/>
                <a:gd name="connsiteY14" fmla="*/ 1491117 h 3411190"/>
                <a:gd name="connsiteX15" fmla="*/ 1259713 w 2860627"/>
                <a:gd name="connsiteY15" fmla="*/ 1490781 h 3411190"/>
                <a:gd name="connsiteX16" fmla="*/ 1156260 w 2860627"/>
                <a:gd name="connsiteY16" fmla="*/ 763285 h 3411190"/>
                <a:gd name="connsiteX17" fmla="*/ 2022208 w 2860627"/>
                <a:gd name="connsiteY17" fmla="*/ 559563 h 3411190"/>
                <a:gd name="connsiteX18" fmla="*/ 2336014 w 2860627"/>
                <a:gd name="connsiteY18" fmla="*/ 974343 h 3411190"/>
                <a:gd name="connsiteX19" fmla="*/ 2860627 w 2860627"/>
                <a:gd name="connsiteY19" fmla="*/ 953468 h 3411190"/>
                <a:gd name="connsiteX20" fmla="*/ 2332439 w 2860627"/>
                <a:gd name="connsiteY20" fmla="*/ 186000 h 3411190"/>
                <a:gd name="connsiteX0" fmla="*/ 2332439 w 2860627"/>
                <a:gd name="connsiteY0" fmla="*/ 186000 h 3411190"/>
                <a:gd name="connsiteX1" fmla="*/ 1525852 w 2860627"/>
                <a:gd name="connsiteY1" fmla="*/ 9249 h 3411190"/>
                <a:gd name="connsiteX2" fmla="*/ 364700 w 2860627"/>
                <a:gd name="connsiteY2" fmla="*/ 1356493 h 3411190"/>
                <a:gd name="connsiteX3" fmla="*/ 160 w 2860627"/>
                <a:gd name="connsiteY3" fmla="*/ 1831519 h 3411190"/>
                <a:gd name="connsiteX4" fmla="*/ 286853 w 2860627"/>
                <a:gd name="connsiteY4" fmla="*/ 2006886 h 3411190"/>
                <a:gd name="connsiteX5" fmla="*/ 207417 w 2860627"/>
                <a:gd name="connsiteY5" fmla="*/ 2187794 h 3411190"/>
                <a:gd name="connsiteX6" fmla="*/ 287242 w 2860627"/>
                <a:gd name="connsiteY6" fmla="*/ 2244414 h 3411190"/>
                <a:gd name="connsiteX7" fmla="*/ 256972 w 2860627"/>
                <a:gd name="connsiteY7" fmla="*/ 2339178 h 3411190"/>
                <a:gd name="connsiteX8" fmla="*/ 368654 w 2860627"/>
                <a:gd name="connsiteY8" fmla="*/ 2452806 h 3411190"/>
                <a:gd name="connsiteX9" fmla="*/ 465657 w 2860627"/>
                <a:gd name="connsiteY9" fmla="*/ 2870369 h 3411190"/>
                <a:gd name="connsiteX10" fmla="*/ 1108723 w 2860627"/>
                <a:gd name="connsiteY10" fmla="*/ 2797319 h 3411190"/>
                <a:gd name="connsiteX11" fmla="*/ 1313164 w 2860627"/>
                <a:gd name="connsiteY11" fmla="*/ 3376539 h 3411190"/>
                <a:gd name="connsiteX12" fmla="*/ 1936108 w 2860627"/>
                <a:gd name="connsiteY12" fmla="*/ 3397581 h 3411190"/>
                <a:gd name="connsiteX13" fmla="*/ 1862177 w 2860627"/>
                <a:gd name="connsiteY13" fmla="*/ 2104638 h 3411190"/>
                <a:gd name="connsiteX14" fmla="*/ 1253957 w 2860627"/>
                <a:gd name="connsiteY14" fmla="*/ 1491117 h 3411190"/>
                <a:gd name="connsiteX15" fmla="*/ 1259713 w 2860627"/>
                <a:gd name="connsiteY15" fmla="*/ 1490781 h 3411190"/>
                <a:gd name="connsiteX16" fmla="*/ 1156260 w 2860627"/>
                <a:gd name="connsiteY16" fmla="*/ 763285 h 3411190"/>
                <a:gd name="connsiteX17" fmla="*/ 2022208 w 2860627"/>
                <a:gd name="connsiteY17" fmla="*/ 559563 h 3411190"/>
                <a:gd name="connsiteX18" fmla="*/ 2336014 w 2860627"/>
                <a:gd name="connsiteY18" fmla="*/ 974343 h 3411190"/>
                <a:gd name="connsiteX19" fmla="*/ 2860627 w 2860627"/>
                <a:gd name="connsiteY19" fmla="*/ 953468 h 3411190"/>
                <a:gd name="connsiteX20" fmla="*/ 2332439 w 2860627"/>
                <a:gd name="connsiteY20" fmla="*/ 186000 h 3411190"/>
                <a:gd name="connsiteX0" fmla="*/ 2332439 w 2860627"/>
                <a:gd name="connsiteY0" fmla="*/ 186000 h 3411190"/>
                <a:gd name="connsiteX1" fmla="*/ 1525852 w 2860627"/>
                <a:gd name="connsiteY1" fmla="*/ 9249 h 3411190"/>
                <a:gd name="connsiteX2" fmla="*/ 364700 w 2860627"/>
                <a:gd name="connsiteY2" fmla="*/ 1356493 h 3411190"/>
                <a:gd name="connsiteX3" fmla="*/ 160 w 2860627"/>
                <a:gd name="connsiteY3" fmla="*/ 1831519 h 3411190"/>
                <a:gd name="connsiteX4" fmla="*/ 286853 w 2860627"/>
                <a:gd name="connsiteY4" fmla="*/ 2006886 h 3411190"/>
                <a:gd name="connsiteX5" fmla="*/ 207417 w 2860627"/>
                <a:gd name="connsiteY5" fmla="*/ 2187794 h 3411190"/>
                <a:gd name="connsiteX6" fmla="*/ 287242 w 2860627"/>
                <a:gd name="connsiteY6" fmla="*/ 2244414 h 3411190"/>
                <a:gd name="connsiteX7" fmla="*/ 256972 w 2860627"/>
                <a:gd name="connsiteY7" fmla="*/ 2339178 h 3411190"/>
                <a:gd name="connsiteX8" fmla="*/ 368654 w 2860627"/>
                <a:gd name="connsiteY8" fmla="*/ 2452806 h 3411190"/>
                <a:gd name="connsiteX9" fmla="*/ 465657 w 2860627"/>
                <a:gd name="connsiteY9" fmla="*/ 2870369 h 3411190"/>
                <a:gd name="connsiteX10" fmla="*/ 1108723 w 2860627"/>
                <a:gd name="connsiteY10" fmla="*/ 2797319 h 3411190"/>
                <a:gd name="connsiteX11" fmla="*/ 1313164 w 2860627"/>
                <a:gd name="connsiteY11" fmla="*/ 3376539 h 3411190"/>
                <a:gd name="connsiteX12" fmla="*/ 1936108 w 2860627"/>
                <a:gd name="connsiteY12" fmla="*/ 3397581 h 3411190"/>
                <a:gd name="connsiteX13" fmla="*/ 1862177 w 2860627"/>
                <a:gd name="connsiteY13" fmla="*/ 2104638 h 3411190"/>
                <a:gd name="connsiteX14" fmla="*/ 1253957 w 2860627"/>
                <a:gd name="connsiteY14" fmla="*/ 1491117 h 3411190"/>
                <a:gd name="connsiteX15" fmla="*/ 1259713 w 2860627"/>
                <a:gd name="connsiteY15" fmla="*/ 1490781 h 3411190"/>
                <a:gd name="connsiteX16" fmla="*/ 1156260 w 2860627"/>
                <a:gd name="connsiteY16" fmla="*/ 763285 h 3411190"/>
                <a:gd name="connsiteX17" fmla="*/ 2022208 w 2860627"/>
                <a:gd name="connsiteY17" fmla="*/ 559563 h 3411190"/>
                <a:gd name="connsiteX18" fmla="*/ 2336014 w 2860627"/>
                <a:gd name="connsiteY18" fmla="*/ 974343 h 3411190"/>
                <a:gd name="connsiteX19" fmla="*/ 2860627 w 2860627"/>
                <a:gd name="connsiteY19" fmla="*/ 953468 h 3411190"/>
                <a:gd name="connsiteX20" fmla="*/ 2332439 w 2860627"/>
                <a:gd name="connsiteY20" fmla="*/ 186000 h 3411190"/>
                <a:gd name="connsiteX0" fmla="*/ 2332439 w 2860627"/>
                <a:gd name="connsiteY0" fmla="*/ 186000 h 3411190"/>
                <a:gd name="connsiteX1" fmla="*/ 1525852 w 2860627"/>
                <a:gd name="connsiteY1" fmla="*/ 9249 h 3411190"/>
                <a:gd name="connsiteX2" fmla="*/ 364700 w 2860627"/>
                <a:gd name="connsiteY2" fmla="*/ 1356493 h 3411190"/>
                <a:gd name="connsiteX3" fmla="*/ 160 w 2860627"/>
                <a:gd name="connsiteY3" fmla="*/ 1831519 h 3411190"/>
                <a:gd name="connsiteX4" fmla="*/ 286853 w 2860627"/>
                <a:gd name="connsiteY4" fmla="*/ 2006886 h 3411190"/>
                <a:gd name="connsiteX5" fmla="*/ 207417 w 2860627"/>
                <a:gd name="connsiteY5" fmla="*/ 2187794 h 3411190"/>
                <a:gd name="connsiteX6" fmla="*/ 287242 w 2860627"/>
                <a:gd name="connsiteY6" fmla="*/ 2244414 h 3411190"/>
                <a:gd name="connsiteX7" fmla="*/ 256972 w 2860627"/>
                <a:gd name="connsiteY7" fmla="*/ 2339178 h 3411190"/>
                <a:gd name="connsiteX8" fmla="*/ 368654 w 2860627"/>
                <a:gd name="connsiteY8" fmla="*/ 2452806 h 3411190"/>
                <a:gd name="connsiteX9" fmla="*/ 465657 w 2860627"/>
                <a:gd name="connsiteY9" fmla="*/ 2870369 h 3411190"/>
                <a:gd name="connsiteX10" fmla="*/ 1108723 w 2860627"/>
                <a:gd name="connsiteY10" fmla="*/ 2797319 h 3411190"/>
                <a:gd name="connsiteX11" fmla="*/ 1313164 w 2860627"/>
                <a:gd name="connsiteY11" fmla="*/ 3376539 h 3411190"/>
                <a:gd name="connsiteX12" fmla="*/ 1936108 w 2860627"/>
                <a:gd name="connsiteY12" fmla="*/ 3397581 h 3411190"/>
                <a:gd name="connsiteX13" fmla="*/ 1828840 w 2860627"/>
                <a:gd name="connsiteY13" fmla="*/ 2162380 h 3411190"/>
                <a:gd name="connsiteX14" fmla="*/ 1253957 w 2860627"/>
                <a:gd name="connsiteY14" fmla="*/ 1491117 h 3411190"/>
                <a:gd name="connsiteX15" fmla="*/ 1259713 w 2860627"/>
                <a:gd name="connsiteY15" fmla="*/ 1490781 h 3411190"/>
                <a:gd name="connsiteX16" fmla="*/ 1156260 w 2860627"/>
                <a:gd name="connsiteY16" fmla="*/ 763285 h 3411190"/>
                <a:gd name="connsiteX17" fmla="*/ 2022208 w 2860627"/>
                <a:gd name="connsiteY17" fmla="*/ 559563 h 3411190"/>
                <a:gd name="connsiteX18" fmla="*/ 2336014 w 2860627"/>
                <a:gd name="connsiteY18" fmla="*/ 974343 h 3411190"/>
                <a:gd name="connsiteX19" fmla="*/ 2860627 w 2860627"/>
                <a:gd name="connsiteY19" fmla="*/ 953468 h 3411190"/>
                <a:gd name="connsiteX20" fmla="*/ 2332439 w 2860627"/>
                <a:gd name="connsiteY20" fmla="*/ 186000 h 3411190"/>
                <a:gd name="connsiteX0" fmla="*/ 2332439 w 2860627"/>
                <a:gd name="connsiteY0" fmla="*/ 186000 h 3411190"/>
                <a:gd name="connsiteX1" fmla="*/ 1525852 w 2860627"/>
                <a:gd name="connsiteY1" fmla="*/ 9249 h 3411190"/>
                <a:gd name="connsiteX2" fmla="*/ 364700 w 2860627"/>
                <a:gd name="connsiteY2" fmla="*/ 1356493 h 3411190"/>
                <a:gd name="connsiteX3" fmla="*/ 160 w 2860627"/>
                <a:gd name="connsiteY3" fmla="*/ 1831519 h 3411190"/>
                <a:gd name="connsiteX4" fmla="*/ 286853 w 2860627"/>
                <a:gd name="connsiteY4" fmla="*/ 2006886 h 3411190"/>
                <a:gd name="connsiteX5" fmla="*/ 207417 w 2860627"/>
                <a:gd name="connsiteY5" fmla="*/ 2187794 h 3411190"/>
                <a:gd name="connsiteX6" fmla="*/ 287242 w 2860627"/>
                <a:gd name="connsiteY6" fmla="*/ 2244414 h 3411190"/>
                <a:gd name="connsiteX7" fmla="*/ 256972 w 2860627"/>
                <a:gd name="connsiteY7" fmla="*/ 2339178 h 3411190"/>
                <a:gd name="connsiteX8" fmla="*/ 368654 w 2860627"/>
                <a:gd name="connsiteY8" fmla="*/ 2452806 h 3411190"/>
                <a:gd name="connsiteX9" fmla="*/ 465657 w 2860627"/>
                <a:gd name="connsiteY9" fmla="*/ 2870369 h 3411190"/>
                <a:gd name="connsiteX10" fmla="*/ 1108723 w 2860627"/>
                <a:gd name="connsiteY10" fmla="*/ 2797319 h 3411190"/>
                <a:gd name="connsiteX11" fmla="*/ 1313164 w 2860627"/>
                <a:gd name="connsiteY11" fmla="*/ 3376539 h 3411190"/>
                <a:gd name="connsiteX12" fmla="*/ 1936108 w 2860627"/>
                <a:gd name="connsiteY12" fmla="*/ 3397581 h 3411190"/>
                <a:gd name="connsiteX13" fmla="*/ 1828840 w 2860627"/>
                <a:gd name="connsiteY13" fmla="*/ 2162380 h 3411190"/>
                <a:gd name="connsiteX14" fmla="*/ 1253957 w 2860627"/>
                <a:gd name="connsiteY14" fmla="*/ 1491117 h 3411190"/>
                <a:gd name="connsiteX15" fmla="*/ 1259713 w 2860627"/>
                <a:gd name="connsiteY15" fmla="*/ 1490781 h 3411190"/>
                <a:gd name="connsiteX16" fmla="*/ 1156260 w 2860627"/>
                <a:gd name="connsiteY16" fmla="*/ 763285 h 3411190"/>
                <a:gd name="connsiteX17" fmla="*/ 2022208 w 2860627"/>
                <a:gd name="connsiteY17" fmla="*/ 559563 h 3411190"/>
                <a:gd name="connsiteX18" fmla="*/ 2336014 w 2860627"/>
                <a:gd name="connsiteY18" fmla="*/ 974343 h 3411190"/>
                <a:gd name="connsiteX19" fmla="*/ 2860627 w 2860627"/>
                <a:gd name="connsiteY19" fmla="*/ 953468 h 3411190"/>
                <a:gd name="connsiteX20" fmla="*/ 2332439 w 2860627"/>
                <a:gd name="connsiteY20" fmla="*/ 186000 h 3411190"/>
                <a:gd name="connsiteX0" fmla="*/ 2332439 w 2860627"/>
                <a:gd name="connsiteY0" fmla="*/ 186000 h 3411190"/>
                <a:gd name="connsiteX1" fmla="*/ 1525852 w 2860627"/>
                <a:gd name="connsiteY1" fmla="*/ 9249 h 3411190"/>
                <a:gd name="connsiteX2" fmla="*/ 364700 w 2860627"/>
                <a:gd name="connsiteY2" fmla="*/ 1356493 h 3411190"/>
                <a:gd name="connsiteX3" fmla="*/ 160 w 2860627"/>
                <a:gd name="connsiteY3" fmla="*/ 1831519 h 3411190"/>
                <a:gd name="connsiteX4" fmla="*/ 286853 w 2860627"/>
                <a:gd name="connsiteY4" fmla="*/ 2006886 h 3411190"/>
                <a:gd name="connsiteX5" fmla="*/ 207417 w 2860627"/>
                <a:gd name="connsiteY5" fmla="*/ 2187794 h 3411190"/>
                <a:gd name="connsiteX6" fmla="*/ 287242 w 2860627"/>
                <a:gd name="connsiteY6" fmla="*/ 2244414 h 3411190"/>
                <a:gd name="connsiteX7" fmla="*/ 256972 w 2860627"/>
                <a:gd name="connsiteY7" fmla="*/ 2339178 h 3411190"/>
                <a:gd name="connsiteX8" fmla="*/ 368654 w 2860627"/>
                <a:gd name="connsiteY8" fmla="*/ 2452806 h 3411190"/>
                <a:gd name="connsiteX9" fmla="*/ 465657 w 2860627"/>
                <a:gd name="connsiteY9" fmla="*/ 2870369 h 3411190"/>
                <a:gd name="connsiteX10" fmla="*/ 1108723 w 2860627"/>
                <a:gd name="connsiteY10" fmla="*/ 2797319 h 3411190"/>
                <a:gd name="connsiteX11" fmla="*/ 1313164 w 2860627"/>
                <a:gd name="connsiteY11" fmla="*/ 3376539 h 3411190"/>
                <a:gd name="connsiteX12" fmla="*/ 1936108 w 2860627"/>
                <a:gd name="connsiteY12" fmla="*/ 3397581 h 3411190"/>
                <a:gd name="connsiteX13" fmla="*/ 1828840 w 2860627"/>
                <a:gd name="connsiteY13" fmla="*/ 2162380 h 3411190"/>
                <a:gd name="connsiteX14" fmla="*/ 1253957 w 2860627"/>
                <a:gd name="connsiteY14" fmla="*/ 1491117 h 3411190"/>
                <a:gd name="connsiteX15" fmla="*/ 1259713 w 2860627"/>
                <a:gd name="connsiteY15" fmla="*/ 1490781 h 3411190"/>
                <a:gd name="connsiteX16" fmla="*/ 1156260 w 2860627"/>
                <a:gd name="connsiteY16" fmla="*/ 763285 h 3411190"/>
                <a:gd name="connsiteX17" fmla="*/ 2022208 w 2860627"/>
                <a:gd name="connsiteY17" fmla="*/ 559563 h 3411190"/>
                <a:gd name="connsiteX18" fmla="*/ 2336014 w 2860627"/>
                <a:gd name="connsiteY18" fmla="*/ 974343 h 3411190"/>
                <a:gd name="connsiteX19" fmla="*/ 2860627 w 2860627"/>
                <a:gd name="connsiteY19" fmla="*/ 953468 h 3411190"/>
                <a:gd name="connsiteX20" fmla="*/ 2332439 w 2860627"/>
                <a:gd name="connsiteY20" fmla="*/ 186000 h 3411190"/>
                <a:gd name="connsiteX0" fmla="*/ 2332439 w 2860627"/>
                <a:gd name="connsiteY0" fmla="*/ 186000 h 3411190"/>
                <a:gd name="connsiteX1" fmla="*/ 1525852 w 2860627"/>
                <a:gd name="connsiteY1" fmla="*/ 9249 h 3411190"/>
                <a:gd name="connsiteX2" fmla="*/ 364700 w 2860627"/>
                <a:gd name="connsiteY2" fmla="*/ 1356493 h 3411190"/>
                <a:gd name="connsiteX3" fmla="*/ 160 w 2860627"/>
                <a:gd name="connsiteY3" fmla="*/ 1831519 h 3411190"/>
                <a:gd name="connsiteX4" fmla="*/ 286853 w 2860627"/>
                <a:gd name="connsiteY4" fmla="*/ 2006886 h 3411190"/>
                <a:gd name="connsiteX5" fmla="*/ 207417 w 2860627"/>
                <a:gd name="connsiteY5" fmla="*/ 2187794 h 3411190"/>
                <a:gd name="connsiteX6" fmla="*/ 287242 w 2860627"/>
                <a:gd name="connsiteY6" fmla="*/ 2244414 h 3411190"/>
                <a:gd name="connsiteX7" fmla="*/ 256972 w 2860627"/>
                <a:gd name="connsiteY7" fmla="*/ 2339178 h 3411190"/>
                <a:gd name="connsiteX8" fmla="*/ 368654 w 2860627"/>
                <a:gd name="connsiteY8" fmla="*/ 2452806 h 3411190"/>
                <a:gd name="connsiteX9" fmla="*/ 465657 w 2860627"/>
                <a:gd name="connsiteY9" fmla="*/ 2870369 h 3411190"/>
                <a:gd name="connsiteX10" fmla="*/ 1108723 w 2860627"/>
                <a:gd name="connsiteY10" fmla="*/ 2797319 h 3411190"/>
                <a:gd name="connsiteX11" fmla="*/ 1313164 w 2860627"/>
                <a:gd name="connsiteY11" fmla="*/ 3376539 h 3411190"/>
                <a:gd name="connsiteX12" fmla="*/ 1936108 w 2860627"/>
                <a:gd name="connsiteY12" fmla="*/ 3397581 h 3411190"/>
                <a:gd name="connsiteX13" fmla="*/ 1886582 w 2860627"/>
                <a:gd name="connsiteY13" fmla="*/ 2195718 h 3411190"/>
                <a:gd name="connsiteX14" fmla="*/ 1253957 w 2860627"/>
                <a:gd name="connsiteY14" fmla="*/ 1491117 h 3411190"/>
                <a:gd name="connsiteX15" fmla="*/ 1259713 w 2860627"/>
                <a:gd name="connsiteY15" fmla="*/ 1490781 h 3411190"/>
                <a:gd name="connsiteX16" fmla="*/ 1156260 w 2860627"/>
                <a:gd name="connsiteY16" fmla="*/ 763285 h 3411190"/>
                <a:gd name="connsiteX17" fmla="*/ 2022208 w 2860627"/>
                <a:gd name="connsiteY17" fmla="*/ 559563 h 3411190"/>
                <a:gd name="connsiteX18" fmla="*/ 2336014 w 2860627"/>
                <a:gd name="connsiteY18" fmla="*/ 974343 h 3411190"/>
                <a:gd name="connsiteX19" fmla="*/ 2860627 w 2860627"/>
                <a:gd name="connsiteY19" fmla="*/ 953468 h 3411190"/>
                <a:gd name="connsiteX20" fmla="*/ 2332439 w 2860627"/>
                <a:gd name="connsiteY20" fmla="*/ 186000 h 3411190"/>
                <a:gd name="connsiteX0" fmla="*/ 2332439 w 2860627"/>
                <a:gd name="connsiteY0" fmla="*/ 186000 h 3411190"/>
                <a:gd name="connsiteX1" fmla="*/ 1525852 w 2860627"/>
                <a:gd name="connsiteY1" fmla="*/ 9249 h 3411190"/>
                <a:gd name="connsiteX2" fmla="*/ 364700 w 2860627"/>
                <a:gd name="connsiteY2" fmla="*/ 1356493 h 3411190"/>
                <a:gd name="connsiteX3" fmla="*/ 160 w 2860627"/>
                <a:gd name="connsiteY3" fmla="*/ 1831519 h 3411190"/>
                <a:gd name="connsiteX4" fmla="*/ 286853 w 2860627"/>
                <a:gd name="connsiteY4" fmla="*/ 2006886 h 3411190"/>
                <a:gd name="connsiteX5" fmla="*/ 207417 w 2860627"/>
                <a:gd name="connsiteY5" fmla="*/ 2187794 h 3411190"/>
                <a:gd name="connsiteX6" fmla="*/ 287242 w 2860627"/>
                <a:gd name="connsiteY6" fmla="*/ 2244414 h 3411190"/>
                <a:gd name="connsiteX7" fmla="*/ 256972 w 2860627"/>
                <a:gd name="connsiteY7" fmla="*/ 2339178 h 3411190"/>
                <a:gd name="connsiteX8" fmla="*/ 368654 w 2860627"/>
                <a:gd name="connsiteY8" fmla="*/ 2452806 h 3411190"/>
                <a:gd name="connsiteX9" fmla="*/ 465657 w 2860627"/>
                <a:gd name="connsiteY9" fmla="*/ 2870369 h 3411190"/>
                <a:gd name="connsiteX10" fmla="*/ 1108723 w 2860627"/>
                <a:gd name="connsiteY10" fmla="*/ 2797319 h 3411190"/>
                <a:gd name="connsiteX11" fmla="*/ 1313164 w 2860627"/>
                <a:gd name="connsiteY11" fmla="*/ 3376539 h 3411190"/>
                <a:gd name="connsiteX12" fmla="*/ 1936108 w 2860627"/>
                <a:gd name="connsiteY12" fmla="*/ 3397581 h 3411190"/>
                <a:gd name="connsiteX13" fmla="*/ 1886582 w 2860627"/>
                <a:gd name="connsiteY13" fmla="*/ 2195718 h 3411190"/>
                <a:gd name="connsiteX14" fmla="*/ 1253957 w 2860627"/>
                <a:gd name="connsiteY14" fmla="*/ 1491117 h 3411190"/>
                <a:gd name="connsiteX15" fmla="*/ 1259713 w 2860627"/>
                <a:gd name="connsiteY15" fmla="*/ 1490781 h 3411190"/>
                <a:gd name="connsiteX16" fmla="*/ 1156260 w 2860627"/>
                <a:gd name="connsiteY16" fmla="*/ 763285 h 3411190"/>
                <a:gd name="connsiteX17" fmla="*/ 2022208 w 2860627"/>
                <a:gd name="connsiteY17" fmla="*/ 559563 h 3411190"/>
                <a:gd name="connsiteX18" fmla="*/ 2336014 w 2860627"/>
                <a:gd name="connsiteY18" fmla="*/ 974343 h 3411190"/>
                <a:gd name="connsiteX19" fmla="*/ 2860627 w 2860627"/>
                <a:gd name="connsiteY19" fmla="*/ 953468 h 3411190"/>
                <a:gd name="connsiteX20" fmla="*/ 2332439 w 2860627"/>
                <a:gd name="connsiteY20" fmla="*/ 186000 h 3411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860627" h="3411190">
                  <a:moveTo>
                    <a:pt x="2332439" y="186000"/>
                  </a:moveTo>
                  <a:cubicBezTo>
                    <a:pt x="2114028" y="67375"/>
                    <a:pt x="1894506" y="-31252"/>
                    <a:pt x="1525852" y="9249"/>
                  </a:cubicBezTo>
                  <a:cubicBezTo>
                    <a:pt x="735732" y="27225"/>
                    <a:pt x="265149" y="734924"/>
                    <a:pt x="364700" y="1356493"/>
                  </a:cubicBezTo>
                  <a:cubicBezTo>
                    <a:pt x="243187" y="1514835"/>
                    <a:pt x="-7219" y="1802068"/>
                    <a:pt x="160" y="1831519"/>
                  </a:cubicBezTo>
                  <a:cubicBezTo>
                    <a:pt x="17130" y="1925603"/>
                    <a:pt x="185001" y="1956813"/>
                    <a:pt x="286853" y="2006886"/>
                  </a:cubicBezTo>
                  <a:cubicBezTo>
                    <a:pt x="253040" y="2069284"/>
                    <a:pt x="200362" y="2166263"/>
                    <a:pt x="207417" y="2187794"/>
                  </a:cubicBezTo>
                  <a:cubicBezTo>
                    <a:pt x="222499" y="2208763"/>
                    <a:pt x="256442" y="2226588"/>
                    <a:pt x="287242" y="2244414"/>
                  </a:cubicBezTo>
                  <a:cubicBezTo>
                    <a:pt x="277153" y="2276002"/>
                    <a:pt x="241912" y="2313878"/>
                    <a:pt x="256972" y="2339178"/>
                  </a:cubicBezTo>
                  <a:cubicBezTo>
                    <a:pt x="285816" y="2378102"/>
                    <a:pt x="349241" y="2404451"/>
                    <a:pt x="368654" y="2452806"/>
                  </a:cubicBezTo>
                  <a:cubicBezTo>
                    <a:pt x="412514" y="2527024"/>
                    <a:pt x="255179" y="2774145"/>
                    <a:pt x="465657" y="2870369"/>
                  </a:cubicBezTo>
                  <a:cubicBezTo>
                    <a:pt x="653816" y="2944521"/>
                    <a:pt x="911133" y="2842626"/>
                    <a:pt x="1108723" y="2797319"/>
                  </a:cubicBezTo>
                  <a:cubicBezTo>
                    <a:pt x="1261750" y="2755661"/>
                    <a:pt x="1267023" y="3179274"/>
                    <a:pt x="1313164" y="3376539"/>
                  </a:cubicBezTo>
                  <a:cubicBezTo>
                    <a:pt x="1541931" y="3416747"/>
                    <a:pt x="1746247" y="3419423"/>
                    <a:pt x="1936108" y="3397581"/>
                  </a:cubicBezTo>
                  <a:cubicBezTo>
                    <a:pt x="1911464" y="2966600"/>
                    <a:pt x="1933512" y="2397598"/>
                    <a:pt x="1886582" y="2195718"/>
                  </a:cubicBezTo>
                  <a:cubicBezTo>
                    <a:pt x="1843777" y="1980896"/>
                    <a:pt x="1445585" y="1714871"/>
                    <a:pt x="1253957" y="1491117"/>
                  </a:cubicBezTo>
                  <a:lnTo>
                    <a:pt x="1259713" y="1490781"/>
                  </a:lnTo>
                  <a:cubicBezTo>
                    <a:pt x="1069359" y="1294123"/>
                    <a:pt x="1020028" y="999248"/>
                    <a:pt x="1156260" y="763285"/>
                  </a:cubicBezTo>
                  <a:cubicBezTo>
                    <a:pt x="1324542" y="471813"/>
                    <a:pt x="1712240" y="380603"/>
                    <a:pt x="2022208" y="559563"/>
                  </a:cubicBezTo>
                  <a:cubicBezTo>
                    <a:pt x="2187368" y="654919"/>
                    <a:pt x="2297137" y="807738"/>
                    <a:pt x="2336014" y="974343"/>
                  </a:cubicBezTo>
                  <a:lnTo>
                    <a:pt x="2860627" y="953468"/>
                  </a:lnTo>
                  <a:cubicBezTo>
                    <a:pt x="2773794" y="641332"/>
                    <a:pt x="2600917" y="331818"/>
                    <a:pt x="2332439" y="18600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A25CD6AB-59D5-4909-AB35-D240ADC11720}"/>
                </a:ext>
              </a:extLst>
            </p:cNvPr>
            <p:cNvSpPr/>
            <p:nvPr/>
          </p:nvSpPr>
          <p:spPr>
            <a:xfrm>
              <a:off x="395536" y="4869725"/>
              <a:ext cx="852711" cy="85271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B84B2CE-3084-41DB-B36D-D08271CA9322}"/>
              </a:ext>
            </a:extLst>
          </p:cNvPr>
          <p:cNvGrpSpPr/>
          <p:nvPr/>
        </p:nvGrpSpPr>
        <p:grpSpPr>
          <a:xfrm rot="21411753">
            <a:off x="6906396" y="587532"/>
            <a:ext cx="4446424" cy="5511434"/>
            <a:chOff x="395536" y="1793041"/>
            <a:chExt cx="3170093" cy="3929395"/>
          </a:xfrm>
          <a:solidFill>
            <a:schemeClr val="accent1">
              <a:alpha val="7000"/>
            </a:schemeClr>
          </a:solidFill>
        </p:grpSpPr>
        <p:sp>
          <p:nvSpPr>
            <p:cNvPr id="7" name="Freeform 29">
              <a:extLst>
                <a:ext uri="{FF2B5EF4-FFF2-40B4-BE49-F238E27FC236}">
                  <a16:creationId xmlns:a16="http://schemas.microsoft.com/office/drawing/2014/main" id="{AF1D1091-62C4-4E54-8D63-E626E65D6892}"/>
                </a:ext>
              </a:extLst>
            </p:cNvPr>
            <p:cNvSpPr/>
            <p:nvPr/>
          </p:nvSpPr>
          <p:spPr>
            <a:xfrm rot="1800000" flipH="1">
              <a:off x="705002" y="1793041"/>
              <a:ext cx="2860627" cy="3411190"/>
            </a:xfrm>
            <a:custGeom>
              <a:avLst/>
              <a:gdLst>
                <a:gd name="connsiteX0" fmla="*/ 2332439 w 2860627"/>
                <a:gd name="connsiteY0" fmla="*/ 109484 h 3334674"/>
                <a:gd name="connsiteX1" fmla="*/ 1509012 w 2860627"/>
                <a:gd name="connsiteY1" fmla="*/ 0 h 3334674"/>
                <a:gd name="connsiteX2" fmla="*/ 364700 w 2860627"/>
                <a:gd name="connsiteY2" fmla="*/ 1279977 h 3334674"/>
                <a:gd name="connsiteX3" fmla="*/ 160 w 2860627"/>
                <a:gd name="connsiteY3" fmla="*/ 1755003 h 3334674"/>
                <a:gd name="connsiteX4" fmla="*/ 286853 w 2860627"/>
                <a:gd name="connsiteY4" fmla="*/ 1930370 h 3334674"/>
                <a:gd name="connsiteX5" fmla="*/ 207417 w 2860627"/>
                <a:gd name="connsiteY5" fmla="*/ 2111278 h 3334674"/>
                <a:gd name="connsiteX6" fmla="*/ 287242 w 2860627"/>
                <a:gd name="connsiteY6" fmla="*/ 2167898 h 3334674"/>
                <a:gd name="connsiteX7" fmla="*/ 256972 w 2860627"/>
                <a:gd name="connsiteY7" fmla="*/ 2262662 h 3334674"/>
                <a:gd name="connsiteX8" fmla="*/ 368654 w 2860627"/>
                <a:gd name="connsiteY8" fmla="*/ 2376290 h 3334674"/>
                <a:gd name="connsiteX9" fmla="*/ 465657 w 2860627"/>
                <a:gd name="connsiteY9" fmla="*/ 2793853 h 3334674"/>
                <a:gd name="connsiteX10" fmla="*/ 1108723 w 2860627"/>
                <a:gd name="connsiteY10" fmla="*/ 2720803 h 3334674"/>
                <a:gd name="connsiteX11" fmla="*/ 1313164 w 2860627"/>
                <a:gd name="connsiteY11" fmla="*/ 3300023 h 3334674"/>
                <a:gd name="connsiteX12" fmla="*/ 1936108 w 2860627"/>
                <a:gd name="connsiteY12" fmla="*/ 3321065 h 3334674"/>
                <a:gd name="connsiteX13" fmla="*/ 1882503 w 2860627"/>
                <a:gd name="connsiteY13" fmla="*/ 1973867 h 3334674"/>
                <a:gd name="connsiteX14" fmla="*/ 1315566 w 2860627"/>
                <a:gd name="connsiteY14" fmla="*/ 1469419 h 3334674"/>
                <a:gd name="connsiteX15" fmla="*/ 1294771 w 2860627"/>
                <a:gd name="connsiteY15" fmla="*/ 1450917 h 3334674"/>
                <a:gd name="connsiteX16" fmla="*/ 1253957 w 2860627"/>
                <a:gd name="connsiteY16" fmla="*/ 1414601 h 3334674"/>
                <a:gd name="connsiteX17" fmla="*/ 1259713 w 2860627"/>
                <a:gd name="connsiteY17" fmla="*/ 1414265 h 3334674"/>
                <a:gd name="connsiteX18" fmla="*/ 1156260 w 2860627"/>
                <a:gd name="connsiteY18" fmla="*/ 686769 h 3334674"/>
                <a:gd name="connsiteX19" fmla="*/ 2022208 w 2860627"/>
                <a:gd name="connsiteY19" fmla="*/ 483047 h 3334674"/>
                <a:gd name="connsiteX20" fmla="*/ 2336014 w 2860627"/>
                <a:gd name="connsiteY20" fmla="*/ 897827 h 3334674"/>
                <a:gd name="connsiteX21" fmla="*/ 2860627 w 2860627"/>
                <a:gd name="connsiteY21" fmla="*/ 876952 h 3334674"/>
                <a:gd name="connsiteX22" fmla="*/ 2332439 w 2860627"/>
                <a:gd name="connsiteY22" fmla="*/ 109484 h 3334674"/>
                <a:gd name="connsiteX0" fmla="*/ 2332439 w 2860627"/>
                <a:gd name="connsiteY0" fmla="*/ 176751 h 3401941"/>
                <a:gd name="connsiteX1" fmla="*/ 1525852 w 2860627"/>
                <a:gd name="connsiteY1" fmla="*/ 0 h 3401941"/>
                <a:gd name="connsiteX2" fmla="*/ 364700 w 2860627"/>
                <a:gd name="connsiteY2" fmla="*/ 1347244 h 3401941"/>
                <a:gd name="connsiteX3" fmla="*/ 160 w 2860627"/>
                <a:gd name="connsiteY3" fmla="*/ 1822270 h 3401941"/>
                <a:gd name="connsiteX4" fmla="*/ 286853 w 2860627"/>
                <a:gd name="connsiteY4" fmla="*/ 1997637 h 3401941"/>
                <a:gd name="connsiteX5" fmla="*/ 207417 w 2860627"/>
                <a:gd name="connsiteY5" fmla="*/ 2178545 h 3401941"/>
                <a:gd name="connsiteX6" fmla="*/ 287242 w 2860627"/>
                <a:gd name="connsiteY6" fmla="*/ 2235165 h 3401941"/>
                <a:gd name="connsiteX7" fmla="*/ 256972 w 2860627"/>
                <a:gd name="connsiteY7" fmla="*/ 2329929 h 3401941"/>
                <a:gd name="connsiteX8" fmla="*/ 368654 w 2860627"/>
                <a:gd name="connsiteY8" fmla="*/ 2443557 h 3401941"/>
                <a:gd name="connsiteX9" fmla="*/ 465657 w 2860627"/>
                <a:gd name="connsiteY9" fmla="*/ 2861120 h 3401941"/>
                <a:gd name="connsiteX10" fmla="*/ 1108723 w 2860627"/>
                <a:gd name="connsiteY10" fmla="*/ 2788070 h 3401941"/>
                <a:gd name="connsiteX11" fmla="*/ 1313164 w 2860627"/>
                <a:gd name="connsiteY11" fmla="*/ 3367290 h 3401941"/>
                <a:gd name="connsiteX12" fmla="*/ 1936108 w 2860627"/>
                <a:gd name="connsiteY12" fmla="*/ 3388332 h 3401941"/>
                <a:gd name="connsiteX13" fmla="*/ 1882503 w 2860627"/>
                <a:gd name="connsiteY13" fmla="*/ 2041134 h 3401941"/>
                <a:gd name="connsiteX14" fmla="*/ 1315566 w 2860627"/>
                <a:gd name="connsiteY14" fmla="*/ 1536686 h 3401941"/>
                <a:gd name="connsiteX15" fmla="*/ 1294771 w 2860627"/>
                <a:gd name="connsiteY15" fmla="*/ 1518184 h 3401941"/>
                <a:gd name="connsiteX16" fmla="*/ 1253957 w 2860627"/>
                <a:gd name="connsiteY16" fmla="*/ 1481868 h 3401941"/>
                <a:gd name="connsiteX17" fmla="*/ 1259713 w 2860627"/>
                <a:gd name="connsiteY17" fmla="*/ 1481532 h 3401941"/>
                <a:gd name="connsiteX18" fmla="*/ 1156260 w 2860627"/>
                <a:gd name="connsiteY18" fmla="*/ 754036 h 3401941"/>
                <a:gd name="connsiteX19" fmla="*/ 2022208 w 2860627"/>
                <a:gd name="connsiteY19" fmla="*/ 550314 h 3401941"/>
                <a:gd name="connsiteX20" fmla="*/ 2336014 w 2860627"/>
                <a:gd name="connsiteY20" fmla="*/ 965094 h 3401941"/>
                <a:gd name="connsiteX21" fmla="*/ 2860627 w 2860627"/>
                <a:gd name="connsiteY21" fmla="*/ 944219 h 3401941"/>
                <a:gd name="connsiteX22" fmla="*/ 2332439 w 2860627"/>
                <a:gd name="connsiteY22" fmla="*/ 176751 h 3401941"/>
                <a:gd name="connsiteX0" fmla="*/ 2332439 w 2860627"/>
                <a:gd name="connsiteY0" fmla="*/ 186000 h 3411190"/>
                <a:gd name="connsiteX1" fmla="*/ 1525852 w 2860627"/>
                <a:gd name="connsiteY1" fmla="*/ 9249 h 3411190"/>
                <a:gd name="connsiteX2" fmla="*/ 364700 w 2860627"/>
                <a:gd name="connsiteY2" fmla="*/ 1356493 h 3411190"/>
                <a:gd name="connsiteX3" fmla="*/ 160 w 2860627"/>
                <a:gd name="connsiteY3" fmla="*/ 1831519 h 3411190"/>
                <a:gd name="connsiteX4" fmla="*/ 286853 w 2860627"/>
                <a:gd name="connsiteY4" fmla="*/ 2006886 h 3411190"/>
                <a:gd name="connsiteX5" fmla="*/ 207417 w 2860627"/>
                <a:gd name="connsiteY5" fmla="*/ 2187794 h 3411190"/>
                <a:gd name="connsiteX6" fmla="*/ 287242 w 2860627"/>
                <a:gd name="connsiteY6" fmla="*/ 2244414 h 3411190"/>
                <a:gd name="connsiteX7" fmla="*/ 256972 w 2860627"/>
                <a:gd name="connsiteY7" fmla="*/ 2339178 h 3411190"/>
                <a:gd name="connsiteX8" fmla="*/ 368654 w 2860627"/>
                <a:gd name="connsiteY8" fmla="*/ 2452806 h 3411190"/>
                <a:gd name="connsiteX9" fmla="*/ 465657 w 2860627"/>
                <a:gd name="connsiteY9" fmla="*/ 2870369 h 3411190"/>
                <a:gd name="connsiteX10" fmla="*/ 1108723 w 2860627"/>
                <a:gd name="connsiteY10" fmla="*/ 2797319 h 3411190"/>
                <a:gd name="connsiteX11" fmla="*/ 1313164 w 2860627"/>
                <a:gd name="connsiteY11" fmla="*/ 3376539 h 3411190"/>
                <a:gd name="connsiteX12" fmla="*/ 1936108 w 2860627"/>
                <a:gd name="connsiteY12" fmla="*/ 3397581 h 3411190"/>
                <a:gd name="connsiteX13" fmla="*/ 1882503 w 2860627"/>
                <a:gd name="connsiteY13" fmla="*/ 2050383 h 3411190"/>
                <a:gd name="connsiteX14" fmla="*/ 1315566 w 2860627"/>
                <a:gd name="connsiteY14" fmla="*/ 1545935 h 3411190"/>
                <a:gd name="connsiteX15" fmla="*/ 1294771 w 2860627"/>
                <a:gd name="connsiteY15" fmla="*/ 1527433 h 3411190"/>
                <a:gd name="connsiteX16" fmla="*/ 1253957 w 2860627"/>
                <a:gd name="connsiteY16" fmla="*/ 1491117 h 3411190"/>
                <a:gd name="connsiteX17" fmla="*/ 1259713 w 2860627"/>
                <a:gd name="connsiteY17" fmla="*/ 1490781 h 3411190"/>
                <a:gd name="connsiteX18" fmla="*/ 1156260 w 2860627"/>
                <a:gd name="connsiteY18" fmla="*/ 763285 h 3411190"/>
                <a:gd name="connsiteX19" fmla="*/ 2022208 w 2860627"/>
                <a:gd name="connsiteY19" fmla="*/ 559563 h 3411190"/>
                <a:gd name="connsiteX20" fmla="*/ 2336014 w 2860627"/>
                <a:gd name="connsiteY20" fmla="*/ 974343 h 3411190"/>
                <a:gd name="connsiteX21" fmla="*/ 2860627 w 2860627"/>
                <a:gd name="connsiteY21" fmla="*/ 953468 h 3411190"/>
                <a:gd name="connsiteX22" fmla="*/ 2332439 w 2860627"/>
                <a:gd name="connsiteY22" fmla="*/ 186000 h 3411190"/>
                <a:gd name="connsiteX0" fmla="*/ 2332439 w 2860627"/>
                <a:gd name="connsiteY0" fmla="*/ 186000 h 3411190"/>
                <a:gd name="connsiteX1" fmla="*/ 1525852 w 2860627"/>
                <a:gd name="connsiteY1" fmla="*/ 9249 h 3411190"/>
                <a:gd name="connsiteX2" fmla="*/ 364700 w 2860627"/>
                <a:gd name="connsiteY2" fmla="*/ 1356493 h 3411190"/>
                <a:gd name="connsiteX3" fmla="*/ 160 w 2860627"/>
                <a:gd name="connsiteY3" fmla="*/ 1831519 h 3411190"/>
                <a:gd name="connsiteX4" fmla="*/ 286853 w 2860627"/>
                <a:gd name="connsiteY4" fmla="*/ 2006886 h 3411190"/>
                <a:gd name="connsiteX5" fmla="*/ 207417 w 2860627"/>
                <a:gd name="connsiteY5" fmla="*/ 2187794 h 3411190"/>
                <a:gd name="connsiteX6" fmla="*/ 287242 w 2860627"/>
                <a:gd name="connsiteY6" fmla="*/ 2244414 h 3411190"/>
                <a:gd name="connsiteX7" fmla="*/ 256972 w 2860627"/>
                <a:gd name="connsiteY7" fmla="*/ 2339178 h 3411190"/>
                <a:gd name="connsiteX8" fmla="*/ 368654 w 2860627"/>
                <a:gd name="connsiteY8" fmla="*/ 2452806 h 3411190"/>
                <a:gd name="connsiteX9" fmla="*/ 465657 w 2860627"/>
                <a:gd name="connsiteY9" fmla="*/ 2870369 h 3411190"/>
                <a:gd name="connsiteX10" fmla="*/ 1108723 w 2860627"/>
                <a:gd name="connsiteY10" fmla="*/ 2797319 h 3411190"/>
                <a:gd name="connsiteX11" fmla="*/ 1313164 w 2860627"/>
                <a:gd name="connsiteY11" fmla="*/ 3376539 h 3411190"/>
                <a:gd name="connsiteX12" fmla="*/ 1936108 w 2860627"/>
                <a:gd name="connsiteY12" fmla="*/ 3397581 h 3411190"/>
                <a:gd name="connsiteX13" fmla="*/ 1882503 w 2860627"/>
                <a:gd name="connsiteY13" fmla="*/ 2050383 h 3411190"/>
                <a:gd name="connsiteX14" fmla="*/ 1315566 w 2860627"/>
                <a:gd name="connsiteY14" fmla="*/ 1545935 h 3411190"/>
                <a:gd name="connsiteX15" fmla="*/ 1253957 w 2860627"/>
                <a:gd name="connsiteY15" fmla="*/ 1491117 h 3411190"/>
                <a:gd name="connsiteX16" fmla="*/ 1259713 w 2860627"/>
                <a:gd name="connsiteY16" fmla="*/ 1490781 h 3411190"/>
                <a:gd name="connsiteX17" fmla="*/ 1156260 w 2860627"/>
                <a:gd name="connsiteY17" fmla="*/ 763285 h 3411190"/>
                <a:gd name="connsiteX18" fmla="*/ 2022208 w 2860627"/>
                <a:gd name="connsiteY18" fmla="*/ 559563 h 3411190"/>
                <a:gd name="connsiteX19" fmla="*/ 2336014 w 2860627"/>
                <a:gd name="connsiteY19" fmla="*/ 974343 h 3411190"/>
                <a:gd name="connsiteX20" fmla="*/ 2860627 w 2860627"/>
                <a:gd name="connsiteY20" fmla="*/ 953468 h 3411190"/>
                <a:gd name="connsiteX21" fmla="*/ 2332439 w 2860627"/>
                <a:gd name="connsiteY21" fmla="*/ 186000 h 3411190"/>
                <a:gd name="connsiteX0" fmla="*/ 2332439 w 2860627"/>
                <a:gd name="connsiteY0" fmla="*/ 186000 h 3411190"/>
                <a:gd name="connsiteX1" fmla="*/ 1525852 w 2860627"/>
                <a:gd name="connsiteY1" fmla="*/ 9249 h 3411190"/>
                <a:gd name="connsiteX2" fmla="*/ 364700 w 2860627"/>
                <a:gd name="connsiteY2" fmla="*/ 1356493 h 3411190"/>
                <a:gd name="connsiteX3" fmla="*/ 160 w 2860627"/>
                <a:gd name="connsiteY3" fmla="*/ 1831519 h 3411190"/>
                <a:gd name="connsiteX4" fmla="*/ 286853 w 2860627"/>
                <a:gd name="connsiteY4" fmla="*/ 2006886 h 3411190"/>
                <a:gd name="connsiteX5" fmla="*/ 207417 w 2860627"/>
                <a:gd name="connsiteY5" fmla="*/ 2187794 h 3411190"/>
                <a:gd name="connsiteX6" fmla="*/ 287242 w 2860627"/>
                <a:gd name="connsiteY6" fmla="*/ 2244414 h 3411190"/>
                <a:gd name="connsiteX7" fmla="*/ 256972 w 2860627"/>
                <a:gd name="connsiteY7" fmla="*/ 2339178 h 3411190"/>
                <a:gd name="connsiteX8" fmla="*/ 368654 w 2860627"/>
                <a:gd name="connsiteY8" fmla="*/ 2452806 h 3411190"/>
                <a:gd name="connsiteX9" fmla="*/ 465657 w 2860627"/>
                <a:gd name="connsiteY9" fmla="*/ 2870369 h 3411190"/>
                <a:gd name="connsiteX10" fmla="*/ 1108723 w 2860627"/>
                <a:gd name="connsiteY10" fmla="*/ 2797319 h 3411190"/>
                <a:gd name="connsiteX11" fmla="*/ 1313164 w 2860627"/>
                <a:gd name="connsiteY11" fmla="*/ 3376539 h 3411190"/>
                <a:gd name="connsiteX12" fmla="*/ 1936108 w 2860627"/>
                <a:gd name="connsiteY12" fmla="*/ 3397581 h 3411190"/>
                <a:gd name="connsiteX13" fmla="*/ 1882503 w 2860627"/>
                <a:gd name="connsiteY13" fmla="*/ 2050383 h 3411190"/>
                <a:gd name="connsiteX14" fmla="*/ 1253957 w 2860627"/>
                <a:gd name="connsiteY14" fmla="*/ 1491117 h 3411190"/>
                <a:gd name="connsiteX15" fmla="*/ 1259713 w 2860627"/>
                <a:gd name="connsiteY15" fmla="*/ 1490781 h 3411190"/>
                <a:gd name="connsiteX16" fmla="*/ 1156260 w 2860627"/>
                <a:gd name="connsiteY16" fmla="*/ 763285 h 3411190"/>
                <a:gd name="connsiteX17" fmla="*/ 2022208 w 2860627"/>
                <a:gd name="connsiteY17" fmla="*/ 559563 h 3411190"/>
                <a:gd name="connsiteX18" fmla="*/ 2336014 w 2860627"/>
                <a:gd name="connsiteY18" fmla="*/ 974343 h 3411190"/>
                <a:gd name="connsiteX19" fmla="*/ 2860627 w 2860627"/>
                <a:gd name="connsiteY19" fmla="*/ 953468 h 3411190"/>
                <a:gd name="connsiteX20" fmla="*/ 2332439 w 2860627"/>
                <a:gd name="connsiteY20" fmla="*/ 186000 h 3411190"/>
                <a:gd name="connsiteX0" fmla="*/ 2332439 w 2860627"/>
                <a:gd name="connsiteY0" fmla="*/ 186000 h 3411190"/>
                <a:gd name="connsiteX1" fmla="*/ 1525852 w 2860627"/>
                <a:gd name="connsiteY1" fmla="*/ 9249 h 3411190"/>
                <a:gd name="connsiteX2" fmla="*/ 364700 w 2860627"/>
                <a:gd name="connsiteY2" fmla="*/ 1356493 h 3411190"/>
                <a:gd name="connsiteX3" fmla="*/ 160 w 2860627"/>
                <a:gd name="connsiteY3" fmla="*/ 1831519 h 3411190"/>
                <a:gd name="connsiteX4" fmla="*/ 286853 w 2860627"/>
                <a:gd name="connsiteY4" fmla="*/ 2006886 h 3411190"/>
                <a:gd name="connsiteX5" fmla="*/ 207417 w 2860627"/>
                <a:gd name="connsiteY5" fmla="*/ 2187794 h 3411190"/>
                <a:gd name="connsiteX6" fmla="*/ 287242 w 2860627"/>
                <a:gd name="connsiteY6" fmla="*/ 2244414 h 3411190"/>
                <a:gd name="connsiteX7" fmla="*/ 256972 w 2860627"/>
                <a:gd name="connsiteY7" fmla="*/ 2339178 h 3411190"/>
                <a:gd name="connsiteX8" fmla="*/ 368654 w 2860627"/>
                <a:gd name="connsiteY8" fmla="*/ 2452806 h 3411190"/>
                <a:gd name="connsiteX9" fmla="*/ 465657 w 2860627"/>
                <a:gd name="connsiteY9" fmla="*/ 2870369 h 3411190"/>
                <a:gd name="connsiteX10" fmla="*/ 1108723 w 2860627"/>
                <a:gd name="connsiteY10" fmla="*/ 2797319 h 3411190"/>
                <a:gd name="connsiteX11" fmla="*/ 1313164 w 2860627"/>
                <a:gd name="connsiteY11" fmla="*/ 3376539 h 3411190"/>
                <a:gd name="connsiteX12" fmla="*/ 1936108 w 2860627"/>
                <a:gd name="connsiteY12" fmla="*/ 3397581 h 3411190"/>
                <a:gd name="connsiteX13" fmla="*/ 1862177 w 2860627"/>
                <a:gd name="connsiteY13" fmla="*/ 2104638 h 3411190"/>
                <a:gd name="connsiteX14" fmla="*/ 1253957 w 2860627"/>
                <a:gd name="connsiteY14" fmla="*/ 1491117 h 3411190"/>
                <a:gd name="connsiteX15" fmla="*/ 1259713 w 2860627"/>
                <a:gd name="connsiteY15" fmla="*/ 1490781 h 3411190"/>
                <a:gd name="connsiteX16" fmla="*/ 1156260 w 2860627"/>
                <a:gd name="connsiteY16" fmla="*/ 763285 h 3411190"/>
                <a:gd name="connsiteX17" fmla="*/ 2022208 w 2860627"/>
                <a:gd name="connsiteY17" fmla="*/ 559563 h 3411190"/>
                <a:gd name="connsiteX18" fmla="*/ 2336014 w 2860627"/>
                <a:gd name="connsiteY18" fmla="*/ 974343 h 3411190"/>
                <a:gd name="connsiteX19" fmla="*/ 2860627 w 2860627"/>
                <a:gd name="connsiteY19" fmla="*/ 953468 h 3411190"/>
                <a:gd name="connsiteX20" fmla="*/ 2332439 w 2860627"/>
                <a:gd name="connsiteY20" fmla="*/ 186000 h 3411190"/>
                <a:gd name="connsiteX0" fmla="*/ 2332439 w 2860627"/>
                <a:gd name="connsiteY0" fmla="*/ 186000 h 3411190"/>
                <a:gd name="connsiteX1" fmla="*/ 1525852 w 2860627"/>
                <a:gd name="connsiteY1" fmla="*/ 9249 h 3411190"/>
                <a:gd name="connsiteX2" fmla="*/ 364700 w 2860627"/>
                <a:gd name="connsiteY2" fmla="*/ 1356493 h 3411190"/>
                <a:gd name="connsiteX3" fmla="*/ 160 w 2860627"/>
                <a:gd name="connsiteY3" fmla="*/ 1831519 h 3411190"/>
                <a:gd name="connsiteX4" fmla="*/ 286853 w 2860627"/>
                <a:gd name="connsiteY4" fmla="*/ 2006886 h 3411190"/>
                <a:gd name="connsiteX5" fmla="*/ 207417 w 2860627"/>
                <a:gd name="connsiteY5" fmla="*/ 2187794 h 3411190"/>
                <a:gd name="connsiteX6" fmla="*/ 287242 w 2860627"/>
                <a:gd name="connsiteY6" fmla="*/ 2244414 h 3411190"/>
                <a:gd name="connsiteX7" fmla="*/ 256972 w 2860627"/>
                <a:gd name="connsiteY7" fmla="*/ 2339178 h 3411190"/>
                <a:gd name="connsiteX8" fmla="*/ 368654 w 2860627"/>
                <a:gd name="connsiteY8" fmla="*/ 2452806 h 3411190"/>
                <a:gd name="connsiteX9" fmla="*/ 465657 w 2860627"/>
                <a:gd name="connsiteY9" fmla="*/ 2870369 h 3411190"/>
                <a:gd name="connsiteX10" fmla="*/ 1108723 w 2860627"/>
                <a:gd name="connsiteY10" fmla="*/ 2797319 h 3411190"/>
                <a:gd name="connsiteX11" fmla="*/ 1313164 w 2860627"/>
                <a:gd name="connsiteY11" fmla="*/ 3376539 h 3411190"/>
                <a:gd name="connsiteX12" fmla="*/ 1936108 w 2860627"/>
                <a:gd name="connsiteY12" fmla="*/ 3397581 h 3411190"/>
                <a:gd name="connsiteX13" fmla="*/ 1862177 w 2860627"/>
                <a:gd name="connsiteY13" fmla="*/ 2104638 h 3411190"/>
                <a:gd name="connsiteX14" fmla="*/ 1253957 w 2860627"/>
                <a:gd name="connsiteY14" fmla="*/ 1491117 h 3411190"/>
                <a:gd name="connsiteX15" fmla="*/ 1259713 w 2860627"/>
                <a:gd name="connsiteY15" fmla="*/ 1490781 h 3411190"/>
                <a:gd name="connsiteX16" fmla="*/ 1156260 w 2860627"/>
                <a:gd name="connsiteY16" fmla="*/ 763285 h 3411190"/>
                <a:gd name="connsiteX17" fmla="*/ 2022208 w 2860627"/>
                <a:gd name="connsiteY17" fmla="*/ 559563 h 3411190"/>
                <a:gd name="connsiteX18" fmla="*/ 2336014 w 2860627"/>
                <a:gd name="connsiteY18" fmla="*/ 974343 h 3411190"/>
                <a:gd name="connsiteX19" fmla="*/ 2860627 w 2860627"/>
                <a:gd name="connsiteY19" fmla="*/ 953468 h 3411190"/>
                <a:gd name="connsiteX20" fmla="*/ 2332439 w 2860627"/>
                <a:gd name="connsiteY20" fmla="*/ 186000 h 3411190"/>
                <a:gd name="connsiteX0" fmla="*/ 2332439 w 2860627"/>
                <a:gd name="connsiteY0" fmla="*/ 186000 h 3411190"/>
                <a:gd name="connsiteX1" fmla="*/ 1525852 w 2860627"/>
                <a:gd name="connsiteY1" fmla="*/ 9249 h 3411190"/>
                <a:gd name="connsiteX2" fmla="*/ 364700 w 2860627"/>
                <a:gd name="connsiteY2" fmla="*/ 1356493 h 3411190"/>
                <a:gd name="connsiteX3" fmla="*/ 160 w 2860627"/>
                <a:gd name="connsiteY3" fmla="*/ 1831519 h 3411190"/>
                <a:gd name="connsiteX4" fmla="*/ 286853 w 2860627"/>
                <a:gd name="connsiteY4" fmla="*/ 2006886 h 3411190"/>
                <a:gd name="connsiteX5" fmla="*/ 207417 w 2860627"/>
                <a:gd name="connsiteY5" fmla="*/ 2187794 h 3411190"/>
                <a:gd name="connsiteX6" fmla="*/ 287242 w 2860627"/>
                <a:gd name="connsiteY6" fmla="*/ 2244414 h 3411190"/>
                <a:gd name="connsiteX7" fmla="*/ 256972 w 2860627"/>
                <a:gd name="connsiteY7" fmla="*/ 2339178 h 3411190"/>
                <a:gd name="connsiteX8" fmla="*/ 368654 w 2860627"/>
                <a:gd name="connsiteY8" fmla="*/ 2452806 h 3411190"/>
                <a:gd name="connsiteX9" fmla="*/ 465657 w 2860627"/>
                <a:gd name="connsiteY9" fmla="*/ 2870369 h 3411190"/>
                <a:gd name="connsiteX10" fmla="*/ 1108723 w 2860627"/>
                <a:gd name="connsiteY10" fmla="*/ 2797319 h 3411190"/>
                <a:gd name="connsiteX11" fmla="*/ 1313164 w 2860627"/>
                <a:gd name="connsiteY11" fmla="*/ 3376539 h 3411190"/>
                <a:gd name="connsiteX12" fmla="*/ 1936108 w 2860627"/>
                <a:gd name="connsiteY12" fmla="*/ 3397581 h 3411190"/>
                <a:gd name="connsiteX13" fmla="*/ 1828840 w 2860627"/>
                <a:gd name="connsiteY13" fmla="*/ 2162380 h 3411190"/>
                <a:gd name="connsiteX14" fmla="*/ 1253957 w 2860627"/>
                <a:gd name="connsiteY14" fmla="*/ 1491117 h 3411190"/>
                <a:gd name="connsiteX15" fmla="*/ 1259713 w 2860627"/>
                <a:gd name="connsiteY15" fmla="*/ 1490781 h 3411190"/>
                <a:gd name="connsiteX16" fmla="*/ 1156260 w 2860627"/>
                <a:gd name="connsiteY16" fmla="*/ 763285 h 3411190"/>
                <a:gd name="connsiteX17" fmla="*/ 2022208 w 2860627"/>
                <a:gd name="connsiteY17" fmla="*/ 559563 h 3411190"/>
                <a:gd name="connsiteX18" fmla="*/ 2336014 w 2860627"/>
                <a:gd name="connsiteY18" fmla="*/ 974343 h 3411190"/>
                <a:gd name="connsiteX19" fmla="*/ 2860627 w 2860627"/>
                <a:gd name="connsiteY19" fmla="*/ 953468 h 3411190"/>
                <a:gd name="connsiteX20" fmla="*/ 2332439 w 2860627"/>
                <a:gd name="connsiteY20" fmla="*/ 186000 h 3411190"/>
                <a:gd name="connsiteX0" fmla="*/ 2332439 w 2860627"/>
                <a:gd name="connsiteY0" fmla="*/ 186000 h 3411190"/>
                <a:gd name="connsiteX1" fmla="*/ 1525852 w 2860627"/>
                <a:gd name="connsiteY1" fmla="*/ 9249 h 3411190"/>
                <a:gd name="connsiteX2" fmla="*/ 364700 w 2860627"/>
                <a:gd name="connsiteY2" fmla="*/ 1356493 h 3411190"/>
                <a:gd name="connsiteX3" fmla="*/ 160 w 2860627"/>
                <a:gd name="connsiteY3" fmla="*/ 1831519 h 3411190"/>
                <a:gd name="connsiteX4" fmla="*/ 286853 w 2860627"/>
                <a:gd name="connsiteY4" fmla="*/ 2006886 h 3411190"/>
                <a:gd name="connsiteX5" fmla="*/ 207417 w 2860627"/>
                <a:gd name="connsiteY5" fmla="*/ 2187794 h 3411190"/>
                <a:gd name="connsiteX6" fmla="*/ 287242 w 2860627"/>
                <a:gd name="connsiteY6" fmla="*/ 2244414 h 3411190"/>
                <a:gd name="connsiteX7" fmla="*/ 256972 w 2860627"/>
                <a:gd name="connsiteY7" fmla="*/ 2339178 h 3411190"/>
                <a:gd name="connsiteX8" fmla="*/ 368654 w 2860627"/>
                <a:gd name="connsiteY8" fmla="*/ 2452806 h 3411190"/>
                <a:gd name="connsiteX9" fmla="*/ 465657 w 2860627"/>
                <a:gd name="connsiteY9" fmla="*/ 2870369 h 3411190"/>
                <a:gd name="connsiteX10" fmla="*/ 1108723 w 2860627"/>
                <a:gd name="connsiteY10" fmla="*/ 2797319 h 3411190"/>
                <a:gd name="connsiteX11" fmla="*/ 1313164 w 2860627"/>
                <a:gd name="connsiteY11" fmla="*/ 3376539 h 3411190"/>
                <a:gd name="connsiteX12" fmla="*/ 1936108 w 2860627"/>
                <a:gd name="connsiteY12" fmla="*/ 3397581 h 3411190"/>
                <a:gd name="connsiteX13" fmla="*/ 1828840 w 2860627"/>
                <a:gd name="connsiteY13" fmla="*/ 2162380 h 3411190"/>
                <a:gd name="connsiteX14" fmla="*/ 1253957 w 2860627"/>
                <a:gd name="connsiteY14" fmla="*/ 1491117 h 3411190"/>
                <a:gd name="connsiteX15" fmla="*/ 1259713 w 2860627"/>
                <a:gd name="connsiteY15" fmla="*/ 1490781 h 3411190"/>
                <a:gd name="connsiteX16" fmla="*/ 1156260 w 2860627"/>
                <a:gd name="connsiteY16" fmla="*/ 763285 h 3411190"/>
                <a:gd name="connsiteX17" fmla="*/ 2022208 w 2860627"/>
                <a:gd name="connsiteY17" fmla="*/ 559563 h 3411190"/>
                <a:gd name="connsiteX18" fmla="*/ 2336014 w 2860627"/>
                <a:gd name="connsiteY18" fmla="*/ 974343 h 3411190"/>
                <a:gd name="connsiteX19" fmla="*/ 2860627 w 2860627"/>
                <a:gd name="connsiteY19" fmla="*/ 953468 h 3411190"/>
                <a:gd name="connsiteX20" fmla="*/ 2332439 w 2860627"/>
                <a:gd name="connsiteY20" fmla="*/ 186000 h 3411190"/>
                <a:gd name="connsiteX0" fmla="*/ 2332439 w 2860627"/>
                <a:gd name="connsiteY0" fmla="*/ 186000 h 3411190"/>
                <a:gd name="connsiteX1" fmla="*/ 1525852 w 2860627"/>
                <a:gd name="connsiteY1" fmla="*/ 9249 h 3411190"/>
                <a:gd name="connsiteX2" fmla="*/ 364700 w 2860627"/>
                <a:gd name="connsiteY2" fmla="*/ 1356493 h 3411190"/>
                <a:gd name="connsiteX3" fmla="*/ 160 w 2860627"/>
                <a:gd name="connsiteY3" fmla="*/ 1831519 h 3411190"/>
                <a:gd name="connsiteX4" fmla="*/ 286853 w 2860627"/>
                <a:gd name="connsiteY4" fmla="*/ 2006886 h 3411190"/>
                <a:gd name="connsiteX5" fmla="*/ 207417 w 2860627"/>
                <a:gd name="connsiteY5" fmla="*/ 2187794 h 3411190"/>
                <a:gd name="connsiteX6" fmla="*/ 287242 w 2860627"/>
                <a:gd name="connsiteY6" fmla="*/ 2244414 h 3411190"/>
                <a:gd name="connsiteX7" fmla="*/ 256972 w 2860627"/>
                <a:gd name="connsiteY7" fmla="*/ 2339178 h 3411190"/>
                <a:gd name="connsiteX8" fmla="*/ 368654 w 2860627"/>
                <a:gd name="connsiteY8" fmla="*/ 2452806 h 3411190"/>
                <a:gd name="connsiteX9" fmla="*/ 465657 w 2860627"/>
                <a:gd name="connsiteY9" fmla="*/ 2870369 h 3411190"/>
                <a:gd name="connsiteX10" fmla="*/ 1108723 w 2860627"/>
                <a:gd name="connsiteY10" fmla="*/ 2797319 h 3411190"/>
                <a:gd name="connsiteX11" fmla="*/ 1313164 w 2860627"/>
                <a:gd name="connsiteY11" fmla="*/ 3376539 h 3411190"/>
                <a:gd name="connsiteX12" fmla="*/ 1936108 w 2860627"/>
                <a:gd name="connsiteY12" fmla="*/ 3397581 h 3411190"/>
                <a:gd name="connsiteX13" fmla="*/ 1828840 w 2860627"/>
                <a:gd name="connsiteY13" fmla="*/ 2162380 h 3411190"/>
                <a:gd name="connsiteX14" fmla="*/ 1253957 w 2860627"/>
                <a:gd name="connsiteY14" fmla="*/ 1491117 h 3411190"/>
                <a:gd name="connsiteX15" fmla="*/ 1259713 w 2860627"/>
                <a:gd name="connsiteY15" fmla="*/ 1490781 h 3411190"/>
                <a:gd name="connsiteX16" fmla="*/ 1156260 w 2860627"/>
                <a:gd name="connsiteY16" fmla="*/ 763285 h 3411190"/>
                <a:gd name="connsiteX17" fmla="*/ 2022208 w 2860627"/>
                <a:gd name="connsiteY17" fmla="*/ 559563 h 3411190"/>
                <a:gd name="connsiteX18" fmla="*/ 2336014 w 2860627"/>
                <a:gd name="connsiteY18" fmla="*/ 974343 h 3411190"/>
                <a:gd name="connsiteX19" fmla="*/ 2860627 w 2860627"/>
                <a:gd name="connsiteY19" fmla="*/ 953468 h 3411190"/>
                <a:gd name="connsiteX20" fmla="*/ 2332439 w 2860627"/>
                <a:gd name="connsiteY20" fmla="*/ 186000 h 3411190"/>
                <a:gd name="connsiteX0" fmla="*/ 2332439 w 2860627"/>
                <a:gd name="connsiteY0" fmla="*/ 186000 h 3411190"/>
                <a:gd name="connsiteX1" fmla="*/ 1525852 w 2860627"/>
                <a:gd name="connsiteY1" fmla="*/ 9249 h 3411190"/>
                <a:gd name="connsiteX2" fmla="*/ 364700 w 2860627"/>
                <a:gd name="connsiteY2" fmla="*/ 1356493 h 3411190"/>
                <a:gd name="connsiteX3" fmla="*/ 160 w 2860627"/>
                <a:gd name="connsiteY3" fmla="*/ 1831519 h 3411190"/>
                <a:gd name="connsiteX4" fmla="*/ 286853 w 2860627"/>
                <a:gd name="connsiteY4" fmla="*/ 2006886 h 3411190"/>
                <a:gd name="connsiteX5" fmla="*/ 207417 w 2860627"/>
                <a:gd name="connsiteY5" fmla="*/ 2187794 h 3411190"/>
                <a:gd name="connsiteX6" fmla="*/ 287242 w 2860627"/>
                <a:gd name="connsiteY6" fmla="*/ 2244414 h 3411190"/>
                <a:gd name="connsiteX7" fmla="*/ 256972 w 2860627"/>
                <a:gd name="connsiteY7" fmla="*/ 2339178 h 3411190"/>
                <a:gd name="connsiteX8" fmla="*/ 368654 w 2860627"/>
                <a:gd name="connsiteY8" fmla="*/ 2452806 h 3411190"/>
                <a:gd name="connsiteX9" fmla="*/ 465657 w 2860627"/>
                <a:gd name="connsiteY9" fmla="*/ 2870369 h 3411190"/>
                <a:gd name="connsiteX10" fmla="*/ 1108723 w 2860627"/>
                <a:gd name="connsiteY10" fmla="*/ 2797319 h 3411190"/>
                <a:gd name="connsiteX11" fmla="*/ 1313164 w 2860627"/>
                <a:gd name="connsiteY11" fmla="*/ 3376539 h 3411190"/>
                <a:gd name="connsiteX12" fmla="*/ 1936108 w 2860627"/>
                <a:gd name="connsiteY12" fmla="*/ 3397581 h 3411190"/>
                <a:gd name="connsiteX13" fmla="*/ 1886582 w 2860627"/>
                <a:gd name="connsiteY13" fmla="*/ 2195718 h 3411190"/>
                <a:gd name="connsiteX14" fmla="*/ 1253957 w 2860627"/>
                <a:gd name="connsiteY14" fmla="*/ 1491117 h 3411190"/>
                <a:gd name="connsiteX15" fmla="*/ 1259713 w 2860627"/>
                <a:gd name="connsiteY15" fmla="*/ 1490781 h 3411190"/>
                <a:gd name="connsiteX16" fmla="*/ 1156260 w 2860627"/>
                <a:gd name="connsiteY16" fmla="*/ 763285 h 3411190"/>
                <a:gd name="connsiteX17" fmla="*/ 2022208 w 2860627"/>
                <a:gd name="connsiteY17" fmla="*/ 559563 h 3411190"/>
                <a:gd name="connsiteX18" fmla="*/ 2336014 w 2860627"/>
                <a:gd name="connsiteY18" fmla="*/ 974343 h 3411190"/>
                <a:gd name="connsiteX19" fmla="*/ 2860627 w 2860627"/>
                <a:gd name="connsiteY19" fmla="*/ 953468 h 3411190"/>
                <a:gd name="connsiteX20" fmla="*/ 2332439 w 2860627"/>
                <a:gd name="connsiteY20" fmla="*/ 186000 h 3411190"/>
                <a:gd name="connsiteX0" fmla="*/ 2332439 w 2860627"/>
                <a:gd name="connsiteY0" fmla="*/ 186000 h 3411190"/>
                <a:gd name="connsiteX1" fmla="*/ 1525852 w 2860627"/>
                <a:gd name="connsiteY1" fmla="*/ 9249 h 3411190"/>
                <a:gd name="connsiteX2" fmla="*/ 364700 w 2860627"/>
                <a:gd name="connsiteY2" fmla="*/ 1356493 h 3411190"/>
                <a:gd name="connsiteX3" fmla="*/ 160 w 2860627"/>
                <a:gd name="connsiteY3" fmla="*/ 1831519 h 3411190"/>
                <a:gd name="connsiteX4" fmla="*/ 286853 w 2860627"/>
                <a:gd name="connsiteY4" fmla="*/ 2006886 h 3411190"/>
                <a:gd name="connsiteX5" fmla="*/ 207417 w 2860627"/>
                <a:gd name="connsiteY5" fmla="*/ 2187794 h 3411190"/>
                <a:gd name="connsiteX6" fmla="*/ 287242 w 2860627"/>
                <a:gd name="connsiteY6" fmla="*/ 2244414 h 3411190"/>
                <a:gd name="connsiteX7" fmla="*/ 256972 w 2860627"/>
                <a:gd name="connsiteY7" fmla="*/ 2339178 h 3411190"/>
                <a:gd name="connsiteX8" fmla="*/ 368654 w 2860627"/>
                <a:gd name="connsiteY8" fmla="*/ 2452806 h 3411190"/>
                <a:gd name="connsiteX9" fmla="*/ 465657 w 2860627"/>
                <a:gd name="connsiteY9" fmla="*/ 2870369 h 3411190"/>
                <a:gd name="connsiteX10" fmla="*/ 1108723 w 2860627"/>
                <a:gd name="connsiteY10" fmla="*/ 2797319 h 3411190"/>
                <a:gd name="connsiteX11" fmla="*/ 1313164 w 2860627"/>
                <a:gd name="connsiteY11" fmla="*/ 3376539 h 3411190"/>
                <a:gd name="connsiteX12" fmla="*/ 1936108 w 2860627"/>
                <a:gd name="connsiteY12" fmla="*/ 3397581 h 3411190"/>
                <a:gd name="connsiteX13" fmla="*/ 1886582 w 2860627"/>
                <a:gd name="connsiteY13" fmla="*/ 2195718 h 3411190"/>
                <a:gd name="connsiteX14" fmla="*/ 1253957 w 2860627"/>
                <a:gd name="connsiteY14" fmla="*/ 1491117 h 3411190"/>
                <a:gd name="connsiteX15" fmla="*/ 1259713 w 2860627"/>
                <a:gd name="connsiteY15" fmla="*/ 1490781 h 3411190"/>
                <a:gd name="connsiteX16" fmla="*/ 1156260 w 2860627"/>
                <a:gd name="connsiteY16" fmla="*/ 763285 h 3411190"/>
                <a:gd name="connsiteX17" fmla="*/ 2022208 w 2860627"/>
                <a:gd name="connsiteY17" fmla="*/ 559563 h 3411190"/>
                <a:gd name="connsiteX18" fmla="*/ 2336014 w 2860627"/>
                <a:gd name="connsiteY18" fmla="*/ 974343 h 3411190"/>
                <a:gd name="connsiteX19" fmla="*/ 2860627 w 2860627"/>
                <a:gd name="connsiteY19" fmla="*/ 953468 h 3411190"/>
                <a:gd name="connsiteX20" fmla="*/ 2332439 w 2860627"/>
                <a:gd name="connsiteY20" fmla="*/ 186000 h 3411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860627" h="3411190">
                  <a:moveTo>
                    <a:pt x="2332439" y="186000"/>
                  </a:moveTo>
                  <a:cubicBezTo>
                    <a:pt x="2114028" y="67375"/>
                    <a:pt x="1894506" y="-31252"/>
                    <a:pt x="1525852" y="9249"/>
                  </a:cubicBezTo>
                  <a:cubicBezTo>
                    <a:pt x="735732" y="27225"/>
                    <a:pt x="265149" y="734924"/>
                    <a:pt x="364700" y="1356493"/>
                  </a:cubicBezTo>
                  <a:cubicBezTo>
                    <a:pt x="243187" y="1514835"/>
                    <a:pt x="-7219" y="1802068"/>
                    <a:pt x="160" y="1831519"/>
                  </a:cubicBezTo>
                  <a:cubicBezTo>
                    <a:pt x="17130" y="1925603"/>
                    <a:pt x="185001" y="1956813"/>
                    <a:pt x="286853" y="2006886"/>
                  </a:cubicBezTo>
                  <a:cubicBezTo>
                    <a:pt x="253040" y="2069284"/>
                    <a:pt x="200362" y="2166263"/>
                    <a:pt x="207417" y="2187794"/>
                  </a:cubicBezTo>
                  <a:cubicBezTo>
                    <a:pt x="222499" y="2208763"/>
                    <a:pt x="256442" y="2226588"/>
                    <a:pt x="287242" y="2244414"/>
                  </a:cubicBezTo>
                  <a:cubicBezTo>
                    <a:pt x="277153" y="2276002"/>
                    <a:pt x="241912" y="2313878"/>
                    <a:pt x="256972" y="2339178"/>
                  </a:cubicBezTo>
                  <a:cubicBezTo>
                    <a:pt x="285816" y="2378102"/>
                    <a:pt x="349241" y="2404451"/>
                    <a:pt x="368654" y="2452806"/>
                  </a:cubicBezTo>
                  <a:cubicBezTo>
                    <a:pt x="412514" y="2527024"/>
                    <a:pt x="255179" y="2774145"/>
                    <a:pt x="465657" y="2870369"/>
                  </a:cubicBezTo>
                  <a:cubicBezTo>
                    <a:pt x="653816" y="2944521"/>
                    <a:pt x="911133" y="2842626"/>
                    <a:pt x="1108723" y="2797319"/>
                  </a:cubicBezTo>
                  <a:cubicBezTo>
                    <a:pt x="1261750" y="2755661"/>
                    <a:pt x="1267023" y="3179274"/>
                    <a:pt x="1313164" y="3376539"/>
                  </a:cubicBezTo>
                  <a:cubicBezTo>
                    <a:pt x="1541931" y="3416747"/>
                    <a:pt x="1746247" y="3419423"/>
                    <a:pt x="1936108" y="3397581"/>
                  </a:cubicBezTo>
                  <a:cubicBezTo>
                    <a:pt x="1911464" y="2966600"/>
                    <a:pt x="1933512" y="2397598"/>
                    <a:pt x="1886582" y="2195718"/>
                  </a:cubicBezTo>
                  <a:cubicBezTo>
                    <a:pt x="1843777" y="1980896"/>
                    <a:pt x="1445585" y="1714871"/>
                    <a:pt x="1253957" y="1491117"/>
                  </a:cubicBezTo>
                  <a:lnTo>
                    <a:pt x="1259713" y="1490781"/>
                  </a:lnTo>
                  <a:cubicBezTo>
                    <a:pt x="1069359" y="1294123"/>
                    <a:pt x="1020028" y="999248"/>
                    <a:pt x="1156260" y="763285"/>
                  </a:cubicBezTo>
                  <a:cubicBezTo>
                    <a:pt x="1324542" y="471813"/>
                    <a:pt x="1712240" y="380603"/>
                    <a:pt x="2022208" y="559563"/>
                  </a:cubicBezTo>
                  <a:cubicBezTo>
                    <a:pt x="2187368" y="654919"/>
                    <a:pt x="2297137" y="807738"/>
                    <a:pt x="2336014" y="974343"/>
                  </a:cubicBezTo>
                  <a:lnTo>
                    <a:pt x="2860627" y="953468"/>
                  </a:lnTo>
                  <a:cubicBezTo>
                    <a:pt x="2773794" y="641332"/>
                    <a:pt x="2600917" y="331818"/>
                    <a:pt x="2332439" y="18600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004EF78F-B20D-460C-95FE-DCDA0BBB31E4}"/>
                </a:ext>
              </a:extLst>
            </p:cNvPr>
            <p:cNvSpPr/>
            <p:nvPr/>
          </p:nvSpPr>
          <p:spPr>
            <a:xfrm>
              <a:off x="395536" y="4869725"/>
              <a:ext cx="852711" cy="85271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93E0A01-E148-4A48-AD07-47F9AB0D2B73}"/>
              </a:ext>
            </a:extLst>
          </p:cNvPr>
          <p:cNvSpPr txBox="1"/>
          <p:nvPr/>
        </p:nvSpPr>
        <p:spPr>
          <a:xfrm>
            <a:off x="429444" y="0"/>
            <a:ext cx="113331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cs typeface="Arial" pitchFamily="34" charset="0"/>
              </a:rPr>
              <a:t>Benefits of Data-Informed Decisions</a:t>
            </a:r>
            <a:endParaRPr lang="ko-KR" altLang="en-US" sz="4000" b="1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  <a:cs typeface="Arial" pitchFamily="34" charset="0"/>
            </a:endParaRPr>
          </a:p>
        </p:txBody>
      </p:sp>
      <p:sp>
        <p:nvSpPr>
          <p:cNvPr id="24" name="Oval 7">
            <a:extLst>
              <a:ext uri="{FF2B5EF4-FFF2-40B4-BE49-F238E27FC236}">
                <a16:creationId xmlns:a16="http://schemas.microsoft.com/office/drawing/2014/main" id="{CA3E083E-D2C2-4270-9893-C3FDEFFD2FDE}"/>
              </a:ext>
            </a:extLst>
          </p:cNvPr>
          <p:cNvSpPr/>
          <p:nvPr/>
        </p:nvSpPr>
        <p:spPr>
          <a:xfrm>
            <a:off x="6028519" y="3984583"/>
            <a:ext cx="234783" cy="234783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1415334" y="1947658"/>
                </a:moveTo>
                <a:lnTo>
                  <a:pt x="838053" y="2871852"/>
                </a:lnTo>
                <a:cubicBezTo>
                  <a:pt x="1312591" y="3168264"/>
                  <a:pt x="1913932" y="3170879"/>
                  <a:pt x="2391030" y="2878606"/>
                </a:cubicBezTo>
                <a:lnTo>
                  <a:pt x="1821709" y="1949263"/>
                </a:lnTo>
                <a:cubicBezTo>
                  <a:pt x="1763478" y="1986502"/>
                  <a:pt x="1694174" y="2007350"/>
                  <a:pt x="1620000" y="2007350"/>
                </a:cubicBezTo>
                <a:cubicBezTo>
                  <a:pt x="1544621" y="2007350"/>
                  <a:pt x="1474270" y="1985818"/>
                  <a:pt x="1415334" y="1947658"/>
                </a:cubicBezTo>
                <a:close/>
                <a:moveTo>
                  <a:pt x="1620001" y="1350973"/>
                </a:moveTo>
                <a:cubicBezTo>
                  <a:pt x="1471421" y="1350973"/>
                  <a:pt x="1350973" y="1471421"/>
                  <a:pt x="1350973" y="1620001"/>
                </a:cubicBezTo>
                <a:cubicBezTo>
                  <a:pt x="1350973" y="1768581"/>
                  <a:pt x="1471421" y="1889029"/>
                  <a:pt x="1620001" y="1889029"/>
                </a:cubicBezTo>
                <a:cubicBezTo>
                  <a:pt x="1768581" y="1889029"/>
                  <a:pt x="1889029" y="1768581"/>
                  <a:pt x="1889029" y="1620001"/>
                </a:cubicBezTo>
                <a:cubicBezTo>
                  <a:pt x="1889029" y="1471421"/>
                  <a:pt x="1768581" y="1350973"/>
                  <a:pt x="1620001" y="1350973"/>
                </a:cubicBezTo>
                <a:close/>
                <a:moveTo>
                  <a:pt x="2324470" y="322965"/>
                </a:moveTo>
                <a:lnTo>
                  <a:pt x="1804044" y="1281148"/>
                </a:lnTo>
                <a:cubicBezTo>
                  <a:pt x="1925507" y="1345192"/>
                  <a:pt x="2007350" y="1473038"/>
                  <a:pt x="2007350" y="1620000"/>
                </a:cubicBezTo>
                <a:lnTo>
                  <a:pt x="2005998" y="1633413"/>
                </a:lnTo>
                <a:lnTo>
                  <a:pt x="3095109" y="1671260"/>
                </a:lnTo>
                <a:cubicBezTo>
                  <a:pt x="3114541" y="1112092"/>
                  <a:pt x="2816135" y="590008"/>
                  <a:pt x="2324470" y="322965"/>
                </a:cubicBezTo>
                <a:close/>
                <a:moveTo>
                  <a:pt x="926838" y="316888"/>
                </a:moveTo>
                <a:cubicBezTo>
                  <a:pt x="432869" y="579644"/>
                  <a:pt x="129933" y="1099113"/>
                  <a:pt x="144500" y="1658429"/>
                </a:cubicBezTo>
                <a:lnTo>
                  <a:pt x="1233664" y="1630062"/>
                </a:lnTo>
                <a:cubicBezTo>
                  <a:pt x="1232693" y="1626734"/>
                  <a:pt x="1232650" y="1623372"/>
                  <a:pt x="1232650" y="1620000"/>
                </a:cubicBezTo>
                <a:cubicBezTo>
                  <a:pt x="1232650" y="1471836"/>
                  <a:pt x="1315838" y="1343102"/>
                  <a:pt x="1438904" y="1279548"/>
                </a:cubicBez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1"/>
          </a:p>
        </p:txBody>
      </p:sp>
      <p:sp>
        <p:nvSpPr>
          <p:cNvPr id="25" name="Oval 21">
            <a:extLst>
              <a:ext uri="{FF2B5EF4-FFF2-40B4-BE49-F238E27FC236}">
                <a16:creationId xmlns:a16="http://schemas.microsoft.com/office/drawing/2014/main" id="{F725C0D9-96FB-4B74-8F2C-AE4F74E46FE7}"/>
              </a:ext>
            </a:extLst>
          </p:cNvPr>
          <p:cNvSpPr>
            <a:spLocks noChangeAspect="1"/>
          </p:cNvSpPr>
          <p:nvPr/>
        </p:nvSpPr>
        <p:spPr>
          <a:xfrm>
            <a:off x="10215604" y="3945322"/>
            <a:ext cx="271770" cy="274040"/>
          </a:xfrm>
          <a:custGeom>
            <a:avLst/>
            <a:gdLst/>
            <a:ahLst/>
            <a:cxnLst/>
            <a:rect l="l" t="t" r="r" b="b"/>
            <a:pathLst>
              <a:path w="1652142" h="1665940">
                <a:moveTo>
                  <a:pt x="898689" y="548008"/>
                </a:moveTo>
                <a:cubicBezTo>
                  <a:pt x="737950" y="504938"/>
                  <a:pt x="572731" y="600328"/>
                  <a:pt x="529661" y="761066"/>
                </a:cubicBezTo>
                <a:cubicBezTo>
                  <a:pt x="486591" y="921805"/>
                  <a:pt x="581980" y="1087025"/>
                  <a:pt x="742719" y="1130094"/>
                </a:cubicBezTo>
                <a:cubicBezTo>
                  <a:pt x="903458" y="1173164"/>
                  <a:pt x="1068677" y="1077775"/>
                  <a:pt x="1111747" y="917036"/>
                </a:cubicBezTo>
                <a:cubicBezTo>
                  <a:pt x="1154817" y="756297"/>
                  <a:pt x="1059428" y="591077"/>
                  <a:pt x="898689" y="548008"/>
                </a:cubicBezTo>
                <a:close/>
                <a:moveTo>
                  <a:pt x="952303" y="347916"/>
                </a:moveTo>
                <a:cubicBezTo>
                  <a:pt x="1223549" y="420596"/>
                  <a:pt x="1384519" y="699404"/>
                  <a:pt x="1311839" y="970650"/>
                </a:cubicBezTo>
                <a:cubicBezTo>
                  <a:pt x="1239159" y="1241896"/>
                  <a:pt x="960351" y="1402866"/>
                  <a:pt x="689105" y="1330186"/>
                </a:cubicBezTo>
                <a:cubicBezTo>
                  <a:pt x="417859" y="1257506"/>
                  <a:pt x="256889" y="978698"/>
                  <a:pt x="329569" y="707451"/>
                </a:cubicBezTo>
                <a:cubicBezTo>
                  <a:pt x="402249" y="436205"/>
                  <a:pt x="681057" y="275235"/>
                  <a:pt x="952303" y="347916"/>
                </a:cubicBezTo>
                <a:close/>
                <a:moveTo>
                  <a:pt x="971799" y="275155"/>
                </a:moveTo>
                <a:cubicBezTo>
                  <a:pt x="660368" y="191707"/>
                  <a:pt x="340256" y="376524"/>
                  <a:pt x="256808" y="687955"/>
                </a:cubicBezTo>
                <a:cubicBezTo>
                  <a:pt x="173361" y="999387"/>
                  <a:pt x="358178" y="1319499"/>
                  <a:pt x="669609" y="1402947"/>
                </a:cubicBezTo>
                <a:cubicBezTo>
                  <a:pt x="981040" y="1486395"/>
                  <a:pt x="1301152" y="1301577"/>
                  <a:pt x="1384600" y="990146"/>
                </a:cubicBezTo>
                <a:cubicBezTo>
                  <a:pt x="1468047" y="678715"/>
                  <a:pt x="1283230" y="358603"/>
                  <a:pt x="971799" y="275155"/>
                </a:cubicBezTo>
                <a:close/>
                <a:moveTo>
                  <a:pt x="1652142" y="394531"/>
                </a:moveTo>
                <a:lnTo>
                  <a:pt x="1649662" y="403784"/>
                </a:lnTo>
                <a:lnTo>
                  <a:pt x="1647140" y="399895"/>
                </a:lnTo>
                <a:close/>
                <a:moveTo>
                  <a:pt x="1158157" y="65026"/>
                </a:moveTo>
                <a:lnTo>
                  <a:pt x="1154679" y="271718"/>
                </a:lnTo>
                <a:lnTo>
                  <a:pt x="1148331" y="270017"/>
                </a:lnTo>
                <a:cubicBezTo>
                  <a:pt x="1200055" y="299127"/>
                  <a:pt x="1246804" y="334821"/>
                  <a:pt x="1286346" y="377149"/>
                </a:cubicBezTo>
                <a:lnTo>
                  <a:pt x="1470353" y="331395"/>
                </a:lnTo>
                <a:lnTo>
                  <a:pt x="1588305" y="553229"/>
                </a:lnTo>
                <a:lnTo>
                  <a:pt x="1457194" y="671432"/>
                </a:lnTo>
                <a:cubicBezTo>
                  <a:pt x="1473630" y="731297"/>
                  <a:pt x="1481376" y="793983"/>
                  <a:pt x="1478595" y="857704"/>
                </a:cubicBezTo>
                <a:lnTo>
                  <a:pt x="1642362" y="948616"/>
                </a:lnTo>
                <a:lnTo>
                  <a:pt x="1577335" y="1191298"/>
                </a:lnTo>
                <a:lnTo>
                  <a:pt x="1378614" y="1187955"/>
                </a:lnTo>
                <a:cubicBezTo>
                  <a:pt x="1353489" y="1229936"/>
                  <a:pt x="1323048" y="1267799"/>
                  <a:pt x="1288939" y="1301599"/>
                </a:cubicBezTo>
                <a:lnTo>
                  <a:pt x="1354201" y="1471932"/>
                </a:lnTo>
                <a:lnTo>
                  <a:pt x="1148396" y="1616039"/>
                </a:lnTo>
                <a:lnTo>
                  <a:pt x="992294" y="1480516"/>
                </a:lnTo>
                <a:lnTo>
                  <a:pt x="1011291" y="1467215"/>
                </a:lnTo>
                <a:cubicBezTo>
                  <a:pt x="951500" y="1486565"/>
                  <a:pt x="888271" y="1495869"/>
                  <a:pt x="823805" y="1495510"/>
                </a:cubicBezTo>
                <a:lnTo>
                  <a:pt x="729193" y="1665940"/>
                </a:lnTo>
                <a:lnTo>
                  <a:pt x="486511" y="1600914"/>
                </a:lnTo>
                <a:lnTo>
                  <a:pt x="489790" y="1406012"/>
                </a:lnTo>
                <a:cubicBezTo>
                  <a:pt x="438364" y="1376702"/>
                  <a:pt x="391917" y="1340859"/>
                  <a:pt x="352658" y="1298452"/>
                </a:cubicBezTo>
                <a:lnTo>
                  <a:pt x="355803" y="1305197"/>
                </a:lnTo>
                <a:lnTo>
                  <a:pt x="152856" y="1344512"/>
                </a:lnTo>
                <a:lnTo>
                  <a:pt x="46675" y="1116809"/>
                </a:lnTo>
                <a:lnTo>
                  <a:pt x="183929" y="1005520"/>
                </a:lnTo>
                <a:cubicBezTo>
                  <a:pt x="169279" y="951824"/>
                  <a:pt x="161626" y="895865"/>
                  <a:pt x="161615" y="838915"/>
                </a:cubicBezTo>
                <a:lnTo>
                  <a:pt x="0" y="749197"/>
                </a:lnTo>
                <a:lnTo>
                  <a:pt x="65026" y="506515"/>
                </a:lnTo>
                <a:lnTo>
                  <a:pt x="250227" y="509630"/>
                </a:lnTo>
                <a:cubicBezTo>
                  <a:pt x="275353" y="465291"/>
                  <a:pt x="305693" y="424864"/>
                  <a:pt x="340015" y="388679"/>
                </a:cubicBezTo>
                <a:lnTo>
                  <a:pt x="277984" y="197357"/>
                </a:lnTo>
                <a:lnTo>
                  <a:pt x="491050" y="64219"/>
                </a:lnTo>
                <a:lnTo>
                  <a:pt x="639843" y="207726"/>
                </a:lnTo>
                <a:lnTo>
                  <a:pt x="638348" y="208660"/>
                </a:lnTo>
                <a:cubicBezTo>
                  <a:pt x="696840" y="190256"/>
                  <a:pt x="758594" y="181748"/>
                  <a:pt x="821488" y="182440"/>
                </a:cubicBezTo>
                <a:lnTo>
                  <a:pt x="815140" y="180739"/>
                </a:lnTo>
                <a:lnTo>
                  <a:pt x="915476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1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F92604C4-E8D4-4428-A1A0-612A2BD37715}"/>
              </a:ext>
            </a:extLst>
          </p:cNvPr>
          <p:cNvGrpSpPr/>
          <p:nvPr/>
        </p:nvGrpSpPr>
        <p:grpSpPr>
          <a:xfrm rot="21411753">
            <a:off x="817019" y="1082521"/>
            <a:ext cx="3824191" cy="4740163"/>
            <a:chOff x="395536" y="1793041"/>
            <a:chExt cx="3170093" cy="3929395"/>
          </a:xfrm>
          <a:solidFill>
            <a:schemeClr val="accent1"/>
          </a:solidFill>
        </p:grpSpPr>
        <p:sp>
          <p:nvSpPr>
            <p:cNvPr id="27" name="Freeform 20">
              <a:extLst>
                <a:ext uri="{FF2B5EF4-FFF2-40B4-BE49-F238E27FC236}">
                  <a16:creationId xmlns:a16="http://schemas.microsoft.com/office/drawing/2014/main" id="{2CE3A842-4A3C-4D3D-BC21-FD215DE55881}"/>
                </a:ext>
              </a:extLst>
            </p:cNvPr>
            <p:cNvSpPr/>
            <p:nvPr/>
          </p:nvSpPr>
          <p:spPr>
            <a:xfrm rot="1800000" flipH="1">
              <a:off x="705002" y="1793041"/>
              <a:ext cx="2860627" cy="3411190"/>
            </a:xfrm>
            <a:custGeom>
              <a:avLst/>
              <a:gdLst>
                <a:gd name="connsiteX0" fmla="*/ 2332439 w 2860627"/>
                <a:gd name="connsiteY0" fmla="*/ 109484 h 3334674"/>
                <a:gd name="connsiteX1" fmla="*/ 1509012 w 2860627"/>
                <a:gd name="connsiteY1" fmla="*/ 0 h 3334674"/>
                <a:gd name="connsiteX2" fmla="*/ 364700 w 2860627"/>
                <a:gd name="connsiteY2" fmla="*/ 1279977 h 3334674"/>
                <a:gd name="connsiteX3" fmla="*/ 160 w 2860627"/>
                <a:gd name="connsiteY3" fmla="*/ 1755003 h 3334674"/>
                <a:gd name="connsiteX4" fmla="*/ 286853 w 2860627"/>
                <a:gd name="connsiteY4" fmla="*/ 1930370 h 3334674"/>
                <a:gd name="connsiteX5" fmla="*/ 207417 w 2860627"/>
                <a:gd name="connsiteY5" fmla="*/ 2111278 h 3334674"/>
                <a:gd name="connsiteX6" fmla="*/ 287242 w 2860627"/>
                <a:gd name="connsiteY6" fmla="*/ 2167898 h 3334674"/>
                <a:gd name="connsiteX7" fmla="*/ 256972 w 2860627"/>
                <a:gd name="connsiteY7" fmla="*/ 2262662 h 3334674"/>
                <a:gd name="connsiteX8" fmla="*/ 368654 w 2860627"/>
                <a:gd name="connsiteY8" fmla="*/ 2376290 h 3334674"/>
                <a:gd name="connsiteX9" fmla="*/ 465657 w 2860627"/>
                <a:gd name="connsiteY9" fmla="*/ 2793853 h 3334674"/>
                <a:gd name="connsiteX10" fmla="*/ 1108723 w 2860627"/>
                <a:gd name="connsiteY10" fmla="*/ 2720803 h 3334674"/>
                <a:gd name="connsiteX11" fmla="*/ 1313164 w 2860627"/>
                <a:gd name="connsiteY11" fmla="*/ 3300023 h 3334674"/>
                <a:gd name="connsiteX12" fmla="*/ 1936108 w 2860627"/>
                <a:gd name="connsiteY12" fmla="*/ 3321065 h 3334674"/>
                <a:gd name="connsiteX13" fmla="*/ 1882503 w 2860627"/>
                <a:gd name="connsiteY13" fmla="*/ 1973867 h 3334674"/>
                <a:gd name="connsiteX14" fmla="*/ 1315566 w 2860627"/>
                <a:gd name="connsiteY14" fmla="*/ 1469419 h 3334674"/>
                <a:gd name="connsiteX15" fmla="*/ 1294771 w 2860627"/>
                <a:gd name="connsiteY15" fmla="*/ 1450917 h 3334674"/>
                <a:gd name="connsiteX16" fmla="*/ 1253957 w 2860627"/>
                <a:gd name="connsiteY16" fmla="*/ 1414601 h 3334674"/>
                <a:gd name="connsiteX17" fmla="*/ 1259713 w 2860627"/>
                <a:gd name="connsiteY17" fmla="*/ 1414265 h 3334674"/>
                <a:gd name="connsiteX18" fmla="*/ 1156260 w 2860627"/>
                <a:gd name="connsiteY18" fmla="*/ 686769 h 3334674"/>
                <a:gd name="connsiteX19" fmla="*/ 2022208 w 2860627"/>
                <a:gd name="connsiteY19" fmla="*/ 483047 h 3334674"/>
                <a:gd name="connsiteX20" fmla="*/ 2336014 w 2860627"/>
                <a:gd name="connsiteY20" fmla="*/ 897827 h 3334674"/>
                <a:gd name="connsiteX21" fmla="*/ 2860627 w 2860627"/>
                <a:gd name="connsiteY21" fmla="*/ 876952 h 3334674"/>
                <a:gd name="connsiteX22" fmla="*/ 2332439 w 2860627"/>
                <a:gd name="connsiteY22" fmla="*/ 109484 h 3334674"/>
                <a:gd name="connsiteX0" fmla="*/ 2332439 w 2860627"/>
                <a:gd name="connsiteY0" fmla="*/ 176751 h 3401941"/>
                <a:gd name="connsiteX1" fmla="*/ 1525852 w 2860627"/>
                <a:gd name="connsiteY1" fmla="*/ 0 h 3401941"/>
                <a:gd name="connsiteX2" fmla="*/ 364700 w 2860627"/>
                <a:gd name="connsiteY2" fmla="*/ 1347244 h 3401941"/>
                <a:gd name="connsiteX3" fmla="*/ 160 w 2860627"/>
                <a:gd name="connsiteY3" fmla="*/ 1822270 h 3401941"/>
                <a:gd name="connsiteX4" fmla="*/ 286853 w 2860627"/>
                <a:gd name="connsiteY4" fmla="*/ 1997637 h 3401941"/>
                <a:gd name="connsiteX5" fmla="*/ 207417 w 2860627"/>
                <a:gd name="connsiteY5" fmla="*/ 2178545 h 3401941"/>
                <a:gd name="connsiteX6" fmla="*/ 287242 w 2860627"/>
                <a:gd name="connsiteY6" fmla="*/ 2235165 h 3401941"/>
                <a:gd name="connsiteX7" fmla="*/ 256972 w 2860627"/>
                <a:gd name="connsiteY7" fmla="*/ 2329929 h 3401941"/>
                <a:gd name="connsiteX8" fmla="*/ 368654 w 2860627"/>
                <a:gd name="connsiteY8" fmla="*/ 2443557 h 3401941"/>
                <a:gd name="connsiteX9" fmla="*/ 465657 w 2860627"/>
                <a:gd name="connsiteY9" fmla="*/ 2861120 h 3401941"/>
                <a:gd name="connsiteX10" fmla="*/ 1108723 w 2860627"/>
                <a:gd name="connsiteY10" fmla="*/ 2788070 h 3401941"/>
                <a:gd name="connsiteX11" fmla="*/ 1313164 w 2860627"/>
                <a:gd name="connsiteY11" fmla="*/ 3367290 h 3401941"/>
                <a:gd name="connsiteX12" fmla="*/ 1936108 w 2860627"/>
                <a:gd name="connsiteY12" fmla="*/ 3388332 h 3401941"/>
                <a:gd name="connsiteX13" fmla="*/ 1882503 w 2860627"/>
                <a:gd name="connsiteY13" fmla="*/ 2041134 h 3401941"/>
                <a:gd name="connsiteX14" fmla="*/ 1315566 w 2860627"/>
                <a:gd name="connsiteY14" fmla="*/ 1536686 h 3401941"/>
                <a:gd name="connsiteX15" fmla="*/ 1294771 w 2860627"/>
                <a:gd name="connsiteY15" fmla="*/ 1518184 h 3401941"/>
                <a:gd name="connsiteX16" fmla="*/ 1253957 w 2860627"/>
                <a:gd name="connsiteY16" fmla="*/ 1481868 h 3401941"/>
                <a:gd name="connsiteX17" fmla="*/ 1259713 w 2860627"/>
                <a:gd name="connsiteY17" fmla="*/ 1481532 h 3401941"/>
                <a:gd name="connsiteX18" fmla="*/ 1156260 w 2860627"/>
                <a:gd name="connsiteY18" fmla="*/ 754036 h 3401941"/>
                <a:gd name="connsiteX19" fmla="*/ 2022208 w 2860627"/>
                <a:gd name="connsiteY19" fmla="*/ 550314 h 3401941"/>
                <a:gd name="connsiteX20" fmla="*/ 2336014 w 2860627"/>
                <a:gd name="connsiteY20" fmla="*/ 965094 h 3401941"/>
                <a:gd name="connsiteX21" fmla="*/ 2860627 w 2860627"/>
                <a:gd name="connsiteY21" fmla="*/ 944219 h 3401941"/>
                <a:gd name="connsiteX22" fmla="*/ 2332439 w 2860627"/>
                <a:gd name="connsiteY22" fmla="*/ 176751 h 3401941"/>
                <a:gd name="connsiteX0" fmla="*/ 2332439 w 2860627"/>
                <a:gd name="connsiteY0" fmla="*/ 186000 h 3411190"/>
                <a:gd name="connsiteX1" fmla="*/ 1525852 w 2860627"/>
                <a:gd name="connsiteY1" fmla="*/ 9249 h 3411190"/>
                <a:gd name="connsiteX2" fmla="*/ 364700 w 2860627"/>
                <a:gd name="connsiteY2" fmla="*/ 1356493 h 3411190"/>
                <a:gd name="connsiteX3" fmla="*/ 160 w 2860627"/>
                <a:gd name="connsiteY3" fmla="*/ 1831519 h 3411190"/>
                <a:gd name="connsiteX4" fmla="*/ 286853 w 2860627"/>
                <a:gd name="connsiteY4" fmla="*/ 2006886 h 3411190"/>
                <a:gd name="connsiteX5" fmla="*/ 207417 w 2860627"/>
                <a:gd name="connsiteY5" fmla="*/ 2187794 h 3411190"/>
                <a:gd name="connsiteX6" fmla="*/ 287242 w 2860627"/>
                <a:gd name="connsiteY6" fmla="*/ 2244414 h 3411190"/>
                <a:gd name="connsiteX7" fmla="*/ 256972 w 2860627"/>
                <a:gd name="connsiteY7" fmla="*/ 2339178 h 3411190"/>
                <a:gd name="connsiteX8" fmla="*/ 368654 w 2860627"/>
                <a:gd name="connsiteY8" fmla="*/ 2452806 h 3411190"/>
                <a:gd name="connsiteX9" fmla="*/ 465657 w 2860627"/>
                <a:gd name="connsiteY9" fmla="*/ 2870369 h 3411190"/>
                <a:gd name="connsiteX10" fmla="*/ 1108723 w 2860627"/>
                <a:gd name="connsiteY10" fmla="*/ 2797319 h 3411190"/>
                <a:gd name="connsiteX11" fmla="*/ 1313164 w 2860627"/>
                <a:gd name="connsiteY11" fmla="*/ 3376539 h 3411190"/>
                <a:gd name="connsiteX12" fmla="*/ 1936108 w 2860627"/>
                <a:gd name="connsiteY12" fmla="*/ 3397581 h 3411190"/>
                <a:gd name="connsiteX13" fmla="*/ 1882503 w 2860627"/>
                <a:gd name="connsiteY13" fmla="*/ 2050383 h 3411190"/>
                <a:gd name="connsiteX14" fmla="*/ 1315566 w 2860627"/>
                <a:gd name="connsiteY14" fmla="*/ 1545935 h 3411190"/>
                <a:gd name="connsiteX15" fmla="*/ 1294771 w 2860627"/>
                <a:gd name="connsiteY15" fmla="*/ 1527433 h 3411190"/>
                <a:gd name="connsiteX16" fmla="*/ 1253957 w 2860627"/>
                <a:gd name="connsiteY16" fmla="*/ 1491117 h 3411190"/>
                <a:gd name="connsiteX17" fmla="*/ 1259713 w 2860627"/>
                <a:gd name="connsiteY17" fmla="*/ 1490781 h 3411190"/>
                <a:gd name="connsiteX18" fmla="*/ 1156260 w 2860627"/>
                <a:gd name="connsiteY18" fmla="*/ 763285 h 3411190"/>
                <a:gd name="connsiteX19" fmla="*/ 2022208 w 2860627"/>
                <a:gd name="connsiteY19" fmla="*/ 559563 h 3411190"/>
                <a:gd name="connsiteX20" fmla="*/ 2336014 w 2860627"/>
                <a:gd name="connsiteY20" fmla="*/ 974343 h 3411190"/>
                <a:gd name="connsiteX21" fmla="*/ 2860627 w 2860627"/>
                <a:gd name="connsiteY21" fmla="*/ 953468 h 3411190"/>
                <a:gd name="connsiteX22" fmla="*/ 2332439 w 2860627"/>
                <a:gd name="connsiteY22" fmla="*/ 186000 h 3411190"/>
                <a:gd name="connsiteX0" fmla="*/ 2332439 w 2860627"/>
                <a:gd name="connsiteY0" fmla="*/ 186000 h 3411190"/>
                <a:gd name="connsiteX1" fmla="*/ 1525852 w 2860627"/>
                <a:gd name="connsiteY1" fmla="*/ 9249 h 3411190"/>
                <a:gd name="connsiteX2" fmla="*/ 364700 w 2860627"/>
                <a:gd name="connsiteY2" fmla="*/ 1356493 h 3411190"/>
                <a:gd name="connsiteX3" fmla="*/ 160 w 2860627"/>
                <a:gd name="connsiteY3" fmla="*/ 1831519 h 3411190"/>
                <a:gd name="connsiteX4" fmla="*/ 286853 w 2860627"/>
                <a:gd name="connsiteY4" fmla="*/ 2006886 h 3411190"/>
                <a:gd name="connsiteX5" fmla="*/ 207417 w 2860627"/>
                <a:gd name="connsiteY5" fmla="*/ 2187794 h 3411190"/>
                <a:gd name="connsiteX6" fmla="*/ 287242 w 2860627"/>
                <a:gd name="connsiteY6" fmla="*/ 2244414 h 3411190"/>
                <a:gd name="connsiteX7" fmla="*/ 256972 w 2860627"/>
                <a:gd name="connsiteY7" fmla="*/ 2339178 h 3411190"/>
                <a:gd name="connsiteX8" fmla="*/ 368654 w 2860627"/>
                <a:gd name="connsiteY8" fmla="*/ 2452806 h 3411190"/>
                <a:gd name="connsiteX9" fmla="*/ 465657 w 2860627"/>
                <a:gd name="connsiteY9" fmla="*/ 2870369 h 3411190"/>
                <a:gd name="connsiteX10" fmla="*/ 1108723 w 2860627"/>
                <a:gd name="connsiteY10" fmla="*/ 2797319 h 3411190"/>
                <a:gd name="connsiteX11" fmla="*/ 1313164 w 2860627"/>
                <a:gd name="connsiteY11" fmla="*/ 3376539 h 3411190"/>
                <a:gd name="connsiteX12" fmla="*/ 1936108 w 2860627"/>
                <a:gd name="connsiteY12" fmla="*/ 3397581 h 3411190"/>
                <a:gd name="connsiteX13" fmla="*/ 1882503 w 2860627"/>
                <a:gd name="connsiteY13" fmla="*/ 2050383 h 3411190"/>
                <a:gd name="connsiteX14" fmla="*/ 1315566 w 2860627"/>
                <a:gd name="connsiteY14" fmla="*/ 1545935 h 3411190"/>
                <a:gd name="connsiteX15" fmla="*/ 1253957 w 2860627"/>
                <a:gd name="connsiteY15" fmla="*/ 1491117 h 3411190"/>
                <a:gd name="connsiteX16" fmla="*/ 1259713 w 2860627"/>
                <a:gd name="connsiteY16" fmla="*/ 1490781 h 3411190"/>
                <a:gd name="connsiteX17" fmla="*/ 1156260 w 2860627"/>
                <a:gd name="connsiteY17" fmla="*/ 763285 h 3411190"/>
                <a:gd name="connsiteX18" fmla="*/ 2022208 w 2860627"/>
                <a:gd name="connsiteY18" fmla="*/ 559563 h 3411190"/>
                <a:gd name="connsiteX19" fmla="*/ 2336014 w 2860627"/>
                <a:gd name="connsiteY19" fmla="*/ 974343 h 3411190"/>
                <a:gd name="connsiteX20" fmla="*/ 2860627 w 2860627"/>
                <a:gd name="connsiteY20" fmla="*/ 953468 h 3411190"/>
                <a:gd name="connsiteX21" fmla="*/ 2332439 w 2860627"/>
                <a:gd name="connsiteY21" fmla="*/ 186000 h 3411190"/>
                <a:gd name="connsiteX0" fmla="*/ 2332439 w 2860627"/>
                <a:gd name="connsiteY0" fmla="*/ 186000 h 3411190"/>
                <a:gd name="connsiteX1" fmla="*/ 1525852 w 2860627"/>
                <a:gd name="connsiteY1" fmla="*/ 9249 h 3411190"/>
                <a:gd name="connsiteX2" fmla="*/ 364700 w 2860627"/>
                <a:gd name="connsiteY2" fmla="*/ 1356493 h 3411190"/>
                <a:gd name="connsiteX3" fmla="*/ 160 w 2860627"/>
                <a:gd name="connsiteY3" fmla="*/ 1831519 h 3411190"/>
                <a:gd name="connsiteX4" fmla="*/ 286853 w 2860627"/>
                <a:gd name="connsiteY4" fmla="*/ 2006886 h 3411190"/>
                <a:gd name="connsiteX5" fmla="*/ 207417 w 2860627"/>
                <a:gd name="connsiteY5" fmla="*/ 2187794 h 3411190"/>
                <a:gd name="connsiteX6" fmla="*/ 287242 w 2860627"/>
                <a:gd name="connsiteY6" fmla="*/ 2244414 h 3411190"/>
                <a:gd name="connsiteX7" fmla="*/ 256972 w 2860627"/>
                <a:gd name="connsiteY7" fmla="*/ 2339178 h 3411190"/>
                <a:gd name="connsiteX8" fmla="*/ 368654 w 2860627"/>
                <a:gd name="connsiteY8" fmla="*/ 2452806 h 3411190"/>
                <a:gd name="connsiteX9" fmla="*/ 465657 w 2860627"/>
                <a:gd name="connsiteY9" fmla="*/ 2870369 h 3411190"/>
                <a:gd name="connsiteX10" fmla="*/ 1108723 w 2860627"/>
                <a:gd name="connsiteY10" fmla="*/ 2797319 h 3411190"/>
                <a:gd name="connsiteX11" fmla="*/ 1313164 w 2860627"/>
                <a:gd name="connsiteY11" fmla="*/ 3376539 h 3411190"/>
                <a:gd name="connsiteX12" fmla="*/ 1936108 w 2860627"/>
                <a:gd name="connsiteY12" fmla="*/ 3397581 h 3411190"/>
                <a:gd name="connsiteX13" fmla="*/ 1882503 w 2860627"/>
                <a:gd name="connsiteY13" fmla="*/ 2050383 h 3411190"/>
                <a:gd name="connsiteX14" fmla="*/ 1253957 w 2860627"/>
                <a:gd name="connsiteY14" fmla="*/ 1491117 h 3411190"/>
                <a:gd name="connsiteX15" fmla="*/ 1259713 w 2860627"/>
                <a:gd name="connsiteY15" fmla="*/ 1490781 h 3411190"/>
                <a:gd name="connsiteX16" fmla="*/ 1156260 w 2860627"/>
                <a:gd name="connsiteY16" fmla="*/ 763285 h 3411190"/>
                <a:gd name="connsiteX17" fmla="*/ 2022208 w 2860627"/>
                <a:gd name="connsiteY17" fmla="*/ 559563 h 3411190"/>
                <a:gd name="connsiteX18" fmla="*/ 2336014 w 2860627"/>
                <a:gd name="connsiteY18" fmla="*/ 974343 h 3411190"/>
                <a:gd name="connsiteX19" fmla="*/ 2860627 w 2860627"/>
                <a:gd name="connsiteY19" fmla="*/ 953468 h 3411190"/>
                <a:gd name="connsiteX20" fmla="*/ 2332439 w 2860627"/>
                <a:gd name="connsiteY20" fmla="*/ 186000 h 3411190"/>
                <a:gd name="connsiteX0" fmla="*/ 2332439 w 2860627"/>
                <a:gd name="connsiteY0" fmla="*/ 186000 h 3411190"/>
                <a:gd name="connsiteX1" fmla="*/ 1525852 w 2860627"/>
                <a:gd name="connsiteY1" fmla="*/ 9249 h 3411190"/>
                <a:gd name="connsiteX2" fmla="*/ 364700 w 2860627"/>
                <a:gd name="connsiteY2" fmla="*/ 1356493 h 3411190"/>
                <a:gd name="connsiteX3" fmla="*/ 160 w 2860627"/>
                <a:gd name="connsiteY3" fmla="*/ 1831519 h 3411190"/>
                <a:gd name="connsiteX4" fmla="*/ 286853 w 2860627"/>
                <a:gd name="connsiteY4" fmla="*/ 2006886 h 3411190"/>
                <a:gd name="connsiteX5" fmla="*/ 207417 w 2860627"/>
                <a:gd name="connsiteY5" fmla="*/ 2187794 h 3411190"/>
                <a:gd name="connsiteX6" fmla="*/ 287242 w 2860627"/>
                <a:gd name="connsiteY6" fmla="*/ 2244414 h 3411190"/>
                <a:gd name="connsiteX7" fmla="*/ 256972 w 2860627"/>
                <a:gd name="connsiteY7" fmla="*/ 2339178 h 3411190"/>
                <a:gd name="connsiteX8" fmla="*/ 368654 w 2860627"/>
                <a:gd name="connsiteY8" fmla="*/ 2452806 h 3411190"/>
                <a:gd name="connsiteX9" fmla="*/ 465657 w 2860627"/>
                <a:gd name="connsiteY9" fmla="*/ 2870369 h 3411190"/>
                <a:gd name="connsiteX10" fmla="*/ 1108723 w 2860627"/>
                <a:gd name="connsiteY10" fmla="*/ 2797319 h 3411190"/>
                <a:gd name="connsiteX11" fmla="*/ 1313164 w 2860627"/>
                <a:gd name="connsiteY11" fmla="*/ 3376539 h 3411190"/>
                <a:gd name="connsiteX12" fmla="*/ 1936108 w 2860627"/>
                <a:gd name="connsiteY12" fmla="*/ 3397581 h 3411190"/>
                <a:gd name="connsiteX13" fmla="*/ 1862177 w 2860627"/>
                <a:gd name="connsiteY13" fmla="*/ 2104638 h 3411190"/>
                <a:gd name="connsiteX14" fmla="*/ 1253957 w 2860627"/>
                <a:gd name="connsiteY14" fmla="*/ 1491117 h 3411190"/>
                <a:gd name="connsiteX15" fmla="*/ 1259713 w 2860627"/>
                <a:gd name="connsiteY15" fmla="*/ 1490781 h 3411190"/>
                <a:gd name="connsiteX16" fmla="*/ 1156260 w 2860627"/>
                <a:gd name="connsiteY16" fmla="*/ 763285 h 3411190"/>
                <a:gd name="connsiteX17" fmla="*/ 2022208 w 2860627"/>
                <a:gd name="connsiteY17" fmla="*/ 559563 h 3411190"/>
                <a:gd name="connsiteX18" fmla="*/ 2336014 w 2860627"/>
                <a:gd name="connsiteY18" fmla="*/ 974343 h 3411190"/>
                <a:gd name="connsiteX19" fmla="*/ 2860627 w 2860627"/>
                <a:gd name="connsiteY19" fmla="*/ 953468 h 3411190"/>
                <a:gd name="connsiteX20" fmla="*/ 2332439 w 2860627"/>
                <a:gd name="connsiteY20" fmla="*/ 186000 h 3411190"/>
                <a:gd name="connsiteX0" fmla="*/ 2332439 w 2860627"/>
                <a:gd name="connsiteY0" fmla="*/ 186000 h 3411190"/>
                <a:gd name="connsiteX1" fmla="*/ 1525852 w 2860627"/>
                <a:gd name="connsiteY1" fmla="*/ 9249 h 3411190"/>
                <a:gd name="connsiteX2" fmla="*/ 364700 w 2860627"/>
                <a:gd name="connsiteY2" fmla="*/ 1356493 h 3411190"/>
                <a:gd name="connsiteX3" fmla="*/ 160 w 2860627"/>
                <a:gd name="connsiteY3" fmla="*/ 1831519 h 3411190"/>
                <a:gd name="connsiteX4" fmla="*/ 286853 w 2860627"/>
                <a:gd name="connsiteY4" fmla="*/ 2006886 h 3411190"/>
                <a:gd name="connsiteX5" fmla="*/ 207417 w 2860627"/>
                <a:gd name="connsiteY5" fmla="*/ 2187794 h 3411190"/>
                <a:gd name="connsiteX6" fmla="*/ 287242 w 2860627"/>
                <a:gd name="connsiteY6" fmla="*/ 2244414 h 3411190"/>
                <a:gd name="connsiteX7" fmla="*/ 256972 w 2860627"/>
                <a:gd name="connsiteY7" fmla="*/ 2339178 h 3411190"/>
                <a:gd name="connsiteX8" fmla="*/ 368654 w 2860627"/>
                <a:gd name="connsiteY8" fmla="*/ 2452806 h 3411190"/>
                <a:gd name="connsiteX9" fmla="*/ 465657 w 2860627"/>
                <a:gd name="connsiteY9" fmla="*/ 2870369 h 3411190"/>
                <a:gd name="connsiteX10" fmla="*/ 1108723 w 2860627"/>
                <a:gd name="connsiteY10" fmla="*/ 2797319 h 3411190"/>
                <a:gd name="connsiteX11" fmla="*/ 1313164 w 2860627"/>
                <a:gd name="connsiteY11" fmla="*/ 3376539 h 3411190"/>
                <a:gd name="connsiteX12" fmla="*/ 1936108 w 2860627"/>
                <a:gd name="connsiteY12" fmla="*/ 3397581 h 3411190"/>
                <a:gd name="connsiteX13" fmla="*/ 1862177 w 2860627"/>
                <a:gd name="connsiteY13" fmla="*/ 2104638 h 3411190"/>
                <a:gd name="connsiteX14" fmla="*/ 1253957 w 2860627"/>
                <a:gd name="connsiteY14" fmla="*/ 1491117 h 3411190"/>
                <a:gd name="connsiteX15" fmla="*/ 1259713 w 2860627"/>
                <a:gd name="connsiteY15" fmla="*/ 1490781 h 3411190"/>
                <a:gd name="connsiteX16" fmla="*/ 1156260 w 2860627"/>
                <a:gd name="connsiteY16" fmla="*/ 763285 h 3411190"/>
                <a:gd name="connsiteX17" fmla="*/ 2022208 w 2860627"/>
                <a:gd name="connsiteY17" fmla="*/ 559563 h 3411190"/>
                <a:gd name="connsiteX18" fmla="*/ 2336014 w 2860627"/>
                <a:gd name="connsiteY18" fmla="*/ 974343 h 3411190"/>
                <a:gd name="connsiteX19" fmla="*/ 2860627 w 2860627"/>
                <a:gd name="connsiteY19" fmla="*/ 953468 h 3411190"/>
                <a:gd name="connsiteX20" fmla="*/ 2332439 w 2860627"/>
                <a:gd name="connsiteY20" fmla="*/ 186000 h 3411190"/>
                <a:gd name="connsiteX0" fmla="*/ 2332439 w 2860627"/>
                <a:gd name="connsiteY0" fmla="*/ 186000 h 3411190"/>
                <a:gd name="connsiteX1" fmla="*/ 1525852 w 2860627"/>
                <a:gd name="connsiteY1" fmla="*/ 9249 h 3411190"/>
                <a:gd name="connsiteX2" fmla="*/ 364700 w 2860627"/>
                <a:gd name="connsiteY2" fmla="*/ 1356493 h 3411190"/>
                <a:gd name="connsiteX3" fmla="*/ 160 w 2860627"/>
                <a:gd name="connsiteY3" fmla="*/ 1831519 h 3411190"/>
                <a:gd name="connsiteX4" fmla="*/ 286853 w 2860627"/>
                <a:gd name="connsiteY4" fmla="*/ 2006886 h 3411190"/>
                <a:gd name="connsiteX5" fmla="*/ 207417 w 2860627"/>
                <a:gd name="connsiteY5" fmla="*/ 2187794 h 3411190"/>
                <a:gd name="connsiteX6" fmla="*/ 287242 w 2860627"/>
                <a:gd name="connsiteY6" fmla="*/ 2244414 h 3411190"/>
                <a:gd name="connsiteX7" fmla="*/ 256972 w 2860627"/>
                <a:gd name="connsiteY7" fmla="*/ 2339178 h 3411190"/>
                <a:gd name="connsiteX8" fmla="*/ 368654 w 2860627"/>
                <a:gd name="connsiteY8" fmla="*/ 2452806 h 3411190"/>
                <a:gd name="connsiteX9" fmla="*/ 465657 w 2860627"/>
                <a:gd name="connsiteY9" fmla="*/ 2870369 h 3411190"/>
                <a:gd name="connsiteX10" fmla="*/ 1108723 w 2860627"/>
                <a:gd name="connsiteY10" fmla="*/ 2797319 h 3411190"/>
                <a:gd name="connsiteX11" fmla="*/ 1313164 w 2860627"/>
                <a:gd name="connsiteY11" fmla="*/ 3376539 h 3411190"/>
                <a:gd name="connsiteX12" fmla="*/ 1936108 w 2860627"/>
                <a:gd name="connsiteY12" fmla="*/ 3397581 h 3411190"/>
                <a:gd name="connsiteX13" fmla="*/ 1828840 w 2860627"/>
                <a:gd name="connsiteY13" fmla="*/ 2162380 h 3411190"/>
                <a:gd name="connsiteX14" fmla="*/ 1253957 w 2860627"/>
                <a:gd name="connsiteY14" fmla="*/ 1491117 h 3411190"/>
                <a:gd name="connsiteX15" fmla="*/ 1259713 w 2860627"/>
                <a:gd name="connsiteY15" fmla="*/ 1490781 h 3411190"/>
                <a:gd name="connsiteX16" fmla="*/ 1156260 w 2860627"/>
                <a:gd name="connsiteY16" fmla="*/ 763285 h 3411190"/>
                <a:gd name="connsiteX17" fmla="*/ 2022208 w 2860627"/>
                <a:gd name="connsiteY17" fmla="*/ 559563 h 3411190"/>
                <a:gd name="connsiteX18" fmla="*/ 2336014 w 2860627"/>
                <a:gd name="connsiteY18" fmla="*/ 974343 h 3411190"/>
                <a:gd name="connsiteX19" fmla="*/ 2860627 w 2860627"/>
                <a:gd name="connsiteY19" fmla="*/ 953468 h 3411190"/>
                <a:gd name="connsiteX20" fmla="*/ 2332439 w 2860627"/>
                <a:gd name="connsiteY20" fmla="*/ 186000 h 3411190"/>
                <a:gd name="connsiteX0" fmla="*/ 2332439 w 2860627"/>
                <a:gd name="connsiteY0" fmla="*/ 186000 h 3411190"/>
                <a:gd name="connsiteX1" fmla="*/ 1525852 w 2860627"/>
                <a:gd name="connsiteY1" fmla="*/ 9249 h 3411190"/>
                <a:gd name="connsiteX2" fmla="*/ 364700 w 2860627"/>
                <a:gd name="connsiteY2" fmla="*/ 1356493 h 3411190"/>
                <a:gd name="connsiteX3" fmla="*/ 160 w 2860627"/>
                <a:gd name="connsiteY3" fmla="*/ 1831519 h 3411190"/>
                <a:gd name="connsiteX4" fmla="*/ 286853 w 2860627"/>
                <a:gd name="connsiteY4" fmla="*/ 2006886 h 3411190"/>
                <a:gd name="connsiteX5" fmla="*/ 207417 w 2860627"/>
                <a:gd name="connsiteY5" fmla="*/ 2187794 h 3411190"/>
                <a:gd name="connsiteX6" fmla="*/ 287242 w 2860627"/>
                <a:gd name="connsiteY6" fmla="*/ 2244414 h 3411190"/>
                <a:gd name="connsiteX7" fmla="*/ 256972 w 2860627"/>
                <a:gd name="connsiteY7" fmla="*/ 2339178 h 3411190"/>
                <a:gd name="connsiteX8" fmla="*/ 368654 w 2860627"/>
                <a:gd name="connsiteY8" fmla="*/ 2452806 h 3411190"/>
                <a:gd name="connsiteX9" fmla="*/ 465657 w 2860627"/>
                <a:gd name="connsiteY9" fmla="*/ 2870369 h 3411190"/>
                <a:gd name="connsiteX10" fmla="*/ 1108723 w 2860627"/>
                <a:gd name="connsiteY10" fmla="*/ 2797319 h 3411190"/>
                <a:gd name="connsiteX11" fmla="*/ 1313164 w 2860627"/>
                <a:gd name="connsiteY11" fmla="*/ 3376539 h 3411190"/>
                <a:gd name="connsiteX12" fmla="*/ 1936108 w 2860627"/>
                <a:gd name="connsiteY12" fmla="*/ 3397581 h 3411190"/>
                <a:gd name="connsiteX13" fmla="*/ 1828840 w 2860627"/>
                <a:gd name="connsiteY13" fmla="*/ 2162380 h 3411190"/>
                <a:gd name="connsiteX14" fmla="*/ 1253957 w 2860627"/>
                <a:gd name="connsiteY14" fmla="*/ 1491117 h 3411190"/>
                <a:gd name="connsiteX15" fmla="*/ 1259713 w 2860627"/>
                <a:gd name="connsiteY15" fmla="*/ 1490781 h 3411190"/>
                <a:gd name="connsiteX16" fmla="*/ 1156260 w 2860627"/>
                <a:gd name="connsiteY16" fmla="*/ 763285 h 3411190"/>
                <a:gd name="connsiteX17" fmla="*/ 2022208 w 2860627"/>
                <a:gd name="connsiteY17" fmla="*/ 559563 h 3411190"/>
                <a:gd name="connsiteX18" fmla="*/ 2336014 w 2860627"/>
                <a:gd name="connsiteY18" fmla="*/ 974343 h 3411190"/>
                <a:gd name="connsiteX19" fmla="*/ 2860627 w 2860627"/>
                <a:gd name="connsiteY19" fmla="*/ 953468 h 3411190"/>
                <a:gd name="connsiteX20" fmla="*/ 2332439 w 2860627"/>
                <a:gd name="connsiteY20" fmla="*/ 186000 h 3411190"/>
                <a:gd name="connsiteX0" fmla="*/ 2332439 w 2860627"/>
                <a:gd name="connsiteY0" fmla="*/ 186000 h 3411190"/>
                <a:gd name="connsiteX1" fmla="*/ 1525852 w 2860627"/>
                <a:gd name="connsiteY1" fmla="*/ 9249 h 3411190"/>
                <a:gd name="connsiteX2" fmla="*/ 364700 w 2860627"/>
                <a:gd name="connsiteY2" fmla="*/ 1356493 h 3411190"/>
                <a:gd name="connsiteX3" fmla="*/ 160 w 2860627"/>
                <a:gd name="connsiteY3" fmla="*/ 1831519 h 3411190"/>
                <a:gd name="connsiteX4" fmla="*/ 286853 w 2860627"/>
                <a:gd name="connsiteY4" fmla="*/ 2006886 h 3411190"/>
                <a:gd name="connsiteX5" fmla="*/ 207417 w 2860627"/>
                <a:gd name="connsiteY5" fmla="*/ 2187794 h 3411190"/>
                <a:gd name="connsiteX6" fmla="*/ 287242 w 2860627"/>
                <a:gd name="connsiteY6" fmla="*/ 2244414 h 3411190"/>
                <a:gd name="connsiteX7" fmla="*/ 256972 w 2860627"/>
                <a:gd name="connsiteY7" fmla="*/ 2339178 h 3411190"/>
                <a:gd name="connsiteX8" fmla="*/ 368654 w 2860627"/>
                <a:gd name="connsiteY8" fmla="*/ 2452806 h 3411190"/>
                <a:gd name="connsiteX9" fmla="*/ 465657 w 2860627"/>
                <a:gd name="connsiteY9" fmla="*/ 2870369 h 3411190"/>
                <a:gd name="connsiteX10" fmla="*/ 1108723 w 2860627"/>
                <a:gd name="connsiteY10" fmla="*/ 2797319 h 3411190"/>
                <a:gd name="connsiteX11" fmla="*/ 1313164 w 2860627"/>
                <a:gd name="connsiteY11" fmla="*/ 3376539 h 3411190"/>
                <a:gd name="connsiteX12" fmla="*/ 1936108 w 2860627"/>
                <a:gd name="connsiteY12" fmla="*/ 3397581 h 3411190"/>
                <a:gd name="connsiteX13" fmla="*/ 1828840 w 2860627"/>
                <a:gd name="connsiteY13" fmla="*/ 2162380 h 3411190"/>
                <a:gd name="connsiteX14" fmla="*/ 1253957 w 2860627"/>
                <a:gd name="connsiteY14" fmla="*/ 1491117 h 3411190"/>
                <a:gd name="connsiteX15" fmla="*/ 1259713 w 2860627"/>
                <a:gd name="connsiteY15" fmla="*/ 1490781 h 3411190"/>
                <a:gd name="connsiteX16" fmla="*/ 1156260 w 2860627"/>
                <a:gd name="connsiteY16" fmla="*/ 763285 h 3411190"/>
                <a:gd name="connsiteX17" fmla="*/ 2022208 w 2860627"/>
                <a:gd name="connsiteY17" fmla="*/ 559563 h 3411190"/>
                <a:gd name="connsiteX18" fmla="*/ 2336014 w 2860627"/>
                <a:gd name="connsiteY18" fmla="*/ 974343 h 3411190"/>
                <a:gd name="connsiteX19" fmla="*/ 2860627 w 2860627"/>
                <a:gd name="connsiteY19" fmla="*/ 953468 h 3411190"/>
                <a:gd name="connsiteX20" fmla="*/ 2332439 w 2860627"/>
                <a:gd name="connsiteY20" fmla="*/ 186000 h 3411190"/>
                <a:gd name="connsiteX0" fmla="*/ 2332439 w 2860627"/>
                <a:gd name="connsiteY0" fmla="*/ 186000 h 3411190"/>
                <a:gd name="connsiteX1" fmla="*/ 1525852 w 2860627"/>
                <a:gd name="connsiteY1" fmla="*/ 9249 h 3411190"/>
                <a:gd name="connsiteX2" fmla="*/ 364700 w 2860627"/>
                <a:gd name="connsiteY2" fmla="*/ 1356493 h 3411190"/>
                <a:gd name="connsiteX3" fmla="*/ 160 w 2860627"/>
                <a:gd name="connsiteY3" fmla="*/ 1831519 h 3411190"/>
                <a:gd name="connsiteX4" fmla="*/ 286853 w 2860627"/>
                <a:gd name="connsiteY4" fmla="*/ 2006886 h 3411190"/>
                <a:gd name="connsiteX5" fmla="*/ 207417 w 2860627"/>
                <a:gd name="connsiteY5" fmla="*/ 2187794 h 3411190"/>
                <a:gd name="connsiteX6" fmla="*/ 287242 w 2860627"/>
                <a:gd name="connsiteY6" fmla="*/ 2244414 h 3411190"/>
                <a:gd name="connsiteX7" fmla="*/ 256972 w 2860627"/>
                <a:gd name="connsiteY7" fmla="*/ 2339178 h 3411190"/>
                <a:gd name="connsiteX8" fmla="*/ 368654 w 2860627"/>
                <a:gd name="connsiteY8" fmla="*/ 2452806 h 3411190"/>
                <a:gd name="connsiteX9" fmla="*/ 465657 w 2860627"/>
                <a:gd name="connsiteY9" fmla="*/ 2870369 h 3411190"/>
                <a:gd name="connsiteX10" fmla="*/ 1108723 w 2860627"/>
                <a:gd name="connsiteY10" fmla="*/ 2797319 h 3411190"/>
                <a:gd name="connsiteX11" fmla="*/ 1313164 w 2860627"/>
                <a:gd name="connsiteY11" fmla="*/ 3376539 h 3411190"/>
                <a:gd name="connsiteX12" fmla="*/ 1936108 w 2860627"/>
                <a:gd name="connsiteY12" fmla="*/ 3397581 h 3411190"/>
                <a:gd name="connsiteX13" fmla="*/ 1886582 w 2860627"/>
                <a:gd name="connsiteY13" fmla="*/ 2195718 h 3411190"/>
                <a:gd name="connsiteX14" fmla="*/ 1253957 w 2860627"/>
                <a:gd name="connsiteY14" fmla="*/ 1491117 h 3411190"/>
                <a:gd name="connsiteX15" fmla="*/ 1259713 w 2860627"/>
                <a:gd name="connsiteY15" fmla="*/ 1490781 h 3411190"/>
                <a:gd name="connsiteX16" fmla="*/ 1156260 w 2860627"/>
                <a:gd name="connsiteY16" fmla="*/ 763285 h 3411190"/>
                <a:gd name="connsiteX17" fmla="*/ 2022208 w 2860627"/>
                <a:gd name="connsiteY17" fmla="*/ 559563 h 3411190"/>
                <a:gd name="connsiteX18" fmla="*/ 2336014 w 2860627"/>
                <a:gd name="connsiteY18" fmla="*/ 974343 h 3411190"/>
                <a:gd name="connsiteX19" fmla="*/ 2860627 w 2860627"/>
                <a:gd name="connsiteY19" fmla="*/ 953468 h 3411190"/>
                <a:gd name="connsiteX20" fmla="*/ 2332439 w 2860627"/>
                <a:gd name="connsiteY20" fmla="*/ 186000 h 3411190"/>
                <a:gd name="connsiteX0" fmla="*/ 2332439 w 2860627"/>
                <a:gd name="connsiteY0" fmla="*/ 186000 h 3411190"/>
                <a:gd name="connsiteX1" fmla="*/ 1525852 w 2860627"/>
                <a:gd name="connsiteY1" fmla="*/ 9249 h 3411190"/>
                <a:gd name="connsiteX2" fmla="*/ 364700 w 2860627"/>
                <a:gd name="connsiteY2" fmla="*/ 1356493 h 3411190"/>
                <a:gd name="connsiteX3" fmla="*/ 160 w 2860627"/>
                <a:gd name="connsiteY3" fmla="*/ 1831519 h 3411190"/>
                <a:gd name="connsiteX4" fmla="*/ 286853 w 2860627"/>
                <a:gd name="connsiteY4" fmla="*/ 2006886 h 3411190"/>
                <a:gd name="connsiteX5" fmla="*/ 207417 w 2860627"/>
                <a:gd name="connsiteY5" fmla="*/ 2187794 h 3411190"/>
                <a:gd name="connsiteX6" fmla="*/ 287242 w 2860627"/>
                <a:gd name="connsiteY6" fmla="*/ 2244414 h 3411190"/>
                <a:gd name="connsiteX7" fmla="*/ 256972 w 2860627"/>
                <a:gd name="connsiteY7" fmla="*/ 2339178 h 3411190"/>
                <a:gd name="connsiteX8" fmla="*/ 368654 w 2860627"/>
                <a:gd name="connsiteY8" fmla="*/ 2452806 h 3411190"/>
                <a:gd name="connsiteX9" fmla="*/ 465657 w 2860627"/>
                <a:gd name="connsiteY9" fmla="*/ 2870369 h 3411190"/>
                <a:gd name="connsiteX10" fmla="*/ 1108723 w 2860627"/>
                <a:gd name="connsiteY10" fmla="*/ 2797319 h 3411190"/>
                <a:gd name="connsiteX11" fmla="*/ 1313164 w 2860627"/>
                <a:gd name="connsiteY11" fmla="*/ 3376539 h 3411190"/>
                <a:gd name="connsiteX12" fmla="*/ 1936108 w 2860627"/>
                <a:gd name="connsiteY12" fmla="*/ 3397581 h 3411190"/>
                <a:gd name="connsiteX13" fmla="*/ 1886582 w 2860627"/>
                <a:gd name="connsiteY13" fmla="*/ 2195718 h 3411190"/>
                <a:gd name="connsiteX14" fmla="*/ 1253957 w 2860627"/>
                <a:gd name="connsiteY14" fmla="*/ 1491117 h 3411190"/>
                <a:gd name="connsiteX15" fmla="*/ 1259713 w 2860627"/>
                <a:gd name="connsiteY15" fmla="*/ 1490781 h 3411190"/>
                <a:gd name="connsiteX16" fmla="*/ 1156260 w 2860627"/>
                <a:gd name="connsiteY16" fmla="*/ 763285 h 3411190"/>
                <a:gd name="connsiteX17" fmla="*/ 2022208 w 2860627"/>
                <a:gd name="connsiteY17" fmla="*/ 559563 h 3411190"/>
                <a:gd name="connsiteX18" fmla="*/ 2336014 w 2860627"/>
                <a:gd name="connsiteY18" fmla="*/ 974343 h 3411190"/>
                <a:gd name="connsiteX19" fmla="*/ 2860627 w 2860627"/>
                <a:gd name="connsiteY19" fmla="*/ 953468 h 3411190"/>
                <a:gd name="connsiteX20" fmla="*/ 2332439 w 2860627"/>
                <a:gd name="connsiteY20" fmla="*/ 186000 h 3411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860627" h="3411190">
                  <a:moveTo>
                    <a:pt x="2332439" y="186000"/>
                  </a:moveTo>
                  <a:cubicBezTo>
                    <a:pt x="2114028" y="67375"/>
                    <a:pt x="1894506" y="-31252"/>
                    <a:pt x="1525852" y="9249"/>
                  </a:cubicBezTo>
                  <a:cubicBezTo>
                    <a:pt x="735732" y="27225"/>
                    <a:pt x="265149" y="734924"/>
                    <a:pt x="364700" y="1356493"/>
                  </a:cubicBezTo>
                  <a:cubicBezTo>
                    <a:pt x="243187" y="1514835"/>
                    <a:pt x="-7219" y="1802068"/>
                    <a:pt x="160" y="1831519"/>
                  </a:cubicBezTo>
                  <a:cubicBezTo>
                    <a:pt x="17130" y="1925603"/>
                    <a:pt x="185001" y="1956813"/>
                    <a:pt x="286853" y="2006886"/>
                  </a:cubicBezTo>
                  <a:cubicBezTo>
                    <a:pt x="253040" y="2069284"/>
                    <a:pt x="200362" y="2166263"/>
                    <a:pt x="207417" y="2187794"/>
                  </a:cubicBezTo>
                  <a:cubicBezTo>
                    <a:pt x="222499" y="2208763"/>
                    <a:pt x="256442" y="2226588"/>
                    <a:pt x="287242" y="2244414"/>
                  </a:cubicBezTo>
                  <a:cubicBezTo>
                    <a:pt x="277153" y="2276002"/>
                    <a:pt x="241912" y="2313878"/>
                    <a:pt x="256972" y="2339178"/>
                  </a:cubicBezTo>
                  <a:cubicBezTo>
                    <a:pt x="285816" y="2378102"/>
                    <a:pt x="349241" y="2404451"/>
                    <a:pt x="368654" y="2452806"/>
                  </a:cubicBezTo>
                  <a:cubicBezTo>
                    <a:pt x="412514" y="2527024"/>
                    <a:pt x="255179" y="2774145"/>
                    <a:pt x="465657" y="2870369"/>
                  </a:cubicBezTo>
                  <a:cubicBezTo>
                    <a:pt x="653816" y="2944521"/>
                    <a:pt x="911133" y="2842626"/>
                    <a:pt x="1108723" y="2797319"/>
                  </a:cubicBezTo>
                  <a:cubicBezTo>
                    <a:pt x="1261750" y="2755661"/>
                    <a:pt x="1267023" y="3179274"/>
                    <a:pt x="1313164" y="3376539"/>
                  </a:cubicBezTo>
                  <a:cubicBezTo>
                    <a:pt x="1541931" y="3416747"/>
                    <a:pt x="1746247" y="3419423"/>
                    <a:pt x="1936108" y="3397581"/>
                  </a:cubicBezTo>
                  <a:cubicBezTo>
                    <a:pt x="1911464" y="2966600"/>
                    <a:pt x="1933512" y="2397598"/>
                    <a:pt x="1886582" y="2195718"/>
                  </a:cubicBezTo>
                  <a:cubicBezTo>
                    <a:pt x="1843777" y="1980896"/>
                    <a:pt x="1445585" y="1714871"/>
                    <a:pt x="1253957" y="1491117"/>
                  </a:cubicBezTo>
                  <a:lnTo>
                    <a:pt x="1259713" y="1490781"/>
                  </a:lnTo>
                  <a:cubicBezTo>
                    <a:pt x="1069359" y="1294123"/>
                    <a:pt x="1020028" y="999248"/>
                    <a:pt x="1156260" y="763285"/>
                  </a:cubicBezTo>
                  <a:cubicBezTo>
                    <a:pt x="1324542" y="471813"/>
                    <a:pt x="1712240" y="380603"/>
                    <a:pt x="2022208" y="559563"/>
                  </a:cubicBezTo>
                  <a:cubicBezTo>
                    <a:pt x="2187368" y="654919"/>
                    <a:pt x="2297137" y="807738"/>
                    <a:pt x="2336014" y="974343"/>
                  </a:cubicBezTo>
                  <a:lnTo>
                    <a:pt x="2860627" y="953468"/>
                  </a:lnTo>
                  <a:cubicBezTo>
                    <a:pt x="2773794" y="641332"/>
                    <a:pt x="2600917" y="331818"/>
                    <a:pt x="2332439" y="18600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 dirty="0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EA9141AB-E643-439D-9BB6-7D59F48972EA}"/>
                </a:ext>
              </a:extLst>
            </p:cNvPr>
            <p:cNvSpPr/>
            <p:nvPr/>
          </p:nvSpPr>
          <p:spPr>
            <a:xfrm>
              <a:off x="395536" y="4869725"/>
              <a:ext cx="852711" cy="852711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 dirty="0"/>
            </a:p>
          </p:txBody>
        </p:sp>
      </p:grp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4F369927-9971-4817-9068-59F0ADA6DB1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18326152"/>
              </p:ext>
            </p:extLst>
          </p:nvPr>
        </p:nvGraphicFramePr>
        <p:xfrm>
          <a:off x="5717509" y="1573168"/>
          <a:ext cx="6096095" cy="42376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846009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Challenges / Limitations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7CB4167-6A9B-4078-89C3-3242142D8D0E}"/>
              </a:ext>
            </a:extLst>
          </p:cNvPr>
          <p:cNvGrpSpPr/>
          <p:nvPr/>
        </p:nvGrpSpPr>
        <p:grpSpPr>
          <a:xfrm>
            <a:off x="591508" y="1478892"/>
            <a:ext cx="2454628" cy="2306370"/>
            <a:chOff x="941660" y="2253295"/>
            <a:chExt cx="2554478" cy="2246769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A89A001F-22B0-421E-92ED-171BD016C45B}"/>
                </a:ext>
              </a:extLst>
            </p:cNvPr>
            <p:cNvSpPr txBox="1"/>
            <p:nvPr/>
          </p:nvSpPr>
          <p:spPr>
            <a:xfrm>
              <a:off x="1112098" y="2253295"/>
              <a:ext cx="2384040" cy="2246769"/>
            </a:xfrm>
            <a:prstGeom prst="rect">
              <a:avLst/>
            </a:prstGeom>
            <a:noFill/>
          </p:spPr>
          <p:txBody>
            <a:bodyPr wrap="square" lIns="108000" rIns="108000" rtlCol="0" anchor="ctr">
              <a:spAutoFit/>
            </a:bodyPr>
            <a:lstStyle/>
            <a:p>
              <a:pPr algn="ctr"/>
              <a:r>
                <a:rPr lang="en-US" altLang="ko-KR" sz="14000" b="1" dirty="0">
                  <a:solidFill>
                    <a:schemeClr val="accent1">
                      <a:lumMod val="20000"/>
                      <a:lumOff val="80000"/>
                    </a:schemeClr>
                  </a:solidFill>
                  <a:cs typeface="Arial" pitchFamily="34" charset="0"/>
                </a:rPr>
                <a:t>01</a:t>
              </a:r>
              <a:endParaRPr lang="ko-KR" altLang="en-US" sz="14000" b="1" dirty="0">
                <a:solidFill>
                  <a:schemeClr val="accent1">
                    <a:lumMod val="20000"/>
                    <a:lumOff val="80000"/>
                  </a:schemeClr>
                </a:solidFill>
                <a:cs typeface="Arial" pitchFamily="34" charset="0"/>
              </a:endParaRPr>
            </a:p>
          </p:txBody>
        </p:sp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4E9E0FF4-5420-440C-80EF-55406DB1840A}"/>
                </a:ext>
              </a:extLst>
            </p:cNvPr>
            <p:cNvGrpSpPr/>
            <p:nvPr/>
          </p:nvGrpSpPr>
          <p:grpSpPr>
            <a:xfrm>
              <a:off x="941660" y="2712102"/>
              <a:ext cx="2197664" cy="825247"/>
              <a:chOff x="3195050" y="3954394"/>
              <a:chExt cx="1416581" cy="825247"/>
            </a:xfrm>
          </p:grpSpPr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A5B7C9C-8ABB-4258-91FD-8F5B862DA964}"/>
                  </a:ext>
                </a:extLst>
              </p:cNvPr>
              <p:cNvSpPr txBox="1"/>
              <p:nvPr/>
            </p:nvSpPr>
            <p:spPr>
              <a:xfrm>
                <a:off x="3195050" y="3954394"/>
                <a:ext cx="1416581" cy="307777"/>
              </a:xfrm>
              <a:prstGeom prst="rect">
                <a:avLst/>
              </a:prstGeom>
              <a:noFill/>
            </p:spPr>
            <p:txBody>
              <a:bodyPr wrap="square" lIns="0" rtlCol="0" anchor="ctr">
                <a:spAutoFit/>
              </a:bodyPr>
              <a:lstStyle/>
              <a:p>
                <a:pPr algn="ctr"/>
                <a:endParaRPr lang="ko-KR" altLang="en-US" sz="1400" b="1" dirty="0">
                  <a:cs typeface="Arial" pitchFamily="34" charset="0"/>
                </a:endParaRP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14293F0-879F-4074-8C2D-72DC40325821}"/>
                  </a:ext>
                </a:extLst>
              </p:cNvPr>
              <p:cNvSpPr txBox="1"/>
              <p:nvPr/>
            </p:nvSpPr>
            <p:spPr>
              <a:xfrm>
                <a:off x="3195050" y="4239959"/>
                <a:ext cx="1416581" cy="539682"/>
              </a:xfrm>
              <a:prstGeom prst="rect">
                <a:avLst/>
              </a:prstGeom>
              <a:noFill/>
            </p:spPr>
            <p:txBody>
              <a:bodyPr wrap="square" lIns="0" rtlCol="0">
                <a:spAutoFit/>
              </a:bodyPr>
              <a:lstStyle/>
              <a:p>
                <a:pPr marL="285750" indent="-285750" algn="ctr">
                  <a:buFont typeface="Arial" panose="020B0604020202020204" pitchFamily="34" charset="0"/>
                  <a:buChar char="•"/>
                </a:pPr>
                <a:r>
                  <a:rPr lang="en-PK" sz="1800" kern="100" dirty="0">
                    <a:effectLst/>
                    <a:latin typeface="Aptos"/>
                    <a:ea typeface="Aptos"/>
                    <a:cs typeface="Arial" panose="020B0604020202020204" pitchFamily="34" charset="0"/>
                  </a:rPr>
                  <a:t>Data quality issues</a:t>
                </a:r>
              </a:p>
              <a:p>
                <a:pPr algn="ctr"/>
                <a:r>
                  <a:rPr lang="en-US" altLang="ko-KR" sz="1200" dirty="0">
                    <a:cs typeface="Arial" pitchFamily="34" charset="0"/>
                  </a:rPr>
                  <a:t>  </a:t>
                </a:r>
                <a:endParaRPr lang="ko-KR" altLang="en-US" sz="1200" dirty="0">
                  <a:cs typeface="Arial" pitchFamily="34" charset="0"/>
                </a:endParaRPr>
              </a:p>
            </p:txBody>
          </p:sp>
        </p:grp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F284D155-43AA-46AC-9789-9379D98790DD}"/>
              </a:ext>
            </a:extLst>
          </p:cNvPr>
          <p:cNvGrpSpPr/>
          <p:nvPr/>
        </p:nvGrpSpPr>
        <p:grpSpPr>
          <a:xfrm>
            <a:off x="4950575" y="1400871"/>
            <a:ext cx="2384040" cy="2246769"/>
            <a:chOff x="848472" y="1496121"/>
            <a:chExt cx="2384040" cy="2246769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C13F4CC-F4CD-4ABC-BE87-78E23CC5CAD0}"/>
                </a:ext>
              </a:extLst>
            </p:cNvPr>
            <p:cNvSpPr txBox="1"/>
            <p:nvPr/>
          </p:nvSpPr>
          <p:spPr>
            <a:xfrm>
              <a:off x="848472" y="1496121"/>
              <a:ext cx="2384040" cy="2246769"/>
            </a:xfrm>
            <a:prstGeom prst="rect">
              <a:avLst/>
            </a:prstGeom>
            <a:noFill/>
          </p:spPr>
          <p:txBody>
            <a:bodyPr wrap="square" lIns="108000" rIns="108000" rtlCol="0" anchor="ctr">
              <a:spAutoFit/>
            </a:bodyPr>
            <a:lstStyle/>
            <a:p>
              <a:pPr algn="ctr"/>
              <a:r>
                <a:rPr lang="en-US" altLang="ko-KR" sz="14000" b="1" dirty="0">
                  <a:solidFill>
                    <a:schemeClr val="accent1">
                      <a:lumMod val="20000"/>
                      <a:lumOff val="80000"/>
                    </a:schemeClr>
                  </a:solidFill>
                  <a:cs typeface="Arial" pitchFamily="34" charset="0"/>
                </a:rPr>
                <a:t>02</a:t>
              </a:r>
              <a:endParaRPr lang="ko-KR" altLang="en-US" sz="14000" b="1" dirty="0">
                <a:solidFill>
                  <a:schemeClr val="accent1">
                    <a:lumMod val="20000"/>
                    <a:lumOff val="80000"/>
                  </a:schemeClr>
                </a:solidFill>
                <a:cs typeface="Arial" pitchFamily="34" charset="0"/>
              </a:endParaRPr>
            </a:p>
          </p:txBody>
        </p:sp>
        <p:grpSp>
          <p:nvGrpSpPr>
            <p:cNvPr id="10" name="그룹 4">
              <a:extLst>
                <a:ext uri="{FF2B5EF4-FFF2-40B4-BE49-F238E27FC236}">
                  <a16:creationId xmlns:a16="http://schemas.microsoft.com/office/drawing/2014/main" id="{D2219A7E-A5A6-4BFD-9355-B840BA943478}"/>
                </a:ext>
              </a:extLst>
            </p:cNvPr>
            <p:cNvGrpSpPr/>
            <p:nvPr/>
          </p:nvGrpSpPr>
          <p:grpSpPr>
            <a:xfrm>
              <a:off x="848472" y="2361062"/>
              <a:ext cx="2290853" cy="830997"/>
              <a:chOff x="3134982" y="3603354"/>
              <a:chExt cx="1476649" cy="830997"/>
            </a:xfrm>
          </p:grpSpPr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6C06849-8375-4453-8040-46B68D65C691}"/>
                  </a:ext>
                </a:extLst>
              </p:cNvPr>
              <p:cNvSpPr txBox="1"/>
              <p:nvPr/>
            </p:nvSpPr>
            <p:spPr>
              <a:xfrm>
                <a:off x="3195050" y="3969619"/>
                <a:ext cx="1416581" cy="307777"/>
              </a:xfrm>
              <a:prstGeom prst="rect">
                <a:avLst/>
              </a:prstGeom>
              <a:noFill/>
            </p:spPr>
            <p:txBody>
              <a:bodyPr wrap="square" lIns="0" rtlCol="0" anchor="ctr">
                <a:spAutoFit/>
              </a:bodyPr>
              <a:lstStyle/>
              <a:p>
                <a:pPr algn="ctr"/>
                <a:endParaRPr lang="ko-KR" altLang="en-US" sz="1400" b="1" dirty="0">
                  <a:cs typeface="Arial" pitchFamily="34" charset="0"/>
                </a:endParaRP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8EF6E96-8C33-4886-A274-22EBB6B0EF2E}"/>
                  </a:ext>
                </a:extLst>
              </p:cNvPr>
              <p:cNvSpPr txBox="1"/>
              <p:nvPr/>
            </p:nvSpPr>
            <p:spPr>
              <a:xfrm>
                <a:off x="3134982" y="3603354"/>
                <a:ext cx="1416581" cy="830997"/>
              </a:xfrm>
              <a:prstGeom prst="rect">
                <a:avLst/>
              </a:prstGeom>
              <a:noFill/>
            </p:spPr>
            <p:txBody>
              <a:bodyPr wrap="square" lIns="0" rtlCol="0">
                <a:spAutoFit/>
              </a:bodyPr>
              <a:lstStyle/>
              <a:p>
                <a:pPr marL="285750" indent="-285750" algn="ctr">
                  <a:buFont typeface="Arial" panose="020B0604020202020204" pitchFamily="34" charset="0"/>
                  <a:buChar char="•"/>
                </a:pPr>
                <a:r>
                  <a:rPr lang="en-PK" sz="1800" kern="100" dirty="0">
                    <a:effectLst/>
                    <a:latin typeface="Aptos"/>
                    <a:ea typeface="Aptos"/>
                    <a:cs typeface="Arial" panose="020B0604020202020204" pitchFamily="34" charset="0"/>
                  </a:rPr>
                  <a:t>Resistance to new tools</a:t>
                </a:r>
              </a:p>
              <a:p>
                <a:pPr algn="ctr"/>
                <a:endParaRPr lang="ko-KR" altLang="en-US" sz="1200" dirty="0">
                  <a:cs typeface="Arial" pitchFamily="34" charset="0"/>
                </a:endParaRPr>
              </a:p>
            </p:txBody>
          </p:sp>
        </p:grp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33845E9-2076-4E32-8BA6-00311C715F5A}"/>
              </a:ext>
            </a:extLst>
          </p:cNvPr>
          <p:cNvGrpSpPr/>
          <p:nvPr/>
        </p:nvGrpSpPr>
        <p:grpSpPr>
          <a:xfrm>
            <a:off x="8866300" y="1400871"/>
            <a:ext cx="2384040" cy="2246769"/>
            <a:chOff x="848472" y="1496121"/>
            <a:chExt cx="2384040" cy="2246769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57827A8-0B46-4BA8-BFAD-5C67DDA5A8B0}"/>
                </a:ext>
              </a:extLst>
            </p:cNvPr>
            <p:cNvSpPr txBox="1"/>
            <p:nvPr/>
          </p:nvSpPr>
          <p:spPr>
            <a:xfrm>
              <a:off x="848472" y="1496121"/>
              <a:ext cx="2384040" cy="2246769"/>
            </a:xfrm>
            <a:prstGeom prst="rect">
              <a:avLst/>
            </a:prstGeom>
            <a:noFill/>
          </p:spPr>
          <p:txBody>
            <a:bodyPr wrap="square" lIns="108000" rIns="108000" rtlCol="0" anchor="ctr">
              <a:spAutoFit/>
            </a:bodyPr>
            <a:lstStyle/>
            <a:p>
              <a:pPr algn="ctr"/>
              <a:r>
                <a:rPr lang="en-US" altLang="ko-KR" sz="14000" b="1" dirty="0">
                  <a:solidFill>
                    <a:schemeClr val="accent1">
                      <a:lumMod val="20000"/>
                      <a:lumOff val="80000"/>
                    </a:schemeClr>
                  </a:solidFill>
                  <a:cs typeface="Arial" pitchFamily="34" charset="0"/>
                </a:rPr>
                <a:t>03</a:t>
              </a:r>
              <a:endParaRPr lang="ko-KR" altLang="en-US" sz="14000" b="1" dirty="0">
                <a:solidFill>
                  <a:schemeClr val="accent1">
                    <a:lumMod val="20000"/>
                    <a:lumOff val="80000"/>
                  </a:schemeClr>
                </a:solidFill>
                <a:cs typeface="Arial" pitchFamily="34" charset="0"/>
              </a:endParaRPr>
            </a:p>
          </p:txBody>
        </p:sp>
        <p:grpSp>
          <p:nvGrpSpPr>
            <p:cNvPr id="15" name="그룹 4">
              <a:extLst>
                <a:ext uri="{FF2B5EF4-FFF2-40B4-BE49-F238E27FC236}">
                  <a16:creationId xmlns:a16="http://schemas.microsoft.com/office/drawing/2014/main" id="{7D0F73C0-7AA9-42E0-B9D5-5E0028297055}"/>
                </a:ext>
              </a:extLst>
            </p:cNvPr>
            <p:cNvGrpSpPr/>
            <p:nvPr/>
          </p:nvGrpSpPr>
          <p:grpSpPr>
            <a:xfrm>
              <a:off x="941660" y="2361062"/>
              <a:ext cx="2197664" cy="830997"/>
              <a:chOff x="3195050" y="3603354"/>
              <a:chExt cx="1416581" cy="830997"/>
            </a:xfrm>
          </p:grpSpPr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4AFD7C2-647B-4AAD-9DE7-A6A5A8285953}"/>
                  </a:ext>
                </a:extLst>
              </p:cNvPr>
              <p:cNvSpPr txBox="1"/>
              <p:nvPr/>
            </p:nvSpPr>
            <p:spPr>
              <a:xfrm>
                <a:off x="3195050" y="3969619"/>
                <a:ext cx="1416581" cy="307777"/>
              </a:xfrm>
              <a:prstGeom prst="rect">
                <a:avLst/>
              </a:prstGeom>
              <a:noFill/>
            </p:spPr>
            <p:txBody>
              <a:bodyPr wrap="square" lIns="0" rtlCol="0" anchor="ctr">
                <a:spAutoFit/>
              </a:bodyPr>
              <a:lstStyle/>
              <a:p>
                <a:pPr algn="ctr"/>
                <a:endParaRPr lang="ko-KR" altLang="en-US" sz="1400" b="1" dirty="0">
                  <a:cs typeface="Arial" pitchFamily="34" charset="0"/>
                </a:endParaRP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CC81761-2F19-4F1D-9BA1-2FF79393C228}"/>
                  </a:ext>
                </a:extLst>
              </p:cNvPr>
              <p:cNvSpPr txBox="1"/>
              <p:nvPr/>
            </p:nvSpPr>
            <p:spPr>
              <a:xfrm>
                <a:off x="3195050" y="3603354"/>
                <a:ext cx="1416581" cy="830997"/>
              </a:xfrm>
              <a:prstGeom prst="rect">
                <a:avLst/>
              </a:prstGeom>
              <a:noFill/>
            </p:spPr>
            <p:txBody>
              <a:bodyPr wrap="square" lIns="0" rtlCol="0">
                <a:spAutoFit/>
              </a:bodyPr>
              <a:lstStyle/>
              <a:p>
                <a:pPr marL="285750" indent="-285750" algn="ctr">
                  <a:buFont typeface="Arial" panose="020B0604020202020204" pitchFamily="34" charset="0"/>
                  <a:buChar char="•"/>
                </a:pPr>
                <a:r>
                  <a:rPr lang="en-PK" sz="1800" kern="100" dirty="0">
                    <a:effectLst/>
                    <a:latin typeface="Aptos"/>
                    <a:ea typeface="Aptos"/>
                    <a:cs typeface="Arial" panose="020B0604020202020204" pitchFamily="34" charset="0"/>
                  </a:rPr>
                  <a:t>Lack of analytical skills</a:t>
                </a:r>
              </a:p>
              <a:p>
                <a:pPr algn="ctr"/>
                <a:endParaRPr lang="ko-KR" altLang="en-US" sz="1200" dirty="0">
                  <a:cs typeface="Arial" pitchFamily="34" charset="0"/>
                </a:endParaRPr>
              </a:p>
            </p:txBody>
          </p:sp>
        </p:grp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E6D26D7-72C6-4BAC-93D7-085CC9591BD7}"/>
              </a:ext>
            </a:extLst>
          </p:cNvPr>
          <p:cNvGrpSpPr/>
          <p:nvPr/>
        </p:nvGrpSpPr>
        <p:grpSpPr>
          <a:xfrm>
            <a:off x="848472" y="3647640"/>
            <a:ext cx="2384040" cy="2246769"/>
            <a:chOff x="848472" y="1496121"/>
            <a:chExt cx="2384040" cy="2246769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11D2CFB-65BA-40C4-B8A0-BE07B0639618}"/>
                </a:ext>
              </a:extLst>
            </p:cNvPr>
            <p:cNvSpPr txBox="1"/>
            <p:nvPr/>
          </p:nvSpPr>
          <p:spPr>
            <a:xfrm>
              <a:off x="848472" y="1496121"/>
              <a:ext cx="2384040" cy="2246769"/>
            </a:xfrm>
            <a:prstGeom prst="rect">
              <a:avLst/>
            </a:prstGeom>
            <a:noFill/>
          </p:spPr>
          <p:txBody>
            <a:bodyPr wrap="square" lIns="108000" rIns="108000" rtlCol="0" anchor="ctr">
              <a:spAutoFit/>
            </a:bodyPr>
            <a:lstStyle/>
            <a:p>
              <a:pPr algn="ctr"/>
              <a:r>
                <a:rPr lang="en-US" altLang="ko-KR" sz="14000" b="1" dirty="0">
                  <a:solidFill>
                    <a:schemeClr val="accent1">
                      <a:lumMod val="20000"/>
                      <a:lumOff val="80000"/>
                    </a:schemeClr>
                  </a:solidFill>
                  <a:cs typeface="Arial" pitchFamily="34" charset="0"/>
                </a:rPr>
                <a:t>04</a:t>
              </a:r>
              <a:endParaRPr lang="ko-KR" altLang="en-US" sz="14000" b="1" dirty="0">
                <a:solidFill>
                  <a:schemeClr val="accent1">
                    <a:lumMod val="20000"/>
                    <a:lumOff val="80000"/>
                  </a:schemeClr>
                </a:solidFill>
                <a:cs typeface="Arial" pitchFamily="34" charset="0"/>
              </a:endParaRPr>
            </a:p>
          </p:txBody>
        </p:sp>
        <p:grpSp>
          <p:nvGrpSpPr>
            <p:cNvPr id="20" name="그룹 4">
              <a:extLst>
                <a:ext uri="{FF2B5EF4-FFF2-40B4-BE49-F238E27FC236}">
                  <a16:creationId xmlns:a16="http://schemas.microsoft.com/office/drawing/2014/main" id="{6CF42326-9226-406C-B397-4F73C811B1AE}"/>
                </a:ext>
              </a:extLst>
            </p:cNvPr>
            <p:cNvGrpSpPr/>
            <p:nvPr/>
          </p:nvGrpSpPr>
          <p:grpSpPr>
            <a:xfrm>
              <a:off x="855728" y="2260240"/>
              <a:ext cx="2283597" cy="1107996"/>
              <a:chOff x="3139659" y="3502532"/>
              <a:chExt cx="1471972" cy="1107996"/>
            </a:xfrm>
          </p:grpSpPr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C7492A3-E2BD-44CD-8E8D-3144FF65BFE0}"/>
                  </a:ext>
                </a:extLst>
              </p:cNvPr>
              <p:cNvSpPr txBox="1"/>
              <p:nvPr/>
            </p:nvSpPr>
            <p:spPr>
              <a:xfrm>
                <a:off x="3195050" y="3969619"/>
                <a:ext cx="1416581" cy="307777"/>
              </a:xfrm>
              <a:prstGeom prst="rect">
                <a:avLst/>
              </a:prstGeom>
              <a:noFill/>
            </p:spPr>
            <p:txBody>
              <a:bodyPr wrap="square" lIns="0" rtlCol="0" anchor="ctr">
                <a:spAutoFit/>
              </a:bodyPr>
              <a:lstStyle/>
              <a:p>
                <a:pPr algn="ctr"/>
                <a:endParaRPr lang="ko-KR" altLang="en-US" sz="1400" b="1" dirty="0">
                  <a:cs typeface="Arial" pitchFamily="34" charset="0"/>
                </a:endParaRP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AB47EE6-FC4E-4344-AE73-BB2047B062AE}"/>
                  </a:ext>
                </a:extLst>
              </p:cNvPr>
              <p:cNvSpPr txBox="1"/>
              <p:nvPr/>
            </p:nvSpPr>
            <p:spPr>
              <a:xfrm>
                <a:off x="3139659" y="3502532"/>
                <a:ext cx="1416581" cy="1107996"/>
              </a:xfrm>
              <a:prstGeom prst="rect">
                <a:avLst/>
              </a:prstGeom>
              <a:noFill/>
            </p:spPr>
            <p:txBody>
              <a:bodyPr wrap="square" lIns="0" rtlCol="0">
                <a:spAutoFit/>
              </a:bodyPr>
              <a:lstStyle/>
              <a:p>
                <a:pPr marL="285750" indent="-285750" algn="ctr">
                  <a:buFont typeface="Arial" panose="020B0604020202020204" pitchFamily="34" charset="0"/>
                  <a:buChar char="•"/>
                </a:pPr>
                <a:r>
                  <a:rPr lang="en-PK" sz="1800" kern="100" dirty="0">
                    <a:effectLst/>
                    <a:latin typeface="Aptos"/>
                    <a:ea typeface="Aptos"/>
                    <a:cs typeface="Arial" panose="020B0604020202020204" pitchFamily="34" charset="0"/>
                  </a:rPr>
                  <a:t>Privacy &amp; confidentiality concerns</a:t>
                </a:r>
              </a:p>
              <a:p>
                <a:pPr algn="ctr"/>
                <a:endParaRPr lang="ko-KR" altLang="en-US" sz="1200" dirty="0">
                  <a:cs typeface="Arial" pitchFamily="34" charset="0"/>
                </a:endParaRPr>
              </a:p>
            </p:txBody>
          </p:sp>
        </p:grp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2C0A3C2-9396-4614-A573-4CB2FF9C08A1}"/>
              </a:ext>
            </a:extLst>
          </p:cNvPr>
          <p:cNvGrpSpPr/>
          <p:nvPr/>
        </p:nvGrpSpPr>
        <p:grpSpPr>
          <a:xfrm>
            <a:off x="4950575" y="3619144"/>
            <a:ext cx="6299765" cy="2246769"/>
            <a:chOff x="941661" y="1467625"/>
            <a:chExt cx="6299765" cy="2246769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73C0BDF-0F1F-487E-A659-2CEFDB38AF02}"/>
                </a:ext>
              </a:extLst>
            </p:cNvPr>
            <p:cNvSpPr txBox="1"/>
            <p:nvPr/>
          </p:nvSpPr>
          <p:spPr>
            <a:xfrm>
              <a:off x="4857386" y="1467625"/>
              <a:ext cx="2384040" cy="2246769"/>
            </a:xfrm>
            <a:prstGeom prst="rect">
              <a:avLst/>
            </a:prstGeom>
            <a:noFill/>
          </p:spPr>
          <p:txBody>
            <a:bodyPr wrap="square" lIns="108000" rIns="108000" rtlCol="0" anchor="ctr">
              <a:spAutoFit/>
            </a:bodyPr>
            <a:lstStyle/>
            <a:p>
              <a:pPr algn="ctr"/>
              <a:r>
                <a:rPr lang="en-US" altLang="ko-KR" sz="14000" b="1" dirty="0">
                  <a:solidFill>
                    <a:schemeClr val="accent1">
                      <a:lumMod val="20000"/>
                      <a:lumOff val="80000"/>
                    </a:schemeClr>
                  </a:solidFill>
                  <a:cs typeface="Arial" pitchFamily="34" charset="0"/>
                </a:rPr>
                <a:t>05</a:t>
              </a:r>
              <a:endParaRPr lang="ko-KR" altLang="en-US" sz="14000" b="1" dirty="0">
                <a:solidFill>
                  <a:schemeClr val="accent1">
                    <a:lumMod val="20000"/>
                    <a:lumOff val="80000"/>
                  </a:schemeClr>
                </a:solidFill>
                <a:cs typeface="Arial" pitchFamily="34" charset="0"/>
              </a:endParaRPr>
            </a:p>
          </p:txBody>
        </p:sp>
        <p:grpSp>
          <p:nvGrpSpPr>
            <p:cNvPr id="25" name="그룹 4">
              <a:extLst>
                <a:ext uri="{FF2B5EF4-FFF2-40B4-BE49-F238E27FC236}">
                  <a16:creationId xmlns:a16="http://schemas.microsoft.com/office/drawing/2014/main" id="{B4249C6A-12E2-4B60-B2A4-87A27ED123E0}"/>
                </a:ext>
              </a:extLst>
            </p:cNvPr>
            <p:cNvGrpSpPr/>
            <p:nvPr/>
          </p:nvGrpSpPr>
          <p:grpSpPr>
            <a:xfrm>
              <a:off x="941661" y="2260240"/>
              <a:ext cx="6299763" cy="1107996"/>
              <a:chOff x="3195050" y="3502532"/>
              <a:chExt cx="4060732" cy="1107996"/>
            </a:xfrm>
          </p:grpSpPr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969865A-69BC-4C75-9AF1-1C52B5C5A8AF}"/>
                  </a:ext>
                </a:extLst>
              </p:cNvPr>
              <p:cNvSpPr txBox="1"/>
              <p:nvPr/>
            </p:nvSpPr>
            <p:spPr>
              <a:xfrm>
                <a:off x="3195050" y="3969619"/>
                <a:ext cx="1416581" cy="307777"/>
              </a:xfrm>
              <a:prstGeom prst="rect">
                <a:avLst/>
              </a:prstGeom>
              <a:noFill/>
            </p:spPr>
            <p:txBody>
              <a:bodyPr wrap="square" lIns="0" rtlCol="0" anchor="ctr">
                <a:spAutoFit/>
              </a:bodyPr>
              <a:lstStyle/>
              <a:p>
                <a:pPr algn="ctr"/>
                <a:endParaRPr lang="ko-KR" altLang="en-US" sz="1400" b="1" dirty="0">
                  <a:cs typeface="Arial" pitchFamily="34" charset="0"/>
                </a:endParaRP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E1356DD-D7FC-4D3A-B89D-8EB0CB709F69}"/>
                  </a:ext>
                </a:extLst>
              </p:cNvPr>
              <p:cNvSpPr txBox="1"/>
              <p:nvPr/>
            </p:nvSpPr>
            <p:spPr>
              <a:xfrm>
                <a:off x="5839201" y="3502532"/>
                <a:ext cx="1416581" cy="1107996"/>
              </a:xfrm>
              <a:prstGeom prst="rect">
                <a:avLst/>
              </a:prstGeom>
              <a:noFill/>
            </p:spPr>
            <p:txBody>
              <a:bodyPr wrap="square" lIns="0" rtlCol="0">
                <a:spAutoFit/>
              </a:bodyPr>
              <a:lstStyle/>
              <a:p>
                <a:pPr marL="285750" indent="-285750" algn="ctr">
                  <a:buFont typeface="Arial" panose="020B0604020202020204" pitchFamily="34" charset="0"/>
                  <a:buChar char="•"/>
                </a:pPr>
                <a:r>
                  <a:rPr lang="en-PK" sz="1800" kern="100" dirty="0">
                    <a:effectLst/>
                    <a:latin typeface="Aptos"/>
                    <a:ea typeface="Aptos"/>
                    <a:cs typeface="Arial" panose="020B0604020202020204" pitchFamily="34" charset="0"/>
                  </a:rPr>
                  <a:t>Over-reliance on numbers without context</a:t>
                </a:r>
              </a:p>
              <a:p>
                <a:pPr algn="ctr"/>
                <a:endParaRPr lang="ko-KR" altLang="en-US" sz="1200" dirty="0">
                  <a:cs typeface="Arial" pitchFamily="34" charset="0"/>
                </a:endParaRPr>
              </a:p>
            </p:txBody>
          </p:sp>
        </p:grpSp>
      </p:grpSp>
      <p:pic>
        <p:nvPicPr>
          <p:cNvPr id="37" name="Picture 36">
            <a:extLst>
              <a:ext uri="{FF2B5EF4-FFF2-40B4-BE49-F238E27FC236}">
                <a16:creationId xmlns:a16="http://schemas.microsoft.com/office/drawing/2014/main" id="{6439FA4F-7993-4BE5-B3D2-B39EFD3F47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0890" y="4149319"/>
            <a:ext cx="1243409" cy="1243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2126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B916927B-3720-475E-A973-672671300155}"/>
              </a:ext>
            </a:extLst>
          </p:cNvPr>
          <p:cNvSpPr/>
          <p:nvPr/>
        </p:nvSpPr>
        <p:spPr>
          <a:xfrm>
            <a:off x="0" y="0"/>
            <a:ext cx="12192000" cy="72505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sz="1800" dirty="0">
              <a:latin typeface="+mj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9F81CA2-295D-4888-9089-3E8712B1F378}"/>
              </a:ext>
            </a:extLst>
          </p:cNvPr>
          <p:cNvSpPr txBox="1"/>
          <p:nvPr/>
        </p:nvSpPr>
        <p:spPr>
          <a:xfrm>
            <a:off x="0" y="0"/>
            <a:ext cx="12192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K" sz="5400" dirty="0">
                <a:effectLst/>
                <a:latin typeface="+mj-lt"/>
                <a:ea typeface="Aptos"/>
                <a:cs typeface="Arial" panose="020B0604020202020204" pitchFamily="34" charset="0"/>
              </a:rPr>
              <a:t>Mitigation Strategies</a:t>
            </a:r>
            <a:endParaRPr lang="en-PK" sz="5400" dirty="0">
              <a:latin typeface="+mj-lt"/>
            </a:endParaRPr>
          </a:p>
          <a:p>
            <a:endParaRPr lang="en-PK" dirty="0"/>
          </a:p>
        </p:txBody>
      </p:sp>
      <p:graphicFrame>
        <p:nvGraphicFramePr>
          <p:cNvPr id="13" name="Diagram 12">
            <a:extLst>
              <a:ext uri="{FF2B5EF4-FFF2-40B4-BE49-F238E27FC236}">
                <a16:creationId xmlns:a16="http://schemas.microsoft.com/office/drawing/2014/main" id="{7E69F158-7488-4B2C-A705-D2B005F78AB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29617216"/>
              </p:ext>
            </p:extLst>
          </p:nvPr>
        </p:nvGraphicFramePr>
        <p:xfrm>
          <a:off x="2530764" y="1381237"/>
          <a:ext cx="7934036" cy="51175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735853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B916927B-3720-475E-A973-672671300155}"/>
              </a:ext>
            </a:extLst>
          </p:cNvPr>
          <p:cNvSpPr/>
          <p:nvPr/>
        </p:nvSpPr>
        <p:spPr>
          <a:xfrm>
            <a:off x="0" y="0"/>
            <a:ext cx="12192000" cy="72505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sz="1800" dirty="0">
              <a:latin typeface="+mj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9BB4664-0E9B-4AD0-AFC1-6110C662B6AA}"/>
              </a:ext>
            </a:extLst>
          </p:cNvPr>
          <p:cNvSpPr txBox="1"/>
          <p:nvPr/>
        </p:nvSpPr>
        <p:spPr>
          <a:xfrm>
            <a:off x="2042845" y="2609636"/>
            <a:ext cx="81063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/>
              <a:t>Q&amp;A</a:t>
            </a:r>
            <a:endParaRPr lang="en-PK" sz="5400" dirty="0"/>
          </a:p>
        </p:txBody>
      </p:sp>
    </p:spTree>
    <p:extLst>
      <p:ext uri="{BB962C8B-B14F-4D97-AF65-F5344CB8AC3E}">
        <p14:creationId xmlns:p14="http://schemas.microsoft.com/office/powerpoint/2010/main" val="19025465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C04A1285-9BB8-4D24-BDC4-C49C2D33C862}"/>
              </a:ext>
            </a:extLst>
          </p:cNvPr>
          <p:cNvGrpSpPr/>
          <p:nvPr/>
        </p:nvGrpSpPr>
        <p:grpSpPr>
          <a:xfrm>
            <a:off x="7246710" y="4093801"/>
            <a:ext cx="4538627" cy="1188906"/>
            <a:chOff x="6665542" y="2703436"/>
            <a:chExt cx="4797245" cy="1188906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11209D1-D6D2-4A73-B72D-BA783EBA6C35}"/>
                </a:ext>
              </a:extLst>
            </p:cNvPr>
            <p:cNvSpPr txBox="1"/>
            <p:nvPr/>
          </p:nvSpPr>
          <p:spPr>
            <a:xfrm>
              <a:off x="6665542" y="2703436"/>
              <a:ext cx="4777152" cy="92333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5400" dirty="0">
                  <a:solidFill>
                    <a:schemeClr val="bg1"/>
                  </a:solidFill>
                  <a:cs typeface="Arial" pitchFamily="34" charset="0"/>
                </a:rPr>
                <a:t>THANK YOU</a:t>
              </a:r>
              <a:endParaRPr lang="ko-KR" altLang="en-US" sz="5400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52B9087-3465-4062-8B6C-3AE83F35A6A8}"/>
                </a:ext>
              </a:extLst>
            </p:cNvPr>
            <p:cNvSpPr txBox="1"/>
            <p:nvPr/>
          </p:nvSpPr>
          <p:spPr>
            <a:xfrm>
              <a:off x="6685691" y="3512686"/>
              <a:ext cx="4777096" cy="37965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endParaRPr lang="ko-KR" altLang="en-US" sz="1867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21656516"/>
      </p:ext>
    </p:extLst>
  </p:cSld>
  <p:clrMapOvr>
    <a:masterClrMapping/>
  </p:clrMapOvr>
</p:sld>
</file>

<file path=ppt/theme/theme1.xml><?xml version="1.0" encoding="utf-8"?>
<a:theme xmlns:a="http://schemas.openxmlformats.org/drawingml/2006/main" name="Cover and End Slide Master">
  <a:themeElements>
    <a:clrScheme name="ALLPPT-41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62B7E8"/>
      </a:accent1>
      <a:accent2>
        <a:srgbClr val="4185B5"/>
      </a:accent2>
      <a:accent3>
        <a:srgbClr val="285D8D"/>
      </a:accent3>
      <a:accent4>
        <a:srgbClr val="134070"/>
      </a:accent4>
      <a:accent5>
        <a:srgbClr val="091424"/>
      </a:accent5>
      <a:accent6>
        <a:srgbClr val="B4BCEC"/>
      </a:accent6>
      <a:hlink>
        <a:srgbClr val="FFFFFF"/>
      </a:hlink>
      <a:folHlink>
        <a:srgbClr val="800080"/>
      </a:folHlink>
    </a:clrScheme>
    <a:fontScheme name="ALLPPT PONTS">
      <a:majorFont>
        <a:latin typeface="Arial"/>
        <a:ea typeface="Malgun Gothic"/>
        <a:cs typeface=""/>
      </a:majorFont>
      <a:minorFont>
        <a:latin typeface="Arial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-41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62B7E8"/>
      </a:accent1>
      <a:accent2>
        <a:srgbClr val="4185B5"/>
      </a:accent2>
      <a:accent3>
        <a:srgbClr val="285D8D"/>
      </a:accent3>
      <a:accent4>
        <a:srgbClr val="134070"/>
      </a:accent4>
      <a:accent5>
        <a:srgbClr val="091424"/>
      </a:accent5>
      <a:accent6>
        <a:srgbClr val="929EE3"/>
      </a:accent6>
      <a:hlink>
        <a:srgbClr val="FFFF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ection Break Slide Master">
  <a:themeElements>
    <a:clrScheme name="ALLPPT-41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62B7E8"/>
      </a:accent1>
      <a:accent2>
        <a:srgbClr val="4185B5"/>
      </a:accent2>
      <a:accent3>
        <a:srgbClr val="285D8D"/>
      </a:accent3>
      <a:accent4>
        <a:srgbClr val="134070"/>
      </a:accent4>
      <a:accent5>
        <a:srgbClr val="091424"/>
      </a:accent5>
      <a:accent6>
        <a:srgbClr val="B4BCEC"/>
      </a:accent6>
      <a:hlink>
        <a:srgbClr val="FFFF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3422</TotalTime>
  <Words>706</Words>
  <Application>Microsoft Office PowerPoint</Application>
  <PresentationFormat>Widescreen</PresentationFormat>
  <Paragraphs>175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Aptos</vt:lpstr>
      <vt:lpstr>Arial</vt:lpstr>
      <vt:lpstr>Calibri</vt:lpstr>
      <vt:lpstr>Wingdings</vt:lpstr>
      <vt:lpstr>Cover and End Slide Master</vt:lpstr>
      <vt:lpstr>Contents Slide Master</vt:lpstr>
      <vt:lpstr>Section Break Slide Master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Allppt.com</dc:creator>
  <cp:lastModifiedBy>Lenovo</cp:lastModifiedBy>
  <cp:revision>106</cp:revision>
  <dcterms:created xsi:type="dcterms:W3CDTF">2020-01-20T05:08:25Z</dcterms:created>
  <dcterms:modified xsi:type="dcterms:W3CDTF">2025-11-28T05:51:42Z</dcterms:modified>
</cp:coreProperties>
</file>