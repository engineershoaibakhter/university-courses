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59F044-0C91-410A-BFE5-53CB6D629F6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B9016D5-2DB6-4C81-BE18-30F6FD9B7E8F}">
      <dgm:prSet/>
      <dgm:spPr/>
      <dgm:t>
        <a:bodyPr/>
        <a:lstStyle/>
        <a:p>
          <a:r>
            <a:rPr lang="en-US" b="0" i="0" baseline="0"/>
            <a:t>Predictable total cost → No surprises </a:t>
          </a:r>
          <a:endParaRPr lang="en-US"/>
        </a:p>
      </dgm:t>
    </dgm:pt>
    <dgm:pt modelId="{2DA22E69-CD10-4C78-9E4A-B2C6AD41B737}" type="parTrans" cxnId="{99C684B6-0646-48C9-B248-9B8B2A68F5B9}">
      <dgm:prSet/>
      <dgm:spPr/>
      <dgm:t>
        <a:bodyPr/>
        <a:lstStyle/>
        <a:p>
          <a:endParaRPr lang="en-US"/>
        </a:p>
      </dgm:t>
    </dgm:pt>
    <dgm:pt modelId="{EC7771AF-085F-4A3D-B136-AA8512F50A68}" type="sibTrans" cxnId="{99C684B6-0646-48C9-B248-9B8B2A68F5B9}">
      <dgm:prSet/>
      <dgm:spPr/>
      <dgm:t>
        <a:bodyPr/>
        <a:lstStyle/>
        <a:p>
          <a:endParaRPr lang="en-US"/>
        </a:p>
      </dgm:t>
    </dgm:pt>
    <dgm:pt modelId="{B0E41B58-E242-4E48-9FF0-89E6F401DAC0}">
      <dgm:prSet/>
      <dgm:spPr/>
      <dgm:t>
        <a:bodyPr/>
        <a:lstStyle/>
        <a:p>
          <a:r>
            <a:rPr lang="en-US" b="0" i="0" baseline="0"/>
            <a:t>Contractor motivated to finish early &amp; efficiently </a:t>
          </a:r>
          <a:endParaRPr lang="en-US"/>
        </a:p>
      </dgm:t>
    </dgm:pt>
    <dgm:pt modelId="{8EDDA029-BC62-4D6E-96FF-2811C772BF70}" type="parTrans" cxnId="{CCF82E13-F174-49E1-88BA-F333FE7E1255}">
      <dgm:prSet/>
      <dgm:spPr/>
      <dgm:t>
        <a:bodyPr/>
        <a:lstStyle/>
        <a:p>
          <a:endParaRPr lang="en-US"/>
        </a:p>
      </dgm:t>
    </dgm:pt>
    <dgm:pt modelId="{BC39453E-98C2-40C1-8058-8AA60999CD5C}" type="sibTrans" cxnId="{CCF82E13-F174-49E1-88BA-F333FE7E1255}">
      <dgm:prSet/>
      <dgm:spPr/>
      <dgm:t>
        <a:bodyPr/>
        <a:lstStyle/>
        <a:p>
          <a:endParaRPr lang="en-US"/>
        </a:p>
      </dgm:t>
    </dgm:pt>
    <dgm:pt modelId="{30E7BD53-AEB4-4844-9029-6B6A87C3BA41}">
      <dgm:prSet/>
      <dgm:spPr/>
      <dgm:t>
        <a:bodyPr/>
        <a:lstStyle/>
        <a:p>
          <a:r>
            <a:rPr lang="en-US" b="0" i="0" baseline="0"/>
            <a:t>Low owner risk &amp; minimal auditing </a:t>
          </a:r>
          <a:endParaRPr lang="en-US"/>
        </a:p>
      </dgm:t>
    </dgm:pt>
    <dgm:pt modelId="{1437172D-A010-4272-8CB1-9C750EA9B05F}" type="parTrans" cxnId="{2B7E9291-38DC-4C2E-B8B4-33D567DB8E1C}">
      <dgm:prSet/>
      <dgm:spPr/>
      <dgm:t>
        <a:bodyPr/>
        <a:lstStyle/>
        <a:p>
          <a:endParaRPr lang="en-US"/>
        </a:p>
      </dgm:t>
    </dgm:pt>
    <dgm:pt modelId="{D6934ED2-BCE7-423C-92C4-121D9F95A183}" type="sibTrans" cxnId="{2B7E9291-38DC-4C2E-B8B4-33D567DB8E1C}">
      <dgm:prSet/>
      <dgm:spPr/>
      <dgm:t>
        <a:bodyPr/>
        <a:lstStyle/>
        <a:p>
          <a:endParaRPr lang="en-US"/>
        </a:p>
      </dgm:t>
    </dgm:pt>
    <dgm:pt modelId="{468E1802-6DF9-4BE2-B30A-F7C515DE4DAF}">
      <dgm:prSet/>
      <dgm:spPr/>
      <dgm:t>
        <a:bodyPr/>
        <a:lstStyle/>
        <a:p>
          <a:r>
            <a:rPr lang="en-US" b="0" i="0" baseline="0"/>
            <a:t>Fits well-defined specs (HACCP, export standards) </a:t>
          </a:r>
          <a:endParaRPr lang="en-US"/>
        </a:p>
      </dgm:t>
    </dgm:pt>
    <dgm:pt modelId="{E058C5E4-CD81-4297-8640-E8CD7E2834DE}" type="parTrans" cxnId="{EC277BF7-3544-4909-B142-D85BB7632903}">
      <dgm:prSet/>
      <dgm:spPr/>
      <dgm:t>
        <a:bodyPr/>
        <a:lstStyle/>
        <a:p>
          <a:endParaRPr lang="en-US"/>
        </a:p>
      </dgm:t>
    </dgm:pt>
    <dgm:pt modelId="{7D6E336B-B090-4E5B-9CF0-B602CF996DD4}" type="sibTrans" cxnId="{EC277BF7-3544-4909-B142-D85BB7632903}">
      <dgm:prSet/>
      <dgm:spPr/>
      <dgm:t>
        <a:bodyPr/>
        <a:lstStyle/>
        <a:p>
          <a:endParaRPr lang="en-US"/>
        </a:p>
      </dgm:t>
    </dgm:pt>
    <dgm:pt modelId="{29FD7AC8-591B-4A5E-B72A-2962BAC88912}">
      <dgm:prSet/>
      <dgm:spPr/>
      <dgm:t>
        <a:bodyPr/>
        <a:lstStyle/>
        <a:p>
          <a:r>
            <a:rPr lang="en-US" b="0" i="0" baseline="0"/>
            <a:t>Reduces disputes with clear deliverables </a:t>
          </a:r>
          <a:endParaRPr lang="en-US"/>
        </a:p>
      </dgm:t>
    </dgm:pt>
    <dgm:pt modelId="{371B3AB9-3026-4E92-954B-BB850FDD35E3}" type="parTrans" cxnId="{95F95AEB-C63F-4547-A673-84D2E971F5B4}">
      <dgm:prSet/>
      <dgm:spPr/>
      <dgm:t>
        <a:bodyPr/>
        <a:lstStyle/>
        <a:p>
          <a:endParaRPr lang="en-US"/>
        </a:p>
      </dgm:t>
    </dgm:pt>
    <dgm:pt modelId="{6CB334BF-FD59-4700-A8E0-E22C706A2539}" type="sibTrans" cxnId="{95F95AEB-C63F-4547-A673-84D2E971F5B4}">
      <dgm:prSet/>
      <dgm:spPr/>
      <dgm:t>
        <a:bodyPr/>
        <a:lstStyle/>
        <a:p>
          <a:endParaRPr lang="en-US"/>
        </a:p>
      </dgm:t>
    </dgm:pt>
    <dgm:pt modelId="{72E41CF1-44E2-458D-BF97-194B3BAED1BF}" type="pres">
      <dgm:prSet presAssocID="{6759F044-0C91-410A-BFE5-53CB6D629F63}" presName="root" presStyleCnt="0">
        <dgm:presLayoutVars>
          <dgm:dir/>
          <dgm:resizeHandles val="exact"/>
        </dgm:presLayoutVars>
      </dgm:prSet>
      <dgm:spPr/>
    </dgm:pt>
    <dgm:pt modelId="{C64DD465-1D44-4247-9CDA-D320742732EC}" type="pres">
      <dgm:prSet presAssocID="{FB9016D5-2DB6-4C81-BE18-30F6FD9B7E8F}" presName="compNode" presStyleCnt="0"/>
      <dgm:spPr/>
    </dgm:pt>
    <dgm:pt modelId="{8D92C86F-A573-4259-84AD-F5EB4383E03D}" type="pres">
      <dgm:prSet presAssocID="{FB9016D5-2DB6-4C81-BE18-30F6FD9B7E8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C6ACC5C-90D5-4BFC-ADED-775ED09800E2}" type="pres">
      <dgm:prSet presAssocID="{FB9016D5-2DB6-4C81-BE18-30F6FD9B7E8F}" presName="spaceRect" presStyleCnt="0"/>
      <dgm:spPr/>
    </dgm:pt>
    <dgm:pt modelId="{0DCA29F1-2CB1-42AF-9410-DA59B2344269}" type="pres">
      <dgm:prSet presAssocID="{FB9016D5-2DB6-4C81-BE18-30F6FD9B7E8F}" presName="textRect" presStyleLbl="revTx" presStyleIdx="0" presStyleCnt="5">
        <dgm:presLayoutVars>
          <dgm:chMax val="1"/>
          <dgm:chPref val="1"/>
        </dgm:presLayoutVars>
      </dgm:prSet>
      <dgm:spPr/>
    </dgm:pt>
    <dgm:pt modelId="{AAA2DD2B-EF75-490D-B9AA-69D6196BCCE7}" type="pres">
      <dgm:prSet presAssocID="{EC7771AF-085F-4A3D-B136-AA8512F50A68}" presName="sibTrans" presStyleCnt="0"/>
      <dgm:spPr/>
    </dgm:pt>
    <dgm:pt modelId="{CCCB1F04-3297-4C16-80A3-94DA36CB6D32}" type="pres">
      <dgm:prSet presAssocID="{B0E41B58-E242-4E48-9FF0-89E6F401DAC0}" presName="compNode" presStyleCnt="0"/>
      <dgm:spPr/>
    </dgm:pt>
    <dgm:pt modelId="{B99016BD-5FB5-4333-934C-E6532FE9BA07}" type="pres">
      <dgm:prSet presAssocID="{B0E41B58-E242-4E48-9FF0-89E6F401DAC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2720AEC1-6CA0-476E-BC66-EC168599E5FB}" type="pres">
      <dgm:prSet presAssocID="{B0E41B58-E242-4E48-9FF0-89E6F401DAC0}" presName="spaceRect" presStyleCnt="0"/>
      <dgm:spPr/>
    </dgm:pt>
    <dgm:pt modelId="{33274D85-6079-43EE-99FD-7FF9D5E8029D}" type="pres">
      <dgm:prSet presAssocID="{B0E41B58-E242-4E48-9FF0-89E6F401DAC0}" presName="textRect" presStyleLbl="revTx" presStyleIdx="1" presStyleCnt="5">
        <dgm:presLayoutVars>
          <dgm:chMax val="1"/>
          <dgm:chPref val="1"/>
        </dgm:presLayoutVars>
      </dgm:prSet>
      <dgm:spPr/>
    </dgm:pt>
    <dgm:pt modelId="{557AD10D-ABAD-4A0F-B001-70992CFCF39F}" type="pres">
      <dgm:prSet presAssocID="{BC39453E-98C2-40C1-8058-8AA60999CD5C}" presName="sibTrans" presStyleCnt="0"/>
      <dgm:spPr/>
    </dgm:pt>
    <dgm:pt modelId="{7D337E3B-EB5E-4432-9209-EA5EC64A88EC}" type="pres">
      <dgm:prSet presAssocID="{30E7BD53-AEB4-4844-9029-6B6A87C3BA41}" presName="compNode" presStyleCnt="0"/>
      <dgm:spPr/>
    </dgm:pt>
    <dgm:pt modelId="{F299E48F-75EC-4F00-8CB9-751C66F781CC}" type="pres">
      <dgm:prSet presAssocID="{30E7BD53-AEB4-4844-9029-6B6A87C3BA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B505794-CA7D-4DF9-B06D-788DDD96CD22}" type="pres">
      <dgm:prSet presAssocID="{30E7BD53-AEB4-4844-9029-6B6A87C3BA41}" presName="spaceRect" presStyleCnt="0"/>
      <dgm:spPr/>
    </dgm:pt>
    <dgm:pt modelId="{E38AAD6A-6C52-4BC0-80AC-D37F4129F23F}" type="pres">
      <dgm:prSet presAssocID="{30E7BD53-AEB4-4844-9029-6B6A87C3BA41}" presName="textRect" presStyleLbl="revTx" presStyleIdx="2" presStyleCnt="5">
        <dgm:presLayoutVars>
          <dgm:chMax val="1"/>
          <dgm:chPref val="1"/>
        </dgm:presLayoutVars>
      </dgm:prSet>
      <dgm:spPr/>
    </dgm:pt>
    <dgm:pt modelId="{E5C60CAF-D746-4FEF-AD1A-193D795B812B}" type="pres">
      <dgm:prSet presAssocID="{D6934ED2-BCE7-423C-92C4-121D9F95A183}" presName="sibTrans" presStyleCnt="0"/>
      <dgm:spPr/>
    </dgm:pt>
    <dgm:pt modelId="{C16B8A5C-5584-40FD-9215-8EFAF059A193}" type="pres">
      <dgm:prSet presAssocID="{468E1802-6DF9-4BE2-B30A-F7C515DE4DAF}" presName="compNode" presStyleCnt="0"/>
      <dgm:spPr/>
    </dgm:pt>
    <dgm:pt modelId="{A55D2348-7C00-4F6C-A53E-34B909E3FC80}" type="pres">
      <dgm:prSet presAssocID="{468E1802-6DF9-4BE2-B30A-F7C515DE4DA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6C576E-4DF5-4DAB-86BF-0C299ABAC576}" type="pres">
      <dgm:prSet presAssocID="{468E1802-6DF9-4BE2-B30A-F7C515DE4DAF}" presName="spaceRect" presStyleCnt="0"/>
      <dgm:spPr/>
    </dgm:pt>
    <dgm:pt modelId="{4F6C1426-4298-4E43-AB59-F5FFDF4CFB32}" type="pres">
      <dgm:prSet presAssocID="{468E1802-6DF9-4BE2-B30A-F7C515DE4DAF}" presName="textRect" presStyleLbl="revTx" presStyleIdx="3" presStyleCnt="5">
        <dgm:presLayoutVars>
          <dgm:chMax val="1"/>
          <dgm:chPref val="1"/>
        </dgm:presLayoutVars>
      </dgm:prSet>
      <dgm:spPr/>
    </dgm:pt>
    <dgm:pt modelId="{E8CA541B-95BE-40BD-A416-709974A3FD57}" type="pres">
      <dgm:prSet presAssocID="{7D6E336B-B090-4E5B-9CF0-B602CF996DD4}" presName="sibTrans" presStyleCnt="0"/>
      <dgm:spPr/>
    </dgm:pt>
    <dgm:pt modelId="{E7DD2EFB-EA25-4827-B592-77DB1D6FCC7D}" type="pres">
      <dgm:prSet presAssocID="{29FD7AC8-591B-4A5E-B72A-2962BAC88912}" presName="compNode" presStyleCnt="0"/>
      <dgm:spPr/>
    </dgm:pt>
    <dgm:pt modelId="{565A118B-F5F4-4B7B-A76B-26AD7B75668E}" type="pres">
      <dgm:prSet presAssocID="{29FD7AC8-591B-4A5E-B72A-2962BAC8891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B947D4E-4205-43C2-A949-30B5EA611744}" type="pres">
      <dgm:prSet presAssocID="{29FD7AC8-591B-4A5E-B72A-2962BAC88912}" presName="spaceRect" presStyleCnt="0"/>
      <dgm:spPr/>
    </dgm:pt>
    <dgm:pt modelId="{E9ECB498-A6D9-45C9-8962-D6FA1B2FF80A}" type="pres">
      <dgm:prSet presAssocID="{29FD7AC8-591B-4A5E-B72A-2962BAC8891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7778909-FED8-4B73-A66E-13CD4A79F36E}" type="presOf" srcId="{FB9016D5-2DB6-4C81-BE18-30F6FD9B7E8F}" destId="{0DCA29F1-2CB1-42AF-9410-DA59B2344269}" srcOrd="0" destOrd="0" presId="urn:microsoft.com/office/officeart/2018/2/layout/IconLabelList"/>
    <dgm:cxn modelId="{CCF82E13-F174-49E1-88BA-F333FE7E1255}" srcId="{6759F044-0C91-410A-BFE5-53CB6D629F63}" destId="{B0E41B58-E242-4E48-9FF0-89E6F401DAC0}" srcOrd="1" destOrd="0" parTransId="{8EDDA029-BC62-4D6E-96FF-2811C772BF70}" sibTransId="{BC39453E-98C2-40C1-8058-8AA60999CD5C}"/>
    <dgm:cxn modelId="{37AF4784-0A64-4EF2-8180-D0E1C92FDA61}" type="presOf" srcId="{30E7BD53-AEB4-4844-9029-6B6A87C3BA41}" destId="{E38AAD6A-6C52-4BC0-80AC-D37F4129F23F}" srcOrd="0" destOrd="0" presId="urn:microsoft.com/office/officeart/2018/2/layout/IconLabelList"/>
    <dgm:cxn modelId="{33E37288-B957-4B47-809C-A250C00651CF}" type="presOf" srcId="{29FD7AC8-591B-4A5E-B72A-2962BAC88912}" destId="{E9ECB498-A6D9-45C9-8962-D6FA1B2FF80A}" srcOrd="0" destOrd="0" presId="urn:microsoft.com/office/officeart/2018/2/layout/IconLabelList"/>
    <dgm:cxn modelId="{2B7E9291-38DC-4C2E-B8B4-33D567DB8E1C}" srcId="{6759F044-0C91-410A-BFE5-53CB6D629F63}" destId="{30E7BD53-AEB4-4844-9029-6B6A87C3BA41}" srcOrd="2" destOrd="0" parTransId="{1437172D-A010-4272-8CB1-9C750EA9B05F}" sibTransId="{D6934ED2-BCE7-423C-92C4-121D9F95A183}"/>
    <dgm:cxn modelId="{1B9C15B0-1940-455E-A8CC-7FD3011CE6C7}" type="presOf" srcId="{468E1802-6DF9-4BE2-B30A-F7C515DE4DAF}" destId="{4F6C1426-4298-4E43-AB59-F5FFDF4CFB32}" srcOrd="0" destOrd="0" presId="urn:microsoft.com/office/officeart/2018/2/layout/IconLabelList"/>
    <dgm:cxn modelId="{99C684B6-0646-48C9-B248-9B8B2A68F5B9}" srcId="{6759F044-0C91-410A-BFE5-53CB6D629F63}" destId="{FB9016D5-2DB6-4C81-BE18-30F6FD9B7E8F}" srcOrd="0" destOrd="0" parTransId="{2DA22E69-CD10-4C78-9E4A-B2C6AD41B737}" sibTransId="{EC7771AF-085F-4A3D-B136-AA8512F50A68}"/>
    <dgm:cxn modelId="{FEA1ADBB-507F-4E41-A36C-1BF30DC16885}" type="presOf" srcId="{B0E41B58-E242-4E48-9FF0-89E6F401DAC0}" destId="{33274D85-6079-43EE-99FD-7FF9D5E8029D}" srcOrd="0" destOrd="0" presId="urn:microsoft.com/office/officeart/2018/2/layout/IconLabelList"/>
    <dgm:cxn modelId="{96AC55D1-FC2F-4996-9A4C-02561E27B584}" type="presOf" srcId="{6759F044-0C91-410A-BFE5-53CB6D629F63}" destId="{72E41CF1-44E2-458D-BF97-194B3BAED1BF}" srcOrd="0" destOrd="0" presId="urn:microsoft.com/office/officeart/2018/2/layout/IconLabelList"/>
    <dgm:cxn modelId="{95F95AEB-C63F-4547-A673-84D2E971F5B4}" srcId="{6759F044-0C91-410A-BFE5-53CB6D629F63}" destId="{29FD7AC8-591B-4A5E-B72A-2962BAC88912}" srcOrd="4" destOrd="0" parTransId="{371B3AB9-3026-4E92-954B-BB850FDD35E3}" sibTransId="{6CB334BF-FD59-4700-A8E0-E22C706A2539}"/>
    <dgm:cxn modelId="{EC277BF7-3544-4909-B142-D85BB7632903}" srcId="{6759F044-0C91-410A-BFE5-53CB6D629F63}" destId="{468E1802-6DF9-4BE2-B30A-F7C515DE4DAF}" srcOrd="3" destOrd="0" parTransId="{E058C5E4-CD81-4297-8640-E8CD7E2834DE}" sibTransId="{7D6E336B-B090-4E5B-9CF0-B602CF996DD4}"/>
    <dgm:cxn modelId="{B6A7A0EE-9876-46D8-A721-7A220E85B47D}" type="presParOf" srcId="{72E41CF1-44E2-458D-BF97-194B3BAED1BF}" destId="{C64DD465-1D44-4247-9CDA-D320742732EC}" srcOrd="0" destOrd="0" presId="urn:microsoft.com/office/officeart/2018/2/layout/IconLabelList"/>
    <dgm:cxn modelId="{D811BF1E-A20B-4E6E-AF97-C98D62D40CF0}" type="presParOf" srcId="{C64DD465-1D44-4247-9CDA-D320742732EC}" destId="{8D92C86F-A573-4259-84AD-F5EB4383E03D}" srcOrd="0" destOrd="0" presId="urn:microsoft.com/office/officeart/2018/2/layout/IconLabelList"/>
    <dgm:cxn modelId="{40E181A0-CCE9-42C9-A031-A5098A0467FA}" type="presParOf" srcId="{C64DD465-1D44-4247-9CDA-D320742732EC}" destId="{FC6ACC5C-90D5-4BFC-ADED-775ED09800E2}" srcOrd="1" destOrd="0" presId="urn:microsoft.com/office/officeart/2018/2/layout/IconLabelList"/>
    <dgm:cxn modelId="{3C7F6096-FAF5-4447-9109-00FC807ED4F1}" type="presParOf" srcId="{C64DD465-1D44-4247-9CDA-D320742732EC}" destId="{0DCA29F1-2CB1-42AF-9410-DA59B2344269}" srcOrd="2" destOrd="0" presId="urn:microsoft.com/office/officeart/2018/2/layout/IconLabelList"/>
    <dgm:cxn modelId="{D20AD276-6F0D-4BDF-83CD-5B480D92686F}" type="presParOf" srcId="{72E41CF1-44E2-458D-BF97-194B3BAED1BF}" destId="{AAA2DD2B-EF75-490D-B9AA-69D6196BCCE7}" srcOrd="1" destOrd="0" presId="urn:microsoft.com/office/officeart/2018/2/layout/IconLabelList"/>
    <dgm:cxn modelId="{B2728F52-2364-4952-9880-5D06D02B3856}" type="presParOf" srcId="{72E41CF1-44E2-458D-BF97-194B3BAED1BF}" destId="{CCCB1F04-3297-4C16-80A3-94DA36CB6D32}" srcOrd="2" destOrd="0" presId="urn:microsoft.com/office/officeart/2018/2/layout/IconLabelList"/>
    <dgm:cxn modelId="{3E8DDD54-EDB4-45ED-8D3E-64673B93EC2F}" type="presParOf" srcId="{CCCB1F04-3297-4C16-80A3-94DA36CB6D32}" destId="{B99016BD-5FB5-4333-934C-E6532FE9BA07}" srcOrd="0" destOrd="0" presId="urn:microsoft.com/office/officeart/2018/2/layout/IconLabelList"/>
    <dgm:cxn modelId="{F06A1AAF-F651-4F3D-8FEF-0368116F35C2}" type="presParOf" srcId="{CCCB1F04-3297-4C16-80A3-94DA36CB6D32}" destId="{2720AEC1-6CA0-476E-BC66-EC168599E5FB}" srcOrd="1" destOrd="0" presId="urn:microsoft.com/office/officeart/2018/2/layout/IconLabelList"/>
    <dgm:cxn modelId="{2A83725F-1F72-410A-99ED-0022BA2121BE}" type="presParOf" srcId="{CCCB1F04-3297-4C16-80A3-94DA36CB6D32}" destId="{33274D85-6079-43EE-99FD-7FF9D5E8029D}" srcOrd="2" destOrd="0" presId="urn:microsoft.com/office/officeart/2018/2/layout/IconLabelList"/>
    <dgm:cxn modelId="{C815B039-D556-44A9-A002-FA8407F9A1D9}" type="presParOf" srcId="{72E41CF1-44E2-458D-BF97-194B3BAED1BF}" destId="{557AD10D-ABAD-4A0F-B001-70992CFCF39F}" srcOrd="3" destOrd="0" presId="urn:microsoft.com/office/officeart/2018/2/layout/IconLabelList"/>
    <dgm:cxn modelId="{E96A72C2-8D25-4F9B-A9C7-97918AA76FCB}" type="presParOf" srcId="{72E41CF1-44E2-458D-BF97-194B3BAED1BF}" destId="{7D337E3B-EB5E-4432-9209-EA5EC64A88EC}" srcOrd="4" destOrd="0" presId="urn:microsoft.com/office/officeart/2018/2/layout/IconLabelList"/>
    <dgm:cxn modelId="{48D6212B-66FE-4453-A2A7-295A05FAA2E7}" type="presParOf" srcId="{7D337E3B-EB5E-4432-9209-EA5EC64A88EC}" destId="{F299E48F-75EC-4F00-8CB9-751C66F781CC}" srcOrd="0" destOrd="0" presId="urn:microsoft.com/office/officeart/2018/2/layout/IconLabelList"/>
    <dgm:cxn modelId="{196F29EC-DE63-4F79-AC64-B638EC638879}" type="presParOf" srcId="{7D337E3B-EB5E-4432-9209-EA5EC64A88EC}" destId="{0B505794-CA7D-4DF9-B06D-788DDD96CD22}" srcOrd="1" destOrd="0" presId="urn:microsoft.com/office/officeart/2018/2/layout/IconLabelList"/>
    <dgm:cxn modelId="{68B949EC-6618-4FEC-8BBF-4BC68CFCF33B}" type="presParOf" srcId="{7D337E3B-EB5E-4432-9209-EA5EC64A88EC}" destId="{E38AAD6A-6C52-4BC0-80AC-D37F4129F23F}" srcOrd="2" destOrd="0" presId="urn:microsoft.com/office/officeart/2018/2/layout/IconLabelList"/>
    <dgm:cxn modelId="{0D8BBA79-7BE5-465F-BDF3-44D86AEF9B95}" type="presParOf" srcId="{72E41CF1-44E2-458D-BF97-194B3BAED1BF}" destId="{E5C60CAF-D746-4FEF-AD1A-193D795B812B}" srcOrd="5" destOrd="0" presId="urn:microsoft.com/office/officeart/2018/2/layout/IconLabelList"/>
    <dgm:cxn modelId="{3F44DD97-C796-4EAE-8FFE-226817347C57}" type="presParOf" srcId="{72E41CF1-44E2-458D-BF97-194B3BAED1BF}" destId="{C16B8A5C-5584-40FD-9215-8EFAF059A193}" srcOrd="6" destOrd="0" presId="urn:microsoft.com/office/officeart/2018/2/layout/IconLabelList"/>
    <dgm:cxn modelId="{E3D113EB-1974-4D20-995F-0C898FB5341C}" type="presParOf" srcId="{C16B8A5C-5584-40FD-9215-8EFAF059A193}" destId="{A55D2348-7C00-4F6C-A53E-34B909E3FC80}" srcOrd="0" destOrd="0" presId="urn:microsoft.com/office/officeart/2018/2/layout/IconLabelList"/>
    <dgm:cxn modelId="{D48B35CC-1993-464E-B1BB-8388E1A7453B}" type="presParOf" srcId="{C16B8A5C-5584-40FD-9215-8EFAF059A193}" destId="{006C576E-4DF5-4DAB-86BF-0C299ABAC576}" srcOrd="1" destOrd="0" presId="urn:microsoft.com/office/officeart/2018/2/layout/IconLabelList"/>
    <dgm:cxn modelId="{4FAB7663-B64A-40F6-A48A-EF7527BEB458}" type="presParOf" srcId="{C16B8A5C-5584-40FD-9215-8EFAF059A193}" destId="{4F6C1426-4298-4E43-AB59-F5FFDF4CFB32}" srcOrd="2" destOrd="0" presId="urn:microsoft.com/office/officeart/2018/2/layout/IconLabelList"/>
    <dgm:cxn modelId="{4BCADEBB-E10C-4740-8DCB-8EF532E003A9}" type="presParOf" srcId="{72E41CF1-44E2-458D-BF97-194B3BAED1BF}" destId="{E8CA541B-95BE-40BD-A416-709974A3FD57}" srcOrd="7" destOrd="0" presId="urn:microsoft.com/office/officeart/2018/2/layout/IconLabelList"/>
    <dgm:cxn modelId="{E7C66AFA-E6CE-452A-A889-7F9DCDC00EF3}" type="presParOf" srcId="{72E41CF1-44E2-458D-BF97-194B3BAED1BF}" destId="{E7DD2EFB-EA25-4827-B592-77DB1D6FCC7D}" srcOrd="8" destOrd="0" presId="urn:microsoft.com/office/officeart/2018/2/layout/IconLabelList"/>
    <dgm:cxn modelId="{887D3DD6-802D-4E61-90DC-62111F7E1DFE}" type="presParOf" srcId="{E7DD2EFB-EA25-4827-B592-77DB1D6FCC7D}" destId="{565A118B-F5F4-4B7B-A76B-26AD7B75668E}" srcOrd="0" destOrd="0" presId="urn:microsoft.com/office/officeart/2018/2/layout/IconLabelList"/>
    <dgm:cxn modelId="{64FD02AF-7428-4D43-A495-1832EEAD1D38}" type="presParOf" srcId="{E7DD2EFB-EA25-4827-B592-77DB1D6FCC7D}" destId="{2B947D4E-4205-43C2-A949-30B5EA611744}" srcOrd="1" destOrd="0" presId="urn:microsoft.com/office/officeart/2018/2/layout/IconLabelList"/>
    <dgm:cxn modelId="{3B245764-B499-49C5-BABF-7BFC4BC2A6B0}" type="presParOf" srcId="{E7DD2EFB-EA25-4827-B592-77DB1D6FCC7D}" destId="{E9ECB498-A6D9-45C9-8962-D6FA1B2FF8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CFEEF9-52A0-4ECD-8E79-CAFEF6F3AE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B9BABDF-DCB8-4F25-A1F7-384ECEB235B2}">
      <dgm:prSet/>
      <dgm:spPr/>
      <dgm:t>
        <a:bodyPr/>
        <a:lstStyle/>
        <a:p>
          <a:r>
            <a:rPr lang="en-US" b="0" i="0" baseline="0"/>
            <a:t>Raw materials → Processing → Packaging </a:t>
          </a:r>
          <a:endParaRPr lang="en-US"/>
        </a:p>
      </dgm:t>
    </dgm:pt>
    <dgm:pt modelId="{41207269-F89C-43DF-92FE-47CC0D92CE92}" type="parTrans" cxnId="{2EB9AB60-3978-412F-9645-756A7977EF58}">
      <dgm:prSet/>
      <dgm:spPr/>
      <dgm:t>
        <a:bodyPr/>
        <a:lstStyle/>
        <a:p>
          <a:endParaRPr lang="en-US"/>
        </a:p>
      </dgm:t>
    </dgm:pt>
    <dgm:pt modelId="{47E4CB55-5EEC-45BB-A851-A534910B9FC7}" type="sibTrans" cxnId="{2EB9AB60-3978-412F-9645-756A7977EF58}">
      <dgm:prSet/>
      <dgm:spPr/>
      <dgm:t>
        <a:bodyPr/>
        <a:lstStyle/>
        <a:p>
          <a:endParaRPr lang="en-US"/>
        </a:p>
      </dgm:t>
    </dgm:pt>
    <dgm:pt modelId="{B2A01C36-7867-4BD2-BCCF-3E0542B544C0}">
      <dgm:prSet/>
      <dgm:spPr/>
      <dgm:t>
        <a:bodyPr/>
        <a:lstStyle/>
        <a:p>
          <a:r>
            <a:rPr lang="en-US" b="0" i="0" baseline="0"/>
            <a:t>Quality checks → Documentation → Certification </a:t>
          </a:r>
          <a:endParaRPr lang="en-US"/>
        </a:p>
      </dgm:t>
    </dgm:pt>
    <dgm:pt modelId="{CC0AA972-EFDC-4CED-A4B3-018B7EECFD4B}" type="parTrans" cxnId="{3EB72DDB-1C22-48B5-8FED-D4A6D51A7ACB}">
      <dgm:prSet/>
      <dgm:spPr/>
      <dgm:t>
        <a:bodyPr/>
        <a:lstStyle/>
        <a:p>
          <a:endParaRPr lang="en-US"/>
        </a:p>
      </dgm:t>
    </dgm:pt>
    <dgm:pt modelId="{8ADBB03F-6B82-4CFB-A2A4-8809EB268067}" type="sibTrans" cxnId="{3EB72DDB-1C22-48B5-8FED-D4A6D51A7ACB}">
      <dgm:prSet/>
      <dgm:spPr/>
      <dgm:t>
        <a:bodyPr/>
        <a:lstStyle/>
        <a:p>
          <a:endParaRPr lang="en-US"/>
        </a:p>
      </dgm:t>
    </dgm:pt>
    <dgm:pt modelId="{A9CD0098-498D-48C2-8A56-1DAADDA33EB9}">
      <dgm:prSet/>
      <dgm:spPr/>
      <dgm:t>
        <a:bodyPr/>
        <a:lstStyle/>
        <a:p>
          <a:r>
            <a:rPr lang="en-US" b="0" i="0" baseline="0"/>
            <a:t>Transport → International shipment → Buyers </a:t>
          </a:r>
          <a:endParaRPr lang="en-US"/>
        </a:p>
      </dgm:t>
    </dgm:pt>
    <dgm:pt modelId="{9D82C37A-DF35-45C5-8A66-511ACBCCDDE1}" type="parTrans" cxnId="{E5009A4F-7506-4E83-8FCA-A3587EE10784}">
      <dgm:prSet/>
      <dgm:spPr/>
      <dgm:t>
        <a:bodyPr/>
        <a:lstStyle/>
        <a:p>
          <a:endParaRPr lang="en-US"/>
        </a:p>
      </dgm:t>
    </dgm:pt>
    <dgm:pt modelId="{2F1DA8EF-F1B8-4384-B04E-B3558117FB9E}" type="sibTrans" cxnId="{E5009A4F-7506-4E83-8FCA-A3587EE10784}">
      <dgm:prSet/>
      <dgm:spPr/>
      <dgm:t>
        <a:bodyPr/>
        <a:lstStyle/>
        <a:p>
          <a:endParaRPr lang="en-US"/>
        </a:p>
      </dgm:t>
    </dgm:pt>
    <dgm:pt modelId="{47BDA0F4-B6B0-4080-8806-F3C74B78F0C6}">
      <dgm:prSet/>
      <dgm:spPr/>
      <dgm:t>
        <a:bodyPr/>
        <a:lstStyle/>
        <a:p>
          <a:r>
            <a:rPr lang="en-US" b="0" i="0" baseline="0"/>
            <a:t>Smart tech enables full traceability </a:t>
          </a:r>
          <a:endParaRPr lang="en-US"/>
        </a:p>
      </dgm:t>
    </dgm:pt>
    <dgm:pt modelId="{766FC91A-7D85-4222-A44C-6755EA6D7F89}" type="parTrans" cxnId="{B510DA7B-BE3B-46D3-9C14-32938087965D}">
      <dgm:prSet/>
      <dgm:spPr/>
      <dgm:t>
        <a:bodyPr/>
        <a:lstStyle/>
        <a:p>
          <a:endParaRPr lang="en-US"/>
        </a:p>
      </dgm:t>
    </dgm:pt>
    <dgm:pt modelId="{097A82B5-4B22-4EA3-B33D-DBD261A2AC1C}" type="sibTrans" cxnId="{B510DA7B-BE3B-46D3-9C14-32938087965D}">
      <dgm:prSet/>
      <dgm:spPr/>
      <dgm:t>
        <a:bodyPr/>
        <a:lstStyle/>
        <a:p>
          <a:endParaRPr lang="en-US"/>
        </a:p>
      </dgm:t>
    </dgm:pt>
    <dgm:pt modelId="{6785CF27-8BD2-4926-98AB-77F7E1EC3065}" type="pres">
      <dgm:prSet presAssocID="{08CFEEF9-52A0-4ECD-8E79-CAFEF6F3AEC7}" presName="root" presStyleCnt="0">
        <dgm:presLayoutVars>
          <dgm:dir/>
          <dgm:resizeHandles val="exact"/>
        </dgm:presLayoutVars>
      </dgm:prSet>
      <dgm:spPr/>
    </dgm:pt>
    <dgm:pt modelId="{71F25DAB-79A0-4365-8AE1-39F2088D3EEE}" type="pres">
      <dgm:prSet presAssocID="{7B9BABDF-DCB8-4F25-A1F7-384ECEB235B2}" presName="compNode" presStyleCnt="0"/>
      <dgm:spPr/>
    </dgm:pt>
    <dgm:pt modelId="{F819D194-E5B5-4C16-B5E4-FD5E38CD5606}" type="pres">
      <dgm:prSet presAssocID="{7B9BABDF-DCB8-4F25-A1F7-384ECEB235B2}" presName="bgRect" presStyleLbl="bgShp" presStyleIdx="0" presStyleCnt="4"/>
      <dgm:spPr/>
    </dgm:pt>
    <dgm:pt modelId="{17680BE3-2335-48A8-9CC9-4B69EA9E9542}" type="pres">
      <dgm:prSet presAssocID="{7B9BABDF-DCB8-4F25-A1F7-384ECEB235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DD5303C1-B2FA-490F-91CD-49E87714B206}" type="pres">
      <dgm:prSet presAssocID="{7B9BABDF-DCB8-4F25-A1F7-384ECEB235B2}" presName="spaceRect" presStyleCnt="0"/>
      <dgm:spPr/>
    </dgm:pt>
    <dgm:pt modelId="{4E8684C9-982A-4454-8268-3D338330DA7F}" type="pres">
      <dgm:prSet presAssocID="{7B9BABDF-DCB8-4F25-A1F7-384ECEB235B2}" presName="parTx" presStyleLbl="revTx" presStyleIdx="0" presStyleCnt="4">
        <dgm:presLayoutVars>
          <dgm:chMax val="0"/>
          <dgm:chPref val="0"/>
        </dgm:presLayoutVars>
      </dgm:prSet>
      <dgm:spPr/>
    </dgm:pt>
    <dgm:pt modelId="{92364B8F-2C8D-4053-86E3-F7CECECCACDA}" type="pres">
      <dgm:prSet presAssocID="{47E4CB55-5EEC-45BB-A851-A534910B9FC7}" presName="sibTrans" presStyleCnt="0"/>
      <dgm:spPr/>
    </dgm:pt>
    <dgm:pt modelId="{BDA3CAF5-6CBE-42A2-9A3F-FB6AE693F3D2}" type="pres">
      <dgm:prSet presAssocID="{B2A01C36-7867-4BD2-BCCF-3E0542B544C0}" presName="compNode" presStyleCnt="0"/>
      <dgm:spPr/>
    </dgm:pt>
    <dgm:pt modelId="{47E99684-792A-42DE-82A2-98ADBEBA5318}" type="pres">
      <dgm:prSet presAssocID="{B2A01C36-7867-4BD2-BCCF-3E0542B544C0}" presName="bgRect" presStyleLbl="bgShp" presStyleIdx="1" presStyleCnt="4"/>
      <dgm:spPr/>
    </dgm:pt>
    <dgm:pt modelId="{77B727E8-C6A7-4C32-8901-9E3EE22A01E2}" type="pres">
      <dgm:prSet presAssocID="{B2A01C36-7867-4BD2-BCCF-3E0542B544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9E9C691-CAC9-4971-BAE1-2CAD09DF55A6}" type="pres">
      <dgm:prSet presAssocID="{B2A01C36-7867-4BD2-BCCF-3E0542B544C0}" presName="spaceRect" presStyleCnt="0"/>
      <dgm:spPr/>
    </dgm:pt>
    <dgm:pt modelId="{E2A829FB-3574-4CA4-8FFF-976E7F218EDB}" type="pres">
      <dgm:prSet presAssocID="{B2A01C36-7867-4BD2-BCCF-3E0542B544C0}" presName="parTx" presStyleLbl="revTx" presStyleIdx="1" presStyleCnt="4">
        <dgm:presLayoutVars>
          <dgm:chMax val="0"/>
          <dgm:chPref val="0"/>
        </dgm:presLayoutVars>
      </dgm:prSet>
      <dgm:spPr/>
    </dgm:pt>
    <dgm:pt modelId="{9E736DC8-0702-4A79-986B-192D4A9AFB24}" type="pres">
      <dgm:prSet presAssocID="{8ADBB03F-6B82-4CFB-A2A4-8809EB268067}" presName="sibTrans" presStyleCnt="0"/>
      <dgm:spPr/>
    </dgm:pt>
    <dgm:pt modelId="{B1A386E6-16F5-4D4E-837B-EECCF5D6E368}" type="pres">
      <dgm:prSet presAssocID="{A9CD0098-498D-48C2-8A56-1DAADDA33EB9}" presName="compNode" presStyleCnt="0"/>
      <dgm:spPr/>
    </dgm:pt>
    <dgm:pt modelId="{F86691A1-C7C0-44F2-97D1-7E5125B3FC8C}" type="pres">
      <dgm:prSet presAssocID="{A9CD0098-498D-48C2-8A56-1DAADDA33EB9}" presName="bgRect" presStyleLbl="bgShp" presStyleIdx="2" presStyleCnt="4"/>
      <dgm:spPr/>
    </dgm:pt>
    <dgm:pt modelId="{75A01879-9522-4AB8-9C14-F46068409FA1}" type="pres">
      <dgm:prSet presAssocID="{A9CD0098-498D-48C2-8A56-1DAADDA33E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95CD154A-77DA-46BC-8F44-5213BE37BF93}" type="pres">
      <dgm:prSet presAssocID="{A9CD0098-498D-48C2-8A56-1DAADDA33EB9}" presName="spaceRect" presStyleCnt="0"/>
      <dgm:spPr/>
    </dgm:pt>
    <dgm:pt modelId="{1D6DBDCB-5ED0-4687-9851-83B562D16245}" type="pres">
      <dgm:prSet presAssocID="{A9CD0098-498D-48C2-8A56-1DAADDA33EB9}" presName="parTx" presStyleLbl="revTx" presStyleIdx="2" presStyleCnt="4">
        <dgm:presLayoutVars>
          <dgm:chMax val="0"/>
          <dgm:chPref val="0"/>
        </dgm:presLayoutVars>
      </dgm:prSet>
      <dgm:spPr/>
    </dgm:pt>
    <dgm:pt modelId="{32B0B6FE-CE40-4D6C-A1A5-D58BAA6B6C28}" type="pres">
      <dgm:prSet presAssocID="{2F1DA8EF-F1B8-4384-B04E-B3558117FB9E}" presName="sibTrans" presStyleCnt="0"/>
      <dgm:spPr/>
    </dgm:pt>
    <dgm:pt modelId="{537F71BB-D3F8-4A3F-A42E-7C4BE7C85586}" type="pres">
      <dgm:prSet presAssocID="{47BDA0F4-B6B0-4080-8806-F3C74B78F0C6}" presName="compNode" presStyleCnt="0"/>
      <dgm:spPr/>
    </dgm:pt>
    <dgm:pt modelId="{5D6E223F-A1F2-4EA0-8E48-137178D8158F}" type="pres">
      <dgm:prSet presAssocID="{47BDA0F4-B6B0-4080-8806-F3C74B78F0C6}" presName="bgRect" presStyleLbl="bgShp" presStyleIdx="3" presStyleCnt="4"/>
      <dgm:spPr/>
    </dgm:pt>
    <dgm:pt modelId="{4C7412BD-E468-4495-9F46-6498474D5202}" type="pres">
      <dgm:prSet presAssocID="{47BDA0F4-B6B0-4080-8806-F3C74B78F0C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95CD069-2F53-4A2C-B7DA-A8BF4A020A6C}" type="pres">
      <dgm:prSet presAssocID="{47BDA0F4-B6B0-4080-8806-F3C74B78F0C6}" presName="spaceRect" presStyleCnt="0"/>
      <dgm:spPr/>
    </dgm:pt>
    <dgm:pt modelId="{0AA1D8AB-2260-4EE5-B74B-1498D04A776A}" type="pres">
      <dgm:prSet presAssocID="{47BDA0F4-B6B0-4080-8806-F3C74B78F0C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0E2591D-2F2D-4409-B4C8-9C54F003C27E}" type="presOf" srcId="{7B9BABDF-DCB8-4F25-A1F7-384ECEB235B2}" destId="{4E8684C9-982A-4454-8268-3D338330DA7F}" srcOrd="0" destOrd="0" presId="urn:microsoft.com/office/officeart/2018/2/layout/IconVerticalSolidList"/>
    <dgm:cxn modelId="{2EB9AB60-3978-412F-9645-756A7977EF58}" srcId="{08CFEEF9-52A0-4ECD-8E79-CAFEF6F3AEC7}" destId="{7B9BABDF-DCB8-4F25-A1F7-384ECEB235B2}" srcOrd="0" destOrd="0" parTransId="{41207269-F89C-43DF-92FE-47CC0D92CE92}" sibTransId="{47E4CB55-5EEC-45BB-A851-A534910B9FC7}"/>
    <dgm:cxn modelId="{9E16F164-DDA1-42A7-A23D-71D1DFBE5F1F}" type="presOf" srcId="{08CFEEF9-52A0-4ECD-8E79-CAFEF6F3AEC7}" destId="{6785CF27-8BD2-4926-98AB-77F7E1EC3065}" srcOrd="0" destOrd="0" presId="urn:microsoft.com/office/officeart/2018/2/layout/IconVerticalSolidList"/>
    <dgm:cxn modelId="{065E4667-C05D-4BD2-AA81-4D77E969089A}" type="presOf" srcId="{47BDA0F4-B6B0-4080-8806-F3C74B78F0C6}" destId="{0AA1D8AB-2260-4EE5-B74B-1498D04A776A}" srcOrd="0" destOrd="0" presId="urn:microsoft.com/office/officeart/2018/2/layout/IconVerticalSolidList"/>
    <dgm:cxn modelId="{E5009A4F-7506-4E83-8FCA-A3587EE10784}" srcId="{08CFEEF9-52A0-4ECD-8E79-CAFEF6F3AEC7}" destId="{A9CD0098-498D-48C2-8A56-1DAADDA33EB9}" srcOrd="2" destOrd="0" parTransId="{9D82C37A-DF35-45C5-8A66-511ACBCCDDE1}" sibTransId="{2F1DA8EF-F1B8-4384-B04E-B3558117FB9E}"/>
    <dgm:cxn modelId="{B510DA7B-BE3B-46D3-9C14-32938087965D}" srcId="{08CFEEF9-52A0-4ECD-8E79-CAFEF6F3AEC7}" destId="{47BDA0F4-B6B0-4080-8806-F3C74B78F0C6}" srcOrd="3" destOrd="0" parTransId="{766FC91A-7D85-4222-A44C-6755EA6D7F89}" sibTransId="{097A82B5-4B22-4EA3-B33D-DBD261A2AC1C}"/>
    <dgm:cxn modelId="{FD99C37D-AF01-45A6-9D61-97CF19038167}" type="presOf" srcId="{B2A01C36-7867-4BD2-BCCF-3E0542B544C0}" destId="{E2A829FB-3574-4CA4-8FFF-976E7F218EDB}" srcOrd="0" destOrd="0" presId="urn:microsoft.com/office/officeart/2018/2/layout/IconVerticalSolidList"/>
    <dgm:cxn modelId="{9EA47FCC-EC27-473A-BD4D-26B4808A03F6}" type="presOf" srcId="{A9CD0098-498D-48C2-8A56-1DAADDA33EB9}" destId="{1D6DBDCB-5ED0-4687-9851-83B562D16245}" srcOrd="0" destOrd="0" presId="urn:microsoft.com/office/officeart/2018/2/layout/IconVerticalSolidList"/>
    <dgm:cxn modelId="{3EB72DDB-1C22-48B5-8FED-D4A6D51A7ACB}" srcId="{08CFEEF9-52A0-4ECD-8E79-CAFEF6F3AEC7}" destId="{B2A01C36-7867-4BD2-BCCF-3E0542B544C0}" srcOrd="1" destOrd="0" parTransId="{CC0AA972-EFDC-4CED-A4B3-018B7EECFD4B}" sibTransId="{8ADBB03F-6B82-4CFB-A2A4-8809EB268067}"/>
    <dgm:cxn modelId="{F3EA8A99-EFBF-452E-B2E4-4C3F03D40F1E}" type="presParOf" srcId="{6785CF27-8BD2-4926-98AB-77F7E1EC3065}" destId="{71F25DAB-79A0-4365-8AE1-39F2088D3EEE}" srcOrd="0" destOrd="0" presId="urn:microsoft.com/office/officeart/2018/2/layout/IconVerticalSolidList"/>
    <dgm:cxn modelId="{CACD5C01-DCC0-4D1C-A901-3A5EE25165FA}" type="presParOf" srcId="{71F25DAB-79A0-4365-8AE1-39F2088D3EEE}" destId="{F819D194-E5B5-4C16-B5E4-FD5E38CD5606}" srcOrd="0" destOrd="0" presId="urn:microsoft.com/office/officeart/2018/2/layout/IconVerticalSolidList"/>
    <dgm:cxn modelId="{A9D90B74-F803-4605-B374-6CB50B6DBE39}" type="presParOf" srcId="{71F25DAB-79A0-4365-8AE1-39F2088D3EEE}" destId="{17680BE3-2335-48A8-9CC9-4B69EA9E9542}" srcOrd="1" destOrd="0" presId="urn:microsoft.com/office/officeart/2018/2/layout/IconVerticalSolidList"/>
    <dgm:cxn modelId="{955ADF6E-55DE-4B9B-B53A-3C01D151C0AC}" type="presParOf" srcId="{71F25DAB-79A0-4365-8AE1-39F2088D3EEE}" destId="{DD5303C1-B2FA-490F-91CD-49E87714B206}" srcOrd="2" destOrd="0" presId="urn:microsoft.com/office/officeart/2018/2/layout/IconVerticalSolidList"/>
    <dgm:cxn modelId="{ED026BDA-3BF4-4B97-B8DB-E9490594D773}" type="presParOf" srcId="{71F25DAB-79A0-4365-8AE1-39F2088D3EEE}" destId="{4E8684C9-982A-4454-8268-3D338330DA7F}" srcOrd="3" destOrd="0" presId="urn:microsoft.com/office/officeart/2018/2/layout/IconVerticalSolidList"/>
    <dgm:cxn modelId="{3CC5428A-67BF-4F2F-AA9E-0D922763F145}" type="presParOf" srcId="{6785CF27-8BD2-4926-98AB-77F7E1EC3065}" destId="{92364B8F-2C8D-4053-86E3-F7CECECCACDA}" srcOrd="1" destOrd="0" presId="urn:microsoft.com/office/officeart/2018/2/layout/IconVerticalSolidList"/>
    <dgm:cxn modelId="{E553D2A7-FC48-435C-8134-1A9C58DD68C5}" type="presParOf" srcId="{6785CF27-8BD2-4926-98AB-77F7E1EC3065}" destId="{BDA3CAF5-6CBE-42A2-9A3F-FB6AE693F3D2}" srcOrd="2" destOrd="0" presId="urn:microsoft.com/office/officeart/2018/2/layout/IconVerticalSolidList"/>
    <dgm:cxn modelId="{2DE38A05-D504-4218-B3D5-4DBCE0C18B2F}" type="presParOf" srcId="{BDA3CAF5-6CBE-42A2-9A3F-FB6AE693F3D2}" destId="{47E99684-792A-42DE-82A2-98ADBEBA5318}" srcOrd="0" destOrd="0" presId="urn:microsoft.com/office/officeart/2018/2/layout/IconVerticalSolidList"/>
    <dgm:cxn modelId="{A6D2685B-8A90-4CB7-9608-5A3BBBA75557}" type="presParOf" srcId="{BDA3CAF5-6CBE-42A2-9A3F-FB6AE693F3D2}" destId="{77B727E8-C6A7-4C32-8901-9E3EE22A01E2}" srcOrd="1" destOrd="0" presId="urn:microsoft.com/office/officeart/2018/2/layout/IconVerticalSolidList"/>
    <dgm:cxn modelId="{B378E5A1-A896-42D2-97FC-AC3F227DE703}" type="presParOf" srcId="{BDA3CAF5-6CBE-42A2-9A3F-FB6AE693F3D2}" destId="{69E9C691-CAC9-4971-BAE1-2CAD09DF55A6}" srcOrd="2" destOrd="0" presId="urn:microsoft.com/office/officeart/2018/2/layout/IconVerticalSolidList"/>
    <dgm:cxn modelId="{A6214D3D-5B6E-4B0B-A4E8-29768FD104DC}" type="presParOf" srcId="{BDA3CAF5-6CBE-42A2-9A3F-FB6AE693F3D2}" destId="{E2A829FB-3574-4CA4-8FFF-976E7F218EDB}" srcOrd="3" destOrd="0" presId="urn:microsoft.com/office/officeart/2018/2/layout/IconVerticalSolidList"/>
    <dgm:cxn modelId="{A595111D-7BA5-4667-B03D-EC8CFAF947A1}" type="presParOf" srcId="{6785CF27-8BD2-4926-98AB-77F7E1EC3065}" destId="{9E736DC8-0702-4A79-986B-192D4A9AFB24}" srcOrd="3" destOrd="0" presId="urn:microsoft.com/office/officeart/2018/2/layout/IconVerticalSolidList"/>
    <dgm:cxn modelId="{302DD577-FC7E-404E-8154-BA687F1FECAF}" type="presParOf" srcId="{6785CF27-8BD2-4926-98AB-77F7E1EC3065}" destId="{B1A386E6-16F5-4D4E-837B-EECCF5D6E368}" srcOrd="4" destOrd="0" presId="urn:microsoft.com/office/officeart/2018/2/layout/IconVerticalSolidList"/>
    <dgm:cxn modelId="{A10BB278-A852-4954-870D-33DF4638B833}" type="presParOf" srcId="{B1A386E6-16F5-4D4E-837B-EECCF5D6E368}" destId="{F86691A1-C7C0-44F2-97D1-7E5125B3FC8C}" srcOrd="0" destOrd="0" presId="urn:microsoft.com/office/officeart/2018/2/layout/IconVerticalSolidList"/>
    <dgm:cxn modelId="{038C118C-639D-45CA-B031-83D8E2F532D0}" type="presParOf" srcId="{B1A386E6-16F5-4D4E-837B-EECCF5D6E368}" destId="{75A01879-9522-4AB8-9C14-F46068409FA1}" srcOrd="1" destOrd="0" presId="urn:microsoft.com/office/officeart/2018/2/layout/IconVerticalSolidList"/>
    <dgm:cxn modelId="{375ACBE3-C3C9-4ABA-AE19-7ED331041890}" type="presParOf" srcId="{B1A386E6-16F5-4D4E-837B-EECCF5D6E368}" destId="{95CD154A-77DA-46BC-8F44-5213BE37BF93}" srcOrd="2" destOrd="0" presId="urn:microsoft.com/office/officeart/2018/2/layout/IconVerticalSolidList"/>
    <dgm:cxn modelId="{9245432A-F36F-48F3-9E00-C21835D76FD8}" type="presParOf" srcId="{B1A386E6-16F5-4D4E-837B-EECCF5D6E368}" destId="{1D6DBDCB-5ED0-4687-9851-83B562D16245}" srcOrd="3" destOrd="0" presId="urn:microsoft.com/office/officeart/2018/2/layout/IconVerticalSolidList"/>
    <dgm:cxn modelId="{8B0C88C0-5D66-4AC0-8097-75972F93A390}" type="presParOf" srcId="{6785CF27-8BD2-4926-98AB-77F7E1EC3065}" destId="{32B0B6FE-CE40-4D6C-A1A5-D58BAA6B6C28}" srcOrd="5" destOrd="0" presId="urn:microsoft.com/office/officeart/2018/2/layout/IconVerticalSolidList"/>
    <dgm:cxn modelId="{8084F97C-1FED-4B17-BA40-D00C481347CC}" type="presParOf" srcId="{6785CF27-8BD2-4926-98AB-77F7E1EC3065}" destId="{537F71BB-D3F8-4A3F-A42E-7C4BE7C85586}" srcOrd="6" destOrd="0" presId="urn:microsoft.com/office/officeart/2018/2/layout/IconVerticalSolidList"/>
    <dgm:cxn modelId="{A7234F5B-90D0-4D70-94B1-F6121B11490B}" type="presParOf" srcId="{537F71BB-D3F8-4A3F-A42E-7C4BE7C85586}" destId="{5D6E223F-A1F2-4EA0-8E48-137178D8158F}" srcOrd="0" destOrd="0" presId="urn:microsoft.com/office/officeart/2018/2/layout/IconVerticalSolidList"/>
    <dgm:cxn modelId="{FDC978A9-A339-4527-A7B9-5E61BA8135F0}" type="presParOf" srcId="{537F71BB-D3F8-4A3F-A42E-7C4BE7C85586}" destId="{4C7412BD-E468-4495-9F46-6498474D5202}" srcOrd="1" destOrd="0" presId="urn:microsoft.com/office/officeart/2018/2/layout/IconVerticalSolidList"/>
    <dgm:cxn modelId="{72A611BD-F306-4DF2-98F4-35036A582609}" type="presParOf" srcId="{537F71BB-D3F8-4A3F-A42E-7C4BE7C85586}" destId="{695CD069-2F53-4A2C-B7DA-A8BF4A020A6C}" srcOrd="2" destOrd="0" presId="urn:microsoft.com/office/officeart/2018/2/layout/IconVerticalSolidList"/>
    <dgm:cxn modelId="{5751267C-3F21-4EBE-A9B5-BA12B1FF49FE}" type="presParOf" srcId="{537F71BB-D3F8-4A3F-A42E-7C4BE7C85586}" destId="{0AA1D8AB-2260-4EE5-B74B-1498D04A77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99A2EC-6862-47FA-9EA5-BEE44B38D1F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A5564A-E8C5-4CF1-B1AE-EFC14C464122}">
      <dgm:prSet/>
      <dgm:spPr/>
      <dgm:t>
        <a:bodyPr/>
        <a:lstStyle/>
        <a:p>
          <a:r>
            <a:rPr lang="en-US" b="0" i="0" baseline="0"/>
            <a:t>Risks: Delays, regulatory issues, cost inflation </a:t>
          </a:r>
          <a:endParaRPr lang="en-US"/>
        </a:p>
      </dgm:t>
    </dgm:pt>
    <dgm:pt modelId="{F0F21629-E67C-40FA-873B-990B6A70D9CE}" type="parTrans" cxnId="{C29569A9-E4D7-400A-B19F-A9F6C7FF65C0}">
      <dgm:prSet/>
      <dgm:spPr/>
      <dgm:t>
        <a:bodyPr/>
        <a:lstStyle/>
        <a:p>
          <a:endParaRPr lang="en-US"/>
        </a:p>
      </dgm:t>
    </dgm:pt>
    <dgm:pt modelId="{2D9F91F0-62AB-4909-81A7-0C948F6ECB51}" type="sibTrans" cxnId="{C29569A9-E4D7-400A-B19F-A9F6C7FF65C0}">
      <dgm:prSet/>
      <dgm:spPr/>
      <dgm:t>
        <a:bodyPr/>
        <a:lstStyle/>
        <a:p>
          <a:endParaRPr lang="en-US"/>
        </a:p>
      </dgm:t>
    </dgm:pt>
    <dgm:pt modelId="{31C5A277-9557-41F2-9D11-1928E609B32E}">
      <dgm:prSet/>
      <dgm:spPr/>
      <dgm:t>
        <a:bodyPr/>
        <a:lstStyle/>
        <a:p>
          <a:r>
            <a:rPr lang="en-US" b="0" i="0" baseline="0"/>
            <a:t>Detailed specs in RFP </a:t>
          </a:r>
          <a:endParaRPr lang="en-US"/>
        </a:p>
      </dgm:t>
    </dgm:pt>
    <dgm:pt modelId="{3AD83724-43BB-46F6-AB29-A8D6377BAC90}" type="parTrans" cxnId="{CD67D812-2280-42D0-90F6-E20103AD7708}">
      <dgm:prSet/>
      <dgm:spPr/>
      <dgm:t>
        <a:bodyPr/>
        <a:lstStyle/>
        <a:p>
          <a:endParaRPr lang="en-US"/>
        </a:p>
      </dgm:t>
    </dgm:pt>
    <dgm:pt modelId="{2165F907-64D3-4957-B998-719EB72DD57A}" type="sibTrans" cxnId="{CD67D812-2280-42D0-90F6-E20103AD7708}">
      <dgm:prSet/>
      <dgm:spPr/>
      <dgm:t>
        <a:bodyPr/>
        <a:lstStyle/>
        <a:p>
          <a:endParaRPr lang="en-US"/>
        </a:p>
      </dgm:t>
    </dgm:pt>
    <dgm:pt modelId="{24E96F13-28A5-4B21-A1C7-C3295DD149D2}">
      <dgm:prSet/>
      <dgm:spPr/>
      <dgm:t>
        <a:bodyPr/>
        <a:lstStyle/>
        <a:p>
          <a:r>
            <a:rPr lang="en-US" b="0" i="0" baseline="0"/>
            <a:t>Strong change-order clauses </a:t>
          </a:r>
          <a:endParaRPr lang="en-US"/>
        </a:p>
      </dgm:t>
    </dgm:pt>
    <dgm:pt modelId="{6346E536-F35F-48DE-823B-0C8E95B9D2B8}" type="parTrans" cxnId="{A638AA64-C4E7-41BA-96ED-0ADFAE80D278}">
      <dgm:prSet/>
      <dgm:spPr/>
      <dgm:t>
        <a:bodyPr/>
        <a:lstStyle/>
        <a:p>
          <a:endParaRPr lang="en-US"/>
        </a:p>
      </dgm:t>
    </dgm:pt>
    <dgm:pt modelId="{8E614C6A-B6C1-4D6F-A926-B5538B76DD43}" type="sibTrans" cxnId="{A638AA64-C4E7-41BA-96ED-0ADFAE80D278}">
      <dgm:prSet/>
      <dgm:spPr/>
      <dgm:t>
        <a:bodyPr/>
        <a:lstStyle/>
        <a:p>
          <a:endParaRPr lang="en-US"/>
        </a:p>
      </dgm:t>
    </dgm:pt>
    <dgm:pt modelId="{C1629F71-6CE6-4718-B6D6-39A08D3D5292}">
      <dgm:prSet/>
      <dgm:spPr/>
      <dgm:t>
        <a:bodyPr/>
        <a:lstStyle/>
        <a:p>
          <a:r>
            <a:rPr lang="en-US" b="0" i="0" baseline="0"/>
            <a:t>Competitive bidding </a:t>
          </a:r>
          <a:endParaRPr lang="en-US"/>
        </a:p>
      </dgm:t>
    </dgm:pt>
    <dgm:pt modelId="{DD01285C-FA52-4C01-AC84-DE2BA0E51A5D}" type="parTrans" cxnId="{807967C9-5A6B-424C-B585-2E85C6E2361B}">
      <dgm:prSet/>
      <dgm:spPr/>
      <dgm:t>
        <a:bodyPr/>
        <a:lstStyle/>
        <a:p>
          <a:endParaRPr lang="en-US"/>
        </a:p>
      </dgm:t>
    </dgm:pt>
    <dgm:pt modelId="{07EF69FC-D2F1-4E80-9D4E-A6C33693BF8E}" type="sibTrans" cxnId="{807967C9-5A6B-424C-B585-2E85C6E2361B}">
      <dgm:prSet/>
      <dgm:spPr/>
      <dgm:t>
        <a:bodyPr/>
        <a:lstStyle/>
        <a:p>
          <a:endParaRPr lang="en-US"/>
        </a:p>
      </dgm:t>
    </dgm:pt>
    <dgm:pt modelId="{73D7C7A6-AF2A-4187-AAE5-CF12462331F7}">
      <dgm:prSet/>
      <dgm:spPr/>
      <dgm:t>
        <a:bodyPr/>
        <a:lstStyle/>
        <a:p>
          <a:r>
            <a:rPr lang="en-US" b="0" i="0" baseline="0"/>
            <a:t>Regular progress reviews</a:t>
          </a:r>
          <a:endParaRPr lang="en-US"/>
        </a:p>
      </dgm:t>
    </dgm:pt>
    <dgm:pt modelId="{20C4B67C-6D92-4D18-99E8-203E949ABD9E}" type="parTrans" cxnId="{AFAECED3-2FC1-42B0-A77E-DACC024B3350}">
      <dgm:prSet/>
      <dgm:spPr/>
      <dgm:t>
        <a:bodyPr/>
        <a:lstStyle/>
        <a:p>
          <a:endParaRPr lang="en-US"/>
        </a:p>
      </dgm:t>
    </dgm:pt>
    <dgm:pt modelId="{08E74B9E-D2F4-4579-BF4C-1361DF6554F7}" type="sibTrans" cxnId="{AFAECED3-2FC1-42B0-A77E-DACC024B3350}">
      <dgm:prSet/>
      <dgm:spPr/>
      <dgm:t>
        <a:bodyPr/>
        <a:lstStyle/>
        <a:p>
          <a:endParaRPr lang="en-US"/>
        </a:p>
      </dgm:t>
    </dgm:pt>
    <dgm:pt modelId="{B030E127-C69D-49E6-AB01-2BB8EDEF7BB1}" type="pres">
      <dgm:prSet presAssocID="{DB99A2EC-6862-47FA-9EA5-BEE44B38D1F5}" presName="outerComposite" presStyleCnt="0">
        <dgm:presLayoutVars>
          <dgm:chMax val="5"/>
          <dgm:dir/>
          <dgm:resizeHandles val="exact"/>
        </dgm:presLayoutVars>
      </dgm:prSet>
      <dgm:spPr/>
    </dgm:pt>
    <dgm:pt modelId="{28A6C9BB-CBA1-4883-9E25-BC072E9E4537}" type="pres">
      <dgm:prSet presAssocID="{DB99A2EC-6862-47FA-9EA5-BEE44B38D1F5}" presName="dummyMaxCanvas" presStyleCnt="0">
        <dgm:presLayoutVars/>
      </dgm:prSet>
      <dgm:spPr/>
    </dgm:pt>
    <dgm:pt modelId="{FAFCC38F-39F9-43F2-A3D3-94DADE7DDE60}" type="pres">
      <dgm:prSet presAssocID="{DB99A2EC-6862-47FA-9EA5-BEE44B38D1F5}" presName="FiveNodes_1" presStyleLbl="node1" presStyleIdx="0" presStyleCnt="5">
        <dgm:presLayoutVars>
          <dgm:bulletEnabled val="1"/>
        </dgm:presLayoutVars>
      </dgm:prSet>
      <dgm:spPr/>
    </dgm:pt>
    <dgm:pt modelId="{BEBA054B-5BBA-4093-8B1E-06F68AC8FF6D}" type="pres">
      <dgm:prSet presAssocID="{DB99A2EC-6862-47FA-9EA5-BEE44B38D1F5}" presName="FiveNodes_2" presStyleLbl="node1" presStyleIdx="1" presStyleCnt="5">
        <dgm:presLayoutVars>
          <dgm:bulletEnabled val="1"/>
        </dgm:presLayoutVars>
      </dgm:prSet>
      <dgm:spPr/>
    </dgm:pt>
    <dgm:pt modelId="{CDE93747-2E57-4112-8876-E606C97EFCFF}" type="pres">
      <dgm:prSet presAssocID="{DB99A2EC-6862-47FA-9EA5-BEE44B38D1F5}" presName="FiveNodes_3" presStyleLbl="node1" presStyleIdx="2" presStyleCnt="5">
        <dgm:presLayoutVars>
          <dgm:bulletEnabled val="1"/>
        </dgm:presLayoutVars>
      </dgm:prSet>
      <dgm:spPr/>
    </dgm:pt>
    <dgm:pt modelId="{58C086F2-D01C-42DC-85B9-B260F1337ADC}" type="pres">
      <dgm:prSet presAssocID="{DB99A2EC-6862-47FA-9EA5-BEE44B38D1F5}" presName="FiveNodes_4" presStyleLbl="node1" presStyleIdx="3" presStyleCnt="5">
        <dgm:presLayoutVars>
          <dgm:bulletEnabled val="1"/>
        </dgm:presLayoutVars>
      </dgm:prSet>
      <dgm:spPr/>
    </dgm:pt>
    <dgm:pt modelId="{CFCD5B95-B44C-4F7E-AB5E-A5C70A366A28}" type="pres">
      <dgm:prSet presAssocID="{DB99A2EC-6862-47FA-9EA5-BEE44B38D1F5}" presName="FiveNodes_5" presStyleLbl="node1" presStyleIdx="4" presStyleCnt="5">
        <dgm:presLayoutVars>
          <dgm:bulletEnabled val="1"/>
        </dgm:presLayoutVars>
      </dgm:prSet>
      <dgm:spPr/>
    </dgm:pt>
    <dgm:pt modelId="{D3F3352C-6AA8-4423-B86B-93D13C5451F6}" type="pres">
      <dgm:prSet presAssocID="{DB99A2EC-6862-47FA-9EA5-BEE44B38D1F5}" presName="FiveConn_1-2" presStyleLbl="fgAccFollowNode1" presStyleIdx="0" presStyleCnt="4">
        <dgm:presLayoutVars>
          <dgm:bulletEnabled val="1"/>
        </dgm:presLayoutVars>
      </dgm:prSet>
      <dgm:spPr/>
    </dgm:pt>
    <dgm:pt modelId="{FE146A78-E236-4BF1-BF05-C344BB87A7CB}" type="pres">
      <dgm:prSet presAssocID="{DB99A2EC-6862-47FA-9EA5-BEE44B38D1F5}" presName="FiveConn_2-3" presStyleLbl="fgAccFollowNode1" presStyleIdx="1" presStyleCnt="4">
        <dgm:presLayoutVars>
          <dgm:bulletEnabled val="1"/>
        </dgm:presLayoutVars>
      </dgm:prSet>
      <dgm:spPr/>
    </dgm:pt>
    <dgm:pt modelId="{4714640D-9043-483D-99D9-FA2B1DC0976D}" type="pres">
      <dgm:prSet presAssocID="{DB99A2EC-6862-47FA-9EA5-BEE44B38D1F5}" presName="FiveConn_3-4" presStyleLbl="fgAccFollowNode1" presStyleIdx="2" presStyleCnt="4">
        <dgm:presLayoutVars>
          <dgm:bulletEnabled val="1"/>
        </dgm:presLayoutVars>
      </dgm:prSet>
      <dgm:spPr/>
    </dgm:pt>
    <dgm:pt modelId="{E7870DAB-F876-4633-BD48-CD36E25E827B}" type="pres">
      <dgm:prSet presAssocID="{DB99A2EC-6862-47FA-9EA5-BEE44B38D1F5}" presName="FiveConn_4-5" presStyleLbl="fgAccFollowNode1" presStyleIdx="3" presStyleCnt="4">
        <dgm:presLayoutVars>
          <dgm:bulletEnabled val="1"/>
        </dgm:presLayoutVars>
      </dgm:prSet>
      <dgm:spPr/>
    </dgm:pt>
    <dgm:pt modelId="{63303B25-45D3-49ED-AF9E-DED3445537C1}" type="pres">
      <dgm:prSet presAssocID="{DB99A2EC-6862-47FA-9EA5-BEE44B38D1F5}" presName="FiveNodes_1_text" presStyleLbl="node1" presStyleIdx="4" presStyleCnt="5">
        <dgm:presLayoutVars>
          <dgm:bulletEnabled val="1"/>
        </dgm:presLayoutVars>
      </dgm:prSet>
      <dgm:spPr/>
    </dgm:pt>
    <dgm:pt modelId="{35BCD528-8BD7-4C97-8A6A-AB351F951A43}" type="pres">
      <dgm:prSet presAssocID="{DB99A2EC-6862-47FA-9EA5-BEE44B38D1F5}" presName="FiveNodes_2_text" presStyleLbl="node1" presStyleIdx="4" presStyleCnt="5">
        <dgm:presLayoutVars>
          <dgm:bulletEnabled val="1"/>
        </dgm:presLayoutVars>
      </dgm:prSet>
      <dgm:spPr/>
    </dgm:pt>
    <dgm:pt modelId="{C136AD82-DC7B-4361-AFA9-C3F93CA84A23}" type="pres">
      <dgm:prSet presAssocID="{DB99A2EC-6862-47FA-9EA5-BEE44B38D1F5}" presName="FiveNodes_3_text" presStyleLbl="node1" presStyleIdx="4" presStyleCnt="5">
        <dgm:presLayoutVars>
          <dgm:bulletEnabled val="1"/>
        </dgm:presLayoutVars>
      </dgm:prSet>
      <dgm:spPr/>
    </dgm:pt>
    <dgm:pt modelId="{2FC48A9D-DF31-4D93-80C4-4A699A44616E}" type="pres">
      <dgm:prSet presAssocID="{DB99A2EC-6862-47FA-9EA5-BEE44B38D1F5}" presName="FiveNodes_4_text" presStyleLbl="node1" presStyleIdx="4" presStyleCnt="5">
        <dgm:presLayoutVars>
          <dgm:bulletEnabled val="1"/>
        </dgm:presLayoutVars>
      </dgm:prSet>
      <dgm:spPr/>
    </dgm:pt>
    <dgm:pt modelId="{F4B56253-92D5-4FEE-9F1D-944826911015}" type="pres">
      <dgm:prSet presAssocID="{DB99A2EC-6862-47FA-9EA5-BEE44B38D1F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146A02-30C0-41B6-92EF-AF8FBAE60955}" type="presOf" srcId="{C1629F71-6CE6-4718-B6D6-39A08D3D5292}" destId="{58C086F2-D01C-42DC-85B9-B260F1337ADC}" srcOrd="0" destOrd="0" presId="urn:microsoft.com/office/officeart/2005/8/layout/vProcess5"/>
    <dgm:cxn modelId="{CD67D812-2280-42D0-90F6-E20103AD7708}" srcId="{DB99A2EC-6862-47FA-9EA5-BEE44B38D1F5}" destId="{31C5A277-9557-41F2-9D11-1928E609B32E}" srcOrd="1" destOrd="0" parTransId="{3AD83724-43BB-46F6-AB29-A8D6377BAC90}" sibTransId="{2165F907-64D3-4957-B998-719EB72DD57A}"/>
    <dgm:cxn modelId="{441CAD13-F382-4361-99A2-D106981E850B}" type="presOf" srcId="{2D9F91F0-62AB-4909-81A7-0C948F6ECB51}" destId="{D3F3352C-6AA8-4423-B86B-93D13C5451F6}" srcOrd="0" destOrd="0" presId="urn:microsoft.com/office/officeart/2005/8/layout/vProcess5"/>
    <dgm:cxn modelId="{A93ADD25-DD2D-4A01-B543-07714D74EECD}" type="presOf" srcId="{73D7C7A6-AF2A-4187-AAE5-CF12462331F7}" destId="{CFCD5B95-B44C-4F7E-AB5E-A5C70A366A28}" srcOrd="0" destOrd="0" presId="urn:microsoft.com/office/officeart/2005/8/layout/vProcess5"/>
    <dgm:cxn modelId="{B55D652A-AF51-4E8C-9B31-FCCE5DCCCDCD}" type="presOf" srcId="{8E614C6A-B6C1-4D6F-A926-B5538B76DD43}" destId="{4714640D-9043-483D-99D9-FA2B1DC0976D}" srcOrd="0" destOrd="0" presId="urn:microsoft.com/office/officeart/2005/8/layout/vProcess5"/>
    <dgm:cxn modelId="{29AA132D-70D6-4833-AA70-12296B3B6684}" type="presOf" srcId="{24E96F13-28A5-4B21-A1C7-C3295DD149D2}" destId="{CDE93747-2E57-4112-8876-E606C97EFCFF}" srcOrd="0" destOrd="0" presId="urn:microsoft.com/office/officeart/2005/8/layout/vProcess5"/>
    <dgm:cxn modelId="{54C2A63C-7A94-4BD9-869A-60225540B4A0}" type="presOf" srcId="{0AA5564A-E8C5-4CF1-B1AE-EFC14C464122}" destId="{63303B25-45D3-49ED-AF9E-DED3445537C1}" srcOrd="1" destOrd="0" presId="urn:microsoft.com/office/officeart/2005/8/layout/vProcess5"/>
    <dgm:cxn modelId="{7C31E43D-CC9D-462D-8AEA-C06C033C99EE}" type="presOf" srcId="{07EF69FC-D2F1-4E80-9D4E-A6C33693BF8E}" destId="{E7870DAB-F876-4633-BD48-CD36E25E827B}" srcOrd="0" destOrd="0" presId="urn:microsoft.com/office/officeart/2005/8/layout/vProcess5"/>
    <dgm:cxn modelId="{CE3B9940-B2A5-4FE8-B4D9-DFC257334C90}" type="presOf" srcId="{DB99A2EC-6862-47FA-9EA5-BEE44B38D1F5}" destId="{B030E127-C69D-49E6-AB01-2BB8EDEF7BB1}" srcOrd="0" destOrd="0" presId="urn:microsoft.com/office/officeart/2005/8/layout/vProcess5"/>
    <dgm:cxn modelId="{A638AA64-C4E7-41BA-96ED-0ADFAE80D278}" srcId="{DB99A2EC-6862-47FA-9EA5-BEE44B38D1F5}" destId="{24E96F13-28A5-4B21-A1C7-C3295DD149D2}" srcOrd="2" destOrd="0" parTransId="{6346E536-F35F-48DE-823B-0C8E95B9D2B8}" sibTransId="{8E614C6A-B6C1-4D6F-A926-B5538B76DD43}"/>
    <dgm:cxn modelId="{C64B3546-FDE5-403C-BADA-450F73774465}" type="presOf" srcId="{0AA5564A-E8C5-4CF1-B1AE-EFC14C464122}" destId="{FAFCC38F-39F9-43F2-A3D3-94DADE7DDE60}" srcOrd="0" destOrd="0" presId="urn:microsoft.com/office/officeart/2005/8/layout/vProcess5"/>
    <dgm:cxn modelId="{621B5A51-6CA6-4C84-9904-467E58862BAF}" type="presOf" srcId="{73D7C7A6-AF2A-4187-AAE5-CF12462331F7}" destId="{F4B56253-92D5-4FEE-9F1D-944826911015}" srcOrd="1" destOrd="0" presId="urn:microsoft.com/office/officeart/2005/8/layout/vProcess5"/>
    <dgm:cxn modelId="{26D4D78F-7EB4-4B30-99DE-82F422BBE052}" type="presOf" srcId="{2165F907-64D3-4957-B998-719EB72DD57A}" destId="{FE146A78-E236-4BF1-BF05-C344BB87A7CB}" srcOrd="0" destOrd="0" presId="urn:microsoft.com/office/officeart/2005/8/layout/vProcess5"/>
    <dgm:cxn modelId="{1BF2BDA4-1AFE-4D0E-B1DF-C0C0736CAD11}" type="presOf" srcId="{24E96F13-28A5-4B21-A1C7-C3295DD149D2}" destId="{C136AD82-DC7B-4361-AFA9-C3F93CA84A23}" srcOrd="1" destOrd="0" presId="urn:microsoft.com/office/officeart/2005/8/layout/vProcess5"/>
    <dgm:cxn modelId="{C9D63DA6-6F57-4F0C-909B-F1A2994B92E8}" type="presOf" srcId="{C1629F71-6CE6-4718-B6D6-39A08D3D5292}" destId="{2FC48A9D-DF31-4D93-80C4-4A699A44616E}" srcOrd="1" destOrd="0" presId="urn:microsoft.com/office/officeart/2005/8/layout/vProcess5"/>
    <dgm:cxn modelId="{C29569A9-E4D7-400A-B19F-A9F6C7FF65C0}" srcId="{DB99A2EC-6862-47FA-9EA5-BEE44B38D1F5}" destId="{0AA5564A-E8C5-4CF1-B1AE-EFC14C464122}" srcOrd="0" destOrd="0" parTransId="{F0F21629-E67C-40FA-873B-990B6A70D9CE}" sibTransId="{2D9F91F0-62AB-4909-81A7-0C948F6ECB51}"/>
    <dgm:cxn modelId="{BB87C9B7-494F-474C-B603-8FCC5CD7729C}" type="presOf" srcId="{31C5A277-9557-41F2-9D11-1928E609B32E}" destId="{BEBA054B-5BBA-4093-8B1E-06F68AC8FF6D}" srcOrd="0" destOrd="0" presId="urn:microsoft.com/office/officeart/2005/8/layout/vProcess5"/>
    <dgm:cxn modelId="{807967C9-5A6B-424C-B585-2E85C6E2361B}" srcId="{DB99A2EC-6862-47FA-9EA5-BEE44B38D1F5}" destId="{C1629F71-6CE6-4718-B6D6-39A08D3D5292}" srcOrd="3" destOrd="0" parTransId="{DD01285C-FA52-4C01-AC84-DE2BA0E51A5D}" sibTransId="{07EF69FC-D2F1-4E80-9D4E-A6C33693BF8E}"/>
    <dgm:cxn modelId="{AFAECED3-2FC1-42B0-A77E-DACC024B3350}" srcId="{DB99A2EC-6862-47FA-9EA5-BEE44B38D1F5}" destId="{73D7C7A6-AF2A-4187-AAE5-CF12462331F7}" srcOrd="4" destOrd="0" parTransId="{20C4B67C-6D92-4D18-99E8-203E949ABD9E}" sibTransId="{08E74B9E-D2F4-4579-BF4C-1361DF6554F7}"/>
    <dgm:cxn modelId="{F9702DEF-89D6-42D7-A3CC-530270E683BB}" type="presOf" srcId="{31C5A277-9557-41F2-9D11-1928E609B32E}" destId="{35BCD528-8BD7-4C97-8A6A-AB351F951A43}" srcOrd="1" destOrd="0" presId="urn:microsoft.com/office/officeart/2005/8/layout/vProcess5"/>
    <dgm:cxn modelId="{5BA7C9DA-80ED-4E57-B678-2A63ABF52443}" type="presParOf" srcId="{B030E127-C69D-49E6-AB01-2BB8EDEF7BB1}" destId="{28A6C9BB-CBA1-4883-9E25-BC072E9E4537}" srcOrd="0" destOrd="0" presId="urn:microsoft.com/office/officeart/2005/8/layout/vProcess5"/>
    <dgm:cxn modelId="{19B535DB-2029-4F29-8521-873BB9BF3B60}" type="presParOf" srcId="{B030E127-C69D-49E6-AB01-2BB8EDEF7BB1}" destId="{FAFCC38F-39F9-43F2-A3D3-94DADE7DDE60}" srcOrd="1" destOrd="0" presId="urn:microsoft.com/office/officeart/2005/8/layout/vProcess5"/>
    <dgm:cxn modelId="{EB8052EA-AA67-4FA2-96FA-CF24E210549F}" type="presParOf" srcId="{B030E127-C69D-49E6-AB01-2BB8EDEF7BB1}" destId="{BEBA054B-5BBA-4093-8B1E-06F68AC8FF6D}" srcOrd="2" destOrd="0" presId="urn:microsoft.com/office/officeart/2005/8/layout/vProcess5"/>
    <dgm:cxn modelId="{22D6A941-9664-4D1F-A048-883FEEA9512C}" type="presParOf" srcId="{B030E127-C69D-49E6-AB01-2BB8EDEF7BB1}" destId="{CDE93747-2E57-4112-8876-E606C97EFCFF}" srcOrd="3" destOrd="0" presId="urn:microsoft.com/office/officeart/2005/8/layout/vProcess5"/>
    <dgm:cxn modelId="{E11341F7-C8CB-424D-8CC2-505B3C9EEDD1}" type="presParOf" srcId="{B030E127-C69D-49E6-AB01-2BB8EDEF7BB1}" destId="{58C086F2-D01C-42DC-85B9-B260F1337ADC}" srcOrd="4" destOrd="0" presId="urn:microsoft.com/office/officeart/2005/8/layout/vProcess5"/>
    <dgm:cxn modelId="{EE346DE3-9256-4B24-BB96-497B317D862E}" type="presParOf" srcId="{B030E127-C69D-49E6-AB01-2BB8EDEF7BB1}" destId="{CFCD5B95-B44C-4F7E-AB5E-A5C70A366A28}" srcOrd="5" destOrd="0" presId="urn:microsoft.com/office/officeart/2005/8/layout/vProcess5"/>
    <dgm:cxn modelId="{02572159-2297-47DD-BA6F-58B131AAB409}" type="presParOf" srcId="{B030E127-C69D-49E6-AB01-2BB8EDEF7BB1}" destId="{D3F3352C-6AA8-4423-B86B-93D13C5451F6}" srcOrd="6" destOrd="0" presId="urn:microsoft.com/office/officeart/2005/8/layout/vProcess5"/>
    <dgm:cxn modelId="{5137CD0E-D684-49EB-A073-81D5B75C994A}" type="presParOf" srcId="{B030E127-C69D-49E6-AB01-2BB8EDEF7BB1}" destId="{FE146A78-E236-4BF1-BF05-C344BB87A7CB}" srcOrd="7" destOrd="0" presId="urn:microsoft.com/office/officeart/2005/8/layout/vProcess5"/>
    <dgm:cxn modelId="{7E079755-E4A7-42A9-AFFF-AEC67B2F4AA2}" type="presParOf" srcId="{B030E127-C69D-49E6-AB01-2BB8EDEF7BB1}" destId="{4714640D-9043-483D-99D9-FA2B1DC0976D}" srcOrd="8" destOrd="0" presId="urn:microsoft.com/office/officeart/2005/8/layout/vProcess5"/>
    <dgm:cxn modelId="{DBC0E440-EADD-4F3E-95CC-12BEEFE65051}" type="presParOf" srcId="{B030E127-C69D-49E6-AB01-2BB8EDEF7BB1}" destId="{E7870DAB-F876-4633-BD48-CD36E25E827B}" srcOrd="9" destOrd="0" presId="urn:microsoft.com/office/officeart/2005/8/layout/vProcess5"/>
    <dgm:cxn modelId="{A96906C4-0CEF-4951-97D9-68A8677E5D5A}" type="presParOf" srcId="{B030E127-C69D-49E6-AB01-2BB8EDEF7BB1}" destId="{63303B25-45D3-49ED-AF9E-DED3445537C1}" srcOrd="10" destOrd="0" presId="urn:microsoft.com/office/officeart/2005/8/layout/vProcess5"/>
    <dgm:cxn modelId="{3BDB3CFB-EE50-498F-8C18-1B81DBBAF8D0}" type="presParOf" srcId="{B030E127-C69D-49E6-AB01-2BB8EDEF7BB1}" destId="{35BCD528-8BD7-4C97-8A6A-AB351F951A43}" srcOrd="11" destOrd="0" presId="urn:microsoft.com/office/officeart/2005/8/layout/vProcess5"/>
    <dgm:cxn modelId="{CEAD0400-9D57-42EB-8C0D-E02ADB6DDB53}" type="presParOf" srcId="{B030E127-C69D-49E6-AB01-2BB8EDEF7BB1}" destId="{C136AD82-DC7B-4361-AFA9-C3F93CA84A23}" srcOrd="12" destOrd="0" presId="urn:microsoft.com/office/officeart/2005/8/layout/vProcess5"/>
    <dgm:cxn modelId="{AC35E9BB-8634-4399-9F55-1BFAA89FA2D6}" type="presParOf" srcId="{B030E127-C69D-49E6-AB01-2BB8EDEF7BB1}" destId="{2FC48A9D-DF31-4D93-80C4-4A699A44616E}" srcOrd="13" destOrd="0" presId="urn:microsoft.com/office/officeart/2005/8/layout/vProcess5"/>
    <dgm:cxn modelId="{551334A0-4AB2-4FD0-AACF-B5741E3AA9EB}" type="presParOf" srcId="{B030E127-C69D-49E6-AB01-2BB8EDEF7BB1}" destId="{F4B56253-92D5-4FEE-9F1D-94482691101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09D1F8-464C-4471-8BE0-EF6C3980F1C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488D2D-375F-4BD6-9372-54BA6E75625E}">
      <dgm:prSet/>
      <dgm:spPr/>
      <dgm:t>
        <a:bodyPr/>
        <a:lstStyle/>
        <a:p>
          <a:r>
            <a:rPr lang="en-US" b="0" i="0" baseline="0"/>
            <a:t>Fixed Price = Best contract for control, predictability &amp; efficiency </a:t>
          </a:r>
          <a:endParaRPr lang="en-US"/>
        </a:p>
      </dgm:t>
    </dgm:pt>
    <dgm:pt modelId="{ABC8C4E8-9F60-4D85-A65E-7312412294F1}" type="parTrans" cxnId="{8FE062AF-321D-4647-A4A7-145FAABE2D53}">
      <dgm:prSet/>
      <dgm:spPr/>
      <dgm:t>
        <a:bodyPr/>
        <a:lstStyle/>
        <a:p>
          <a:endParaRPr lang="en-US"/>
        </a:p>
      </dgm:t>
    </dgm:pt>
    <dgm:pt modelId="{3F3ADB33-7B39-4C7C-84BF-F5579D87E390}" type="sibTrans" cxnId="{8FE062AF-321D-4647-A4A7-145FAABE2D53}">
      <dgm:prSet/>
      <dgm:spPr/>
      <dgm:t>
        <a:bodyPr/>
        <a:lstStyle/>
        <a:p>
          <a:endParaRPr lang="en-US"/>
        </a:p>
      </dgm:t>
    </dgm:pt>
    <dgm:pt modelId="{8D3BF600-DC9F-4975-8B8A-82F7BB8DB728}">
      <dgm:prSet/>
      <dgm:spPr/>
      <dgm:t>
        <a:bodyPr/>
        <a:lstStyle/>
        <a:p>
          <a:r>
            <a:rPr lang="en-US" b="0" i="0" baseline="0"/>
            <a:t>Enables fast, compliant, sustainable food export facility </a:t>
          </a:r>
          <a:endParaRPr lang="en-US"/>
        </a:p>
      </dgm:t>
    </dgm:pt>
    <dgm:pt modelId="{152828F9-EB65-47C8-B629-7040FA5042EA}" type="parTrans" cxnId="{9E6BB8CB-1F1D-441E-950D-95A932DFFEF0}">
      <dgm:prSet/>
      <dgm:spPr/>
      <dgm:t>
        <a:bodyPr/>
        <a:lstStyle/>
        <a:p>
          <a:endParaRPr lang="en-US"/>
        </a:p>
      </dgm:t>
    </dgm:pt>
    <dgm:pt modelId="{EC66F432-AF5C-4BEB-8AC4-1041F3BACCD8}" type="sibTrans" cxnId="{9E6BB8CB-1F1D-441E-950D-95A932DFFEF0}">
      <dgm:prSet/>
      <dgm:spPr/>
      <dgm:t>
        <a:bodyPr/>
        <a:lstStyle/>
        <a:p>
          <a:endParaRPr lang="en-US"/>
        </a:p>
      </dgm:t>
    </dgm:pt>
    <dgm:pt modelId="{66B6A2D2-DDE9-476A-8F6A-E6A6AFDCAD68}" type="pres">
      <dgm:prSet presAssocID="{DD09D1F8-464C-4471-8BE0-EF6C3980F1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B771DA0-02E0-4E16-BE82-0616617BC8FD}" type="pres">
      <dgm:prSet presAssocID="{E9488D2D-375F-4BD6-9372-54BA6E75625E}" presName="hierRoot1" presStyleCnt="0"/>
      <dgm:spPr/>
    </dgm:pt>
    <dgm:pt modelId="{08310487-32C2-491E-B266-A419B7A11621}" type="pres">
      <dgm:prSet presAssocID="{E9488D2D-375F-4BD6-9372-54BA6E75625E}" presName="composite" presStyleCnt="0"/>
      <dgm:spPr/>
    </dgm:pt>
    <dgm:pt modelId="{A47D207F-CD3A-4BA5-A9DE-520B219F8F71}" type="pres">
      <dgm:prSet presAssocID="{E9488D2D-375F-4BD6-9372-54BA6E75625E}" presName="background" presStyleLbl="node0" presStyleIdx="0" presStyleCnt="2"/>
      <dgm:spPr/>
    </dgm:pt>
    <dgm:pt modelId="{97A616AA-987C-44EE-8520-23BA5B8694E1}" type="pres">
      <dgm:prSet presAssocID="{E9488D2D-375F-4BD6-9372-54BA6E75625E}" presName="text" presStyleLbl="fgAcc0" presStyleIdx="0" presStyleCnt="2">
        <dgm:presLayoutVars>
          <dgm:chPref val="3"/>
        </dgm:presLayoutVars>
      </dgm:prSet>
      <dgm:spPr/>
    </dgm:pt>
    <dgm:pt modelId="{2E34087A-0463-4B90-9184-55C471999B60}" type="pres">
      <dgm:prSet presAssocID="{E9488D2D-375F-4BD6-9372-54BA6E75625E}" presName="hierChild2" presStyleCnt="0"/>
      <dgm:spPr/>
    </dgm:pt>
    <dgm:pt modelId="{D027BFC2-DE33-41C1-99B2-621620096056}" type="pres">
      <dgm:prSet presAssocID="{8D3BF600-DC9F-4975-8B8A-82F7BB8DB728}" presName="hierRoot1" presStyleCnt="0"/>
      <dgm:spPr/>
    </dgm:pt>
    <dgm:pt modelId="{5708E57F-D5A4-49C5-95CF-63E1A331C834}" type="pres">
      <dgm:prSet presAssocID="{8D3BF600-DC9F-4975-8B8A-82F7BB8DB728}" presName="composite" presStyleCnt="0"/>
      <dgm:spPr/>
    </dgm:pt>
    <dgm:pt modelId="{1A45881B-9FB2-4AA2-8E51-86299129E268}" type="pres">
      <dgm:prSet presAssocID="{8D3BF600-DC9F-4975-8B8A-82F7BB8DB728}" presName="background" presStyleLbl="node0" presStyleIdx="1" presStyleCnt="2"/>
      <dgm:spPr/>
    </dgm:pt>
    <dgm:pt modelId="{E2D9A01C-BC2F-41AF-9E19-C780DE0CD791}" type="pres">
      <dgm:prSet presAssocID="{8D3BF600-DC9F-4975-8B8A-82F7BB8DB728}" presName="text" presStyleLbl="fgAcc0" presStyleIdx="1" presStyleCnt="2">
        <dgm:presLayoutVars>
          <dgm:chPref val="3"/>
        </dgm:presLayoutVars>
      </dgm:prSet>
      <dgm:spPr/>
    </dgm:pt>
    <dgm:pt modelId="{6CC3D55A-7080-4ADE-8B77-7CEFAEF326DC}" type="pres">
      <dgm:prSet presAssocID="{8D3BF600-DC9F-4975-8B8A-82F7BB8DB728}" presName="hierChild2" presStyleCnt="0"/>
      <dgm:spPr/>
    </dgm:pt>
  </dgm:ptLst>
  <dgm:cxnLst>
    <dgm:cxn modelId="{6CE04A1B-0AAF-470A-8F84-AF867BF796A1}" type="presOf" srcId="{DD09D1F8-464C-4471-8BE0-EF6C3980F1C7}" destId="{66B6A2D2-DDE9-476A-8F6A-E6A6AFDCAD68}" srcOrd="0" destOrd="0" presId="urn:microsoft.com/office/officeart/2005/8/layout/hierarchy1"/>
    <dgm:cxn modelId="{8FE062AF-321D-4647-A4A7-145FAABE2D53}" srcId="{DD09D1F8-464C-4471-8BE0-EF6C3980F1C7}" destId="{E9488D2D-375F-4BD6-9372-54BA6E75625E}" srcOrd="0" destOrd="0" parTransId="{ABC8C4E8-9F60-4D85-A65E-7312412294F1}" sibTransId="{3F3ADB33-7B39-4C7C-84BF-F5579D87E390}"/>
    <dgm:cxn modelId="{9E6BB8CB-1F1D-441E-950D-95A932DFFEF0}" srcId="{DD09D1F8-464C-4471-8BE0-EF6C3980F1C7}" destId="{8D3BF600-DC9F-4975-8B8A-82F7BB8DB728}" srcOrd="1" destOrd="0" parTransId="{152828F9-EB65-47C8-B629-7040FA5042EA}" sibTransId="{EC66F432-AF5C-4BEB-8AC4-1041F3BACCD8}"/>
    <dgm:cxn modelId="{A7749FD0-43FE-4E37-9C03-5AEF74C7B08B}" type="presOf" srcId="{E9488D2D-375F-4BD6-9372-54BA6E75625E}" destId="{97A616AA-987C-44EE-8520-23BA5B8694E1}" srcOrd="0" destOrd="0" presId="urn:microsoft.com/office/officeart/2005/8/layout/hierarchy1"/>
    <dgm:cxn modelId="{8D318FE2-2604-4E96-B594-DAE5E6ACB859}" type="presOf" srcId="{8D3BF600-DC9F-4975-8B8A-82F7BB8DB728}" destId="{E2D9A01C-BC2F-41AF-9E19-C780DE0CD791}" srcOrd="0" destOrd="0" presId="urn:microsoft.com/office/officeart/2005/8/layout/hierarchy1"/>
    <dgm:cxn modelId="{8CAAEA8F-8E20-4C1F-A5EE-22BF1066DDEF}" type="presParOf" srcId="{66B6A2D2-DDE9-476A-8F6A-E6A6AFDCAD68}" destId="{6B771DA0-02E0-4E16-BE82-0616617BC8FD}" srcOrd="0" destOrd="0" presId="urn:microsoft.com/office/officeart/2005/8/layout/hierarchy1"/>
    <dgm:cxn modelId="{C32A5ED7-2CA9-4DD1-9174-0D4A85B31297}" type="presParOf" srcId="{6B771DA0-02E0-4E16-BE82-0616617BC8FD}" destId="{08310487-32C2-491E-B266-A419B7A11621}" srcOrd="0" destOrd="0" presId="urn:microsoft.com/office/officeart/2005/8/layout/hierarchy1"/>
    <dgm:cxn modelId="{6735BBF8-97A8-418C-A2EA-C88F7071770D}" type="presParOf" srcId="{08310487-32C2-491E-B266-A419B7A11621}" destId="{A47D207F-CD3A-4BA5-A9DE-520B219F8F71}" srcOrd="0" destOrd="0" presId="urn:microsoft.com/office/officeart/2005/8/layout/hierarchy1"/>
    <dgm:cxn modelId="{D5926625-01DC-4A28-8E79-12D88023319E}" type="presParOf" srcId="{08310487-32C2-491E-B266-A419B7A11621}" destId="{97A616AA-987C-44EE-8520-23BA5B8694E1}" srcOrd="1" destOrd="0" presId="urn:microsoft.com/office/officeart/2005/8/layout/hierarchy1"/>
    <dgm:cxn modelId="{152E9F7C-07A2-4B49-8FB6-318AECD0118B}" type="presParOf" srcId="{6B771DA0-02E0-4E16-BE82-0616617BC8FD}" destId="{2E34087A-0463-4B90-9184-55C471999B60}" srcOrd="1" destOrd="0" presId="urn:microsoft.com/office/officeart/2005/8/layout/hierarchy1"/>
    <dgm:cxn modelId="{86077702-CBD3-45CF-B9D4-4C8B52336A8C}" type="presParOf" srcId="{66B6A2D2-DDE9-476A-8F6A-E6A6AFDCAD68}" destId="{D027BFC2-DE33-41C1-99B2-621620096056}" srcOrd="1" destOrd="0" presId="urn:microsoft.com/office/officeart/2005/8/layout/hierarchy1"/>
    <dgm:cxn modelId="{EF80684F-0C65-48B6-83EC-4D5876E87CA7}" type="presParOf" srcId="{D027BFC2-DE33-41C1-99B2-621620096056}" destId="{5708E57F-D5A4-49C5-95CF-63E1A331C834}" srcOrd="0" destOrd="0" presId="urn:microsoft.com/office/officeart/2005/8/layout/hierarchy1"/>
    <dgm:cxn modelId="{A990D0AB-B931-48BA-B6AF-3506B90865E6}" type="presParOf" srcId="{5708E57F-D5A4-49C5-95CF-63E1A331C834}" destId="{1A45881B-9FB2-4AA2-8E51-86299129E268}" srcOrd="0" destOrd="0" presId="urn:microsoft.com/office/officeart/2005/8/layout/hierarchy1"/>
    <dgm:cxn modelId="{9ED1E70E-B957-453B-9CCA-A5473E2F2EA4}" type="presParOf" srcId="{5708E57F-D5A4-49C5-95CF-63E1A331C834}" destId="{E2D9A01C-BC2F-41AF-9E19-C780DE0CD791}" srcOrd="1" destOrd="0" presId="urn:microsoft.com/office/officeart/2005/8/layout/hierarchy1"/>
    <dgm:cxn modelId="{1DC59314-DA3F-4B18-8AE2-E7DFB59E8C87}" type="presParOf" srcId="{D027BFC2-DE33-41C1-99B2-621620096056}" destId="{6CC3D55A-7080-4ADE-8B77-7CEFAEF326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2C86F-A573-4259-84AD-F5EB4383E03D}">
      <dsp:nvSpPr>
        <dsp:cNvPr id="0" name=""/>
        <dsp:cNvSpPr/>
      </dsp:nvSpPr>
      <dsp:spPr>
        <a:xfrm>
          <a:off x="55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A29F1-2CB1-42AF-9410-DA59B2344269}">
      <dsp:nvSpPr>
        <dsp:cNvPr id="0" name=""/>
        <dsp:cNvSpPr/>
      </dsp:nvSpPr>
      <dsp:spPr>
        <a:xfrm>
          <a:off x="5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Predictable total cost → No surprises </a:t>
          </a:r>
          <a:endParaRPr lang="en-US" sz="1700" kern="1200"/>
        </a:p>
      </dsp:txBody>
      <dsp:txXfrm>
        <a:off x="59220" y="1784992"/>
        <a:ext cx="1800000" cy="720000"/>
      </dsp:txXfrm>
    </dsp:sp>
    <dsp:sp modelId="{B99016BD-5FB5-4333-934C-E6532FE9BA07}">
      <dsp:nvSpPr>
        <dsp:cNvPr id="0" name=""/>
        <dsp:cNvSpPr/>
      </dsp:nvSpPr>
      <dsp:spPr>
        <a:xfrm>
          <a:off x="2669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74D85-6079-43EE-99FD-7FF9D5E8029D}">
      <dsp:nvSpPr>
        <dsp:cNvPr id="0" name=""/>
        <dsp:cNvSpPr/>
      </dsp:nvSpPr>
      <dsp:spPr>
        <a:xfrm>
          <a:off x="217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Contractor motivated to finish early &amp; efficiently </a:t>
          </a:r>
          <a:endParaRPr lang="en-US" sz="1700" kern="1200"/>
        </a:p>
      </dsp:txBody>
      <dsp:txXfrm>
        <a:off x="2174220" y="1784992"/>
        <a:ext cx="1800000" cy="720000"/>
      </dsp:txXfrm>
    </dsp:sp>
    <dsp:sp modelId="{F299E48F-75EC-4F00-8CB9-751C66F781CC}">
      <dsp:nvSpPr>
        <dsp:cNvPr id="0" name=""/>
        <dsp:cNvSpPr/>
      </dsp:nvSpPr>
      <dsp:spPr>
        <a:xfrm>
          <a:off x="478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AAD6A-6C52-4BC0-80AC-D37F4129F23F}">
      <dsp:nvSpPr>
        <dsp:cNvPr id="0" name=""/>
        <dsp:cNvSpPr/>
      </dsp:nvSpPr>
      <dsp:spPr>
        <a:xfrm>
          <a:off x="428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Low owner risk &amp; minimal auditing </a:t>
          </a:r>
          <a:endParaRPr lang="en-US" sz="1700" kern="1200"/>
        </a:p>
      </dsp:txBody>
      <dsp:txXfrm>
        <a:off x="4289220" y="1784992"/>
        <a:ext cx="1800000" cy="720000"/>
      </dsp:txXfrm>
    </dsp:sp>
    <dsp:sp modelId="{A55D2348-7C00-4F6C-A53E-34B909E3FC80}">
      <dsp:nvSpPr>
        <dsp:cNvPr id="0" name=""/>
        <dsp:cNvSpPr/>
      </dsp:nvSpPr>
      <dsp:spPr>
        <a:xfrm>
          <a:off x="6899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C1426-4298-4E43-AB59-F5FFDF4CFB32}">
      <dsp:nvSpPr>
        <dsp:cNvPr id="0" name=""/>
        <dsp:cNvSpPr/>
      </dsp:nvSpPr>
      <dsp:spPr>
        <a:xfrm>
          <a:off x="640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Fits well-defined specs (HACCP, export standards) </a:t>
          </a:r>
          <a:endParaRPr lang="en-US" sz="1700" kern="1200"/>
        </a:p>
      </dsp:txBody>
      <dsp:txXfrm>
        <a:off x="6404220" y="1784992"/>
        <a:ext cx="1800000" cy="720000"/>
      </dsp:txXfrm>
    </dsp:sp>
    <dsp:sp modelId="{565A118B-F5F4-4B7B-A76B-26AD7B75668E}">
      <dsp:nvSpPr>
        <dsp:cNvPr id="0" name=""/>
        <dsp:cNvSpPr/>
      </dsp:nvSpPr>
      <dsp:spPr>
        <a:xfrm>
          <a:off x="901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CB498-A6D9-45C9-8962-D6FA1B2FF80A}">
      <dsp:nvSpPr>
        <dsp:cNvPr id="0" name=""/>
        <dsp:cNvSpPr/>
      </dsp:nvSpPr>
      <dsp:spPr>
        <a:xfrm>
          <a:off x="851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Reduces disputes with clear deliverables </a:t>
          </a:r>
          <a:endParaRPr lang="en-US" sz="1700" kern="1200"/>
        </a:p>
      </dsp:txBody>
      <dsp:txXfrm>
        <a:off x="8519220" y="178499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9D194-E5B5-4C16-B5E4-FD5E38CD5606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80BE3-2335-48A8-9CC9-4B69EA9E954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684C9-982A-4454-8268-3D338330DA7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Raw materials → Processing → Packaging </a:t>
          </a:r>
          <a:endParaRPr lang="en-US" sz="2200" kern="1200"/>
        </a:p>
      </dsp:txBody>
      <dsp:txXfrm>
        <a:off x="1339618" y="2288"/>
        <a:ext cx="5024605" cy="1159843"/>
      </dsp:txXfrm>
    </dsp:sp>
    <dsp:sp modelId="{47E99684-792A-42DE-82A2-98ADBEBA5318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727E8-C6A7-4C32-8901-9E3EE22A01E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829FB-3574-4CA4-8FFF-976E7F218EDB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Quality checks → Documentation → Certification </a:t>
          </a:r>
          <a:endParaRPr lang="en-US" sz="2200" kern="1200"/>
        </a:p>
      </dsp:txBody>
      <dsp:txXfrm>
        <a:off x="1339618" y="1452092"/>
        <a:ext cx="5024605" cy="1159843"/>
      </dsp:txXfrm>
    </dsp:sp>
    <dsp:sp modelId="{F86691A1-C7C0-44F2-97D1-7E5125B3FC8C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01879-9522-4AB8-9C14-F46068409FA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DBDCB-5ED0-4687-9851-83B562D1624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Transport → International shipment → Buyers </a:t>
          </a:r>
          <a:endParaRPr lang="en-US" sz="2200" kern="1200"/>
        </a:p>
      </dsp:txBody>
      <dsp:txXfrm>
        <a:off x="1339618" y="2901896"/>
        <a:ext cx="5024605" cy="1159843"/>
      </dsp:txXfrm>
    </dsp:sp>
    <dsp:sp modelId="{5D6E223F-A1F2-4EA0-8E48-137178D8158F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412BD-E468-4495-9F46-6498474D520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1D8AB-2260-4EE5-B74B-1498D04A776A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Smart tech enables full traceability 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CC38F-39F9-43F2-A3D3-94DADE7DDE60}">
      <dsp:nvSpPr>
        <dsp:cNvPr id="0" name=""/>
        <dsp:cNvSpPr/>
      </dsp:nvSpPr>
      <dsp:spPr>
        <a:xfrm>
          <a:off x="0" y="0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Risks: Delays, regulatory issues, cost inflation </a:t>
          </a:r>
          <a:endParaRPr lang="en-US" sz="2800" kern="1200"/>
        </a:p>
      </dsp:txBody>
      <dsp:txXfrm>
        <a:off x="20819" y="20819"/>
        <a:ext cx="7246841" cy="669159"/>
      </dsp:txXfrm>
    </dsp:sp>
    <dsp:sp modelId="{BEBA054B-5BBA-4093-8B1E-06F68AC8FF6D}">
      <dsp:nvSpPr>
        <dsp:cNvPr id="0" name=""/>
        <dsp:cNvSpPr/>
      </dsp:nvSpPr>
      <dsp:spPr>
        <a:xfrm>
          <a:off x="604647" y="809519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Detailed specs in RFP </a:t>
          </a:r>
          <a:endParaRPr lang="en-US" sz="2800" kern="1200"/>
        </a:p>
      </dsp:txBody>
      <dsp:txXfrm>
        <a:off x="625466" y="830338"/>
        <a:ext cx="6988708" cy="669159"/>
      </dsp:txXfrm>
    </dsp:sp>
    <dsp:sp modelId="{CDE93747-2E57-4112-8876-E606C97EFCFF}">
      <dsp:nvSpPr>
        <dsp:cNvPr id="0" name=""/>
        <dsp:cNvSpPr/>
      </dsp:nvSpPr>
      <dsp:spPr>
        <a:xfrm>
          <a:off x="1209293" y="1619039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Strong change-order clauses </a:t>
          </a:r>
          <a:endParaRPr lang="en-US" sz="2800" kern="1200"/>
        </a:p>
      </dsp:txBody>
      <dsp:txXfrm>
        <a:off x="1230112" y="1639858"/>
        <a:ext cx="6988708" cy="669159"/>
      </dsp:txXfrm>
    </dsp:sp>
    <dsp:sp modelId="{58C086F2-D01C-42DC-85B9-B260F1337ADC}">
      <dsp:nvSpPr>
        <dsp:cNvPr id="0" name=""/>
        <dsp:cNvSpPr/>
      </dsp:nvSpPr>
      <dsp:spPr>
        <a:xfrm>
          <a:off x="1813940" y="2428558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Competitive bidding </a:t>
          </a:r>
          <a:endParaRPr lang="en-US" sz="2800" kern="1200"/>
        </a:p>
      </dsp:txBody>
      <dsp:txXfrm>
        <a:off x="1834759" y="2449377"/>
        <a:ext cx="6988708" cy="669159"/>
      </dsp:txXfrm>
    </dsp:sp>
    <dsp:sp modelId="{CFCD5B95-B44C-4F7E-AB5E-A5C70A366A28}">
      <dsp:nvSpPr>
        <dsp:cNvPr id="0" name=""/>
        <dsp:cNvSpPr/>
      </dsp:nvSpPr>
      <dsp:spPr>
        <a:xfrm>
          <a:off x="2418587" y="3238078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Regular progress reviews</a:t>
          </a:r>
          <a:endParaRPr lang="en-US" sz="2800" kern="1200"/>
        </a:p>
      </dsp:txBody>
      <dsp:txXfrm>
        <a:off x="2439406" y="3258897"/>
        <a:ext cx="6988708" cy="669159"/>
      </dsp:txXfrm>
    </dsp:sp>
    <dsp:sp modelId="{D3F3352C-6AA8-4423-B86B-93D13C5451F6}">
      <dsp:nvSpPr>
        <dsp:cNvPr id="0" name=""/>
        <dsp:cNvSpPr/>
      </dsp:nvSpPr>
      <dsp:spPr>
        <a:xfrm>
          <a:off x="7634993" y="519277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738947" y="519277"/>
        <a:ext cx="254110" cy="347669"/>
      </dsp:txXfrm>
    </dsp:sp>
    <dsp:sp modelId="{FE146A78-E236-4BF1-BF05-C344BB87A7CB}">
      <dsp:nvSpPr>
        <dsp:cNvPr id="0" name=""/>
        <dsp:cNvSpPr/>
      </dsp:nvSpPr>
      <dsp:spPr>
        <a:xfrm>
          <a:off x="8239640" y="1328796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343594" y="1328796"/>
        <a:ext cx="254110" cy="347669"/>
      </dsp:txXfrm>
    </dsp:sp>
    <dsp:sp modelId="{4714640D-9043-483D-99D9-FA2B1DC0976D}">
      <dsp:nvSpPr>
        <dsp:cNvPr id="0" name=""/>
        <dsp:cNvSpPr/>
      </dsp:nvSpPr>
      <dsp:spPr>
        <a:xfrm>
          <a:off x="8844287" y="2126469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948241" y="2126469"/>
        <a:ext cx="254110" cy="347669"/>
      </dsp:txXfrm>
    </dsp:sp>
    <dsp:sp modelId="{E7870DAB-F876-4633-BD48-CD36E25E827B}">
      <dsp:nvSpPr>
        <dsp:cNvPr id="0" name=""/>
        <dsp:cNvSpPr/>
      </dsp:nvSpPr>
      <dsp:spPr>
        <a:xfrm>
          <a:off x="9448934" y="2943887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552888" y="2943887"/>
        <a:ext cx="254110" cy="347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D207F-CD3A-4BA5-A9DE-520B219F8F71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616AA-987C-44EE-8520-23BA5B8694E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baseline="0"/>
            <a:t>Fixed Price = Best contract for control, predictability &amp; efficiency </a:t>
          </a:r>
          <a:endParaRPr lang="en-US" sz="3500" kern="1200"/>
        </a:p>
      </dsp:txBody>
      <dsp:txXfrm>
        <a:off x="696297" y="538547"/>
        <a:ext cx="4171627" cy="2590157"/>
      </dsp:txXfrm>
    </dsp:sp>
    <dsp:sp modelId="{1A45881B-9FB2-4AA2-8E51-86299129E268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9A01C-BC2F-41AF-9E19-C780DE0CD79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baseline="0"/>
            <a:t>Enables fast, compliant, sustainable food export facility </a:t>
          </a:r>
          <a:endParaRPr lang="en-US" sz="3500" kern="1200"/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276A-872A-9631-6182-E845C8C17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E1408-B3B6-BC68-7534-8B824819F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D0BE-FB3F-992A-5179-4745B54B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906E9-130C-C6BF-F230-A0C1A7DC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4B4F4-3D48-2787-7975-C6332E48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D57A-D67D-7169-4926-03BEB11E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28F58-2802-F75A-9915-65A8A17B2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B68DE-F74B-A1EA-CDE5-7CC16F0E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1E621-8F8F-EC24-747D-67A65C33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D8B0F-BC5B-3A18-3650-95C5CE86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6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3775-F110-0584-93E9-A7170E71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95E8E-D310-F79F-8A26-D5463503E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D177-6F5C-8F35-5C56-7284AB9F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E4F02-6FDD-C5B7-54B9-60B22DA1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125ED-AB28-0816-04ED-E48C1BA1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8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9E29-AF94-48FE-D949-04EA2957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D376-9094-D506-3B47-32086516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241F5-F3EC-0F2A-F4F1-7AD1A277B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E17A1-E333-AF03-FB28-421CF950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5CE84-FE8A-63BF-76A2-8F7F5E07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2072E-18BB-17D3-6EB6-7B9B93DC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D9AF-DC28-BBAE-1088-AA488E26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E948D-7065-7992-A69B-1C25DCB1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39AEC-BE87-B721-6DF0-E6E63E9A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4F6B5-CAA0-8A0E-6008-538D81C9E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068B1-20C3-608A-BE11-D514069EE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E1A02-4F86-6128-9180-661F6084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902B8-CE4E-86D2-55A6-5830AC41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D331E-4706-C873-2375-F0EAC3BE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0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5796-CB4B-76A6-6E3C-5854470BA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C1E02-D564-353D-B63A-561A93B7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22B17-1B45-9855-2FBC-55C4CD0D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87139-38EA-754C-D6CB-FA6B05EC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53E19-646E-7F89-D65B-6BC4AD99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64863-EBD6-F9C4-3610-0CA4D947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679E7-0DA6-278D-F9C2-986CF06A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C3AE-A329-296E-F432-1687518E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5A25-9AC9-456B-CB2F-6D65CF0D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33741-C930-E4D8-1A02-479A88B4A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B0A79-C7AD-3A8B-6CB2-4CA9117D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04289-06FF-6CD5-2229-4BBC1433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DAFB7-5DB5-F564-2CC9-CA1A24F8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8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C543-26AB-B48C-C0C6-72C129672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A31AC-C0E8-7AE4-83FC-33396122E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D91A4-DD7B-19FC-7EE7-CF90C6E31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E0C17-3570-C694-02C6-92F5C163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96585-C190-3518-D26D-C71D24EB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6CD54-AC8F-132F-C270-0A11F1B1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6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3348-BF57-EE5F-DFCC-8CF2DC26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79292-FF36-802F-D523-6FB9894BE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13651-B501-90B2-9B57-AC2FAAC8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14A49-16EC-2BC0-C996-3D9E0CC3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2E77-73C5-F817-8C27-83132EAE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1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CB025-EBC3-3D78-E529-4C87A149E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BC9B7-2A32-D5B7-5E22-283964BDC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504D0-4B41-0C5D-A7C5-29888C31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7B82E-7129-2406-9FC0-19F86FD9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B34EF-C66C-90A6-3E1C-30CDCB0F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1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74F08-6045-E89A-B4F8-FD93BB7B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F0E15-1753-A896-E254-486D3F824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C1538-1F95-E8AA-3985-F0B3BD1A7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08907-A318-4579-8D25-3E634DF23C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A103D-DDDE-AC9C-888F-CE1BB3127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6BB-B508-A48E-41FA-03C9475AF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5F990-4990-486B-A393-57706AF2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9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7BC0A-9D54-289C-B24D-0D919C2BD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86855"/>
            <a:ext cx="4946768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Smart Food Processing and Export Facility</a:t>
            </a:r>
            <a:br>
              <a:rPr lang="en-US" sz="4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6AA10-CC11-5EA5-BA93-15E127B2A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Group Members</a:t>
            </a:r>
            <a:endParaRPr lang="en-US" sz="2000" b="1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Muhammad Shoaib Akhter Qadri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Hafiz Muhammad Hamza		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Junaid Nazir				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Abdul </a:t>
            </a:r>
            <a:r>
              <a:rPr lang="en-US" sz="2000" dirty="0" err="1"/>
              <a:t>Mohemin</a:t>
            </a:r>
            <a:r>
              <a:rPr lang="en-US" sz="2000" dirty="0"/>
              <a:t>			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Adal Imtiaz				</a:t>
            </a:r>
          </a:p>
        </p:txBody>
      </p:sp>
    </p:spTree>
    <p:extLst>
      <p:ext uri="{BB962C8B-B14F-4D97-AF65-F5344CB8AC3E}">
        <p14:creationId xmlns:p14="http://schemas.microsoft.com/office/powerpoint/2010/main" val="422263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48903-3877-C2BE-F224-80139270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Overview: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355CDB-324F-FF43-C30A-196B89C25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Modern facility with AI, IoT &amp; automation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Processes fruits, vegetables, packaged foods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Goals: Efficiency, zero waste, global export compliance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benefits: Cost savings, traceability, sustainability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How Automatic Carrier Systems Transform the Food Industry">
            <a:extLst>
              <a:ext uri="{FF2B5EF4-FFF2-40B4-BE49-F238E27FC236}">
                <a16:creationId xmlns:a16="http://schemas.microsoft.com/office/drawing/2014/main" id="{88CF1BB6-3266-7FAF-E099-C5AF01E7F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729685"/>
            <a:ext cx="5628018" cy="31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55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0EEFB-3C19-68FF-DBEA-F89342D4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>
                <a:effectLst/>
              </a:rPr>
              <a:t>Smart Facility Features</a:t>
            </a:r>
            <a:endParaRPr lang="en-US" sz="4800" dirty="0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D8DD9A-7660-AE9B-7D6B-C4FBD6C78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176" y="2599509"/>
            <a:ext cx="5059383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processing lines &amp; conveyor systems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IoT sensors for real-time monitoring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 for quality control &amp; predictive maintenance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Blockchain for supply chain transparency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Modern Food Processing Facility Conveyor System Stock Photo - Image of  design, innovation: 322524122">
            <a:extLst>
              <a:ext uri="{FF2B5EF4-FFF2-40B4-BE49-F238E27FC236}">
                <a16:creationId xmlns:a16="http://schemas.microsoft.com/office/drawing/2014/main" id="{7C0B59D5-C960-10E8-6298-68709D9FE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99299"/>
            <a:ext cx="5150277" cy="288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2" name="Rectangle 206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5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66A66-E70A-1EF4-7BB3-F4AD6FF0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>
                <a:effectLst/>
              </a:rPr>
              <a:t>Why Fixed Price Contract is Best</a:t>
            </a:r>
            <a:endParaRPr lang="en-US" sz="4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7F910F-D9D0-F330-C8B7-23A51D6F3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313432"/>
            <a:ext cx="5597996" cy="39255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Lump-sum payment for clearly defined scope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cost predictability &amp; budget control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Contractor bears most risks (delays, overruns)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Ideal for standard construction + equipment installation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Common in food processing &amp; export projects </a:t>
            </a:r>
          </a:p>
        </p:txBody>
      </p:sp>
      <p:pic>
        <p:nvPicPr>
          <p:cNvPr id="8" name="Graphic 7" descr="Commitments">
            <a:extLst>
              <a:ext uri="{FF2B5EF4-FFF2-40B4-BE49-F238E27FC236}">
                <a16:creationId xmlns:a16="http://schemas.microsoft.com/office/drawing/2014/main" id="{83DA4AB4-DA8B-A3B9-82BA-757F0D490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2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 descr="4 Types of Construction Compensation: Lump Sums, Unit Prices, Time &amp;  Materials, and Actual Costs [Gaille Energy Blog Issue 93]">
            <a:extLst>
              <a:ext uri="{FF2B5EF4-FFF2-40B4-BE49-F238E27FC236}">
                <a16:creationId xmlns:a16="http://schemas.microsoft.com/office/drawing/2014/main" id="{1337D68C-425F-15B6-25AF-099D6FDED1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40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4C92F-E0FA-9CD0-EFF7-876F0FA9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ffectLst/>
              </a:rPr>
              <a:t>Fixed Price Contract Advantages</a:t>
            </a:r>
            <a:endParaRPr lang="en-US" sz="48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B3B9EAE-9DC0-6571-2BC2-22CE7308E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08737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9851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is a Fixed Price Contract? | PM Study Circle">
            <a:extLst>
              <a:ext uri="{FF2B5EF4-FFF2-40B4-BE49-F238E27FC236}">
                <a16:creationId xmlns:a16="http://schemas.microsoft.com/office/drawing/2014/main" id="{51641DF5-F288-D273-2EDA-1EC442CADF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4317" y="-18256"/>
            <a:ext cx="9763366" cy="687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76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325D1-A281-DC3F-B2C0-B8F0FA8C6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82" y="918546"/>
            <a:ext cx="5486871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17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2" name="Rectangle 718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4408C1-B533-1897-0ABF-66AE5B4A7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272" y="288715"/>
            <a:ext cx="9174480" cy="62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B4988-7927-BE81-A4AC-09080B2D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ffectLst/>
              </a:rPr>
              <a:t>Food Export Supply Chain</a:t>
            </a:r>
            <a:endParaRPr lang="en-US" sz="4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03E374C-CABA-B201-0F4C-467FAD3A72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1698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556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racing the Agricultural Supply Chain – Curriculum Matrix | National  Agriculture in the Classroom">
            <a:extLst>
              <a:ext uri="{FF2B5EF4-FFF2-40B4-BE49-F238E27FC236}">
                <a16:creationId xmlns:a16="http://schemas.microsoft.com/office/drawing/2014/main" id="{9B75DB46-D53B-5069-03CE-348FE52B9A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98" y="343454"/>
            <a:ext cx="10853013" cy="587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19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669BD2-75BD-107D-7221-D3DE96FF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Quick Comparison Table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E213A5-780E-4508-6B8F-261A60997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900429"/>
              </p:ext>
            </p:extLst>
          </p:nvPr>
        </p:nvGraphicFramePr>
        <p:xfrm>
          <a:off x="1341215" y="2425605"/>
          <a:ext cx="9765066" cy="33715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3925">
                  <a:extLst>
                    <a:ext uri="{9D8B030D-6E8A-4147-A177-3AD203B41FA5}">
                      <a16:colId xmlns:a16="http://schemas.microsoft.com/office/drawing/2014/main" val="2496330618"/>
                    </a:ext>
                  </a:extLst>
                </a:gridCol>
                <a:gridCol w="2166415">
                  <a:extLst>
                    <a:ext uri="{9D8B030D-6E8A-4147-A177-3AD203B41FA5}">
                      <a16:colId xmlns:a16="http://schemas.microsoft.com/office/drawing/2014/main" val="2707685890"/>
                    </a:ext>
                  </a:extLst>
                </a:gridCol>
                <a:gridCol w="2615681">
                  <a:extLst>
                    <a:ext uri="{9D8B030D-6E8A-4147-A177-3AD203B41FA5}">
                      <a16:colId xmlns:a16="http://schemas.microsoft.com/office/drawing/2014/main" val="1514295320"/>
                    </a:ext>
                  </a:extLst>
                </a:gridCol>
                <a:gridCol w="2499045">
                  <a:extLst>
                    <a:ext uri="{9D8B030D-6E8A-4147-A177-3AD203B41FA5}">
                      <a16:colId xmlns:a16="http://schemas.microsoft.com/office/drawing/2014/main" val="181172624"/>
                    </a:ext>
                  </a:extLst>
                </a:gridCol>
              </a:tblGrid>
              <a:tr h="920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Contract Type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 to Owner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Cost Predictability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Best Fit for Project?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163394"/>
                  </a:ext>
                </a:extLst>
              </a:tr>
              <a:tr h="920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Fixed Price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 – Recommended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935234"/>
                  </a:ext>
                </a:extLst>
              </a:tr>
              <a:tr h="609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Time &amp; Materials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Only for changes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02217"/>
                  </a:ext>
                </a:extLst>
              </a:tr>
              <a:tr h="920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Cost Reimbursement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 suitable</a:t>
                      </a:r>
                    </a:p>
                  </a:txBody>
                  <a:tcPr marL="248824" marR="124412" marT="124412" marB="12441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97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334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A738F-8115-3BAB-EE10-5EFF9CFF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ffectLst/>
              </a:rPr>
              <a:t>Risks &amp; Mitigation</a:t>
            </a:r>
            <a:endParaRPr lang="en-US" sz="540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0D2C9FBB-CD36-B009-E2C4-00DC0E0C1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33896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696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96009-7300-70F5-631D-5C2C8AA3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ffectLst/>
              </a:rPr>
              <a:t>Conclusion</a:t>
            </a:r>
            <a:endParaRPr lang="en-US" sz="48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A3D6696-79E0-BEC7-D42E-2A0627CAE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84680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0258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3EC9-1BE8-9DDA-13B4-E270743B1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10209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9600" b="1" dirty="0">
                <a:effectLst/>
              </a:rPr>
              <a:t>		</a:t>
            </a:r>
          </a:p>
          <a:p>
            <a:pPr marL="0" indent="0">
              <a:buNone/>
            </a:pPr>
            <a:r>
              <a:rPr lang="en-US" sz="9600" b="1" dirty="0"/>
              <a:t>		</a:t>
            </a:r>
            <a:r>
              <a:rPr lang="en-US" sz="9600" b="1" dirty="0">
                <a:effectLst/>
              </a:rPr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0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290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Smart Food Processing and Export Facility </vt:lpstr>
      <vt:lpstr>Overview:</vt:lpstr>
      <vt:lpstr>Smart Facility Features</vt:lpstr>
      <vt:lpstr>Why Fixed Price Contract is Best</vt:lpstr>
      <vt:lpstr>PowerPoint Presentation</vt:lpstr>
      <vt:lpstr>Fixed Price Contract Advantages</vt:lpstr>
      <vt:lpstr>PowerPoint Presentation</vt:lpstr>
      <vt:lpstr>PowerPoint Presentation</vt:lpstr>
      <vt:lpstr>PowerPoint Presentation</vt:lpstr>
      <vt:lpstr>Food Export Supply Chain</vt:lpstr>
      <vt:lpstr>PowerPoint Presentation</vt:lpstr>
      <vt:lpstr>Quick Comparison Table</vt:lpstr>
      <vt:lpstr>Risks &amp; Mitigation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02-131212-009</dc:creator>
  <cp:lastModifiedBy>02-131212-009</cp:lastModifiedBy>
  <cp:revision>2</cp:revision>
  <dcterms:created xsi:type="dcterms:W3CDTF">2026-03-01T09:42:15Z</dcterms:created>
  <dcterms:modified xsi:type="dcterms:W3CDTF">2026-03-06T16:50:12Z</dcterms:modified>
</cp:coreProperties>
</file>