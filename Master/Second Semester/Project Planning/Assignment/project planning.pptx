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C81A0-FB7A-4357-8B37-1EC930D1E0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523999"/>
            <a:ext cx="10668000" cy="19859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3C075C-7238-4F43-87E7-63A35BE690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3809999"/>
            <a:ext cx="10667998" cy="1985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67EEB-ABA8-4DA9-803B-0C6CD8A12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b" anchorCtr="0"/>
          <a:lstStyle/>
          <a:p>
            <a:fld id="{F4D57BDD-E64A-4D27-8978-82FFCA18A12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FD314-1E75-41B9-A585-4F4A32A34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CC8E8-C649-4A81-BF53-F078B2A98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140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6A6A6-C260-4F8B-99DF-249C907BE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6F8CB-5C97-4437-A672-4E43D0E5A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0C990-05C1-4ECD-A899-722057AEA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9811C-37A0-4DD1-8607-EFD4226E5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AB506-9570-4D3E-804F-A184A73DB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776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569B8-DEA4-4F12-9078-ECD731F2A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30351"/>
            <a:ext cx="10668000" cy="22796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D1F3B-E79C-4822-999D-205B0E76C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4589464"/>
            <a:ext cx="10668000" cy="118318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45166-621E-4C71-A40F-64E514536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8A175-E39F-477F-997B-99FF8677A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9115F-5456-4FA3-8484-B1806E7C4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808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8BC5C-CCF0-4BA5-B102-213AC6FD5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263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37E63-3B4F-4C2F-A87C-9533227EB6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3048000"/>
            <a:ext cx="4572000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8ACE3E-2FED-4289-B138-3EC282690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8000" y="3048000"/>
            <a:ext cx="4572000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55DB51-20DA-4BEF-90BA-DDD37DC08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D22E1-F0DB-4CB7-B2E3-D578EEAA6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9146B-54D6-4291-8EA2-643002482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075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B4AE7-507A-4E14-96E2-5412FF8EA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7048"/>
            <a:ext cx="10668000" cy="7589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EEE83-2945-4C22-9597-57F1F1262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4572001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2494D-AD1D-4CB7-A17C-B69079113D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1" y="3059113"/>
            <a:ext cx="4572000" cy="3036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3E4950-830D-4EE3-9F51-DD730255E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7998" y="2286000"/>
            <a:ext cx="4572001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F244AA-BDAA-4FDD-B742-449DF90573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58000" y="3059113"/>
            <a:ext cx="4571998" cy="3036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B78494-ECE0-41D2-97E2-CFAC0434A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5E4C20-6CC5-4259-B554-B19F1A7AA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09AB13-CCCC-4074-9B66-CE0B37902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686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FB5FF-4FD1-4CE4-BBC5-E6402FE06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3810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71AAD-C5B9-485B-84DD-60DAFD5F1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7CACFF-0406-4EE2-9E8F-F594B952C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52A47E-1990-4B6B-BCCB-75B6F213A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275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C8FE4C-64F1-4C88-9D30-17F8131ED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5D8FB3-6FA4-40A7-BDBF-76CD0F22F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49F41-A021-4490-BB80-C89DF0293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085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CEF60-874B-45DE-BF65-CF0D08577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3821113" cy="15240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757B0-722D-425F-8BD4-9CD9093BC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1524000"/>
            <a:ext cx="6096000" cy="3810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DB0F60-AADF-41C3-8BFC-B405E0A3F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0" y="3048000"/>
            <a:ext cx="3821113" cy="3048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B1E11-97B6-42FD-9F45-6EDC3B83F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4D7DA9-F910-4337-99A2-91F4EA36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3A2F2-339E-4406-9A90-534A38C5A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170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71599-6E07-4A55-9B93-4CA5EFE3F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1524000"/>
            <a:ext cx="3810000" cy="1524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2C2D26-DACA-4941-955E-18F7E23675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3999" y="1524000"/>
            <a:ext cx="6095999" cy="3810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DB26D-C5B0-41D6-A75F-F89A87BE24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3048000"/>
            <a:ext cx="3810000" cy="3048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9304B6-48DF-41FA-A089-8C83BBA63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DFB82F-A17A-4BC7-A522-CD934BC3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C530C-8824-4BE3-884E-2AFF30B57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130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CE73F-2F7C-4941-9B13-ACB43A498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5239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BC107E-F2BE-4057-B06B-1E50FD12B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0" y="3048000"/>
            <a:ext cx="10668000" cy="3048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9D7D8-1932-4215-A6E0-C16DA0DDB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8B662-65E3-47B2-AD95-B041B57F3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3DBC5-88B5-4F2A-A0E3-752CB4217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248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6599DF-5B13-4800-ADD7-3A2A2F1C48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523999"/>
            <a:ext cx="2705100" cy="4572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191E12-22D9-4DA9-A336-EA6A8B9B5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0" y="1524000"/>
            <a:ext cx="7620000" cy="4572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2A1D5-B7EF-43A4-81EF-B5A7EA35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09DFB-4410-42BF-B886-C984E3A53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487E8-E9A0-429E-88E5-34B1BE86B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60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1B49B9-8C94-4604-AEEE-CB5051962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26364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C3204E-CAF5-48A1-928F-757507EC4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3047999"/>
            <a:ext cx="10668000" cy="3048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40D12-4B42-4790-8677-C9250F3CDD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401594"/>
            <a:ext cx="3048000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F4D57BDD-E64A-4D27-8978-82FFCA18A12C}" type="datetimeFigureOut">
              <a:rPr lang="en-US" smtClean="0"/>
              <a:pPr/>
              <a:t>2/16/2026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B17CD-6C27-4CD1-B20D-EA4B8E54F4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0" y="6096000"/>
            <a:ext cx="45720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A934F-C817-4C99-A2CF-C763A3F20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0" y="401594"/>
            <a:ext cx="2286000" cy="7620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3600">
                <a:solidFill>
                  <a:schemeClr val="tx1"/>
                </a:solidFill>
                <a:latin typeface="+mj-lt"/>
              </a:defRPr>
            </a:lvl1pPr>
          </a:lstStyle>
          <a:p>
            <a:fld id="{D643A852-0206-46AC-B0EB-6456129331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3214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14" r:id="rId5"/>
    <p:sldLayoutId id="2147483715" r:id="rId6"/>
    <p:sldLayoutId id="2147483720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79E278-157B-F047-1D1B-6F1A69B41C1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/>
          <a:stretch>
            <a:fillRect/>
          </a:stretch>
        </p:blipFill>
        <p:spPr>
          <a:xfrm>
            <a:off x="20" y="10"/>
            <a:ext cx="12191980" cy="6095990"/>
          </a:xfrm>
          <a:custGeom>
            <a:avLst/>
            <a:gdLst/>
            <a:ahLst/>
            <a:cxnLst/>
            <a:rect l="l" t="t" r="r" b="b"/>
            <a:pathLst>
              <a:path w="12192000" h="6096000">
                <a:moveTo>
                  <a:pt x="7230262" y="5906862"/>
                </a:moveTo>
                <a:lnTo>
                  <a:pt x="7197115" y="5913338"/>
                </a:lnTo>
                <a:lnTo>
                  <a:pt x="7214545" y="5911744"/>
                </a:lnTo>
                <a:cubicBezTo>
                  <a:pt x="7220308" y="5910958"/>
                  <a:pt x="7225785" y="5909624"/>
                  <a:pt x="7230262" y="5906862"/>
                </a:cubicBezTo>
                <a:close/>
                <a:moveTo>
                  <a:pt x="7009120" y="5850263"/>
                </a:moveTo>
                <a:lnTo>
                  <a:pt x="7021563" y="5861355"/>
                </a:lnTo>
                <a:lnTo>
                  <a:pt x="7021563" y="5861354"/>
                </a:lnTo>
                <a:close/>
                <a:moveTo>
                  <a:pt x="7768443" y="5742074"/>
                </a:moveTo>
                <a:lnTo>
                  <a:pt x="7768443" y="5742075"/>
                </a:lnTo>
                <a:lnTo>
                  <a:pt x="7792447" y="5764553"/>
                </a:lnTo>
                <a:cubicBezTo>
                  <a:pt x="7785969" y="5758457"/>
                  <a:pt x="7779301" y="5752361"/>
                  <a:pt x="7768443" y="5742074"/>
                </a:cubicBezTo>
                <a:close/>
                <a:moveTo>
                  <a:pt x="4038748" y="5739955"/>
                </a:moveTo>
                <a:lnTo>
                  <a:pt x="4030517" y="5751599"/>
                </a:lnTo>
                <a:cubicBezTo>
                  <a:pt x="4026230" y="5759505"/>
                  <a:pt x="4021242" y="5765745"/>
                  <a:pt x="4015609" y="5770450"/>
                </a:cubicBezTo>
                <a:lnTo>
                  <a:pt x="3996845" y="5780104"/>
                </a:lnTo>
                <a:cubicBezTo>
                  <a:pt x="4010562" y="5776555"/>
                  <a:pt x="4021944" y="5767411"/>
                  <a:pt x="4030518" y="5751599"/>
                </a:cubicBezTo>
                <a:close/>
                <a:moveTo>
                  <a:pt x="6245343" y="5736549"/>
                </a:moveTo>
                <a:lnTo>
                  <a:pt x="6274406" y="5743345"/>
                </a:lnTo>
                <a:lnTo>
                  <a:pt x="6291247" y="5749662"/>
                </a:lnTo>
                <a:lnTo>
                  <a:pt x="6291385" y="5749714"/>
                </a:lnTo>
                <a:lnTo>
                  <a:pt x="6306284" y="5755552"/>
                </a:lnTo>
                <a:lnTo>
                  <a:pt x="6308075" y="5755968"/>
                </a:lnTo>
                <a:lnTo>
                  <a:pt x="6313855" y="5758133"/>
                </a:lnTo>
                <a:cubicBezTo>
                  <a:pt x="6321454" y="5760521"/>
                  <a:pt x="6329151" y="5762258"/>
                  <a:pt x="6337048" y="5762696"/>
                </a:cubicBezTo>
                <a:lnTo>
                  <a:pt x="6308075" y="5755968"/>
                </a:lnTo>
                <a:lnTo>
                  <a:pt x="6291385" y="5749714"/>
                </a:lnTo>
                <a:lnTo>
                  <a:pt x="6276197" y="5743764"/>
                </a:lnTo>
                <a:lnTo>
                  <a:pt x="6274406" y="5743345"/>
                </a:lnTo>
                <a:lnTo>
                  <a:pt x="6268613" y="5741171"/>
                </a:lnTo>
                <a:cubicBezTo>
                  <a:pt x="6260996" y="5738770"/>
                  <a:pt x="6253273" y="5737013"/>
                  <a:pt x="6245343" y="5736549"/>
                </a:cubicBezTo>
                <a:close/>
                <a:moveTo>
                  <a:pt x="6558837" y="5706717"/>
                </a:moveTo>
                <a:cubicBezTo>
                  <a:pt x="6548970" y="5706068"/>
                  <a:pt x="6539355" y="5706473"/>
                  <a:pt x="6529984" y="5708163"/>
                </a:cubicBezTo>
                <a:lnTo>
                  <a:pt x="6589207" y="5711593"/>
                </a:lnTo>
                <a:cubicBezTo>
                  <a:pt x="6578825" y="5709068"/>
                  <a:pt x="6568705" y="5707366"/>
                  <a:pt x="6558837" y="5706717"/>
                </a:cubicBezTo>
                <a:close/>
                <a:moveTo>
                  <a:pt x="4834454" y="5646059"/>
                </a:moveTo>
                <a:cubicBezTo>
                  <a:pt x="4849504" y="5662538"/>
                  <a:pt x="4866316" y="5668776"/>
                  <a:pt x="4883986" y="5670301"/>
                </a:cubicBezTo>
                <a:lnTo>
                  <a:pt x="4858238" y="5663787"/>
                </a:lnTo>
                <a:cubicBezTo>
                  <a:pt x="4849945" y="5659978"/>
                  <a:pt x="4841980" y="5654298"/>
                  <a:pt x="4834454" y="5646059"/>
                </a:cubicBezTo>
                <a:close/>
                <a:moveTo>
                  <a:pt x="5056443" y="5643725"/>
                </a:moveTo>
                <a:lnTo>
                  <a:pt x="5072588" y="5644505"/>
                </a:lnTo>
                <a:cubicBezTo>
                  <a:pt x="5078053" y="5645963"/>
                  <a:pt x="5083590" y="5648726"/>
                  <a:pt x="5089162" y="5653107"/>
                </a:cubicBezTo>
                <a:cubicBezTo>
                  <a:pt x="5078019" y="5644344"/>
                  <a:pt x="5067015" y="5642058"/>
                  <a:pt x="5056443" y="5643725"/>
                </a:cubicBezTo>
                <a:close/>
                <a:moveTo>
                  <a:pt x="739852" y="5343843"/>
                </a:moveTo>
                <a:cubicBezTo>
                  <a:pt x="733899" y="5350392"/>
                  <a:pt x="728660" y="5358013"/>
                  <a:pt x="724278" y="5365062"/>
                </a:cubicBezTo>
                <a:cubicBezTo>
                  <a:pt x="719849" y="5372206"/>
                  <a:pt x="714527" y="5377552"/>
                  <a:pt x="708621" y="5381222"/>
                </a:cubicBezTo>
                <a:lnTo>
                  <a:pt x="691439" y="5386697"/>
                </a:lnTo>
                <a:lnTo>
                  <a:pt x="708622" y="5381222"/>
                </a:lnTo>
                <a:cubicBezTo>
                  <a:pt x="714527" y="5377552"/>
                  <a:pt x="719849" y="5372206"/>
                  <a:pt x="724279" y="5365062"/>
                </a:cubicBezTo>
                <a:cubicBezTo>
                  <a:pt x="728660" y="5358013"/>
                  <a:pt x="733899" y="5350392"/>
                  <a:pt x="739852" y="5343843"/>
                </a:cubicBezTo>
                <a:close/>
                <a:moveTo>
                  <a:pt x="8934151" y="5275333"/>
                </a:moveTo>
                <a:cubicBezTo>
                  <a:pt x="8940248" y="5280573"/>
                  <a:pt x="8947058" y="5285906"/>
                  <a:pt x="8954249" y="5290264"/>
                </a:cubicBezTo>
                <a:lnTo>
                  <a:pt x="8962389" y="5293563"/>
                </a:lnTo>
                <a:lnTo>
                  <a:pt x="8954250" y="5290264"/>
                </a:lnTo>
                <a:cubicBezTo>
                  <a:pt x="8947058" y="5285906"/>
                  <a:pt x="8940248" y="5280573"/>
                  <a:pt x="8934151" y="5275333"/>
                </a:cubicBezTo>
                <a:close/>
                <a:moveTo>
                  <a:pt x="2314816" y="5273737"/>
                </a:moveTo>
                <a:cubicBezTo>
                  <a:pt x="2309720" y="5274714"/>
                  <a:pt x="2304339" y="5276762"/>
                  <a:pt x="2300909" y="5279143"/>
                </a:cubicBezTo>
                <a:cubicBezTo>
                  <a:pt x="2267856" y="5302385"/>
                  <a:pt x="2242281" y="5314291"/>
                  <a:pt x="2216515" y="5314887"/>
                </a:cubicBezTo>
                <a:cubicBezTo>
                  <a:pt x="2242281" y="5314291"/>
                  <a:pt x="2267856" y="5302385"/>
                  <a:pt x="2300910" y="5279143"/>
                </a:cubicBezTo>
                <a:close/>
                <a:moveTo>
                  <a:pt x="1916629" y="5252000"/>
                </a:moveTo>
                <a:lnTo>
                  <a:pt x="1907132" y="5255330"/>
                </a:lnTo>
                <a:lnTo>
                  <a:pt x="1866619" y="5265015"/>
                </a:lnTo>
                <a:lnTo>
                  <a:pt x="1907133" y="5255330"/>
                </a:lnTo>
                <a:close/>
                <a:moveTo>
                  <a:pt x="2058204" y="5241232"/>
                </a:moveTo>
                <a:cubicBezTo>
                  <a:pt x="2076636" y="5242946"/>
                  <a:pt x="2095174" y="5243803"/>
                  <a:pt x="2108194" y="5255939"/>
                </a:cubicBezTo>
                <a:cubicBezTo>
                  <a:pt x="2095175" y="5243803"/>
                  <a:pt x="2076636" y="5242946"/>
                  <a:pt x="2058204" y="5241232"/>
                </a:cubicBezTo>
                <a:close/>
                <a:moveTo>
                  <a:pt x="0" y="0"/>
                </a:moveTo>
                <a:lnTo>
                  <a:pt x="12191456" y="0"/>
                </a:lnTo>
                <a:lnTo>
                  <a:pt x="12191456" y="873938"/>
                </a:lnTo>
                <a:lnTo>
                  <a:pt x="12192000" y="873938"/>
                </a:lnTo>
                <a:lnTo>
                  <a:pt x="12192000" y="3249107"/>
                </a:lnTo>
                <a:cubicBezTo>
                  <a:pt x="12192000" y="3264730"/>
                  <a:pt x="12192000" y="3274255"/>
                  <a:pt x="12192000" y="3283970"/>
                </a:cubicBezTo>
                <a:lnTo>
                  <a:pt x="12192000" y="3681702"/>
                </a:lnTo>
                <a:lnTo>
                  <a:pt x="12160947" y="3710323"/>
                </a:lnTo>
                <a:cubicBezTo>
                  <a:pt x="12118083" y="3731849"/>
                  <a:pt x="12072360" y="3751282"/>
                  <a:pt x="12026448" y="3770523"/>
                </a:cubicBezTo>
                <a:cubicBezTo>
                  <a:pt x="12013114" y="3776049"/>
                  <a:pt x="11998443" y="3779097"/>
                  <a:pt x="11986443" y="3786526"/>
                </a:cubicBezTo>
                <a:cubicBezTo>
                  <a:pt x="11931195" y="3820436"/>
                  <a:pt x="11877664" y="3857014"/>
                  <a:pt x="11821656" y="3889591"/>
                </a:cubicBezTo>
                <a:cubicBezTo>
                  <a:pt x="11763931" y="3923310"/>
                  <a:pt x="11712304" y="3963126"/>
                  <a:pt x="11672489" y="4017039"/>
                </a:cubicBezTo>
                <a:cubicBezTo>
                  <a:pt x="11635529" y="4067143"/>
                  <a:pt x="11599714" y="4118007"/>
                  <a:pt x="11562947" y="4168300"/>
                </a:cubicBezTo>
                <a:cubicBezTo>
                  <a:pt x="11553613" y="4181065"/>
                  <a:pt x="11545039" y="4196115"/>
                  <a:pt x="11532275" y="4204307"/>
                </a:cubicBezTo>
                <a:cubicBezTo>
                  <a:pt x="11505795" y="4221452"/>
                  <a:pt x="11476838" y="4235359"/>
                  <a:pt x="11448453" y="4249457"/>
                </a:cubicBezTo>
                <a:cubicBezTo>
                  <a:pt x="11424069" y="4261459"/>
                  <a:pt x="11398160" y="4270411"/>
                  <a:pt x="11374346" y="4283366"/>
                </a:cubicBezTo>
                <a:cubicBezTo>
                  <a:pt x="11355296" y="4293655"/>
                  <a:pt x="11338339" y="4307943"/>
                  <a:pt x="11320623" y="4320897"/>
                </a:cubicBezTo>
                <a:cubicBezTo>
                  <a:pt x="11305192" y="4332136"/>
                  <a:pt x="11288238" y="4341852"/>
                  <a:pt x="11275283" y="4355378"/>
                </a:cubicBezTo>
                <a:cubicBezTo>
                  <a:pt x="11243658" y="4388145"/>
                  <a:pt x="11211843" y="4420340"/>
                  <a:pt x="11172600" y="4444536"/>
                </a:cubicBezTo>
                <a:cubicBezTo>
                  <a:pt x="11133927" y="4468538"/>
                  <a:pt x="11097350" y="4495401"/>
                  <a:pt x="11058869" y="4519786"/>
                </a:cubicBezTo>
                <a:cubicBezTo>
                  <a:pt x="11021146" y="4543599"/>
                  <a:pt x="10987046" y="4569697"/>
                  <a:pt x="10967423" y="4611991"/>
                </a:cubicBezTo>
                <a:cubicBezTo>
                  <a:pt x="10958661" y="4630659"/>
                  <a:pt x="10946279" y="4651044"/>
                  <a:pt x="10929704" y="4661903"/>
                </a:cubicBezTo>
                <a:cubicBezTo>
                  <a:pt x="10906081" y="4677334"/>
                  <a:pt x="10876171" y="4682859"/>
                  <a:pt x="10850453" y="4696003"/>
                </a:cubicBezTo>
                <a:cubicBezTo>
                  <a:pt x="10820162" y="4711434"/>
                  <a:pt x="10785111" y="4724770"/>
                  <a:pt x="10764534" y="4749345"/>
                </a:cubicBezTo>
                <a:cubicBezTo>
                  <a:pt x="10746246" y="4771255"/>
                  <a:pt x="10727767" y="4788399"/>
                  <a:pt x="10703573" y="4802305"/>
                </a:cubicBezTo>
                <a:cubicBezTo>
                  <a:pt x="10686617" y="4812022"/>
                  <a:pt x="10674046" y="4829738"/>
                  <a:pt x="10656519" y="4837740"/>
                </a:cubicBezTo>
                <a:cubicBezTo>
                  <a:pt x="10633467" y="4848409"/>
                  <a:pt x="10610225" y="4856791"/>
                  <a:pt x="10590031" y="4873366"/>
                </a:cubicBezTo>
                <a:cubicBezTo>
                  <a:pt x="10569075" y="4890510"/>
                  <a:pt x="10545263" y="4904036"/>
                  <a:pt x="10523354" y="4920039"/>
                </a:cubicBezTo>
                <a:cubicBezTo>
                  <a:pt x="10511734" y="4928611"/>
                  <a:pt x="10502208" y="4939851"/>
                  <a:pt x="10490969" y="4948806"/>
                </a:cubicBezTo>
                <a:cubicBezTo>
                  <a:pt x="10470394" y="4965188"/>
                  <a:pt x="10449438" y="4981191"/>
                  <a:pt x="10428291" y="4996622"/>
                </a:cubicBezTo>
                <a:cubicBezTo>
                  <a:pt x="10407146" y="5012055"/>
                  <a:pt x="10386952" y="5029961"/>
                  <a:pt x="10363709" y="5041201"/>
                </a:cubicBezTo>
                <a:cubicBezTo>
                  <a:pt x="10324086" y="5060251"/>
                  <a:pt x="10280840" y="5071682"/>
                  <a:pt x="10242357" y="5092257"/>
                </a:cubicBezTo>
                <a:cubicBezTo>
                  <a:pt x="10203304" y="5113211"/>
                  <a:pt x="10166536" y="5139503"/>
                  <a:pt x="10131863" y="5167315"/>
                </a:cubicBezTo>
                <a:cubicBezTo>
                  <a:pt x="10104430" y="5189224"/>
                  <a:pt x="10078713" y="5210943"/>
                  <a:pt x="10044230" y="5222182"/>
                </a:cubicBezTo>
                <a:cubicBezTo>
                  <a:pt x="10024990" y="5228470"/>
                  <a:pt x="10004797" y="5242186"/>
                  <a:pt x="9993175" y="5258189"/>
                </a:cubicBezTo>
                <a:cubicBezTo>
                  <a:pt x="9968027" y="5293049"/>
                  <a:pt x="9935832" y="5317626"/>
                  <a:pt x="9899446" y="5338582"/>
                </a:cubicBezTo>
                <a:cubicBezTo>
                  <a:pt x="9850865" y="5366776"/>
                  <a:pt x="9802858" y="5395543"/>
                  <a:pt x="9754088" y="5423166"/>
                </a:cubicBezTo>
                <a:cubicBezTo>
                  <a:pt x="9725323" y="5439551"/>
                  <a:pt x="9696749" y="5456885"/>
                  <a:pt x="9666265" y="5468888"/>
                </a:cubicBezTo>
                <a:cubicBezTo>
                  <a:pt x="9603971" y="5493655"/>
                  <a:pt x="9540152" y="5514799"/>
                  <a:pt x="9477283" y="5537851"/>
                </a:cubicBezTo>
                <a:cubicBezTo>
                  <a:pt x="9456709" y="5545280"/>
                  <a:pt x="9437278" y="5555949"/>
                  <a:pt x="9416321" y="5562426"/>
                </a:cubicBezTo>
                <a:cubicBezTo>
                  <a:pt x="9393650" y="5569475"/>
                  <a:pt x="9369267" y="5571571"/>
                  <a:pt x="9346597" y="5578619"/>
                </a:cubicBezTo>
                <a:cubicBezTo>
                  <a:pt x="9308875" y="5590240"/>
                  <a:pt x="9272298" y="5605101"/>
                  <a:pt x="9234579" y="5616911"/>
                </a:cubicBezTo>
                <a:cubicBezTo>
                  <a:pt x="9161805" y="5639582"/>
                  <a:pt x="9088840" y="5661299"/>
                  <a:pt x="9015878" y="5682826"/>
                </a:cubicBezTo>
                <a:cubicBezTo>
                  <a:pt x="9000257" y="5687399"/>
                  <a:pt x="8983301" y="5687970"/>
                  <a:pt x="8967871" y="5692923"/>
                </a:cubicBezTo>
                <a:cubicBezTo>
                  <a:pt x="8926911" y="5706259"/>
                  <a:pt x="8886142" y="5720736"/>
                  <a:pt x="8845565" y="5735407"/>
                </a:cubicBezTo>
                <a:cubicBezTo>
                  <a:pt x="8820990" y="5744361"/>
                  <a:pt x="8796985" y="5755409"/>
                  <a:pt x="8772219" y="5763982"/>
                </a:cubicBezTo>
                <a:cubicBezTo>
                  <a:pt x="8752407" y="5770840"/>
                  <a:pt x="8732023" y="5776174"/>
                  <a:pt x="8711448" y="5780366"/>
                </a:cubicBezTo>
                <a:cubicBezTo>
                  <a:pt x="8693731" y="5783986"/>
                  <a:pt x="8675253" y="5783603"/>
                  <a:pt x="8657726" y="5787986"/>
                </a:cubicBezTo>
                <a:cubicBezTo>
                  <a:pt x="8610288" y="5799797"/>
                  <a:pt x="8563425" y="5813133"/>
                  <a:pt x="8516369" y="5825705"/>
                </a:cubicBezTo>
                <a:cubicBezTo>
                  <a:pt x="8497511" y="5830659"/>
                  <a:pt x="8478269" y="5834280"/>
                  <a:pt x="8459979" y="5840566"/>
                </a:cubicBezTo>
                <a:cubicBezTo>
                  <a:pt x="8411019" y="5857141"/>
                  <a:pt x="8362822" y="5875999"/>
                  <a:pt x="8313671" y="5891622"/>
                </a:cubicBezTo>
                <a:cubicBezTo>
                  <a:pt x="8272903" y="5904576"/>
                  <a:pt x="8230992" y="5913910"/>
                  <a:pt x="8189651" y="5925341"/>
                </a:cubicBezTo>
                <a:cubicBezTo>
                  <a:pt x="8172124" y="5930295"/>
                  <a:pt x="8155359" y="5937343"/>
                  <a:pt x="8137835" y="5941534"/>
                </a:cubicBezTo>
                <a:cubicBezTo>
                  <a:pt x="8098590" y="5951059"/>
                  <a:pt x="8058774" y="5959059"/>
                  <a:pt x="8019339" y="5968586"/>
                </a:cubicBezTo>
                <a:cubicBezTo>
                  <a:pt x="7996859" y="5974110"/>
                  <a:pt x="7975142" y="5984017"/>
                  <a:pt x="7952280" y="5987637"/>
                </a:cubicBezTo>
                <a:cubicBezTo>
                  <a:pt x="7897987" y="5996209"/>
                  <a:pt x="7843311" y="6002305"/>
                  <a:pt x="7788636" y="6009163"/>
                </a:cubicBezTo>
                <a:cubicBezTo>
                  <a:pt x="7732247" y="6016211"/>
                  <a:pt x="7676047" y="6023642"/>
                  <a:pt x="7619655" y="6029928"/>
                </a:cubicBezTo>
                <a:cubicBezTo>
                  <a:pt x="7588795" y="6033168"/>
                  <a:pt x="7557742" y="6033738"/>
                  <a:pt x="7526880" y="6036786"/>
                </a:cubicBezTo>
                <a:cubicBezTo>
                  <a:pt x="7499828" y="6039455"/>
                  <a:pt x="7472967" y="6044407"/>
                  <a:pt x="7445916" y="6047647"/>
                </a:cubicBezTo>
                <a:cubicBezTo>
                  <a:pt x="7422483" y="6050313"/>
                  <a:pt x="7398860" y="6051837"/>
                  <a:pt x="7375428" y="6054505"/>
                </a:cubicBezTo>
                <a:cubicBezTo>
                  <a:pt x="7337899" y="6058885"/>
                  <a:pt x="7300559" y="6063839"/>
                  <a:pt x="7263220" y="6068411"/>
                </a:cubicBezTo>
                <a:cubicBezTo>
                  <a:pt x="7247599" y="6070126"/>
                  <a:pt x="7231214" y="6074888"/>
                  <a:pt x="7216547" y="6072032"/>
                </a:cubicBezTo>
                <a:cubicBezTo>
                  <a:pt x="7179587" y="6064791"/>
                  <a:pt x="7143199" y="6066887"/>
                  <a:pt x="7106432" y="6071840"/>
                </a:cubicBezTo>
                <a:cubicBezTo>
                  <a:pt x="7093860" y="6073555"/>
                  <a:pt x="7080334" y="6073174"/>
                  <a:pt x="7068141" y="6069936"/>
                </a:cubicBezTo>
                <a:cubicBezTo>
                  <a:pt x="7043184" y="6063457"/>
                  <a:pt x="7018991" y="6054313"/>
                  <a:pt x="6994415" y="6046313"/>
                </a:cubicBezTo>
                <a:cubicBezTo>
                  <a:pt x="6991747" y="6045361"/>
                  <a:pt x="6988509" y="6045169"/>
                  <a:pt x="6985653" y="6044599"/>
                </a:cubicBezTo>
                <a:cubicBezTo>
                  <a:pt x="6969457" y="6041359"/>
                  <a:pt x="6953457" y="6038120"/>
                  <a:pt x="6937263" y="6035263"/>
                </a:cubicBezTo>
                <a:cubicBezTo>
                  <a:pt x="6928501" y="6033738"/>
                  <a:pt x="6919547" y="6033549"/>
                  <a:pt x="6910782" y="6032214"/>
                </a:cubicBezTo>
                <a:cubicBezTo>
                  <a:pt x="6876872" y="6026880"/>
                  <a:pt x="6839534" y="6035834"/>
                  <a:pt x="6810195" y="6012784"/>
                </a:cubicBezTo>
                <a:cubicBezTo>
                  <a:pt x="6791144" y="5997923"/>
                  <a:pt x="6772665" y="6001353"/>
                  <a:pt x="6752283" y="6003639"/>
                </a:cubicBezTo>
                <a:cubicBezTo>
                  <a:pt x="6736851" y="6005353"/>
                  <a:pt x="6721038" y="6004782"/>
                  <a:pt x="6705417" y="6004974"/>
                </a:cubicBezTo>
                <a:cubicBezTo>
                  <a:pt x="6677984" y="6005543"/>
                  <a:pt x="6650551" y="6005735"/>
                  <a:pt x="6623118" y="6006687"/>
                </a:cubicBezTo>
                <a:cubicBezTo>
                  <a:pt x="6614353" y="6007067"/>
                  <a:pt x="6605401" y="6011832"/>
                  <a:pt x="6596828" y="6011070"/>
                </a:cubicBezTo>
                <a:cubicBezTo>
                  <a:pt x="6557201" y="6007449"/>
                  <a:pt x="6517576" y="6001734"/>
                  <a:pt x="6477951" y="5998495"/>
                </a:cubicBezTo>
                <a:cubicBezTo>
                  <a:pt x="6455472" y="5996591"/>
                  <a:pt x="6432420" y="6000209"/>
                  <a:pt x="6410131" y="5997543"/>
                </a:cubicBezTo>
                <a:cubicBezTo>
                  <a:pt x="6384414" y="5994495"/>
                  <a:pt x="6359268" y="5986685"/>
                  <a:pt x="6333739" y="5981920"/>
                </a:cubicBezTo>
                <a:cubicBezTo>
                  <a:pt x="6326691" y="5980589"/>
                  <a:pt x="6318880" y="5982303"/>
                  <a:pt x="6311449" y="5982682"/>
                </a:cubicBezTo>
                <a:cubicBezTo>
                  <a:pt x="6303068" y="5983064"/>
                  <a:pt x="6294876" y="5983826"/>
                  <a:pt x="6286493" y="5984017"/>
                </a:cubicBezTo>
                <a:cubicBezTo>
                  <a:pt x="6260964" y="5984399"/>
                  <a:pt x="6235437" y="5983826"/>
                  <a:pt x="6209909" y="5985161"/>
                </a:cubicBezTo>
                <a:cubicBezTo>
                  <a:pt x="6194288" y="5985922"/>
                  <a:pt x="6177905" y="5993733"/>
                  <a:pt x="6163425" y="5990874"/>
                </a:cubicBezTo>
                <a:cubicBezTo>
                  <a:pt x="6133897" y="5985351"/>
                  <a:pt x="6104368" y="5997733"/>
                  <a:pt x="6074842" y="5987447"/>
                </a:cubicBezTo>
                <a:cubicBezTo>
                  <a:pt x="6065695" y="5984399"/>
                  <a:pt x="6053124" y="5992019"/>
                  <a:pt x="6042072" y="5992399"/>
                </a:cubicBezTo>
                <a:cubicBezTo>
                  <a:pt x="6014449" y="5993351"/>
                  <a:pt x="5986828" y="5993161"/>
                  <a:pt x="5959204" y="5992971"/>
                </a:cubicBezTo>
                <a:cubicBezTo>
                  <a:pt x="5934438" y="5992781"/>
                  <a:pt x="5908719" y="5995447"/>
                  <a:pt x="5884906" y="5990113"/>
                </a:cubicBezTo>
                <a:cubicBezTo>
                  <a:pt x="5859949" y="5984399"/>
                  <a:pt x="5837471" y="5985161"/>
                  <a:pt x="5813275" y="5991637"/>
                </a:cubicBezTo>
                <a:cubicBezTo>
                  <a:pt x="5796702" y="5996019"/>
                  <a:pt x="5779174" y="5996591"/>
                  <a:pt x="5762029" y="5997923"/>
                </a:cubicBezTo>
                <a:cubicBezTo>
                  <a:pt x="5743551" y="5999447"/>
                  <a:pt x="5723166" y="5995447"/>
                  <a:pt x="5706401" y="6001734"/>
                </a:cubicBezTo>
                <a:cubicBezTo>
                  <a:pt x="5656488" y="6020403"/>
                  <a:pt x="5605244" y="6024403"/>
                  <a:pt x="5553045" y="6024403"/>
                </a:cubicBezTo>
                <a:cubicBezTo>
                  <a:pt x="5543518" y="6024403"/>
                  <a:pt x="5533802" y="6021738"/>
                  <a:pt x="5524660" y="6018880"/>
                </a:cubicBezTo>
                <a:cubicBezTo>
                  <a:pt x="5471316" y="6001734"/>
                  <a:pt x="5417784" y="6003257"/>
                  <a:pt x="5363491" y="6013736"/>
                </a:cubicBezTo>
                <a:cubicBezTo>
                  <a:pt x="5352250" y="6016022"/>
                  <a:pt x="5339677" y="6016403"/>
                  <a:pt x="5328438" y="6014118"/>
                </a:cubicBezTo>
                <a:cubicBezTo>
                  <a:pt x="5296812" y="6007449"/>
                  <a:pt x="5266141" y="5996399"/>
                  <a:pt x="5234326" y="5991637"/>
                </a:cubicBezTo>
                <a:cubicBezTo>
                  <a:pt x="5181748" y="5983826"/>
                  <a:pt x="5136216" y="6010115"/>
                  <a:pt x="5089162" y="6027262"/>
                </a:cubicBezTo>
                <a:cubicBezTo>
                  <a:pt x="5044391" y="6043455"/>
                  <a:pt x="5006292" y="6080032"/>
                  <a:pt x="4953328" y="6071840"/>
                </a:cubicBezTo>
                <a:cubicBezTo>
                  <a:pt x="4947996" y="6071078"/>
                  <a:pt x="4942089" y="6076222"/>
                  <a:pt x="4936184" y="6077555"/>
                </a:cubicBezTo>
                <a:cubicBezTo>
                  <a:pt x="4919991" y="6081176"/>
                  <a:pt x="4903799" y="6085555"/>
                  <a:pt x="4887415" y="6087272"/>
                </a:cubicBezTo>
                <a:cubicBezTo>
                  <a:pt x="4867412" y="6089558"/>
                  <a:pt x="4847027" y="6088797"/>
                  <a:pt x="4827024" y="6090701"/>
                </a:cubicBezTo>
                <a:cubicBezTo>
                  <a:pt x="4814165" y="6091844"/>
                  <a:pt x="4801401" y="6093939"/>
                  <a:pt x="4788661" y="6095749"/>
                </a:cubicBezTo>
                <a:lnTo>
                  <a:pt x="4785776" y="6096000"/>
                </a:lnTo>
                <a:lnTo>
                  <a:pt x="4726469" y="6096000"/>
                </a:lnTo>
                <a:lnTo>
                  <a:pt x="4719697" y="6095130"/>
                </a:lnTo>
                <a:cubicBezTo>
                  <a:pt x="4709481" y="6092939"/>
                  <a:pt x="4699289" y="6090320"/>
                  <a:pt x="4689098" y="6088605"/>
                </a:cubicBezTo>
                <a:cubicBezTo>
                  <a:pt x="4660331" y="6083842"/>
                  <a:pt x="4628705" y="6085176"/>
                  <a:pt x="4603368" y="6072984"/>
                </a:cubicBezTo>
                <a:cubicBezTo>
                  <a:pt x="4576318" y="6060029"/>
                  <a:pt x="4550599" y="6054123"/>
                  <a:pt x="4522596" y="6058123"/>
                </a:cubicBezTo>
                <a:cubicBezTo>
                  <a:pt x="4513260" y="6059457"/>
                  <a:pt x="4501257" y="6067459"/>
                  <a:pt x="4497068" y="6075649"/>
                </a:cubicBezTo>
                <a:cubicBezTo>
                  <a:pt x="4487731" y="6093938"/>
                  <a:pt x="4474969" y="6097178"/>
                  <a:pt x="4457632" y="6090890"/>
                </a:cubicBezTo>
                <a:cubicBezTo>
                  <a:pt x="4442581" y="6085555"/>
                  <a:pt x="4424104" y="6082890"/>
                  <a:pt x="4413817" y="6072601"/>
                </a:cubicBezTo>
                <a:cubicBezTo>
                  <a:pt x="4384668" y="6043455"/>
                  <a:pt x="4347518" y="6042503"/>
                  <a:pt x="4311323" y="6034693"/>
                </a:cubicBezTo>
                <a:cubicBezTo>
                  <a:pt x="4289227" y="6029928"/>
                  <a:pt x="4268649" y="6029738"/>
                  <a:pt x="4246551" y="6032976"/>
                </a:cubicBezTo>
                <a:cubicBezTo>
                  <a:pt x="4198546" y="6040216"/>
                  <a:pt x="4151870" y="6029928"/>
                  <a:pt x="4105766" y="6016784"/>
                </a:cubicBezTo>
                <a:cubicBezTo>
                  <a:pt x="4075285" y="6008022"/>
                  <a:pt x="4044043" y="6002687"/>
                  <a:pt x="4013753" y="5993733"/>
                </a:cubicBezTo>
                <a:cubicBezTo>
                  <a:pt x="3991083" y="5986874"/>
                  <a:pt x="3968414" y="5978682"/>
                  <a:pt x="3947648" y="5967634"/>
                </a:cubicBezTo>
                <a:cubicBezTo>
                  <a:pt x="3917546" y="5951440"/>
                  <a:pt x="3891259" y="5927055"/>
                  <a:pt x="3852966" y="5933533"/>
                </a:cubicBezTo>
                <a:cubicBezTo>
                  <a:pt x="3819245" y="5939247"/>
                  <a:pt x="3788766" y="5927247"/>
                  <a:pt x="3757902" y="5915816"/>
                </a:cubicBezTo>
                <a:cubicBezTo>
                  <a:pt x="3735231" y="5907434"/>
                  <a:pt x="3712565" y="5898859"/>
                  <a:pt x="3689131" y="5893526"/>
                </a:cubicBezTo>
                <a:cubicBezTo>
                  <a:pt x="3661315" y="5887239"/>
                  <a:pt x="3629882" y="5889907"/>
                  <a:pt x="3605116" y="5878285"/>
                </a:cubicBezTo>
                <a:cubicBezTo>
                  <a:pt x="3579206" y="5866093"/>
                  <a:pt x="3557682" y="5874285"/>
                  <a:pt x="3534629" y="5877715"/>
                </a:cubicBezTo>
                <a:cubicBezTo>
                  <a:pt x="3497862" y="5883049"/>
                  <a:pt x="3461282" y="5892955"/>
                  <a:pt x="3424135" y="5880382"/>
                </a:cubicBezTo>
                <a:cubicBezTo>
                  <a:pt x="3378986" y="5865141"/>
                  <a:pt x="3334216" y="5848758"/>
                  <a:pt x="3288877" y="5834280"/>
                </a:cubicBezTo>
                <a:cubicBezTo>
                  <a:pt x="3271348" y="5828753"/>
                  <a:pt x="3252492" y="5826467"/>
                  <a:pt x="3234202" y="5823991"/>
                </a:cubicBezTo>
                <a:cubicBezTo>
                  <a:pt x="3216867" y="5821895"/>
                  <a:pt x="3196102" y="5827230"/>
                  <a:pt x="3182763" y="5819229"/>
                </a:cubicBezTo>
                <a:cubicBezTo>
                  <a:pt x="3148472" y="5798655"/>
                  <a:pt x="3113231" y="5788558"/>
                  <a:pt x="3073604" y="5788558"/>
                </a:cubicBezTo>
                <a:cubicBezTo>
                  <a:pt x="3058743" y="5788558"/>
                  <a:pt x="3044264" y="5779984"/>
                  <a:pt x="3029216" y="5778459"/>
                </a:cubicBezTo>
                <a:cubicBezTo>
                  <a:pt x="3008639" y="5776555"/>
                  <a:pt x="2985016" y="5771411"/>
                  <a:pt x="2967110" y="5778651"/>
                </a:cubicBezTo>
                <a:cubicBezTo>
                  <a:pt x="2925008" y="5795797"/>
                  <a:pt x="2890910" y="5781507"/>
                  <a:pt x="2854140" y="5764553"/>
                </a:cubicBezTo>
                <a:cubicBezTo>
                  <a:pt x="2817943" y="5747789"/>
                  <a:pt x="2779842" y="5734455"/>
                  <a:pt x="2741360" y="5723403"/>
                </a:cubicBezTo>
                <a:cubicBezTo>
                  <a:pt x="2726882" y="5719403"/>
                  <a:pt x="2709548" y="5726072"/>
                  <a:pt x="2693543" y="5727405"/>
                </a:cubicBezTo>
                <a:cubicBezTo>
                  <a:pt x="2687827" y="5727786"/>
                  <a:pt x="2681540" y="5728358"/>
                  <a:pt x="2676398" y="5726453"/>
                </a:cubicBezTo>
                <a:cubicBezTo>
                  <a:pt x="2626677" y="5708163"/>
                  <a:pt x="2576191" y="5694257"/>
                  <a:pt x="2522279" y="5703782"/>
                </a:cubicBezTo>
                <a:cubicBezTo>
                  <a:pt x="2517327" y="5704735"/>
                  <a:pt x="2511800" y="5702639"/>
                  <a:pt x="2506847" y="5701305"/>
                </a:cubicBezTo>
                <a:cubicBezTo>
                  <a:pt x="2482652" y="5694447"/>
                  <a:pt x="2459029" y="5683589"/>
                  <a:pt x="2434456" y="5681112"/>
                </a:cubicBezTo>
                <a:cubicBezTo>
                  <a:pt x="2373874" y="5675016"/>
                  <a:pt x="2312915" y="5672538"/>
                  <a:pt x="2251948" y="5668538"/>
                </a:cubicBezTo>
                <a:cubicBezTo>
                  <a:pt x="2248138" y="5668349"/>
                  <a:pt x="2244137" y="5668349"/>
                  <a:pt x="2240710" y="5667014"/>
                </a:cubicBezTo>
                <a:cubicBezTo>
                  <a:pt x="2218229" y="5658822"/>
                  <a:pt x="2198608" y="5661490"/>
                  <a:pt x="2179556" y="5677111"/>
                </a:cubicBezTo>
                <a:cubicBezTo>
                  <a:pt x="2171173" y="5683969"/>
                  <a:pt x="2159743" y="5687589"/>
                  <a:pt x="2149267" y="5691399"/>
                </a:cubicBezTo>
                <a:cubicBezTo>
                  <a:pt x="2133834" y="5697115"/>
                  <a:pt x="2118023" y="5702639"/>
                  <a:pt x="2102021" y="5706259"/>
                </a:cubicBezTo>
                <a:cubicBezTo>
                  <a:pt x="2086208" y="5709688"/>
                  <a:pt x="2069254" y="5714449"/>
                  <a:pt x="2054013" y="5711784"/>
                </a:cubicBezTo>
                <a:cubicBezTo>
                  <a:pt x="2026581" y="5707022"/>
                  <a:pt x="2000479" y="5696353"/>
                  <a:pt x="1973429" y="5689303"/>
                </a:cubicBezTo>
                <a:cubicBezTo>
                  <a:pt x="1964094" y="5686826"/>
                  <a:pt x="1953806" y="5687209"/>
                  <a:pt x="1944092" y="5687017"/>
                </a:cubicBezTo>
                <a:cubicBezTo>
                  <a:pt x="1921800" y="5686447"/>
                  <a:pt x="1898940" y="5691971"/>
                  <a:pt x="1878748" y="5676159"/>
                </a:cubicBezTo>
                <a:cubicBezTo>
                  <a:pt x="1860079" y="5661299"/>
                  <a:pt x="1841216" y="5665680"/>
                  <a:pt x="1821596" y="5676920"/>
                </a:cubicBezTo>
                <a:cubicBezTo>
                  <a:pt x="1807497" y="5684922"/>
                  <a:pt x="1791496" y="5691209"/>
                  <a:pt x="1775684" y="5694257"/>
                </a:cubicBezTo>
                <a:cubicBezTo>
                  <a:pt x="1753965" y="5698447"/>
                  <a:pt x="1732439" y="5700163"/>
                  <a:pt x="1709006" y="5697685"/>
                </a:cubicBezTo>
                <a:cubicBezTo>
                  <a:pt x="1692431" y="5695971"/>
                  <a:pt x="1678904" y="5695209"/>
                  <a:pt x="1665950" y="5685113"/>
                </a:cubicBezTo>
                <a:cubicBezTo>
                  <a:pt x="1663856" y="5683589"/>
                  <a:pt x="1660046" y="5683207"/>
                  <a:pt x="1657188" y="5683399"/>
                </a:cubicBezTo>
                <a:cubicBezTo>
                  <a:pt x="1619658" y="5686637"/>
                  <a:pt x="1582510" y="5684922"/>
                  <a:pt x="1544598" y="5682634"/>
                </a:cubicBezTo>
                <a:cubicBezTo>
                  <a:pt x="1496403" y="5679589"/>
                  <a:pt x="1445725" y="5688541"/>
                  <a:pt x="1404006" y="5720546"/>
                </a:cubicBezTo>
                <a:cubicBezTo>
                  <a:pt x="1397909" y="5725310"/>
                  <a:pt x="1388765" y="5727405"/>
                  <a:pt x="1380762" y="5728549"/>
                </a:cubicBezTo>
                <a:cubicBezTo>
                  <a:pt x="1343044" y="5733501"/>
                  <a:pt x="1305132" y="5736930"/>
                  <a:pt x="1267411" y="5742455"/>
                </a:cubicBezTo>
                <a:cubicBezTo>
                  <a:pt x="1246837" y="5745503"/>
                  <a:pt x="1225310" y="5748170"/>
                  <a:pt x="1206641" y="5756553"/>
                </a:cubicBezTo>
                <a:cubicBezTo>
                  <a:pt x="1188354" y="5764743"/>
                  <a:pt x="1173681" y="5774459"/>
                  <a:pt x="1162823" y="5757315"/>
                </a:cubicBezTo>
                <a:cubicBezTo>
                  <a:pt x="1143394" y="5766459"/>
                  <a:pt x="1126437" y="5774080"/>
                  <a:pt x="1109865" y="5782270"/>
                </a:cubicBezTo>
                <a:cubicBezTo>
                  <a:pt x="1103767" y="5785318"/>
                  <a:pt x="1098623" y="5790272"/>
                  <a:pt x="1092527" y="5793130"/>
                </a:cubicBezTo>
                <a:cubicBezTo>
                  <a:pt x="1086048" y="5796178"/>
                  <a:pt x="1078810" y="5798082"/>
                  <a:pt x="1071762" y="5799607"/>
                </a:cubicBezTo>
                <a:cubicBezTo>
                  <a:pt x="1040327" y="5806465"/>
                  <a:pt x="1008894" y="5812751"/>
                  <a:pt x="977653" y="5820182"/>
                </a:cubicBezTo>
                <a:cubicBezTo>
                  <a:pt x="971554" y="5821705"/>
                  <a:pt x="966411" y="5827801"/>
                  <a:pt x="960887" y="5831801"/>
                </a:cubicBezTo>
                <a:cubicBezTo>
                  <a:pt x="957266" y="5834470"/>
                  <a:pt x="953648" y="5838470"/>
                  <a:pt x="949646" y="5839042"/>
                </a:cubicBezTo>
                <a:cubicBezTo>
                  <a:pt x="919165" y="5843614"/>
                  <a:pt x="888877" y="5848949"/>
                  <a:pt x="858205" y="5851234"/>
                </a:cubicBezTo>
                <a:cubicBezTo>
                  <a:pt x="832486" y="5853138"/>
                  <a:pt x="807719" y="5852568"/>
                  <a:pt x="801053" y="5885715"/>
                </a:cubicBezTo>
                <a:cubicBezTo>
                  <a:pt x="799909" y="5891432"/>
                  <a:pt x="791717" y="5897528"/>
                  <a:pt x="785432" y="5900384"/>
                </a:cubicBezTo>
                <a:cubicBezTo>
                  <a:pt x="767524" y="5908576"/>
                  <a:pt x="748471" y="5914101"/>
                  <a:pt x="730754" y="5922482"/>
                </a:cubicBezTo>
                <a:cubicBezTo>
                  <a:pt x="672650" y="5950488"/>
                  <a:pt x="611880" y="5968205"/>
                  <a:pt x="546917" y="5964966"/>
                </a:cubicBezTo>
                <a:cubicBezTo>
                  <a:pt x="526724" y="5964014"/>
                  <a:pt x="507102" y="5953726"/>
                  <a:pt x="494337" y="5949915"/>
                </a:cubicBezTo>
                <a:cubicBezTo>
                  <a:pt x="457572" y="5964966"/>
                  <a:pt x="426709" y="5979445"/>
                  <a:pt x="394511" y="5990303"/>
                </a:cubicBezTo>
                <a:cubicBezTo>
                  <a:pt x="366127" y="6000019"/>
                  <a:pt x="336408" y="6006115"/>
                  <a:pt x="307259" y="6013163"/>
                </a:cubicBezTo>
                <a:cubicBezTo>
                  <a:pt x="296590" y="6015832"/>
                  <a:pt x="285732" y="6017355"/>
                  <a:pt x="274873" y="6018690"/>
                </a:cubicBezTo>
                <a:cubicBezTo>
                  <a:pt x="240965" y="6022880"/>
                  <a:pt x="205529" y="6012784"/>
                  <a:pt x="172384" y="6028786"/>
                </a:cubicBezTo>
                <a:cubicBezTo>
                  <a:pt x="155046" y="6037168"/>
                  <a:pt x="137898" y="6047265"/>
                  <a:pt x="119613" y="6051647"/>
                </a:cubicBezTo>
                <a:cubicBezTo>
                  <a:pt x="99990" y="6056409"/>
                  <a:pt x="80794" y="6063839"/>
                  <a:pt x="61197" y="6069150"/>
                </a:cubicBezTo>
                <a:lnTo>
                  <a:pt x="544" y="6073921"/>
                </a:lnTo>
                <a:lnTo>
                  <a:pt x="544" y="5946682"/>
                </a:lnTo>
                <a:lnTo>
                  <a:pt x="0" y="5946682"/>
                </a:lnTo>
                <a:lnTo>
                  <a:pt x="0" y="1335314"/>
                </a:lnTo>
                <a:lnTo>
                  <a:pt x="0" y="873938"/>
                </a:lnTo>
                <a:close/>
              </a:path>
            </a:pathLst>
          </a:custGeom>
          <a:effectLst>
            <a:outerShdw blurRad="381000" dist="152400" dir="5400000" algn="t" rotWithShape="0">
              <a:prstClr val="black">
                <a:alpha val="20000"/>
              </a:prstClr>
            </a:outerShdw>
          </a:effec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252769E-B9F0-4068-A645-5BBEF16E9C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4" y="3296010"/>
            <a:ext cx="12191456" cy="2849976"/>
            <a:chOff x="476" y="-3923157"/>
            <a:chExt cx="10667524" cy="2493729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E12D6AD-7096-45BB-9C02-468B2704C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6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9953252-97DE-4766-B2F6-E4FDA2FDA6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7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6EA7858-5DC5-8500-8087-8AE21C2F33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1999" y="1514475"/>
            <a:ext cx="8381999" cy="1995487"/>
          </a:xfrm>
        </p:spPr>
        <p:txBody>
          <a:bodyPr>
            <a:normAutofit/>
          </a:bodyPr>
          <a:lstStyle/>
          <a:p>
            <a:pPr algn="l"/>
            <a:r>
              <a:rPr lang="en-GB" sz="4400"/>
              <a:t>Development of a Cloud-Based Project Management System for Software Teams</a:t>
            </a:r>
            <a:endParaRPr lang="en-US" sz="44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494878-1A51-13C2-100B-E90FC97962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3809999"/>
            <a:ext cx="8382000" cy="1338471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Muhammad Shoaib Akhter Qadri         	</a:t>
            </a:r>
          </a:p>
          <a:p>
            <a:pPr algn="l"/>
            <a:r>
              <a:rPr lang="en-US" dirty="0"/>
              <a:t>02-398252-012</a:t>
            </a:r>
          </a:p>
        </p:txBody>
      </p:sp>
    </p:spTree>
    <p:extLst>
      <p:ext uri="{BB962C8B-B14F-4D97-AF65-F5344CB8AC3E}">
        <p14:creationId xmlns:p14="http://schemas.microsoft.com/office/powerpoint/2010/main" val="2804099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FC962-DBBE-FDC8-6AB8-AEDDF40BA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848" y="527304"/>
            <a:ext cx="9144000" cy="1263649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20E46-0320-563A-20FF-E461D6F74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435609"/>
            <a:ext cx="10668000" cy="4660392"/>
          </a:xfrm>
        </p:spPr>
        <p:txBody>
          <a:bodyPr>
            <a:norm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software projects are complex.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Teams work remotely and handle large amounts of data.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planning and tracking create delays and confusion.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a proper system, projects face: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Delays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overruns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communication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creates the need for a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Project Management System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395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F6AA3-F1F2-A1E5-EECE-41EB82670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D4ABE-D622-9F4B-B5C9-118CE21A7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848" y="527304"/>
            <a:ext cx="11170920" cy="1263649"/>
          </a:xfrm>
        </p:spPr>
        <p:txBody>
          <a:bodyPr>
            <a:normAutofit/>
          </a:bodyPr>
          <a:lstStyle/>
          <a:p>
            <a:r>
              <a:rPr lang="en-GB" sz="3600" dirty="0"/>
              <a:t>What is a Cloud-Based Project Management System?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8BE00-7467-CFFB-426E-5684358C0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276857"/>
            <a:ext cx="10668000" cy="3819144"/>
          </a:xfrm>
        </p:spPr>
        <p:txBody>
          <a:bodyPr>
            <a:normAutofit/>
          </a:bodyPr>
          <a:lstStyle/>
          <a:p>
            <a:r>
              <a:rPr lang="en-GB" dirty="0"/>
              <a:t>A Cloud-Based Project Management System is:</a:t>
            </a:r>
          </a:p>
          <a:p>
            <a:r>
              <a:rPr lang="en-GB" dirty="0"/>
              <a:t>An online platform for managing projects</a:t>
            </a:r>
          </a:p>
          <a:p>
            <a:r>
              <a:rPr lang="en-GB" dirty="0"/>
              <a:t>Accessible from anywhere through the internet</a:t>
            </a:r>
          </a:p>
          <a:p>
            <a:r>
              <a:rPr lang="en-GB" dirty="0"/>
              <a:t>Used to plan, track, and control software projects</a:t>
            </a:r>
          </a:p>
        </p:txBody>
      </p:sp>
    </p:spTree>
    <p:extLst>
      <p:ext uri="{BB962C8B-B14F-4D97-AF65-F5344CB8AC3E}">
        <p14:creationId xmlns:p14="http://schemas.microsoft.com/office/powerpoint/2010/main" val="220963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418C7-660F-74FF-FC5E-04F23899E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AE789-1E29-976D-251D-E4C521ECA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527304"/>
            <a:ext cx="11292840" cy="1263649"/>
          </a:xfrm>
        </p:spPr>
        <p:txBody>
          <a:bodyPr>
            <a:normAutofit/>
          </a:bodyPr>
          <a:lstStyle/>
          <a:p>
            <a:r>
              <a:rPr lang="en-GB" sz="3600" dirty="0"/>
              <a:t>What is a Cloud-Based Project Management System?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BA813-7569-33FD-87C7-8C3A95CFE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790953"/>
            <a:ext cx="10668000" cy="4305048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It helps teams to:</a:t>
            </a:r>
            <a:endParaRPr lang="en-US" dirty="0"/>
          </a:p>
          <a:p>
            <a:r>
              <a:rPr lang="en-GB" dirty="0"/>
              <a:t>Assign tasks</a:t>
            </a:r>
            <a:endParaRPr lang="en-US" dirty="0"/>
          </a:p>
          <a:p>
            <a:r>
              <a:rPr lang="en-GB" dirty="0"/>
              <a:t>Track deadlines</a:t>
            </a:r>
            <a:endParaRPr lang="en-US" dirty="0"/>
          </a:p>
          <a:p>
            <a:r>
              <a:rPr lang="en-GB" dirty="0"/>
              <a:t>Monitor progress</a:t>
            </a:r>
            <a:endParaRPr lang="en-US" dirty="0"/>
          </a:p>
          <a:p>
            <a:r>
              <a:rPr lang="en-GB" dirty="0"/>
              <a:t>Store project data securely</a:t>
            </a:r>
          </a:p>
          <a:p>
            <a:endParaRPr lang="en-US" dirty="0"/>
          </a:p>
          <a:p>
            <a:r>
              <a:rPr lang="en-GB" b="1" dirty="0"/>
              <a:t>Example platforms in industry:</a:t>
            </a:r>
            <a:endParaRPr lang="en-US" b="1" dirty="0"/>
          </a:p>
          <a:p>
            <a:r>
              <a:rPr lang="en-GB" dirty="0"/>
              <a:t>Jira</a:t>
            </a:r>
            <a:endParaRPr lang="en-US" dirty="0"/>
          </a:p>
          <a:p>
            <a:r>
              <a:rPr lang="en-GB" dirty="0"/>
              <a:t>Trello</a:t>
            </a:r>
            <a:endParaRPr lang="en-US" dirty="0"/>
          </a:p>
          <a:p>
            <a:r>
              <a:rPr lang="en-GB" dirty="0"/>
              <a:t>Asana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74711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88A86-DAA5-144C-027F-2B90A0A69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C0870-932A-2311-A8E9-447D0DBAB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527304"/>
            <a:ext cx="11292840" cy="1263649"/>
          </a:xfrm>
        </p:spPr>
        <p:txBody>
          <a:bodyPr>
            <a:normAutofit/>
          </a:bodyPr>
          <a:lstStyle/>
          <a:p>
            <a:r>
              <a:rPr lang="en-GB" sz="3600" dirty="0"/>
              <a:t>Need for Cloud-Based System in Software Teams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6E0BC-FC62-7434-60AC-4DFD75DC2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700784"/>
            <a:ext cx="10668000" cy="43952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Modern software teams:</a:t>
            </a:r>
          </a:p>
          <a:p>
            <a:r>
              <a:rPr lang="en-GB" dirty="0"/>
              <a:t>Work from different cities or countries</a:t>
            </a:r>
          </a:p>
          <a:p>
            <a:r>
              <a:rPr lang="en-GB" dirty="0"/>
              <a:t>Generate large project data</a:t>
            </a:r>
          </a:p>
          <a:p>
            <a:r>
              <a:rPr lang="en-GB" dirty="0"/>
              <a:t>Require real-time collaboration</a:t>
            </a:r>
          </a:p>
          <a:p>
            <a:r>
              <a:rPr lang="en-GB" dirty="0"/>
              <a:t>Need fast decision-making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b="1" dirty="0"/>
              <a:t>Traditional systems are not enough.</a:t>
            </a:r>
          </a:p>
        </p:txBody>
      </p:sp>
    </p:spTree>
    <p:extLst>
      <p:ext uri="{BB962C8B-B14F-4D97-AF65-F5344CB8AC3E}">
        <p14:creationId xmlns:p14="http://schemas.microsoft.com/office/powerpoint/2010/main" val="223015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2C49D-31B4-082D-7E28-0485A65CC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00033-0508-B257-BBEB-D1804AEBD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527304"/>
            <a:ext cx="11292840" cy="1263649"/>
          </a:xfrm>
        </p:spPr>
        <p:txBody>
          <a:bodyPr>
            <a:normAutofit/>
          </a:bodyPr>
          <a:lstStyle/>
          <a:p>
            <a:r>
              <a:rPr lang="en-GB" sz="3600" dirty="0"/>
              <a:t>Need for Cloud-Based System in Software Teams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19324-06BD-0F40-C157-9FB1C4C3A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790953"/>
            <a:ext cx="10668000" cy="43050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Cloud systems provide:</a:t>
            </a:r>
          </a:p>
          <a:p>
            <a:r>
              <a:rPr lang="en-GB" dirty="0"/>
              <a:t>Real-time updates</a:t>
            </a:r>
          </a:p>
          <a:p>
            <a:r>
              <a:rPr lang="en-GB" dirty="0"/>
              <a:t>Centralized data</a:t>
            </a:r>
          </a:p>
          <a:p>
            <a:r>
              <a:rPr lang="en-GB" dirty="0"/>
              <a:t>Transparency</a:t>
            </a:r>
          </a:p>
          <a:p>
            <a:r>
              <a:rPr lang="en-GB" dirty="0"/>
              <a:t>Better coordination</a:t>
            </a:r>
          </a:p>
        </p:txBody>
      </p:sp>
    </p:spTree>
    <p:extLst>
      <p:ext uri="{BB962C8B-B14F-4D97-AF65-F5344CB8AC3E}">
        <p14:creationId xmlns:p14="http://schemas.microsoft.com/office/powerpoint/2010/main" val="3009220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29856-77BF-362F-1C1D-E12A7ED41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ED5F8-FB89-327D-E372-017195310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271272"/>
            <a:ext cx="11292840" cy="1263649"/>
          </a:xfrm>
        </p:spPr>
        <p:txBody>
          <a:bodyPr>
            <a:normAutofit/>
          </a:bodyPr>
          <a:lstStyle/>
          <a:p>
            <a:r>
              <a:rPr lang="en-US" sz="3600" dirty="0"/>
              <a:t>Cloud-Based in Project Planning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2F1EE-A3A5-EFAC-F75C-B7838D486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225296"/>
            <a:ext cx="10668000" cy="48707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Cloud system supports planning areas:</a:t>
            </a:r>
          </a:p>
          <a:p>
            <a:r>
              <a:rPr lang="en-GB" b="1" dirty="0"/>
              <a:t>Scope</a:t>
            </a:r>
            <a:r>
              <a:rPr lang="en-GB" dirty="0"/>
              <a:t> – Define clear deliverables</a:t>
            </a:r>
          </a:p>
          <a:p>
            <a:r>
              <a:rPr lang="en-GB" b="1" dirty="0"/>
              <a:t>Schedule</a:t>
            </a:r>
            <a:r>
              <a:rPr lang="en-GB" dirty="0"/>
              <a:t> – Timeline tracking &amp; forecasting</a:t>
            </a:r>
          </a:p>
          <a:p>
            <a:r>
              <a:rPr lang="en-GB" b="1" dirty="0"/>
              <a:t>Cost</a:t>
            </a:r>
            <a:r>
              <a:rPr lang="en-GB" dirty="0"/>
              <a:t> – Budget monitoring</a:t>
            </a:r>
          </a:p>
          <a:p>
            <a:r>
              <a:rPr lang="en-GB" b="1" dirty="0"/>
              <a:t>Resources</a:t>
            </a:r>
            <a:r>
              <a:rPr lang="en-GB" dirty="0"/>
              <a:t> – Assign developers efficiently</a:t>
            </a:r>
          </a:p>
          <a:p>
            <a:r>
              <a:rPr lang="en-GB" b="1" dirty="0"/>
              <a:t>Risk</a:t>
            </a:r>
            <a:r>
              <a:rPr lang="en-GB" dirty="0"/>
              <a:t> – Identify and track project risks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Instead of managing everything separately,</a:t>
            </a:r>
            <a:br>
              <a:rPr lang="en-GB" dirty="0"/>
            </a:br>
            <a:r>
              <a:rPr lang="en-GB" dirty="0"/>
              <a:t>cloud dashboards allow managers to control all areas together.</a:t>
            </a:r>
          </a:p>
        </p:txBody>
      </p:sp>
    </p:spTree>
    <p:extLst>
      <p:ext uri="{BB962C8B-B14F-4D97-AF65-F5344CB8AC3E}">
        <p14:creationId xmlns:p14="http://schemas.microsoft.com/office/powerpoint/2010/main" val="4213099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1DF04-59CA-F345-3EE5-E6635BC36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D7902-F2F6-4E0C-D106-DED6E4873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271272"/>
            <a:ext cx="11292840" cy="1263649"/>
          </a:xfrm>
        </p:spPr>
        <p:txBody>
          <a:bodyPr>
            <a:normAutofit/>
          </a:bodyPr>
          <a:lstStyle/>
          <a:p>
            <a:r>
              <a:rPr lang="en-GB" sz="3600" dirty="0"/>
              <a:t>Benefits of Cloud-Based Project Management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4F835-5070-D1C9-93AC-8B480CD24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225296"/>
            <a:ext cx="10668000" cy="5477256"/>
          </a:xfrm>
        </p:spPr>
        <p:txBody>
          <a:bodyPr>
            <a:normAutofit/>
          </a:bodyPr>
          <a:lstStyle/>
          <a:p>
            <a:r>
              <a:rPr lang="en-GB" sz="3200" dirty="0"/>
              <a:t>Improved planning accuracy</a:t>
            </a:r>
          </a:p>
          <a:p>
            <a:r>
              <a:rPr lang="en-GB" sz="3200" dirty="0"/>
              <a:t>Faster decision-making</a:t>
            </a:r>
          </a:p>
          <a:p>
            <a:r>
              <a:rPr lang="en-GB" sz="3200" dirty="0"/>
              <a:t>Real-time monitoring</a:t>
            </a:r>
          </a:p>
          <a:p>
            <a:r>
              <a:rPr lang="en-GB" sz="3200" dirty="0"/>
              <a:t>Reduced delays and cost overruns</a:t>
            </a:r>
          </a:p>
          <a:p>
            <a:r>
              <a:rPr lang="en-GB" sz="3200" dirty="0"/>
              <a:t>Better communication</a:t>
            </a:r>
          </a:p>
          <a:p>
            <a:r>
              <a:rPr lang="en-GB" sz="3200" dirty="0"/>
              <a:t>Secure data storage (MongoDB and Containers)</a:t>
            </a:r>
          </a:p>
          <a:p>
            <a:r>
              <a:rPr lang="en-GB" sz="3200" dirty="0"/>
              <a:t>Scalable for growing teams</a:t>
            </a:r>
          </a:p>
          <a:p>
            <a:r>
              <a:rPr lang="en-GB" sz="3200" dirty="0"/>
              <a:t>It does not replace project managers —</a:t>
            </a:r>
            <a:br>
              <a:rPr lang="en-GB" sz="3200" dirty="0"/>
            </a:br>
            <a:r>
              <a:rPr lang="en-GB" sz="3200" dirty="0"/>
              <a:t>it empowers them to manage smarter.</a:t>
            </a:r>
          </a:p>
        </p:txBody>
      </p:sp>
    </p:spTree>
    <p:extLst>
      <p:ext uri="{BB962C8B-B14F-4D97-AF65-F5344CB8AC3E}">
        <p14:creationId xmlns:p14="http://schemas.microsoft.com/office/powerpoint/2010/main" val="2097503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FE1FF-E017-EA6D-C62E-71FD2CC1B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CB97C-24AE-3B4C-EBD6-47E19AC88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271272"/>
            <a:ext cx="11292840" cy="1263649"/>
          </a:xfrm>
        </p:spPr>
        <p:txBody>
          <a:bodyPr>
            <a:normAutofit/>
          </a:bodyPr>
          <a:lstStyle/>
          <a:p>
            <a:r>
              <a:rPr lang="en-US" sz="3600" dirty="0"/>
              <a:t>Conclusion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2442C-4D35-C3CF-2F34-AF50BA323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225296"/>
            <a:ext cx="10668000" cy="5477256"/>
          </a:xfrm>
        </p:spPr>
        <p:txBody>
          <a:bodyPr>
            <a:normAutofit/>
          </a:bodyPr>
          <a:lstStyle/>
          <a:p>
            <a:r>
              <a:rPr lang="en-GB" sz="3200" dirty="0"/>
              <a:t>Cloud-Based Project Management Systems improve planning and development.</a:t>
            </a:r>
          </a:p>
          <a:p>
            <a:r>
              <a:rPr lang="en-GB" sz="3200" dirty="0"/>
              <a:t>They increase visibility, control, and collaboration.</a:t>
            </a:r>
          </a:p>
          <a:p>
            <a:r>
              <a:rPr lang="en-GB" sz="3200" dirty="0"/>
              <a:t>Data-driven decisions reduce risks and failures.</a:t>
            </a:r>
          </a:p>
          <a:p>
            <a:r>
              <a:rPr lang="en-GB" sz="3200" dirty="0"/>
              <a:t>Strong planning leads to successful software delivery.</a:t>
            </a:r>
          </a:p>
          <a:p>
            <a:r>
              <a:rPr lang="en-GB" sz="3200" b="1" dirty="0"/>
              <a:t>Without proper systems, even good teams can fail.</a:t>
            </a:r>
          </a:p>
        </p:txBody>
      </p:sp>
    </p:spTree>
    <p:extLst>
      <p:ext uri="{BB962C8B-B14F-4D97-AF65-F5344CB8AC3E}">
        <p14:creationId xmlns:p14="http://schemas.microsoft.com/office/powerpoint/2010/main" val="2448463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erial view of a highway near the ocean">
            <a:extLst>
              <a:ext uri="{FF2B5EF4-FFF2-40B4-BE49-F238E27FC236}">
                <a16:creationId xmlns:a16="http://schemas.microsoft.com/office/drawing/2014/main" id="{A9D4C1DE-D3A3-F21B-C84D-B42B8EFA4A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334" r="11239"/>
          <a:stretch>
            <a:fillRect/>
          </a:stretch>
        </p:blipFill>
        <p:spPr>
          <a:xfrm>
            <a:off x="5752193" y="10"/>
            <a:ext cx="6439807" cy="6857989"/>
          </a:xfrm>
          <a:custGeom>
            <a:avLst/>
            <a:gdLst/>
            <a:ahLst/>
            <a:cxnLst/>
            <a:rect l="l" t="t" r="r" b="b"/>
            <a:pathLst>
              <a:path w="6439807" h="6857999">
                <a:moveTo>
                  <a:pt x="752157" y="6118149"/>
                </a:moveTo>
                <a:cubicBezTo>
                  <a:pt x="745608" y="6124102"/>
                  <a:pt x="737987" y="6129341"/>
                  <a:pt x="730938" y="6133722"/>
                </a:cubicBezTo>
                <a:cubicBezTo>
                  <a:pt x="723794" y="6138152"/>
                  <a:pt x="718448" y="6143474"/>
                  <a:pt x="714778" y="6149379"/>
                </a:cubicBezTo>
                <a:lnTo>
                  <a:pt x="709303" y="6166562"/>
                </a:lnTo>
                <a:lnTo>
                  <a:pt x="714778" y="6149380"/>
                </a:lnTo>
                <a:cubicBezTo>
                  <a:pt x="718448" y="6143474"/>
                  <a:pt x="723794" y="6138152"/>
                  <a:pt x="730938" y="6133723"/>
                </a:cubicBezTo>
                <a:cubicBezTo>
                  <a:pt x="737987" y="6129341"/>
                  <a:pt x="745608" y="6124102"/>
                  <a:pt x="752157" y="6118149"/>
                </a:cubicBezTo>
                <a:close/>
                <a:moveTo>
                  <a:pt x="844000" y="4941372"/>
                </a:moveTo>
                <a:lnTo>
                  <a:pt x="840670" y="4950868"/>
                </a:lnTo>
                <a:lnTo>
                  <a:pt x="830985" y="4991382"/>
                </a:lnTo>
                <a:lnTo>
                  <a:pt x="840670" y="4950869"/>
                </a:lnTo>
                <a:close/>
                <a:moveTo>
                  <a:pt x="840061" y="4749807"/>
                </a:moveTo>
                <a:cubicBezTo>
                  <a:pt x="852197" y="4762827"/>
                  <a:pt x="853054" y="4781365"/>
                  <a:pt x="854768" y="4799797"/>
                </a:cubicBezTo>
                <a:cubicBezTo>
                  <a:pt x="853054" y="4781365"/>
                  <a:pt x="852197" y="4762826"/>
                  <a:pt x="840061" y="4749807"/>
                </a:cubicBezTo>
                <a:close/>
                <a:moveTo>
                  <a:pt x="822263" y="4543185"/>
                </a:moveTo>
                <a:lnTo>
                  <a:pt x="816857" y="4557091"/>
                </a:lnTo>
                <a:cubicBezTo>
                  <a:pt x="805236" y="4573618"/>
                  <a:pt x="796449" y="4588275"/>
                  <a:pt x="790493" y="4602021"/>
                </a:cubicBezTo>
                <a:cubicBezTo>
                  <a:pt x="796449" y="4588275"/>
                  <a:pt x="805236" y="4573618"/>
                  <a:pt x="816857" y="4557092"/>
                </a:cubicBezTo>
                <a:cubicBezTo>
                  <a:pt x="819238" y="4553662"/>
                  <a:pt x="821286" y="4548281"/>
                  <a:pt x="822263" y="4543185"/>
                </a:cubicBezTo>
                <a:close/>
                <a:moveTo>
                  <a:pt x="356045" y="2819253"/>
                </a:moveTo>
                <a:lnTo>
                  <a:pt x="344401" y="2827483"/>
                </a:lnTo>
                <a:lnTo>
                  <a:pt x="344399" y="2827486"/>
                </a:lnTo>
                <a:lnTo>
                  <a:pt x="325551" y="2842392"/>
                </a:lnTo>
                <a:lnTo>
                  <a:pt x="315896" y="2861156"/>
                </a:lnTo>
                <a:lnTo>
                  <a:pt x="344399" y="2827486"/>
                </a:lnTo>
                <a:lnTo>
                  <a:pt x="344401" y="2827484"/>
                </a:lnTo>
                <a:close/>
                <a:moveTo>
                  <a:pt x="425699" y="1974015"/>
                </a:moveTo>
                <a:cubicBezTo>
                  <a:pt x="427224" y="1991685"/>
                  <a:pt x="433462" y="2008497"/>
                  <a:pt x="449941" y="2023547"/>
                </a:cubicBezTo>
                <a:cubicBezTo>
                  <a:pt x="441702" y="2016020"/>
                  <a:pt x="436022" y="2008056"/>
                  <a:pt x="432213" y="1999763"/>
                </a:cubicBezTo>
                <a:close/>
                <a:moveTo>
                  <a:pt x="442893" y="1768838"/>
                </a:moveTo>
                <a:cubicBezTo>
                  <a:pt x="451656" y="1779981"/>
                  <a:pt x="453942" y="1790986"/>
                  <a:pt x="452275" y="1801558"/>
                </a:cubicBezTo>
                <a:lnTo>
                  <a:pt x="451495" y="1785412"/>
                </a:lnTo>
                <a:cubicBezTo>
                  <a:pt x="450037" y="1779948"/>
                  <a:pt x="447274" y="1774411"/>
                  <a:pt x="442893" y="1768838"/>
                </a:cubicBezTo>
                <a:close/>
                <a:moveTo>
                  <a:pt x="333304" y="520953"/>
                </a:moveTo>
                <a:cubicBezTo>
                  <a:pt x="333742" y="528850"/>
                  <a:pt x="335479" y="536547"/>
                  <a:pt x="337867" y="544146"/>
                </a:cubicBezTo>
                <a:lnTo>
                  <a:pt x="340032" y="549926"/>
                </a:lnTo>
                <a:lnTo>
                  <a:pt x="340448" y="551717"/>
                </a:lnTo>
                <a:lnTo>
                  <a:pt x="346286" y="566616"/>
                </a:lnTo>
                <a:lnTo>
                  <a:pt x="346338" y="566754"/>
                </a:lnTo>
                <a:lnTo>
                  <a:pt x="352655" y="583595"/>
                </a:lnTo>
                <a:lnTo>
                  <a:pt x="359451" y="612658"/>
                </a:lnTo>
                <a:cubicBezTo>
                  <a:pt x="358988" y="604728"/>
                  <a:pt x="357231" y="597005"/>
                  <a:pt x="354829" y="589388"/>
                </a:cubicBezTo>
                <a:lnTo>
                  <a:pt x="352655" y="583595"/>
                </a:lnTo>
                <a:lnTo>
                  <a:pt x="352236" y="581804"/>
                </a:lnTo>
                <a:lnTo>
                  <a:pt x="346286" y="566616"/>
                </a:lnTo>
                <a:lnTo>
                  <a:pt x="340032" y="549926"/>
                </a:lnTo>
                <a:close/>
                <a:moveTo>
                  <a:pt x="384407" y="268794"/>
                </a:moveTo>
                <a:lnTo>
                  <a:pt x="387837" y="328017"/>
                </a:lnTo>
                <a:cubicBezTo>
                  <a:pt x="389527" y="318646"/>
                  <a:pt x="389932" y="309031"/>
                  <a:pt x="389283" y="299164"/>
                </a:cubicBezTo>
                <a:cubicBezTo>
                  <a:pt x="388634" y="289296"/>
                  <a:pt x="386932" y="279176"/>
                  <a:pt x="384407" y="268794"/>
                </a:cubicBezTo>
                <a:close/>
                <a:moveTo>
                  <a:pt x="66991" y="0"/>
                </a:moveTo>
                <a:lnTo>
                  <a:pt x="6439807" y="0"/>
                </a:lnTo>
                <a:lnTo>
                  <a:pt x="6439807" y="6857999"/>
                </a:lnTo>
                <a:lnTo>
                  <a:pt x="149318" y="6857999"/>
                </a:lnTo>
                <a:lnTo>
                  <a:pt x="149318" y="6857457"/>
                </a:lnTo>
                <a:lnTo>
                  <a:pt x="22079" y="6857457"/>
                </a:lnTo>
                <a:lnTo>
                  <a:pt x="26851" y="6796804"/>
                </a:lnTo>
                <a:cubicBezTo>
                  <a:pt x="32162" y="6777207"/>
                  <a:pt x="39591" y="6758011"/>
                  <a:pt x="44354" y="6738388"/>
                </a:cubicBezTo>
                <a:cubicBezTo>
                  <a:pt x="48736" y="6720103"/>
                  <a:pt x="58832" y="6702955"/>
                  <a:pt x="67214" y="6685617"/>
                </a:cubicBezTo>
                <a:cubicBezTo>
                  <a:pt x="83217" y="6652472"/>
                  <a:pt x="73120" y="6617036"/>
                  <a:pt x="77310" y="6583128"/>
                </a:cubicBezTo>
                <a:cubicBezTo>
                  <a:pt x="78646" y="6572269"/>
                  <a:pt x="80168" y="6561411"/>
                  <a:pt x="82837" y="6550742"/>
                </a:cubicBezTo>
                <a:cubicBezTo>
                  <a:pt x="89885" y="6521593"/>
                  <a:pt x="95981" y="6491874"/>
                  <a:pt x="105698" y="6463490"/>
                </a:cubicBezTo>
                <a:cubicBezTo>
                  <a:pt x="116555" y="6431292"/>
                  <a:pt x="131034" y="6400429"/>
                  <a:pt x="146085" y="6363664"/>
                </a:cubicBezTo>
                <a:cubicBezTo>
                  <a:pt x="142274" y="6350899"/>
                  <a:pt x="131986" y="6331277"/>
                  <a:pt x="131034" y="6311084"/>
                </a:cubicBezTo>
                <a:cubicBezTo>
                  <a:pt x="127795" y="6246121"/>
                  <a:pt x="145512" y="6185351"/>
                  <a:pt x="173519" y="6127247"/>
                </a:cubicBezTo>
                <a:cubicBezTo>
                  <a:pt x="181900" y="6109530"/>
                  <a:pt x="187424" y="6090477"/>
                  <a:pt x="195616" y="6072569"/>
                </a:cubicBezTo>
                <a:cubicBezTo>
                  <a:pt x="198472" y="6066284"/>
                  <a:pt x="204569" y="6058092"/>
                  <a:pt x="210287" y="6056948"/>
                </a:cubicBezTo>
                <a:cubicBezTo>
                  <a:pt x="243432" y="6050282"/>
                  <a:pt x="242862" y="6025515"/>
                  <a:pt x="244766" y="5999796"/>
                </a:cubicBezTo>
                <a:cubicBezTo>
                  <a:pt x="247051" y="5969124"/>
                  <a:pt x="252386" y="5938836"/>
                  <a:pt x="256958" y="5908355"/>
                </a:cubicBezTo>
                <a:cubicBezTo>
                  <a:pt x="257530" y="5904353"/>
                  <a:pt x="261530" y="5900735"/>
                  <a:pt x="264199" y="5897114"/>
                </a:cubicBezTo>
                <a:cubicBezTo>
                  <a:pt x="268199" y="5891590"/>
                  <a:pt x="274296" y="5886447"/>
                  <a:pt x="275818" y="5880348"/>
                </a:cubicBezTo>
                <a:cubicBezTo>
                  <a:pt x="283249" y="5849107"/>
                  <a:pt x="289535" y="5817674"/>
                  <a:pt x="296393" y="5786239"/>
                </a:cubicBezTo>
                <a:cubicBezTo>
                  <a:pt x="297919" y="5779191"/>
                  <a:pt x="299822" y="5771953"/>
                  <a:pt x="302870" y="5765474"/>
                </a:cubicBezTo>
                <a:cubicBezTo>
                  <a:pt x="305728" y="5759378"/>
                  <a:pt x="310682" y="5754234"/>
                  <a:pt x="313730" y="5748136"/>
                </a:cubicBezTo>
                <a:cubicBezTo>
                  <a:pt x="321921" y="5731564"/>
                  <a:pt x="329541" y="5714607"/>
                  <a:pt x="338685" y="5695178"/>
                </a:cubicBezTo>
                <a:cubicBezTo>
                  <a:pt x="321541" y="5684320"/>
                  <a:pt x="331258" y="5669647"/>
                  <a:pt x="339449" y="5651360"/>
                </a:cubicBezTo>
                <a:cubicBezTo>
                  <a:pt x="347831" y="5632691"/>
                  <a:pt x="350497" y="5611164"/>
                  <a:pt x="353546" y="5590590"/>
                </a:cubicBezTo>
                <a:cubicBezTo>
                  <a:pt x="359070" y="5552869"/>
                  <a:pt x="362499" y="5514957"/>
                  <a:pt x="367451" y="5477239"/>
                </a:cubicBezTo>
                <a:cubicBezTo>
                  <a:pt x="368595" y="5469236"/>
                  <a:pt x="370690" y="5460092"/>
                  <a:pt x="375454" y="5453995"/>
                </a:cubicBezTo>
                <a:cubicBezTo>
                  <a:pt x="407459" y="5412276"/>
                  <a:pt x="416411" y="5361598"/>
                  <a:pt x="413366" y="5313403"/>
                </a:cubicBezTo>
                <a:cubicBezTo>
                  <a:pt x="411078" y="5275491"/>
                  <a:pt x="409363" y="5238343"/>
                  <a:pt x="412601" y="5200813"/>
                </a:cubicBezTo>
                <a:cubicBezTo>
                  <a:pt x="412793" y="5197955"/>
                  <a:pt x="412411" y="5194145"/>
                  <a:pt x="410887" y="5192051"/>
                </a:cubicBezTo>
                <a:cubicBezTo>
                  <a:pt x="400791" y="5179097"/>
                  <a:pt x="400029" y="5165570"/>
                  <a:pt x="398315" y="5148995"/>
                </a:cubicBezTo>
                <a:cubicBezTo>
                  <a:pt x="395837" y="5125562"/>
                  <a:pt x="397553" y="5104036"/>
                  <a:pt x="401743" y="5082317"/>
                </a:cubicBezTo>
                <a:cubicBezTo>
                  <a:pt x="404791" y="5066505"/>
                  <a:pt x="411078" y="5050504"/>
                  <a:pt x="419080" y="5036405"/>
                </a:cubicBezTo>
                <a:cubicBezTo>
                  <a:pt x="430320" y="5016785"/>
                  <a:pt x="434701" y="4997922"/>
                  <a:pt x="419841" y="4979253"/>
                </a:cubicBezTo>
                <a:cubicBezTo>
                  <a:pt x="404029" y="4959061"/>
                  <a:pt x="409553" y="4936201"/>
                  <a:pt x="408983" y="4913909"/>
                </a:cubicBezTo>
                <a:cubicBezTo>
                  <a:pt x="408791" y="4904195"/>
                  <a:pt x="409174" y="4893907"/>
                  <a:pt x="406697" y="4884572"/>
                </a:cubicBezTo>
                <a:cubicBezTo>
                  <a:pt x="399647" y="4857522"/>
                  <a:pt x="388978" y="4831420"/>
                  <a:pt x="384216" y="4803988"/>
                </a:cubicBezTo>
                <a:cubicBezTo>
                  <a:pt x="381551" y="4788747"/>
                  <a:pt x="386312" y="4771793"/>
                  <a:pt x="389741" y="4755980"/>
                </a:cubicBezTo>
                <a:cubicBezTo>
                  <a:pt x="393361" y="4739978"/>
                  <a:pt x="398885" y="4724167"/>
                  <a:pt x="404601" y="4708734"/>
                </a:cubicBezTo>
                <a:cubicBezTo>
                  <a:pt x="408411" y="4698258"/>
                  <a:pt x="412031" y="4686828"/>
                  <a:pt x="418889" y="4678445"/>
                </a:cubicBezTo>
                <a:cubicBezTo>
                  <a:pt x="434510" y="4659393"/>
                  <a:pt x="437178" y="4639772"/>
                  <a:pt x="428986" y="4617291"/>
                </a:cubicBezTo>
                <a:cubicBezTo>
                  <a:pt x="427651" y="4613864"/>
                  <a:pt x="427651" y="4609863"/>
                  <a:pt x="427462" y="4606053"/>
                </a:cubicBezTo>
                <a:cubicBezTo>
                  <a:pt x="423462" y="4545086"/>
                  <a:pt x="420984" y="4484127"/>
                  <a:pt x="414888" y="4423545"/>
                </a:cubicBezTo>
                <a:cubicBezTo>
                  <a:pt x="412411" y="4398972"/>
                  <a:pt x="401553" y="4375349"/>
                  <a:pt x="394695" y="4351154"/>
                </a:cubicBezTo>
                <a:cubicBezTo>
                  <a:pt x="393361" y="4346201"/>
                  <a:pt x="391265" y="4340674"/>
                  <a:pt x="392218" y="4335722"/>
                </a:cubicBezTo>
                <a:cubicBezTo>
                  <a:pt x="401743" y="4281810"/>
                  <a:pt x="387837" y="4231324"/>
                  <a:pt x="369547" y="4181603"/>
                </a:cubicBezTo>
                <a:cubicBezTo>
                  <a:pt x="367642" y="4176461"/>
                  <a:pt x="368214" y="4170174"/>
                  <a:pt x="368595" y="4164458"/>
                </a:cubicBezTo>
                <a:cubicBezTo>
                  <a:pt x="369928" y="4148453"/>
                  <a:pt x="376597" y="4131119"/>
                  <a:pt x="372597" y="4116641"/>
                </a:cubicBezTo>
                <a:cubicBezTo>
                  <a:pt x="361545" y="4078159"/>
                  <a:pt x="348211" y="4040058"/>
                  <a:pt x="331447" y="4003861"/>
                </a:cubicBezTo>
                <a:cubicBezTo>
                  <a:pt x="314493" y="3967091"/>
                  <a:pt x="300203" y="3932993"/>
                  <a:pt x="317350" y="3890891"/>
                </a:cubicBezTo>
                <a:cubicBezTo>
                  <a:pt x="324589" y="3872985"/>
                  <a:pt x="319445" y="3849362"/>
                  <a:pt x="317541" y="3828785"/>
                </a:cubicBezTo>
                <a:cubicBezTo>
                  <a:pt x="316016" y="3813737"/>
                  <a:pt x="307442" y="3799258"/>
                  <a:pt x="307442" y="3784397"/>
                </a:cubicBezTo>
                <a:cubicBezTo>
                  <a:pt x="307442" y="3744770"/>
                  <a:pt x="297346" y="3709529"/>
                  <a:pt x="276771" y="3675238"/>
                </a:cubicBezTo>
                <a:cubicBezTo>
                  <a:pt x="268770" y="3661899"/>
                  <a:pt x="274105" y="3641134"/>
                  <a:pt x="272009" y="3623799"/>
                </a:cubicBezTo>
                <a:cubicBezTo>
                  <a:pt x="269533" y="3605509"/>
                  <a:pt x="267247" y="3586653"/>
                  <a:pt x="261721" y="3569124"/>
                </a:cubicBezTo>
                <a:cubicBezTo>
                  <a:pt x="247242" y="3523785"/>
                  <a:pt x="230859" y="3479015"/>
                  <a:pt x="215618" y="3433866"/>
                </a:cubicBezTo>
                <a:cubicBezTo>
                  <a:pt x="203045" y="3396719"/>
                  <a:pt x="212952" y="3360139"/>
                  <a:pt x="218285" y="3323372"/>
                </a:cubicBezTo>
                <a:cubicBezTo>
                  <a:pt x="221716" y="3300319"/>
                  <a:pt x="229907" y="3278795"/>
                  <a:pt x="217715" y="3252885"/>
                </a:cubicBezTo>
                <a:cubicBezTo>
                  <a:pt x="206093" y="3228119"/>
                  <a:pt x="208761" y="3196686"/>
                  <a:pt x="202474" y="3168870"/>
                </a:cubicBezTo>
                <a:cubicBezTo>
                  <a:pt x="197141" y="3145436"/>
                  <a:pt x="188566" y="3122770"/>
                  <a:pt x="180184" y="3100099"/>
                </a:cubicBezTo>
                <a:cubicBezTo>
                  <a:pt x="168753" y="3069235"/>
                  <a:pt x="156753" y="3038756"/>
                  <a:pt x="162468" y="3005035"/>
                </a:cubicBezTo>
                <a:cubicBezTo>
                  <a:pt x="168946" y="2966742"/>
                  <a:pt x="144561" y="2940455"/>
                  <a:pt x="128367" y="2910353"/>
                </a:cubicBezTo>
                <a:cubicBezTo>
                  <a:pt x="117318" y="2889587"/>
                  <a:pt x="109126" y="2866918"/>
                  <a:pt x="102267" y="2844248"/>
                </a:cubicBezTo>
                <a:cubicBezTo>
                  <a:pt x="93313" y="2813958"/>
                  <a:pt x="87978" y="2782716"/>
                  <a:pt x="79217" y="2752235"/>
                </a:cubicBezTo>
                <a:cubicBezTo>
                  <a:pt x="66072" y="2706131"/>
                  <a:pt x="55784" y="2659455"/>
                  <a:pt x="63024" y="2611450"/>
                </a:cubicBezTo>
                <a:cubicBezTo>
                  <a:pt x="66262" y="2589352"/>
                  <a:pt x="66072" y="2568774"/>
                  <a:pt x="61307" y="2546678"/>
                </a:cubicBezTo>
                <a:cubicBezTo>
                  <a:pt x="53497" y="2510483"/>
                  <a:pt x="52545" y="2473333"/>
                  <a:pt x="23399" y="2444184"/>
                </a:cubicBezTo>
                <a:cubicBezTo>
                  <a:pt x="13111" y="2433897"/>
                  <a:pt x="10446" y="2415420"/>
                  <a:pt x="5110" y="2400369"/>
                </a:cubicBezTo>
                <a:cubicBezTo>
                  <a:pt x="-1178" y="2383032"/>
                  <a:pt x="2062" y="2370270"/>
                  <a:pt x="20352" y="2360933"/>
                </a:cubicBezTo>
                <a:cubicBezTo>
                  <a:pt x="28541" y="2356744"/>
                  <a:pt x="36543" y="2344741"/>
                  <a:pt x="37878" y="2335405"/>
                </a:cubicBezTo>
                <a:cubicBezTo>
                  <a:pt x="41877" y="2307402"/>
                  <a:pt x="35972" y="2281683"/>
                  <a:pt x="23017" y="2254633"/>
                </a:cubicBezTo>
                <a:cubicBezTo>
                  <a:pt x="10825" y="2229296"/>
                  <a:pt x="12159" y="2197670"/>
                  <a:pt x="7395" y="2168903"/>
                </a:cubicBezTo>
                <a:cubicBezTo>
                  <a:pt x="5681" y="2158712"/>
                  <a:pt x="3062" y="2148519"/>
                  <a:pt x="871" y="2138304"/>
                </a:cubicBezTo>
                <a:lnTo>
                  <a:pt x="0" y="2131532"/>
                </a:lnTo>
                <a:lnTo>
                  <a:pt x="0" y="2072225"/>
                </a:lnTo>
                <a:lnTo>
                  <a:pt x="251" y="2069340"/>
                </a:lnTo>
                <a:cubicBezTo>
                  <a:pt x="2061" y="2056600"/>
                  <a:pt x="4156" y="2043835"/>
                  <a:pt x="5299" y="2030977"/>
                </a:cubicBezTo>
                <a:cubicBezTo>
                  <a:pt x="7203" y="2010974"/>
                  <a:pt x="6442" y="1990589"/>
                  <a:pt x="8729" y="1970586"/>
                </a:cubicBezTo>
                <a:cubicBezTo>
                  <a:pt x="10446" y="1954202"/>
                  <a:pt x="14826" y="1938009"/>
                  <a:pt x="18445" y="1921817"/>
                </a:cubicBezTo>
                <a:cubicBezTo>
                  <a:pt x="19779" y="1915912"/>
                  <a:pt x="24922" y="1910004"/>
                  <a:pt x="24161" y="1904673"/>
                </a:cubicBezTo>
                <a:cubicBezTo>
                  <a:pt x="15970" y="1851709"/>
                  <a:pt x="52545" y="1813610"/>
                  <a:pt x="68738" y="1768838"/>
                </a:cubicBezTo>
                <a:cubicBezTo>
                  <a:pt x="85885" y="1721785"/>
                  <a:pt x="112174" y="1676253"/>
                  <a:pt x="104364" y="1623675"/>
                </a:cubicBezTo>
                <a:cubicBezTo>
                  <a:pt x="99601" y="1591859"/>
                  <a:pt x="88551" y="1561189"/>
                  <a:pt x="81883" y="1529563"/>
                </a:cubicBezTo>
                <a:cubicBezTo>
                  <a:pt x="79597" y="1518324"/>
                  <a:pt x="79979" y="1505751"/>
                  <a:pt x="82264" y="1494509"/>
                </a:cubicBezTo>
                <a:cubicBezTo>
                  <a:pt x="92744" y="1440216"/>
                  <a:pt x="94267" y="1386684"/>
                  <a:pt x="77120" y="1333341"/>
                </a:cubicBezTo>
                <a:cubicBezTo>
                  <a:pt x="74262" y="1324198"/>
                  <a:pt x="71597" y="1314483"/>
                  <a:pt x="71597" y="1304955"/>
                </a:cubicBezTo>
                <a:cubicBezTo>
                  <a:pt x="71597" y="1252757"/>
                  <a:pt x="75597" y="1201512"/>
                  <a:pt x="94267" y="1151600"/>
                </a:cubicBezTo>
                <a:cubicBezTo>
                  <a:pt x="100554" y="1134834"/>
                  <a:pt x="96553" y="1114449"/>
                  <a:pt x="98078" y="1095972"/>
                </a:cubicBezTo>
                <a:cubicBezTo>
                  <a:pt x="99409" y="1078826"/>
                  <a:pt x="99981" y="1061298"/>
                  <a:pt x="104364" y="1044725"/>
                </a:cubicBezTo>
                <a:cubicBezTo>
                  <a:pt x="110839" y="1020529"/>
                  <a:pt x="111601" y="998052"/>
                  <a:pt x="105887" y="973095"/>
                </a:cubicBezTo>
                <a:cubicBezTo>
                  <a:pt x="100554" y="949281"/>
                  <a:pt x="103220" y="923562"/>
                  <a:pt x="103029" y="898797"/>
                </a:cubicBezTo>
                <a:cubicBezTo>
                  <a:pt x="102839" y="871173"/>
                  <a:pt x="102649" y="843552"/>
                  <a:pt x="103601" y="815929"/>
                </a:cubicBezTo>
                <a:cubicBezTo>
                  <a:pt x="103981" y="804877"/>
                  <a:pt x="111601" y="792306"/>
                  <a:pt x="108553" y="783158"/>
                </a:cubicBezTo>
                <a:cubicBezTo>
                  <a:pt x="98267" y="753633"/>
                  <a:pt x="110649" y="724104"/>
                  <a:pt x="105127" y="694576"/>
                </a:cubicBezTo>
                <a:cubicBezTo>
                  <a:pt x="102267" y="680096"/>
                  <a:pt x="110078" y="663713"/>
                  <a:pt x="110839" y="648092"/>
                </a:cubicBezTo>
                <a:cubicBezTo>
                  <a:pt x="112174" y="622564"/>
                  <a:pt x="111601" y="597037"/>
                  <a:pt x="111983" y="571508"/>
                </a:cubicBezTo>
                <a:cubicBezTo>
                  <a:pt x="112174" y="563125"/>
                  <a:pt x="112936" y="554933"/>
                  <a:pt x="113318" y="546552"/>
                </a:cubicBezTo>
                <a:cubicBezTo>
                  <a:pt x="113697" y="539121"/>
                  <a:pt x="115411" y="531310"/>
                  <a:pt x="114081" y="524262"/>
                </a:cubicBezTo>
                <a:cubicBezTo>
                  <a:pt x="109315" y="498733"/>
                  <a:pt x="101505" y="473587"/>
                  <a:pt x="98457" y="447870"/>
                </a:cubicBezTo>
                <a:cubicBezTo>
                  <a:pt x="95792" y="425581"/>
                  <a:pt x="99409" y="402529"/>
                  <a:pt x="97505" y="380050"/>
                </a:cubicBezTo>
                <a:cubicBezTo>
                  <a:pt x="94267" y="340425"/>
                  <a:pt x="88551" y="300800"/>
                  <a:pt x="84930" y="261173"/>
                </a:cubicBezTo>
                <a:cubicBezTo>
                  <a:pt x="84168" y="252600"/>
                  <a:pt x="88934" y="243648"/>
                  <a:pt x="89314" y="234883"/>
                </a:cubicBezTo>
                <a:cubicBezTo>
                  <a:pt x="90266" y="207450"/>
                  <a:pt x="90457" y="180017"/>
                  <a:pt x="91027" y="152584"/>
                </a:cubicBezTo>
                <a:cubicBezTo>
                  <a:pt x="91218" y="136963"/>
                  <a:pt x="90647" y="121150"/>
                  <a:pt x="92361" y="105718"/>
                </a:cubicBezTo>
                <a:cubicBezTo>
                  <a:pt x="94647" y="85336"/>
                  <a:pt x="98078" y="66857"/>
                  <a:pt x="83217" y="47806"/>
                </a:cubicBezTo>
                <a:cubicBezTo>
                  <a:pt x="77453" y="40471"/>
                  <a:pt x="73691" y="32636"/>
                  <a:pt x="71207" y="24480"/>
                </a:cubicBezTo>
                <a:close/>
              </a:path>
            </a:pathLst>
          </a:custGeom>
          <a:effectLst>
            <a:outerShdw blurRad="381000" dist="152400" dir="10800000" algn="tr" rotWithShape="0">
              <a:prstClr val="black">
                <a:alpha val="10000"/>
              </a:prstClr>
            </a:outerShdw>
          </a:effec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EE5D87AC-5CCC-4E1F-8B25-D3A605302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32356" y="0"/>
            <a:ext cx="874718" cy="6857455"/>
            <a:chOff x="5632356" y="0"/>
            <a:chExt cx="874718" cy="6857455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EFC8E10-A01A-44C0-92B4-4837ED6C4B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6" y="2991370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8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329C434-C896-4DBB-9A47-D99A5EE414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8" y="2991370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7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E6815-3542-2B93-BF0D-C0D7941E8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453896"/>
            <a:ext cx="4400549" cy="482307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54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57958287"/>
      </p:ext>
    </p:extLst>
  </p:cSld>
  <p:clrMapOvr>
    <a:masterClrMapping/>
  </p:clrMapOvr>
</p:sld>
</file>

<file path=ppt/theme/theme1.xml><?xml version="1.0" encoding="utf-8"?>
<a:theme xmlns:a="http://schemas.openxmlformats.org/drawingml/2006/main" name="TornVTI">
  <a:themeElements>
    <a:clrScheme name="Custom 1">
      <a:dk1>
        <a:sysClr val="windowText" lastClr="000000"/>
      </a:dk1>
      <a:lt1>
        <a:sysClr val="window" lastClr="FFFFFF"/>
      </a:lt1>
      <a:dk2>
        <a:srgbClr val="131523"/>
      </a:dk2>
      <a:lt2>
        <a:srgbClr val="E7E6E6"/>
      </a:lt2>
      <a:accent1>
        <a:srgbClr val="3FB96C"/>
      </a:accent1>
      <a:accent2>
        <a:srgbClr val="699EFA"/>
      </a:accent2>
      <a:accent3>
        <a:srgbClr val="8039C1"/>
      </a:accent3>
      <a:accent4>
        <a:srgbClr val="D1971A"/>
      </a:accent4>
      <a:accent5>
        <a:srgbClr val="E62B59"/>
      </a:accent5>
      <a:accent6>
        <a:srgbClr val="9CA2AB"/>
      </a:accent6>
      <a:hlink>
        <a:srgbClr val="FFFFFF"/>
      </a:hlink>
      <a:folHlink>
        <a:srgbClr val="57618E"/>
      </a:folHlink>
    </a:clrScheme>
    <a:fontScheme name="Torn">
      <a:majorFont>
        <a:latin typeface="Verdana Pro Cond SemiBold"/>
        <a:ea typeface=""/>
        <a:cs typeface=""/>
      </a:majorFont>
      <a:minorFont>
        <a:latin typeface="Verdana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ornVTI" id="{D93270A2-BAD7-4DCC-9D1D-3427EACCFA88}" vid="{1B17486C-9B79-43FC-98F9-5BF7AA5600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330</Words>
  <Application>Microsoft Office PowerPoint</Application>
  <PresentationFormat>Widescreen</PresentationFormat>
  <Paragraphs>70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Times New Roman</vt:lpstr>
      <vt:lpstr>Verdana Pro</vt:lpstr>
      <vt:lpstr>Verdana Pro Cond SemiBold</vt:lpstr>
      <vt:lpstr>TornVTI</vt:lpstr>
      <vt:lpstr>Development of a Cloud-Based Project Management System for Software Teams</vt:lpstr>
      <vt:lpstr>Introduction</vt:lpstr>
      <vt:lpstr>What is a Cloud-Based Project Management System?</vt:lpstr>
      <vt:lpstr>What is a Cloud-Based Project Management System?</vt:lpstr>
      <vt:lpstr>Need for Cloud-Based System in Software Teams</vt:lpstr>
      <vt:lpstr>Need for Cloud-Based System in Software Teams</vt:lpstr>
      <vt:lpstr>Cloud-Based in Project Planning</vt:lpstr>
      <vt:lpstr>Benefits of Cloud-Based Project Management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02-131212-009</dc:creator>
  <cp:lastModifiedBy>02-131212-009</cp:lastModifiedBy>
  <cp:revision>2</cp:revision>
  <dcterms:created xsi:type="dcterms:W3CDTF">2026-02-16T05:08:45Z</dcterms:created>
  <dcterms:modified xsi:type="dcterms:W3CDTF">2026-02-16T05:26:32Z</dcterms:modified>
</cp:coreProperties>
</file>